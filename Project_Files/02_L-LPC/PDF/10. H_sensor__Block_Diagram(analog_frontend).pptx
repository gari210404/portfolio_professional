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7"/>
  </p:notesMasterIdLst>
  <p:sldIdLst>
    <p:sldId id="1053" r:id="rId2"/>
    <p:sldId id="1055" r:id="rId3"/>
    <p:sldId id="1056" r:id="rId4"/>
    <p:sldId id="1057" r:id="rId5"/>
    <p:sldId id="1058" r:id="rId6"/>
  </p:sldIdLst>
  <p:sldSz cx="12192000" cy="6858000"/>
  <p:notesSz cx="6807200" cy="9939338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Tahoma" panose="020B0604030504040204" pitchFamily="34" charset="0"/>
      <p:regular r:id="rId14"/>
      <p:bold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4FB7E4B-D786-4030-A2D8-55FE48633021}">
          <p14:sldIdLst>
            <p14:sldId id="1053"/>
            <p14:sldId id="1055"/>
            <p14:sldId id="1056"/>
            <p14:sldId id="1057"/>
            <p14:sldId id="10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최 현식" initials="최현" lastIdx="1" clrIdx="0">
    <p:extLst>
      <p:ext uri="{19B8F6BF-5375-455C-9EA6-DF929625EA0E}">
        <p15:presenceInfo xmlns:p15="http://schemas.microsoft.com/office/powerpoint/2012/main" userId="S::hschoi@ATIkorea.onmicrosoft.com::f9fdaa6d-c3a3-45f8-83a5-788e5ebbd811" providerId="AD"/>
      </p:ext>
    </p:extLst>
  </p:cmAuthor>
  <p:cmAuthor id="2" name="개발자 개발자" initials="개개" lastIdx="1" clrIdx="1">
    <p:extLst>
      <p:ext uri="{19B8F6BF-5375-455C-9EA6-DF929625EA0E}">
        <p15:presenceInfo xmlns:p15="http://schemas.microsoft.com/office/powerpoint/2012/main" userId="338a36372ee286e0" providerId="Windows Live"/>
      </p:ext>
    </p:extLst>
  </p:cmAuthor>
  <p:cmAuthor id="3" name="조 남희" initials="조남" lastIdx="2" clrIdx="2">
    <p:extLst>
      <p:ext uri="{19B8F6BF-5375-455C-9EA6-DF929625EA0E}">
        <p15:presenceInfo xmlns:p15="http://schemas.microsoft.com/office/powerpoint/2012/main" userId="조 남희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7941D"/>
    <a:srgbClr val="3366FF"/>
    <a:srgbClr val="92D050"/>
    <a:srgbClr val="0033CC"/>
    <a:srgbClr val="A9D18E"/>
    <a:srgbClr val="BDD7EE"/>
    <a:srgbClr val="6B86B7"/>
    <a:srgbClr val="2F5597"/>
    <a:srgbClr val="006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6353" autoAdjust="0"/>
  </p:normalViewPr>
  <p:slideViewPr>
    <p:cSldViewPr snapToGrid="0">
      <p:cViewPr varScale="1">
        <p:scale>
          <a:sx n="102" d="100"/>
          <a:sy n="102" d="100"/>
        </p:scale>
        <p:origin x="26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4014" y="120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50529" cy="497524"/>
          </a:xfrm>
          <a:prstGeom prst="rect">
            <a:avLst/>
          </a:prstGeom>
        </p:spPr>
        <p:txBody>
          <a:bodyPr vert="horz" lIns="91553" tIns="45776" rIns="91553" bIns="4577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082" y="1"/>
            <a:ext cx="2950529" cy="497524"/>
          </a:xfrm>
          <a:prstGeom prst="rect">
            <a:avLst/>
          </a:prstGeom>
        </p:spPr>
        <p:txBody>
          <a:bodyPr vert="horz" lIns="91553" tIns="45776" rIns="91553" bIns="45776" rtlCol="0"/>
          <a:lstStyle>
            <a:lvl1pPr algn="r">
              <a:defRPr sz="1200"/>
            </a:lvl1pPr>
          </a:lstStyle>
          <a:p>
            <a:fld id="{80FC245E-B063-4E20-85CD-EC637D7B7570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3" tIns="45776" rIns="91553" bIns="4577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403" y="4720908"/>
            <a:ext cx="5446396" cy="4472940"/>
          </a:xfrm>
          <a:prstGeom prst="rect">
            <a:avLst/>
          </a:prstGeom>
        </p:spPr>
        <p:txBody>
          <a:bodyPr vert="horz" lIns="91553" tIns="45776" rIns="91553" bIns="45776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227"/>
            <a:ext cx="2950529" cy="497523"/>
          </a:xfrm>
          <a:prstGeom prst="rect">
            <a:avLst/>
          </a:prstGeom>
        </p:spPr>
        <p:txBody>
          <a:bodyPr vert="horz" lIns="91553" tIns="45776" rIns="91553" bIns="4577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082" y="9440227"/>
            <a:ext cx="2950529" cy="497523"/>
          </a:xfrm>
          <a:prstGeom prst="rect">
            <a:avLst/>
          </a:prstGeom>
        </p:spPr>
        <p:txBody>
          <a:bodyPr vert="horz" lIns="91553" tIns="45776" rIns="91553" bIns="45776" rtlCol="0" anchor="b"/>
          <a:lstStyle>
            <a:lvl1pPr algn="r">
              <a:defRPr sz="1200"/>
            </a:lvl1pPr>
          </a:lstStyle>
          <a:p>
            <a:fld id="{4A9B394A-6DF7-456D-ABD7-CBFA9FCF3A8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D2B7E9B-AF63-4C49-9595-EFDF7D72A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03EB39B-D6EB-4FD8-84B8-58A2B4D28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938" y="1796182"/>
            <a:ext cx="11938123" cy="119308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002060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7FD1957-3C2E-47D3-93A3-26EECA666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839" y="3112064"/>
            <a:ext cx="9144000" cy="690661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 dirty="0"/>
              <a:t>Click to edit Master subtitle style</a:t>
            </a:r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1FA3D4F-C34F-427D-BDC8-CE127F8F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82993" y="4940815"/>
            <a:ext cx="6064013" cy="17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32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B38F1D0-0429-4A1E-AEFE-592BBBB80602}"/>
              </a:ext>
            </a:extLst>
          </p:cNvPr>
          <p:cNvSpPr/>
          <p:nvPr userDrawn="1"/>
        </p:nvSpPr>
        <p:spPr bwMode="auto">
          <a:xfrm>
            <a:off x="0" y="-10713"/>
            <a:ext cx="12192000" cy="55967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en-US" altLang="ko-KR" sz="2500" b="1" dirty="0">
                <a:solidFill>
                  <a:schemeClr val="bg1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 </a:t>
            </a:r>
            <a:r>
              <a:rPr lang="en-US" altLang="ko-KR" sz="2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694324C-3779-4D40-8A54-F25C13DCA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07" y="891172"/>
            <a:ext cx="11351580" cy="5285795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ko-KR" dirty="0"/>
              <a:t>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B6BD4AC-CA4C-4C13-97D9-D8136387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5"/>
            <a:ext cx="2743200" cy="365125"/>
          </a:xfrm>
        </p:spPr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D912B63-553A-46FB-A452-2AA36B1D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5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12" name="Picture 10" descr="(가로)ATIK">
            <a:extLst>
              <a:ext uri="{FF2B5EF4-FFF2-40B4-BE49-F238E27FC236}">
                <a16:creationId xmlns:a16="http://schemas.microsoft.com/office/drawing/2014/main" id="{B067E1BE-3362-44E4-AF91-1E1909F7A8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600" y="6421268"/>
            <a:ext cx="131746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349D056-D8CB-4644-BCAD-7A697A0657BC}"/>
              </a:ext>
            </a:extLst>
          </p:cNvPr>
          <p:cNvSpPr/>
          <p:nvPr userDrawn="1"/>
        </p:nvSpPr>
        <p:spPr bwMode="auto">
          <a:xfrm>
            <a:off x="-1" y="6631619"/>
            <a:ext cx="10321771" cy="12778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latinLnBrk="1" hangingPunct="1">
              <a:defRPr/>
            </a:pPr>
            <a:r>
              <a:rPr lang="en-US" altLang="ko-KR" sz="2500" b="1" dirty="0">
                <a:solidFill>
                  <a:schemeClr val="bg1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 </a:t>
            </a:r>
            <a:r>
              <a:rPr lang="en-US" altLang="ko-KR" sz="25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4142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799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59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25E29E3-5CA2-417F-936B-BE3ED96E7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862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AF53813-7FCA-4744-B44C-924D2C4B7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6" y="2103435"/>
            <a:ext cx="4242362" cy="1325563"/>
          </a:xfrm>
        </p:spPr>
        <p:txBody>
          <a:bodyPr>
            <a:noAutofit/>
          </a:bodyPr>
          <a:lstStyle>
            <a:lvl1pPr>
              <a:defRPr sz="5400">
                <a:solidFill>
                  <a:srgbClr val="002060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7EE497-E678-41E8-B8DE-37813993E943}"/>
              </a:ext>
            </a:extLst>
          </p:cNvPr>
          <p:cNvSpPr/>
          <p:nvPr userDrawn="1"/>
        </p:nvSpPr>
        <p:spPr>
          <a:xfrm>
            <a:off x="5416453" y="-2"/>
            <a:ext cx="6787409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D9DBB44C-3521-476D-8C2F-99BF77A4694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035722" y="1179512"/>
            <a:ext cx="5548869" cy="4498971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293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05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50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21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74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71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8E201-A299-44C5-8613-B4E3FD21E4FC}" type="datetimeFigureOut">
              <a:rPr lang="ko-KR" altLang="en-US" smtClean="0"/>
              <a:pPr/>
              <a:t>2023-05-24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667357-B164-46F8-A95A-F09241D7391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983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B1D75DA-89C2-4820-B4EC-13EDDAFD04BA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H-sensor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Analog Circuit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(Beta)                                      1 / 4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7" name="화살표: 굽음 146">
            <a:extLst>
              <a:ext uri="{FF2B5EF4-FFF2-40B4-BE49-F238E27FC236}">
                <a16:creationId xmlns:a16="http://schemas.microsoft.com/office/drawing/2014/main" id="{9CCF79B0-D0DA-20E9-0602-B14044290FC3}"/>
              </a:ext>
            </a:extLst>
          </p:cNvPr>
          <p:cNvSpPr/>
          <p:nvPr/>
        </p:nvSpPr>
        <p:spPr>
          <a:xfrm>
            <a:off x="1809867" y="1214459"/>
            <a:ext cx="7759741" cy="2173122"/>
          </a:xfrm>
          <a:prstGeom prst="bentArrow">
            <a:avLst>
              <a:gd name="adj1" fmla="val 8257"/>
              <a:gd name="adj2" fmla="val 7518"/>
              <a:gd name="adj3" fmla="val 12676"/>
              <a:gd name="adj4" fmla="val 16918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DBDF7CB3-AE80-E0B3-DC76-EA8AD625FC28}"/>
              </a:ext>
            </a:extLst>
          </p:cNvPr>
          <p:cNvCxnSpPr>
            <a:cxnSpLocks/>
          </p:cNvCxnSpPr>
          <p:nvPr/>
        </p:nvCxnSpPr>
        <p:spPr>
          <a:xfrm flipH="1">
            <a:off x="2154092" y="2093208"/>
            <a:ext cx="9858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6B0429E4-7B93-A9E4-42DA-105CAD459550}"/>
              </a:ext>
            </a:extLst>
          </p:cNvPr>
          <p:cNvGrpSpPr/>
          <p:nvPr/>
        </p:nvGrpSpPr>
        <p:grpSpPr>
          <a:xfrm>
            <a:off x="2330698" y="1848455"/>
            <a:ext cx="514350" cy="485775"/>
            <a:chOff x="2428721" y="1643935"/>
            <a:chExt cx="514350" cy="485775"/>
          </a:xfrm>
        </p:grpSpPr>
        <p:pic>
          <p:nvPicPr>
            <p:cNvPr id="153" name="그림 152">
              <a:extLst>
                <a:ext uri="{FF2B5EF4-FFF2-40B4-BE49-F238E27FC236}">
                  <a16:creationId xmlns:a16="http://schemas.microsoft.com/office/drawing/2014/main" id="{08ACAF7F-E440-ED79-DE67-37A73A5FF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721" y="1643935"/>
              <a:ext cx="514350" cy="485775"/>
            </a:xfrm>
            <a:prstGeom prst="rect">
              <a:avLst/>
            </a:prstGeom>
          </p:spPr>
        </p:pic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46D3E96-C273-DC8F-C775-46F240A8CCF3}"/>
                </a:ext>
              </a:extLst>
            </p:cNvPr>
            <p:cNvSpPr txBox="1"/>
            <p:nvPr/>
          </p:nvSpPr>
          <p:spPr>
            <a:xfrm>
              <a:off x="2441607" y="1819133"/>
              <a:ext cx="3707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OPA827</a:t>
              </a:r>
              <a:endParaRPr lang="ko-KR" altLang="en-US" sz="800" b="1" dirty="0"/>
            </a:p>
          </p:txBody>
        </p:sp>
      </p:grpSp>
      <p:pic>
        <p:nvPicPr>
          <p:cNvPr id="160" name="그림 159">
            <a:extLst>
              <a:ext uri="{FF2B5EF4-FFF2-40B4-BE49-F238E27FC236}">
                <a16:creationId xmlns:a16="http://schemas.microsoft.com/office/drawing/2014/main" id="{BFABDA0D-5EAD-4F4C-5053-E5BEF3B14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033633" y="3440717"/>
            <a:ext cx="597218" cy="488633"/>
          </a:xfrm>
          <a:prstGeom prst="rect">
            <a:avLst/>
          </a:prstGeom>
        </p:spPr>
      </p:pic>
      <p:pic>
        <p:nvPicPr>
          <p:cNvPr id="161" name="그림 160">
            <a:extLst>
              <a:ext uri="{FF2B5EF4-FFF2-40B4-BE49-F238E27FC236}">
                <a16:creationId xmlns:a16="http://schemas.microsoft.com/office/drawing/2014/main" id="{52D1E0E9-CEC3-364D-69FF-DAA8F66E6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16874" y="3602389"/>
            <a:ext cx="174863" cy="166641"/>
          </a:xfrm>
          <a:prstGeom prst="rect">
            <a:avLst/>
          </a:prstGeom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535DF7F7-50D0-9A48-8A65-467AACC64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275726" y="3894111"/>
            <a:ext cx="145429" cy="139397"/>
          </a:xfrm>
          <a:prstGeom prst="rect">
            <a:avLst/>
          </a:prstGeom>
        </p:spPr>
      </p:pic>
      <p:pic>
        <p:nvPicPr>
          <p:cNvPr id="163" name="그림 162">
            <a:extLst>
              <a:ext uri="{FF2B5EF4-FFF2-40B4-BE49-F238E27FC236}">
                <a16:creationId xmlns:a16="http://schemas.microsoft.com/office/drawing/2014/main" id="{5D7493F1-F23A-337D-4756-EF139824C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9906" y="3894111"/>
            <a:ext cx="145429" cy="139397"/>
          </a:xfrm>
          <a:prstGeom prst="rect">
            <a:avLst/>
          </a:prstGeom>
        </p:spPr>
      </p:pic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A01A0AA1-BF24-66A9-C684-6407CE61F3E8}"/>
              </a:ext>
            </a:extLst>
          </p:cNvPr>
          <p:cNvCxnSpPr>
            <a:cxnSpLocks/>
          </p:cNvCxnSpPr>
          <p:nvPr/>
        </p:nvCxnSpPr>
        <p:spPr>
          <a:xfrm flipH="1">
            <a:off x="732009" y="3768380"/>
            <a:ext cx="3033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FC5146C6-D199-00EE-78F1-FA9F8F555546}"/>
              </a:ext>
            </a:extLst>
          </p:cNvPr>
          <p:cNvCxnSpPr>
            <a:cxnSpLocks/>
          </p:cNvCxnSpPr>
          <p:nvPr/>
        </p:nvCxnSpPr>
        <p:spPr>
          <a:xfrm flipH="1">
            <a:off x="730310" y="3598278"/>
            <a:ext cx="3033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C86229D1-F28C-3490-496A-450BDC96D7BC}"/>
              </a:ext>
            </a:extLst>
          </p:cNvPr>
          <p:cNvCxnSpPr>
            <a:cxnSpLocks/>
          </p:cNvCxnSpPr>
          <p:nvPr/>
        </p:nvCxnSpPr>
        <p:spPr>
          <a:xfrm>
            <a:off x="730310" y="3785046"/>
            <a:ext cx="0" cy="170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타원 166">
            <a:extLst>
              <a:ext uri="{FF2B5EF4-FFF2-40B4-BE49-F238E27FC236}">
                <a16:creationId xmlns:a16="http://schemas.microsoft.com/office/drawing/2014/main" id="{0A0E8934-592C-9E04-711B-1F590BE1C7A7}"/>
              </a:ext>
            </a:extLst>
          </p:cNvPr>
          <p:cNvSpPr/>
          <p:nvPr/>
        </p:nvSpPr>
        <p:spPr>
          <a:xfrm>
            <a:off x="707450" y="374507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3E731E2-E13D-A672-D11A-F8E92959234E}"/>
              </a:ext>
            </a:extLst>
          </p:cNvPr>
          <p:cNvSpPr txBox="1"/>
          <p:nvPr/>
        </p:nvSpPr>
        <p:spPr>
          <a:xfrm>
            <a:off x="1162705" y="3332670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5V</a:t>
            </a:r>
            <a:endParaRPr lang="ko-KR" altLang="en-US" sz="1000" b="1" dirty="0"/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53E32EC0-6C88-E27F-6D04-BFFEE4BD177D}"/>
              </a:ext>
            </a:extLst>
          </p:cNvPr>
          <p:cNvCxnSpPr>
            <a:cxnSpLocks/>
          </p:cNvCxnSpPr>
          <p:nvPr/>
        </p:nvCxnSpPr>
        <p:spPr>
          <a:xfrm flipH="1">
            <a:off x="1030354" y="3282581"/>
            <a:ext cx="6087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그림 169">
            <a:extLst>
              <a:ext uri="{FF2B5EF4-FFF2-40B4-BE49-F238E27FC236}">
                <a16:creationId xmlns:a16="http://schemas.microsoft.com/office/drawing/2014/main" id="{549706C6-6B1A-274C-E67C-B163FBD41A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5607" y="3231227"/>
            <a:ext cx="265669" cy="107471"/>
          </a:xfrm>
          <a:prstGeom prst="rect">
            <a:avLst/>
          </a:prstGeom>
        </p:spPr>
      </p:pic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F46311B4-DBFB-7346-D057-F5107B794E34}"/>
              </a:ext>
            </a:extLst>
          </p:cNvPr>
          <p:cNvCxnSpPr>
            <a:cxnSpLocks/>
          </p:cNvCxnSpPr>
          <p:nvPr/>
        </p:nvCxnSpPr>
        <p:spPr>
          <a:xfrm>
            <a:off x="1036257" y="3282581"/>
            <a:ext cx="0" cy="320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73D5DD7D-3E40-4DC2-19E0-AAA674223457}"/>
              </a:ext>
            </a:extLst>
          </p:cNvPr>
          <p:cNvCxnSpPr>
            <a:cxnSpLocks/>
          </p:cNvCxnSpPr>
          <p:nvPr/>
        </p:nvCxnSpPr>
        <p:spPr>
          <a:xfrm>
            <a:off x="1639144" y="3282581"/>
            <a:ext cx="0" cy="402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타원 172">
            <a:extLst>
              <a:ext uri="{FF2B5EF4-FFF2-40B4-BE49-F238E27FC236}">
                <a16:creationId xmlns:a16="http://schemas.microsoft.com/office/drawing/2014/main" id="{A1D539F2-9FB3-B32E-7FAB-D9C92EC3CDB3}"/>
              </a:ext>
            </a:extLst>
          </p:cNvPr>
          <p:cNvSpPr/>
          <p:nvPr/>
        </p:nvSpPr>
        <p:spPr>
          <a:xfrm>
            <a:off x="1007495" y="357626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D6D143E7-3692-F278-856B-3917939DF6CC}"/>
              </a:ext>
            </a:extLst>
          </p:cNvPr>
          <p:cNvSpPr/>
          <p:nvPr/>
        </p:nvSpPr>
        <p:spPr>
          <a:xfrm>
            <a:off x="1616285" y="365422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541C731-019B-BFC6-4719-906FDBABD415}"/>
              </a:ext>
            </a:extLst>
          </p:cNvPr>
          <p:cNvSpPr txBox="1"/>
          <p:nvPr/>
        </p:nvSpPr>
        <p:spPr>
          <a:xfrm>
            <a:off x="496424" y="3208614"/>
            <a:ext cx="5455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7.3uA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/ 100 lx.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D9096E90-4140-B32A-F884-4E4A9CE0A82F}"/>
              </a:ext>
            </a:extLst>
          </p:cNvPr>
          <p:cNvCxnSpPr>
            <a:cxnSpLocks/>
          </p:cNvCxnSpPr>
          <p:nvPr/>
        </p:nvCxnSpPr>
        <p:spPr>
          <a:xfrm>
            <a:off x="730309" y="3553480"/>
            <a:ext cx="262104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>
            <a:extLst>
              <a:ext uri="{FF2B5EF4-FFF2-40B4-BE49-F238E27FC236}">
                <a16:creationId xmlns:a16="http://schemas.microsoft.com/office/drawing/2014/main" id="{D3159397-B4BD-C171-9B67-37CBAC29B7AD}"/>
              </a:ext>
            </a:extLst>
          </p:cNvPr>
          <p:cNvSpPr txBox="1"/>
          <p:nvPr/>
        </p:nvSpPr>
        <p:spPr>
          <a:xfrm>
            <a:off x="1089950" y="3105735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23.2K</a:t>
            </a:r>
            <a:endParaRPr lang="ko-KR" altLang="en-US" sz="1000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276C81ED-AA67-2A47-77A2-0136F6D10885}"/>
              </a:ext>
            </a:extLst>
          </p:cNvPr>
          <p:cNvSpPr txBox="1"/>
          <p:nvPr/>
        </p:nvSpPr>
        <p:spPr>
          <a:xfrm>
            <a:off x="1638650" y="3373135"/>
            <a:ext cx="5455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0.17 V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/ 100 lx.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95A7627-2CDF-5CD9-7817-907AF91891C3}"/>
              </a:ext>
            </a:extLst>
          </p:cNvPr>
          <p:cNvSpPr txBox="1"/>
          <p:nvPr/>
        </p:nvSpPr>
        <p:spPr>
          <a:xfrm>
            <a:off x="1113059" y="3618773"/>
            <a:ext cx="44933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FF"/>
                </a:solidFill>
              </a:rPr>
              <a:t>OPA380</a:t>
            </a:r>
            <a:endParaRPr lang="ko-KR" altLang="en-US" sz="800" b="1" dirty="0">
              <a:solidFill>
                <a:srgbClr val="0000FF"/>
              </a:solidFill>
            </a:endParaRPr>
          </a:p>
        </p:txBody>
      </p:sp>
      <p:pic>
        <p:nvPicPr>
          <p:cNvPr id="181" name="그림 180">
            <a:extLst>
              <a:ext uri="{FF2B5EF4-FFF2-40B4-BE49-F238E27FC236}">
                <a16:creationId xmlns:a16="http://schemas.microsoft.com/office/drawing/2014/main" id="{8ED8D87D-8BBE-27FF-627D-EAC95690DF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593" y="4331783"/>
            <a:ext cx="1353898" cy="642234"/>
          </a:xfrm>
          <a:prstGeom prst="rect">
            <a:avLst/>
          </a:prstGeom>
        </p:spPr>
      </p:pic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5AA5047D-6398-616C-7911-B48A6B91752E}"/>
              </a:ext>
            </a:extLst>
          </p:cNvPr>
          <p:cNvCxnSpPr>
            <a:cxnSpLocks/>
          </p:cNvCxnSpPr>
          <p:nvPr/>
        </p:nvCxnSpPr>
        <p:spPr>
          <a:xfrm flipV="1">
            <a:off x="1225535" y="3714018"/>
            <a:ext cx="573225" cy="58927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31A7E401-D46B-F890-B77D-F308CF4CDC69}"/>
              </a:ext>
            </a:extLst>
          </p:cNvPr>
          <p:cNvCxnSpPr>
            <a:cxnSpLocks/>
          </p:cNvCxnSpPr>
          <p:nvPr/>
        </p:nvCxnSpPr>
        <p:spPr>
          <a:xfrm>
            <a:off x="2154092" y="2090033"/>
            <a:ext cx="0" cy="30169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946BA3FF-2EC5-9C2A-0E72-A2FAD3DEDAD7}"/>
              </a:ext>
            </a:extLst>
          </p:cNvPr>
          <p:cNvCxnSpPr>
            <a:cxnSpLocks/>
          </p:cNvCxnSpPr>
          <p:nvPr/>
        </p:nvCxnSpPr>
        <p:spPr>
          <a:xfrm flipH="1">
            <a:off x="2154092" y="5108602"/>
            <a:ext cx="10779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타원 184">
            <a:extLst>
              <a:ext uri="{FF2B5EF4-FFF2-40B4-BE49-F238E27FC236}">
                <a16:creationId xmlns:a16="http://schemas.microsoft.com/office/drawing/2014/main" id="{8D551D51-FA7C-9A25-F9BA-874A74CF05FB}"/>
              </a:ext>
            </a:extLst>
          </p:cNvPr>
          <p:cNvSpPr/>
          <p:nvPr/>
        </p:nvSpPr>
        <p:spPr>
          <a:xfrm>
            <a:off x="2131472" y="366516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7D7B562-17E4-D62C-961C-56570D248A89}"/>
              </a:ext>
            </a:extLst>
          </p:cNvPr>
          <p:cNvSpPr txBox="1"/>
          <p:nvPr/>
        </p:nvSpPr>
        <p:spPr>
          <a:xfrm>
            <a:off x="2350081" y="1590380"/>
            <a:ext cx="5455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1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inverting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pic>
        <p:nvPicPr>
          <p:cNvPr id="187" name="그림 186">
            <a:extLst>
              <a:ext uri="{FF2B5EF4-FFF2-40B4-BE49-F238E27FC236}">
                <a16:creationId xmlns:a16="http://schemas.microsoft.com/office/drawing/2014/main" id="{E2620AE0-874E-6E46-5993-5BB4349822A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170"/>
          <a:stretch/>
        </p:blipFill>
        <p:spPr>
          <a:xfrm>
            <a:off x="2181788" y="3133515"/>
            <a:ext cx="984278" cy="545754"/>
          </a:xfrm>
          <a:prstGeom prst="rect">
            <a:avLst/>
          </a:prstGeom>
        </p:spPr>
      </p:pic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1C11AA01-6F8F-108B-1EC0-C2B5040931C7}"/>
              </a:ext>
            </a:extLst>
          </p:cNvPr>
          <p:cNvGrpSpPr/>
          <p:nvPr/>
        </p:nvGrpSpPr>
        <p:grpSpPr>
          <a:xfrm>
            <a:off x="3139929" y="2025541"/>
            <a:ext cx="234950" cy="136445"/>
            <a:chOff x="4140200" y="1509792"/>
            <a:chExt cx="234950" cy="136445"/>
          </a:xfrm>
        </p:grpSpPr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26E216DA-C109-89B6-5CFE-5FEFBFDD562C}"/>
                </a:ext>
              </a:extLst>
            </p:cNvPr>
            <p:cNvCxnSpPr>
              <a:cxnSpLocks/>
            </p:cNvCxnSpPr>
            <p:nvPr/>
          </p:nvCxnSpPr>
          <p:spPr>
            <a:xfrm>
              <a:off x="42322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E8387265-E117-B836-0015-3C20A9D3AB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0200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571D93BC-4B12-65C0-1E23-4311621AF71C}"/>
                </a:ext>
              </a:extLst>
            </p:cNvPr>
            <p:cNvCxnSpPr>
              <a:cxnSpLocks/>
            </p:cNvCxnSpPr>
            <p:nvPr/>
          </p:nvCxnSpPr>
          <p:spPr>
            <a:xfrm>
              <a:off x="42830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06FFF825-9B20-1AF4-DD4E-21C236DE7C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3075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647BF419-9E7B-6047-764F-855C46D56807}"/>
              </a:ext>
            </a:extLst>
          </p:cNvPr>
          <p:cNvCxnSpPr>
            <a:cxnSpLocks/>
          </p:cNvCxnSpPr>
          <p:nvPr/>
        </p:nvCxnSpPr>
        <p:spPr>
          <a:xfrm flipH="1">
            <a:off x="3374879" y="2091121"/>
            <a:ext cx="4253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" name="그룹 193">
            <a:extLst>
              <a:ext uri="{FF2B5EF4-FFF2-40B4-BE49-F238E27FC236}">
                <a16:creationId xmlns:a16="http://schemas.microsoft.com/office/drawing/2014/main" id="{C74F600E-EC01-7D4E-5492-CBF40EC15924}"/>
              </a:ext>
            </a:extLst>
          </p:cNvPr>
          <p:cNvGrpSpPr/>
          <p:nvPr/>
        </p:nvGrpSpPr>
        <p:grpSpPr>
          <a:xfrm>
            <a:off x="3899574" y="1850122"/>
            <a:ext cx="514350" cy="485775"/>
            <a:chOff x="2428721" y="1643935"/>
            <a:chExt cx="514350" cy="485775"/>
          </a:xfrm>
        </p:grpSpPr>
        <p:pic>
          <p:nvPicPr>
            <p:cNvPr id="195" name="그림 194">
              <a:extLst>
                <a:ext uri="{FF2B5EF4-FFF2-40B4-BE49-F238E27FC236}">
                  <a16:creationId xmlns:a16="http://schemas.microsoft.com/office/drawing/2014/main" id="{17717BA9-B5F4-0AA5-8028-2D5DAB431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721" y="1643935"/>
              <a:ext cx="514350" cy="485775"/>
            </a:xfrm>
            <a:prstGeom prst="rect">
              <a:avLst/>
            </a:prstGeom>
          </p:spPr>
        </p:pic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8795A576-BE1B-BF7F-B850-A484DCD49CE8}"/>
                </a:ext>
              </a:extLst>
            </p:cNvPr>
            <p:cNvSpPr txBox="1"/>
            <p:nvPr/>
          </p:nvSpPr>
          <p:spPr>
            <a:xfrm>
              <a:off x="2441607" y="1819133"/>
              <a:ext cx="3707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INA128</a:t>
              </a:r>
              <a:endParaRPr lang="ko-KR" altLang="en-US" sz="800" b="1" dirty="0"/>
            </a:p>
          </p:txBody>
        </p:sp>
      </p:grpSp>
      <p:sp>
        <p:nvSpPr>
          <p:cNvPr id="197" name="TextBox 196">
            <a:extLst>
              <a:ext uri="{FF2B5EF4-FFF2-40B4-BE49-F238E27FC236}">
                <a16:creationId xmlns:a16="http://schemas.microsoft.com/office/drawing/2014/main" id="{675D1F75-BA77-6F77-AAA9-3C0B3BB5C088}"/>
              </a:ext>
            </a:extLst>
          </p:cNvPr>
          <p:cNvSpPr txBox="1"/>
          <p:nvPr/>
        </p:nvSpPr>
        <p:spPr>
          <a:xfrm>
            <a:off x="3791885" y="1716172"/>
            <a:ext cx="68766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3</a:t>
            </a:r>
          </a:p>
        </p:txBody>
      </p:sp>
      <p:pic>
        <p:nvPicPr>
          <p:cNvPr id="198" name="그림 197">
            <a:extLst>
              <a:ext uri="{FF2B5EF4-FFF2-40B4-BE49-F238E27FC236}">
                <a16:creationId xmlns:a16="http://schemas.microsoft.com/office/drawing/2014/main" id="{69ABD841-B3C9-C94D-7924-86D1B61D97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8528" y="3095039"/>
            <a:ext cx="1056120" cy="575979"/>
          </a:xfrm>
          <a:prstGeom prst="rect">
            <a:avLst/>
          </a:prstGeom>
        </p:spPr>
      </p:pic>
      <p:pic>
        <p:nvPicPr>
          <p:cNvPr id="199" name="그림 198">
            <a:extLst>
              <a:ext uri="{FF2B5EF4-FFF2-40B4-BE49-F238E27FC236}">
                <a16:creationId xmlns:a16="http://schemas.microsoft.com/office/drawing/2014/main" id="{1771B636-3E9D-F9BC-0476-DAACD67815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7422" y="2479214"/>
            <a:ext cx="1197830" cy="633761"/>
          </a:xfrm>
          <a:prstGeom prst="rect">
            <a:avLst/>
          </a:prstGeom>
        </p:spPr>
      </p:pic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E4CB0EA9-98B5-A7DE-3A34-248B2E59E70C}"/>
              </a:ext>
            </a:extLst>
          </p:cNvPr>
          <p:cNvGrpSpPr/>
          <p:nvPr/>
        </p:nvGrpSpPr>
        <p:grpSpPr>
          <a:xfrm>
            <a:off x="4906518" y="1760367"/>
            <a:ext cx="522488" cy="431619"/>
            <a:chOff x="3325515" y="2505492"/>
            <a:chExt cx="522488" cy="431619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254B36B1-C555-7F9D-0057-261FF53B52B3}"/>
                </a:ext>
              </a:extLst>
            </p:cNvPr>
            <p:cNvSpPr/>
            <p:nvPr/>
          </p:nvSpPr>
          <p:spPr>
            <a:xfrm>
              <a:off x="3390902" y="2505492"/>
              <a:ext cx="397256" cy="43161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516300F0-BD66-9353-BC87-8517B81F4640}"/>
                </a:ext>
              </a:extLst>
            </p:cNvPr>
            <p:cNvSpPr txBox="1"/>
            <p:nvPr/>
          </p:nvSpPr>
          <p:spPr>
            <a:xfrm>
              <a:off x="3325515" y="2534067"/>
              <a:ext cx="5224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b="1" dirty="0"/>
                <a:t>Notch</a:t>
              </a:r>
            </a:p>
            <a:p>
              <a:pPr algn="ctr"/>
              <a:r>
                <a:rPr lang="en-US" altLang="ko-KR" sz="1000" b="1" dirty="0"/>
                <a:t>Filter</a:t>
              </a:r>
            </a:p>
          </p:txBody>
        </p:sp>
      </p:grp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0D749330-6E7F-DCE7-CD15-901112E2F7CA}"/>
              </a:ext>
            </a:extLst>
          </p:cNvPr>
          <p:cNvGrpSpPr/>
          <p:nvPr/>
        </p:nvGrpSpPr>
        <p:grpSpPr>
          <a:xfrm>
            <a:off x="5912157" y="1848455"/>
            <a:ext cx="514350" cy="485775"/>
            <a:chOff x="2428721" y="1643935"/>
            <a:chExt cx="514350" cy="485775"/>
          </a:xfrm>
        </p:grpSpPr>
        <p:pic>
          <p:nvPicPr>
            <p:cNvPr id="229" name="그림 228">
              <a:extLst>
                <a:ext uri="{FF2B5EF4-FFF2-40B4-BE49-F238E27FC236}">
                  <a16:creationId xmlns:a16="http://schemas.microsoft.com/office/drawing/2014/main" id="{21B1483A-15DC-2C02-4B97-10905B9A4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721" y="1643935"/>
              <a:ext cx="514350" cy="485775"/>
            </a:xfrm>
            <a:prstGeom prst="rect">
              <a:avLst/>
            </a:prstGeom>
          </p:spPr>
        </p:pic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F6F4481E-DEE8-FB9A-C063-CBC494C4EEB0}"/>
                </a:ext>
              </a:extLst>
            </p:cNvPr>
            <p:cNvSpPr txBox="1"/>
            <p:nvPr/>
          </p:nvSpPr>
          <p:spPr>
            <a:xfrm>
              <a:off x="2441607" y="1819133"/>
              <a:ext cx="3707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OPA827</a:t>
              </a:r>
              <a:endParaRPr lang="ko-KR" altLang="en-US" sz="800" b="1" dirty="0"/>
            </a:p>
          </p:txBody>
        </p:sp>
      </p:grp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63DD057A-B652-DF3C-C224-D7A5AEBE8BF8}"/>
              </a:ext>
            </a:extLst>
          </p:cNvPr>
          <p:cNvCxnSpPr>
            <a:cxnSpLocks/>
          </p:cNvCxnSpPr>
          <p:nvPr/>
        </p:nvCxnSpPr>
        <p:spPr>
          <a:xfrm flipH="1">
            <a:off x="5728941" y="2816350"/>
            <a:ext cx="18993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2F46444F-1F57-EDEB-D41F-799D6CCD9ED3}"/>
              </a:ext>
            </a:extLst>
          </p:cNvPr>
          <p:cNvGrpSpPr/>
          <p:nvPr/>
        </p:nvGrpSpPr>
        <p:grpSpPr>
          <a:xfrm>
            <a:off x="5925673" y="2577292"/>
            <a:ext cx="514350" cy="485775"/>
            <a:chOff x="2428721" y="1643935"/>
            <a:chExt cx="514350" cy="485775"/>
          </a:xfrm>
        </p:grpSpPr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CF4B04A4-B101-F42B-9347-1A1F172ED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721" y="1643935"/>
              <a:ext cx="514350" cy="485775"/>
            </a:xfrm>
            <a:prstGeom prst="rect">
              <a:avLst/>
            </a:prstGeom>
          </p:spPr>
        </p:pic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78ACE385-7FA4-08E6-6EB0-5353CE676898}"/>
                </a:ext>
              </a:extLst>
            </p:cNvPr>
            <p:cNvSpPr txBox="1"/>
            <p:nvPr/>
          </p:nvSpPr>
          <p:spPr>
            <a:xfrm>
              <a:off x="2441607" y="1819133"/>
              <a:ext cx="3707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OPA827</a:t>
              </a:r>
              <a:endParaRPr lang="ko-KR" altLang="en-US" sz="800" b="1" dirty="0"/>
            </a:p>
          </p:txBody>
        </p:sp>
      </p:grpSp>
      <p:sp>
        <p:nvSpPr>
          <p:cNvPr id="241" name="TextBox 240">
            <a:extLst>
              <a:ext uri="{FF2B5EF4-FFF2-40B4-BE49-F238E27FC236}">
                <a16:creationId xmlns:a16="http://schemas.microsoft.com/office/drawing/2014/main" id="{BFF01187-EE8A-97F8-5AC3-3985FAC04050}"/>
              </a:ext>
            </a:extLst>
          </p:cNvPr>
          <p:cNvSpPr txBox="1"/>
          <p:nvPr/>
        </p:nvSpPr>
        <p:spPr>
          <a:xfrm>
            <a:off x="5940617" y="1585613"/>
            <a:ext cx="5455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1.0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inverting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F9090F4E-74E0-F3BD-00B8-DB04BBA872B9}"/>
              </a:ext>
            </a:extLst>
          </p:cNvPr>
          <p:cNvCxnSpPr>
            <a:cxnSpLocks/>
          </p:cNvCxnSpPr>
          <p:nvPr/>
        </p:nvCxnSpPr>
        <p:spPr>
          <a:xfrm>
            <a:off x="5728941" y="2085208"/>
            <a:ext cx="0" cy="7311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타원 250">
            <a:extLst>
              <a:ext uri="{FF2B5EF4-FFF2-40B4-BE49-F238E27FC236}">
                <a16:creationId xmlns:a16="http://schemas.microsoft.com/office/drawing/2014/main" id="{AEE32B5F-C2A7-E517-F596-D32BC729F7B9}"/>
              </a:ext>
            </a:extLst>
          </p:cNvPr>
          <p:cNvSpPr/>
          <p:nvPr/>
        </p:nvSpPr>
        <p:spPr>
          <a:xfrm>
            <a:off x="5706081" y="206931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3CC910BC-9B1C-25BD-878E-1EFBC96B8915}"/>
              </a:ext>
            </a:extLst>
          </p:cNvPr>
          <p:cNvSpPr txBox="1"/>
          <p:nvPr/>
        </p:nvSpPr>
        <p:spPr>
          <a:xfrm>
            <a:off x="5226803" y="3019289"/>
            <a:ext cx="1545326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altLang="ko-KR" sz="1000" b="1" dirty="0">
              <a:solidFill>
                <a:srgbClr val="0000FF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Single ended </a:t>
            </a:r>
            <a:r>
              <a:rPr lang="en-US" altLang="ko-KR" sz="1000" b="1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000" b="1" dirty="0">
                <a:solidFill>
                  <a:srgbClr val="0000FF"/>
                </a:solidFill>
              </a:rPr>
              <a:t> differential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(Overall  gain = 2.1)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8EAA805-88F8-E575-618E-6A0C0D97ADD9}"/>
              </a:ext>
            </a:extLst>
          </p:cNvPr>
          <p:cNvSpPr txBox="1"/>
          <p:nvPr/>
        </p:nvSpPr>
        <p:spPr>
          <a:xfrm>
            <a:off x="8388459" y="1544996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2.2K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C4165C4-16C6-2570-5DA3-D1E1EE976CBA}"/>
              </a:ext>
            </a:extLst>
          </p:cNvPr>
          <p:cNvSpPr txBox="1"/>
          <p:nvPr/>
        </p:nvSpPr>
        <p:spPr>
          <a:xfrm>
            <a:off x="5864362" y="2298811"/>
            <a:ext cx="73758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1.1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Non-inverting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B80018FA-D61A-AC6B-1A16-DE8753A9EF62}"/>
              </a:ext>
            </a:extLst>
          </p:cNvPr>
          <p:cNvGrpSpPr/>
          <p:nvPr/>
        </p:nvGrpSpPr>
        <p:grpSpPr>
          <a:xfrm>
            <a:off x="7530352" y="1656916"/>
            <a:ext cx="1716215" cy="1212152"/>
            <a:chOff x="6843428" y="1452396"/>
            <a:chExt cx="1716215" cy="1212152"/>
          </a:xfrm>
        </p:grpSpPr>
        <p:pic>
          <p:nvPicPr>
            <p:cNvPr id="261" name="그림 260">
              <a:extLst>
                <a:ext uri="{FF2B5EF4-FFF2-40B4-BE49-F238E27FC236}">
                  <a16:creationId xmlns:a16="http://schemas.microsoft.com/office/drawing/2014/main" id="{6842F9CF-BA0F-620B-95CD-B1C1B1CBE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43428" y="1452396"/>
              <a:ext cx="1716215" cy="1212152"/>
            </a:xfrm>
            <a:prstGeom prst="rect">
              <a:avLst/>
            </a:prstGeom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11294C70-DE09-5BFC-24D6-F4D4729DD132}"/>
                </a:ext>
              </a:extLst>
            </p:cNvPr>
            <p:cNvSpPr txBox="1"/>
            <p:nvPr/>
          </p:nvSpPr>
          <p:spPr>
            <a:xfrm>
              <a:off x="7649141" y="2002512"/>
              <a:ext cx="47764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rgbClr val="0000FF"/>
                  </a:solidFill>
                </a:rPr>
                <a:t>THS4561</a:t>
              </a:r>
            </a:p>
          </p:txBody>
        </p:sp>
      </p:grpSp>
      <p:sp>
        <p:nvSpPr>
          <p:cNvPr id="271" name="TextBox 270">
            <a:extLst>
              <a:ext uri="{FF2B5EF4-FFF2-40B4-BE49-F238E27FC236}">
                <a16:creationId xmlns:a16="http://schemas.microsoft.com/office/drawing/2014/main" id="{E8B9C368-CB48-95B8-A24B-C717780F0327}"/>
              </a:ext>
            </a:extLst>
          </p:cNvPr>
          <p:cNvSpPr txBox="1"/>
          <p:nvPr/>
        </p:nvSpPr>
        <p:spPr>
          <a:xfrm>
            <a:off x="8044148" y="3658464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0.95 V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EF52B03A-940B-712C-F29B-F2CFC337A12B}"/>
              </a:ext>
            </a:extLst>
          </p:cNvPr>
          <p:cNvSpPr txBox="1"/>
          <p:nvPr/>
        </p:nvSpPr>
        <p:spPr>
          <a:xfrm>
            <a:off x="7573896" y="1909391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140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79B5A566-AFF3-EEB3-C964-B88B0A994721}"/>
              </a:ext>
            </a:extLst>
          </p:cNvPr>
          <p:cNvSpPr txBox="1"/>
          <p:nvPr/>
        </p:nvSpPr>
        <p:spPr>
          <a:xfrm>
            <a:off x="7564547" y="2634207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140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CDEEC1FB-A412-3EC3-E3E7-79950409F686}"/>
              </a:ext>
            </a:extLst>
          </p:cNvPr>
          <p:cNvSpPr txBox="1"/>
          <p:nvPr/>
        </p:nvSpPr>
        <p:spPr>
          <a:xfrm>
            <a:off x="8418904" y="2656750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2.2K</a:t>
            </a:r>
          </a:p>
        </p:txBody>
      </p:sp>
      <p:pic>
        <p:nvPicPr>
          <p:cNvPr id="276" name="그림 275">
            <a:extLst>
              <a:ext uri="{FF2B5EF4-FFF2-40B4-BE49-F238E27FC236}">
                <a16:creationId xmlns:a16="http://schemas.microsoft.com/office/drawing/2014/main" id="{C7387FC1-F83E-5AD4-7C7C-B87FCA992E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1836" y="3019630"/>
            <a:ext cx="1286266" cy="880923"/>
          </a:xfrm>
          <a:prstGeom prst="rect">
            <a:avLst/>
          </a:prstGeom>
        </p:spPr>
      </p:pic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3F19F81E-3728-C22E-8BDF-9DB85BF276EB}"/>
              </a:ext>
            </a:extLst>
          </p:cNvPr>
          <p:cNvGrpSpPr/>
          <p:nvPr/>
        </p:nvGrpSpPr>
        <p:grpSpPr>
          <a:xfrm>
            <a:off x="3140731" y="5040397"/>
            <a:ext cx="234950" cy="136445"/>
            <a:chOff x="4140200" y="1509792"/>
            <a:chExt cx="234950" cy="136445"/>
          </a:xfrm>
        </p:grpSpPr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852A885C-BF02-3914-38E3-12CCBCD5E719}"/>
                </a:ext>
              </a:extLst>
            </p:cNvPr>
            <p:cNvCxnSpPr>
              <a:cxnSpLocks/>
            </p:cNvCxnSpPr>
            <p:nvPr/>
          </p:nvCxnSpPr>
          <p:spPr>
            <a:xfrm>
              <a:off x="42322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연결선 278">
              <a:extLst>
                <a:ext uri="{FF2B5EF4-FFF2-40B4-BE49-F238E27FC236}">
                  <a16:creationId xmlns:a16="http://schemas.microsoft.com/office/drawing/2014/main" id="{FCCF5D7B-7D6C-A66B-C993-884EDB8F19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0200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279">
              <a:extLst>
                <a:ext uri="{FF2B5EF4-FFF2-40B4-BE49-F238E27FC236}">
                  <a16:creationId xmlns:a16="http://schemas.microsoft.com/office/drawing/2014/main" id="{8D1D08A1-49C8-3E80-0758-5C9773E1C589}"/>
                </a:ext>
              </a:extLst>
            </p:cNvPr>
            <p:cNvCxnSpPr>
              <a:cxnSpLocks/>
            </p:cNvCxnSpPr>
            <p:nvPr/>
          </p:nvCxnSpPr>
          <p:spPr>
            <a:xfrm>
              <a:off x="42830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3778D05A-A86D-BB07-5874-13B7142035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3075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85D56A14-F888-F48A-20EF-E615AC0E0EDC}"/>
              </a:ext>
            </a:extLst>
          </p:cNvPr>
          <p:cNvCxnSpPr>
            <a:cxnSpLocks/>
          </p:cNvCxnSpPr>
          <p:nvPr/>
        </p:nvCxnSpPr>
        <p:spPr>
          <a:xfrm flipH="1">
            <a:off x="3375681" y="5109152"/>
            <a:ext cx="42526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8F86A96B-BC46-9D69-36EC-0689E01CDDBE}"/>
              </a:ext>
            </a:extLst>
          </p:cNvPr>
          <p:cNvGrpSpPr/>
          <p:nvPr/>
        </p:nvGrpSpPr>
        <p:grpSpPr>
          <a:xfrm>
            <a:off x="3900376" y="4868153"/>
            <a:ext cx="514350" cy="485775"/>
            <a:chOff x="2428721" y="1643935"/>
            <a:chExt cx="514350" cy="485775"/>
          </a:xfrm>
        </p:grpSpPr>
        <p:pic>
          <p:nvPicPr>
            <p:cNvPr id="289" name="그림 288">
              <a:extLst>
                <a:ext uri="{FF2B5EF4-FFF2-40B4-BE49-F238E27FC236}">
                  <a16:creationId xmlns:a16="http://schemas.microsoft.com/office/drawing/2014/main" id="{1C49F330-905B-E4C5-B6A1-5842E0A29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721" y="1643935"/>
              <a:ext cx="514350" cy="485775"/>
            </a:xfrm>
            <a:prstGeom prst="rect">
              <a:avLst/>
            </a:prstGeom>
          </p:spPr>
        </p:pic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2A82CA35-7807-8FFB-25F3-60A06D013AAE}"/>
                </a:ext>
              </a:extLst>
            </p:cNvPr>
            <p:cNvSpPr txBox="1"/>
            <p:nvPr/>
          </p:nvSpPr>
          <p:spPr>
            <a:xfrm>
              <a:off x="2441607" y="1819133"/>
              <a:ext cx="3707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INA128</a:t>
              </a:r>
              <a:endParaRPr lang="ko-KR" altLang="en-US" sz="800" b="1" dirty="0"/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3C8DF50A-9376-30F9-C494-4254EC5A2C82}"/>
              </a:ext>
            </a:extLst>
          </p:cNvPr>
          <p:cNvSpPr txBox="1"/>
          <p:nvPr/>
        </p:nvSpPr>
        <p:spPr>
          <a:xfrm>
            <a:off x="3893070" y="4762098"/>
            <a:ext cx="68766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1.05</a:t>
            </a:r>
          </a:p>
        </p:txBody>
      </p:sp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12A10630-DEE9-A059-094A-EBB41D5102AE}"/>
              </a:ext>
            </a:extLst>
          </p:cNvPr>
          <p:cNvGrpSpPr/>
          <p:nvPr/>
        </p:nvGrpSpPr>
        <p:grpSpPr>
          <a:xfrm>
            <a:off x="5912959" y="4866486"/>
            <a:ext cx="514350" cy="485775"/>
            <a:chOff x="2428721" y="1643935"/>
            <a:chExt cx="514350" cy="485775"/>
          </a:xfrm>
        </p:grpSpPr>
        <p:pic>
          <p:nvPicPr>
            <p:cNvPr id="293" name="그림 292">
              <a:extLst>
                <a:ext uri="{FF2B5EF4-FFF2-40B4-BE49-F238E27FC236}">
                  <a16:creationId xmlns:a16="http://schemas.microsoft.com/office/drawing/2014/main" id="{E56F8601-979A-9309-999D-BB87CE124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721" y="1643935"/>
              <a:ext cx="514350" cy="485775"/>
            </a:xfrm>
            <a:prstGeom prst="rect">
              <a:avLst/>
            </a:prstGeom>
          </p:spPr>
        </p:pic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2EEFD327-E004-3438-879C-AE8FCA7CBAFC}"/>
                </a:ext>
              </a:extLst>
            </p:cNvPr>
            <p:cNvSpPr txBox="1"/>
            <p:nvPr/>
          </p:nvSpPr>
          <p:spPr>
            <a:xfrm>
              <a:off x="2441607" y="1819133"/>
              <a:ext cx="3707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OPA827</a:t>
              </a:r>
              <a:endParaRPr lang="ko-KR" altLang="en-US" sz="800" b="1" dirty="0"/>
            </a:p>
          </p:txBody>
        </p:sp>
      </p:grpSp>
      <p:cxnSp>
        <p:nvCxnSpPr>
          <p:cNvPr id="297" name="직선 연결선 296">
            <a:extLst>
              <a:ext uri="{FF2B5EF4-FFF2-40B4-BE49-F238E27FC236}">
                <a16:creationId xmlns:a16="http://schemas.microsoft.com/office/drawing/2014/main" id="{159D558F-56F7-3833-84DA-963C57E4848A}"/>
              </a:ext>
            </a:extLst>
          </p:cNvPr>
          <p:cNvCxnSpPr>
            <a:cxnSpLocks/>
          </p:cNvCxnSpPr>
          <p:nvPr/>
        </p:nvCxnSpPr>
        <p:spPr>
          <a:xfrm flipH="1">
            <a:off x="5728941" y="5834381"/>
            <a:ext cx="1850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8" name="그룹 297">
            <a:extLst>
              <a:ext uri="{FF2B5EF4-FFF2-40B4-BE49-F238E27FC236}">
                <a16:creationId xmlns:a16="http://schemas.microsoft.com/office/drawing/2014/main" id="{92F50B53-14A1-BA45-292A-5B55FF42668C}"/>
              </a:ext>
            </a:extLst>
          </p:cNvPr>
          <p:cNvGrpSpPr/>
          <p:nvPr/>
        </p:nvGrpSpPr>
        <p:grpSpPr>
          <a:xfrm>
            <a:off x="5926475" y="5595323"/>
            <a:ext cx="514350" cy="485775"/>
            <a:chOff x="2428721" y="1643935"/>
            <a:chExt cx="514350" cy="485775"/>
          </a:xfrm>
        </p:grpSpPr>
        <p:pic>
          <p:nvPicPr>
            <p:cNvPr id="299" name="그림 298">
              <a:extLst>
                <a:ext uri="{FF2B5EF4-FFF2-40B4-BE49-F238E27FC236}">
                  <a16:creationId xmlns:a16="http://schemas.microsoft.com/office/drawing/2014/main" id="{129B9F4F-2094-7CA7-29E0-4E7891354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721" y="1643935"/>
              <a:ext cx="514350" cy="485775"/>
            </a:xfrm>
            <a:prstGeom prst="rect">
              <a:avLst/>
            </a:prstGeom>
          </p:spPr>
        </p:pic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F473267C-B7CE-731F-1026-05773BFF7FF3}"/>
                </a:ext>
              </a:extLst>
            </p:cNvPr>
            <p:cNvSpPr txBox="1"/>
            <p:nvPr/>
          </p:nvSpPr>
          <p:spPr>
            <a:xfrm>
              <a:off x="2441607" y="1819133"/>
              <a:ext cx="3707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OPA827</a:t>
              </a:r>
              <a:endParaRPr lang="ko-KR" altLang="en-US" sz="800" b="1" dirty="0"/>
            </a:p>
          </p:txBody>
        </p: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185418F4-BECD-E4B8-BE7B-19DD7DF8FB5B}"/>
              </a:ext>
            </a:extLst>
          </p:cNvPr>
          <p:cNvSpPr txBox="1"/>
          <p:nvPr/>
        </p:nvSpPr>
        <p:spPr>
          <a:xfrm>
            <a:off x="5995551" y="4632410"/>
            <a:ext cx="5455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1.0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inverting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030A7D84-7ADB-8B49-F1A9-DFDB4B9CA223}"/>
              </a:ext>
            </a:extLst>
          </p:cNvPr>
          <p:cNvCxnSpPr>
            <a:cxnSpLocks/>
          </p:cNvCxnSpPr>
          <p:nvPr/>
        </p:nvCxnSpPr>
        <p:spPr>
          <a:xfrm>
            <a:off x="5729743" y="5103239"/>
            <a:ext cx="0" cy="7311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타원 304">
            <a:extLst>
              <a:ext uri="{FF2B5EF4-FFF2-40B4-BE49-F238E27FC236}">
                <a16:creationId xmlns:a16="http://schemas.microsoft.com/office/drawing/2014/main" id="{F2618FDA-26B3-0E40-7FF4-59602927D499}"/>
              </a:ext>
            </a:extLst>
          </p:cNvPr>
          <p:cNvSpPr/>
          <p:nvPr/>
        </p:nvSpPr>
        <p:spPr>
          <a:xfrm>
            <a:off x="5706883" y="508734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C638BCB2-0681-BF98-849A-1704D9270282}"/>
              </a:ext>
            </a:extLst>
          </p:cNvPr>
          <p:cNvSpPr txBox="1"/>
          <p:nvPr/>
        </p:nvSpPr>
        <p:spPr>
          <a:xfrm>
            <a:off x="8388459" y="4540721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750</a:t>
            </a: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427E0F46-EB77-05B3-9979-C2598232357F}"/>
              </a:ext>
            </a:extLst>
          </p:cNvPr>
          <p:cNvSpPr txBox="1"/>
          <p:nvPr/>
        </p:nvSpPr>
        <p:spPr>
          <a:xfrm>
            <a:off x="5842005" y="5314706"/>
            <a:ext cx="81216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1.1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Non-inverting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B26E19F9-3013-EC52-3AEA-178DF0062CDB}"/>
              </a:ext>
            </a:extLst>
          </p:cNvPr>
          <p:cNvGrpSpPr/>
          <p:nvPr/>
        </p:nvGrpSpPr>
        <p:grpSpPr>
          <a:xfrm>
            <a:off x="7531154" y="4674947"/>
            <a:ext cx="1716215" cy="1212152"/>
            <a:chOff x="6843428" y="1452396"/>
            <a:chExt cx="1716215" cy="1212152"/>
          </a:xfrm>
        </p:grpSpPr>
        <p:pic>
          <p:nvPicPr>
            <p:cNvPr id="309" name="그림 308">
              <a:extLst>
                <a:ext uri="{FF2B5EF4-FFF2-40B4-BE49-F238E27FC236}">
                  <a16:creationId xmlns:a16="http://schemas.microsoft.com/office/drawing/2014/main" id="{85028CB8-0B31-B135-DCF2-BE455B822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843428" y="1452396"/>
              <a:ext cx="1716215" cy="1212152"/>
            </a:xfrm>
            <a:prstGeom prst="rect">
              <a:avLst/>
            </a:prstGeom>
          </p:spPr>
        </p:pic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5E9007F8-7C92-DF91-87A1-909AE24EF6B9}"/>
                </a:ext>
              </a:extLst>
            </p:cNvPr>
            <p:cNvSpPr txBox="1"/>
            <p:nvPr/>
          </p:nvSpPr>
          <p:spPr>
            <a:xfrm>
              <a:off x="7649141" y="2002512"/>
              <a:ext cx="47764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rgbClr val="0000FF"/>
                  </a:solidFill>
                </a:rPr>
                <a:t>THS4561</a:t>
              </a:r>
            </a:p>
          </p:txBody>
        </p:sp>
      </p:grpSp>
      <p:sp>
        <p:nvSpPr>
          <p:cNvPr id="312" name="TextBox 311">
            <a:extLst>
              <a:ext uri="{FF2B5EF4-FFF2-40B4-BE49-F238E27FC236}">
                <a16:creationId xmlns:a16="http://schemas.microsoft.com/office/drawing/2014/main" id="{356F72A0-64A7-C785-AE33-4978E656C84A}"/>
              </a:ext>
            </a:extLst>
          </p:cNvPr>
          <p:cNvSpPr txBox="1"/>
          <p:nvPr/>
        </p:nvSpPr>
        <p:spPr>
          <a:xfrm>
            <a:off x="7564547" y="4943162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1.5K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8485CA01-BBA5-E78F-631E-CFDC635F65A9}"/>
              </a:ext>
            </a:extLst>
          </p:cNvPr>
          <p:cNvSpPr txBox="1"/>
          <p:nvPr/>
        </p:nvSpPr>
        <p:spPr>
          <a:xfrm>
            <a:off x="7565656" y="5674843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1.5K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63E14868-5ED4-111A-2095-69D9CCFF3470}"/>
              </a:ext>
            </a:extLst>
          </p:cNvPr>
          <p:cNvSpPr txBox="1"/>
          <p:nvPr/>
        </p:nvSpPr>
        <p:spPr>
          <a:xfrm>
            <a:off x="8419706" y="5674781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750</a:t>
            </a:r>
          </a:p>
        </p:txBody>
      </p: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25298032-BD13-7117-A841-39CFBB15B2EE}"/>
              </a:ext>
            </a:extLst>
          </p:cNvPr>
          <p:cNvGrpSpPr/>
          <p:nvPr/>
        </p:nvGrpSpPr>
        <p:grpSpPr>
          <a:xfrm>
            <a:off x="2333479" y="4864122"/>
            <a:ext cx="514350" cy="485775"/>
            <a:chOff x="2428721" y="1643935"/>
            <a:chExt cx="514350" cy="485775"/>
          </a:xfrm>
        </p:grpSpPr>
        <p:pic>
          <p:nvPicPr>
            <p:cNvPr id="316" name="그림 315">
              <a:extLst>
                <a:ext uri="{FF2B5EF4-FFF2-40B4-BE49-F238E27FC236}">
                  <a16:creationId xmlns:a16="http://schemas.microsoft.com/office/drawing/2014/main" id="{E62F7214-0072-2059-1F85-3D6A5C55F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8721" y="1643935"/>
              <a:ext cx="514350" cy="485775"/>
            </a:xfrm>
            <a:prstGeom prst="rect">
              <a:avLst/>
            </a:prstGeom>
          </p:spPr>
        </p:pic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1A6EDE59-83DE-9088-A861-0A57A9221913}"/>
                </a:ext>
              </a:extLst>
            </p:cNvPr>
            <p:cNvSpPr txBox="1"/>
            <p:nvPr/>
          </p:nvSpPr>
          <p:spPr>
            <a:xfrm>
              <a:off x="2441607" y="1819133"/>
              <a:ext cx="37070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OPA827</a:t>
              </a:r>
              <a:endParaRPr lang="ko-KR" altLang="en-US" sz="800" b="1" dirty="0"/>
            </a:p>
          </p:txBody>
        </p:sp>
      </p:grpSp>
      <p:sp>
        <p:nvSpPr>
          <p:cNvPr id="319" name="TextBox 318">
            <a:extLst>
              <a:ext uri="{FF2B5EF4-FFF2-40B4-BE49-F238E27FC236}">
                <a16:creationId xmlns:a16="http://schemas.microsoft.com/office/drawing/2014/main" id="{84CF9947-B4C6-33A1-0779-FD333BA394D9}"/>
              </a:ext>
            </a:extLst>
          </p:cNvPr>
          <p:cNvSpPr txBox="1"/>
          <p:nvPr/>
        </p:nvSpPr>
        <p:spPr>
          <a:xfrm>
            <a:off x="2342739" y="4600252"/>
            <a:ext cx="5455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1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inverting</a:t>
            </a:r>
            <a:endParaRPr lang="ko-KR" altLang="en-US" sz="1000" b="1" dirty="0">
              <a:solidFill>
                <a:srgbClr val="0000FF"/>
              </a:solidFill>
            </a:endParaRP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6CC4F0BB-0292-C632-DD2D-2087C3A806C3}"/>
              </a:ext>
            </a:extLst>
          </p:cNvPr>
          <p:cNvSpPr txBox="1"/>
          <p:nvPr/>
        </p:nvSpPr>
        <p:spPr>
          <a:xfrm>
            <a:off x="8343756" y="1815910"/>
            <a:ext cx="63626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15.7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895074BF-8C36-37F4-5A87-4C3C021A57CE}"/>
              </a:ext>
            </a:extLst>
          </p:cNvPr>
          <p:cNvSpPr txBox="1"/>
          <p:nvPr/>
        </p:nvSpPr>
        <p:spPr>
          <a:xfrm>
            <a:off x="8366557" y="4820131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Gain = 0.5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2645E605-DE62-963C-D83E-66D4AA8BDF4E}"/>
              </a:ext>
            </a:extLst>
          </p:cNvPr>
          <p:cNvSpPr txBox="1"/>
          <p:nvPr/>
        </p:nvSpPr>
        <p:spPr>
          <a:xfrm>
            <a:off x="5226803" y="4118749"/>
            <a:ext cx="151546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altLang="ko-KR" sz="1000" b="1" dirty="0">
              <a:solidFill>
                <a:srgbClr val="0000FF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Single ended </a:t>
            </a:r>
            <a:r>
              <a:rPr lang="en-US" altLang="ko-KR" sz="1000" b="1" dirty="0">
                <a:solidFill>
                  <a:srgbClr val="0000FF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000" b="1" dirty="0">
                <a:solidFill>
                  <a:srgbClr val="0000FF"/>
                </a:solidFill>
              </a:rPr>
              <a:t> differential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</a:rPr>
              <a:t>(Overall  gain = 2.1)</a:t>
            </a:r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1E9C79A6-298B-222E-A6EB-90F05A5494A8}"/>
              </a:ext>
            </a:extLst>
          </p:cNvPr>
          <p:cNvSpPr/>
          <p:nvPr/>
        </p:nvSpPr>
        <p:spPr>
          <a:xfrm>
            <a:off x="10384009" y="1873814"/>
            <a:ext cx="846902" cy="38235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C0003ED8-C6BA-24A7-6122-01D84F8C62A4}"/>
              </a:ext>
            </a:extLst>
          </p:cNvPr>
          <p:cNvSpPr txBox="1"/>
          <p:nvPr/>
        </p:nvSpPr>
        <p:spPr>
          <a:xfrm>
            <a:off x="10367600" y="1719926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ADC3660</a:t>
            </a:r>
          </a:p>
        </p:txBody>
      </p:sp>
      <p:cxnSp>
        <p:nvCxnSpPr>
          <p:cNvPr id="325" name="직선 연결선 324">
            <a:extLst>
              <a:ext uri="{FF2B5EF4-FFF2-40B4-BE49-F238E27FC236}">
                <a16:creationId xmlns:a16="http://schemas.microsoft.com/office/drawing/2014/main" id="{8D558093-4707-70F0-F6D2-1376DC4961D7}"/>
              </a:ext>
            </a:extLst>
          </p:cNvPr>
          <p:cNvCxnSpPr>
            <a:cxnSpLocks/>
          </p:cNvCxnSpPr>
          <p:nvPr/>
        </p:nvCxnSpPr>
        <p:spPr>
          <a:xfrm>
            <a:off x="8008102" y="2254901"/>
            <a:ext cx="0" cy="30261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직선 연결선 325">
            <a:extLst>
              <a:ext uri="{FF2B5EF4-FFF2-40B4-BE49-F238E27FC236}">
                <a16:creationId xmlns:a16="http://schemas.microsoft.com/office/drawing/2014/main" id="{0BEB68EC-7C30-CB0A-5B88-A25EF4BC4722}"/>
              </a:ext>
            </a:extLst>
          </p:cNvPr>
          <p:cNvCxnSpPr>
            <a:cxnSpLocks/>
          </p:cNvCxnSpPr>
          <p:nvPr/>
        </p:nvCxnSpPr>
        <p:spPr>
          <a:xfrm flipH="1">
            <a:off x="8008102" y="2254901"/>
            <a:ext cx="2138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직선 연결선 327">
            <a:extLst>
              <a:ext uri="{FF2B5EF4-FFF2-40B4-BE49-F238E27FC236}">
                <a16:creationId xmlns:a16="http://schemas.microsoft.com/office/drawing/2014/main" id="{C02A51C2-744C-F15F-C13C-479C06221F94}"/>
              </a:ext>
            </a:extLst>
          </p:cNvPr>
          <p:cNvCxnSpPr>
            <a:cxnSpLocks/>
          </p:cNvCxnSpPr>
          <p:nvPr/>
        </p:nvCxnSpPr>
        <p:spPr>
          <a:xfrm flipH="1">
            <a:off x="8008102" y="5277847"/>
            <a:ext cx="2138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36AC2495-81FB-502C-7F9F-9E4DBE54E8A9}"/>
              </a:ext>
            </a:extLst>
          </p:cNvPr>
          <p:cNvCxnSpPr>
            <a:cxnSpLocks/>
          </p:cNvCxnSpPr>
          <p:nvPr/>
        </p:nvCxnSpPr>
        <p:spPr>
          <a:xfrm flipH="1">
            <a:off x="8029594" y="3796829"/>
            <a:ext cx="23486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타원 330">
            <a:extLst>
              <a:ext uri="{FF2B5EF4-FFF2-40B4-BE49-F238E27FC236}">
                <a16:creationId xmlns:a16="http://schemas.microsoft.com/office/drawing/2014/main" id="{84B1F3A0-739F-5B32-7504-8037C9E0AE3A}"/>
              </a:ext>
            </a:extLst>
          </p:cNvPr>
          <p:cNvSpPr/>
          <p:nvPr/>
        </p:nvSpPr>
        <p:spPr>
          <a:xfrm>
            <a:off x="7983875" y="377204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4D90DED1-9A89-92E2-91EF-900EF474532A}"/>
              </a:ext>
            </a:extLst>
          </p:cNvPr>
          <p:cNvSpPr txBox="1"/>
          <p:nvPr/>
        </p:nvSpPr>
        <p:spPr>
          <a:xfrm>
            <a:off x="10326898" y="3733345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VCM</a:t>
            </a:r>
          </a:p>
        </p:txBody>
      </p: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EF4803AD-0EE8-A65C-E898-C80890EE086C}"/>
              </a:ext>
            </a:extLst>
          </p:cNvPr>
          <p:cNvCxnSpPr>
            <a:cxnSpLocks/>
          </p:cNvCxnSpPr>
          <p:nvPr/>
        </p:nvCxnSpPr>
        <p:spPr>
          <a:xfrm flipH="1">
            <a:off x="8995264" y="2015756"/>
            <a:ext cx="13830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직선 연결선 334">
            <a:extLst>
              <a:ext uri="{FF2B5EF4-FFF2-40B4-BE49-F238E27FC236}">
                <a16:creationId xmlns:a16="http://schemas.microsoft.com/office/drawing/2014/main" id="{5FE1A04F-20C6-2246-C2A3-F6130B8858F5}"/>
              </a:ext>
            </a:extLst>
          </p:cNvPr>
          <p:cNvCxnSpPr>
            <a:cxnSpLocks/>
          </p:cNvCxnSpPr>
          <p:nvPr/>
        </p:nvCxnSpPr>
        <p:spPr>
          <a:xfrm flipH="1">
            <a:off x="8981231" y="2515972"/>
            <a:ext cx="1397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직선 연결선 335">
            <a:extLst>
              <a:ext uri="{FF2B5EF4-FFF2-40B4-BE49-F238E27FC236}">
                <a16:creationId xmlns:a16="http://schemas.microsoft.com/office/drawing/2014/main" id="{341919F9-5178-9B42-3AC9-064063787274}"/>
              </a:ext>
            </a:extLst>
          </p:cNvPr>
          <p:cNvCxnSpPr>
            <a:cxnSpLocks/>
          </p:cNvCxnSpPr>
          <p:nvPr/>
        </p:nvCxnSpPr>
        <p:spPr>
          <a:xfrm flipH="1">
            <a:off x="8980024" y="5036619"/>
            <a:ext cx="13982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직선 연결선 336">
            <a:extLst>
              <a:ext uri="{FF2B5EF4-FFF2-40B4-BE49-F238E27FC236}">
                <a16:creationId xmlns:a16="http://schemas.microsoft.com/office/drawing/2014/main" id="{0ED25471-78DA-2D76-564F-C3283C9BFF72}"/>
              </a:ext>
            </a:extLst>
          </p:cNvPr>
          <p:cNvCxnSpPr>
            <a:cxnSpLocks/>
          </p:cNvCxnSpPr>
          <p:nvPr/>
        </p:nvCxnSpPr>
        <p:spPr>
          <a:xfrm flipH="1">
            <a:off x="8965991" y="5536835"/>
            <a:ext cx="14122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337">
            <a:extLst>
              <a:ext uri="{FF2B5EF4-FFF2-40B4-BE49-F238E27FC236}">
                <a16:creationId xmlns:a16="http://schemas.microsoft.com/office/drawing/2014/main" id="{F521B62C-1E52-EE4A-A0CF-3197674279D0}"/>
              </a:ext>
            </a:extLst>
          </p:cNvPr>
          <p:cNvSpPr txBox="1"/>
          <p:nvPr/>
        </p:nvSpPr>
        <p:spPr>
          <a:xfrm>
            <a:off x="10394994" y="1958360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CH_A+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0C7C0723-A535-28C6-DA92-D9317AB98DF1}"/>
              </a:ext>
            </a:extLst>
          </p:cNvPr>
          <p:cNvSpPr txBox="1"/>
          <p:nvPr/>
        </p:nvSpPr>
        <p:spPr>
          <a:xfrm>
            <a:off x="10387613" y="2471181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CH_A-</a:t>
            </a: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E1F9653B-C7F5-0FC6-5DC1-D92EB3E5AFE9}"/>
              </a:ext>
            </a:extLst>
          </p:cNvPr>
          <p:cNvSpPr txBox="1"/>
          <p:nvPr/>
        </p:nvSpPr>
        <p:spPr>
          <a:xfrm>
            <a:off x="10385664" y="4976832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CH_B+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4AE27EAC-18CE-80DF-D84D-128F2C916FFB}"/>
              </a:ext>
            </a:extLst>
          </p:cNvPr>
          <p:cNvSpPr txBox="1"/>
          <p:nvPr/>
        </p:nvSpPr>
        <p:spPr>
          <a:xfrm>
            <a:off x="10378283" y="5489653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/>
              <a:t>CH_B-</a:t>
            </a:r>
          </a:p>
        </p:txBody>
      </p:sp>
      <p:cxnSp>
        <p:nvCxnSpPr>
          <p:cNvPr id="342" name="직선 화살표 연결선 341">
            <a:extLst>
              <a:ext uri="{FF2B5EF4-FFF2-40B4-BE49-F238E27FC236}">
                <a16:creationId xmlns:a16="http://schemas.microsoft.com/office/drawing/2014/main" id="{D58A205D-C4CF-DA83-B6F7-308A43DFAEE4}"/>
              </a:ext>
            </a:extLst>
          </p:cNvPr>
          <p:cNvCxnSpPr>
            <a:cxnSpLocks/>
          </p:cNvCxnSpPr>
          <p:nvPr/>
        </p:nvCxnSpPr>
        <p:spPr>
          <a:xfrm flipV="1">
            <a:off x="2999104" y="4021619"/>
            <a:ext cx="0" cy="1045463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>
            <a:extLst>
              <a:ext uri="{FF2B5EF4-FFF2-40B4-BE49-F238E27FC236}">
                <a16:creationId xmlns:a16="http://schemas.microsoft.com/office/drawing/2014/main" id="{47B4B243-9788-C4DF-CE94-3EF5CE1A4C01}"/>
              </a:ext>
            </a:extLst>
          </p:cNvPr>
          <p:cNvCxnSpPr>
            <a:cxnSpLocks/>
          </p:cNvCxnSpPr>
          <p:nvPr/>
        </p:nvCxnSpPr>
        <p:spPr>
          <a:xfrm flipH="1">
            <a:off x="1616285" y="3685033"/>
            <a:ext cx="5378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화살표: 굽음 343">
            <a:extLst>
              <a:ext uri="{FF2B5EF4-FFF2-40B4-BE49-F238E27FC236}">
                <a16:creationId xmlns:a16="http://schemas.microsoft.com/office/drawing/2014/main" id="{84788595-3C41-E34E-8F55-8FBD30E53879}"/>
              </a:ext>
            </a:extLst>
          </p:cNvPr>
          <p:cNvSpPr/>
          <p:nvPr/>
        </p:nvSpPr>
        <p:spPr>
          <a:xfrm flipV="1">
            <a:off x="1809867" y="3953270"/>
            <a:ext cx="7759742" cy="2553250"/>
          </a:xfrm>
          <a:prstGeom prst="bentArrow">
            <a:avLst>
              <a:gd name="adj1" fmla="val 7418"/>
              <a:gd name="adj2" fmla="val 7516"/>
              <a:gd name="adj3" fmla="val 12010"/>
              <a:gd name="adj4" fmla="val 16918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C9C1D916-A5C2-117B-4BD3-7AAE07DD08FC}"/>
              </a:ext>
            </a:extLst>
          </p:cNvPr>
          <p:cNvSpPr txBox="1"/>
          <p:nvPr/>
        </p:nvSpPr>
        <p:spPr>
          <a:xfrm>
            <a:off x="4189454" y="6218280"/>
            <a:ext cx="385469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00FF"/>
                </a:solidFill>
              </a:rPr>
              <a:t>ADC </a:t>
            </a:r>
            <a:r>
              <a:rPr lang="en-US" altLang="ko-KR" sz="1400" b="1" dirty="0" err="1">
                <a:solidFill>
                  <a:srgbClr val="0000FF"/>
                </a:solidFill>
              </a:rPr>
              <a:t>ch</a:t>
            </a:r>
            <a:r>
              <a:rPr lang="en-US" altLang="ko-KR" sz="1400" b="1" dirty="0">
                <a:solidFill>
                  <a:srgbClr val="0000FF"/>
                </a:solidFill>
              </a:rPr>
              <a:t> B path (x1 path) : overall gain = x 1.1025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DE26AFDC-011D-739F-1504-80449A223D5A}"/>
              </a:ext>
            </a:extLst>
          </p:cNvPr>
          <p:cNvSpPr txBox="1"/>
          <p:nvPr/>
        </p:nvSpPr>
        <p:spPr>
          <a:xfrm>
            <a:off x="4189455" y="1285298"/>
            <a:ext cx="391902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00FF"/>
                </a:solidFill>
              </a:rPr>
              <a:t>ADC </a:t>
            </a:r>
            <a:r>
              <a:rPr lang="en-US" altLang="ko-KR" sz="1400" b="1" dirty="0" err="1">
                <a:solidFill>
                  <a:srgbClr val="0000FF"/>
                </a:solidFill>
              </a:rPr>
              <a:t>ch</a:t>
            </a:r>
            <a:r>
              <a:rPr lang="en-US" altLang="ko-KR" sz="1400" b="1" dirty="0">
                <a:solidFill>
                  <a:srgbClr val="0000FF"/>
                </a:solidFill>
              </a:rPr>
              <a:t> A path (x100 path) : overall gain = x 98.91</a:t>
            </a:r>
          </a:p>
        </p:txBody>
      </p:sp>
      <p:cxnSp>
        <p:nvCxnSpPr>
          <p:cNvPr id="348" name="직선 화살표 연결선 347">
            <a:extLst>
              <a:ext uri="{FF2B5EF4-FFF2-40B4-BE49-F238E27FC236}">
                <a16:creationId xmlns:a16="http://schemas.microsoft.com/office/drawing/2014/main" id="{C50CB8C9-057A-5BA8-7B9C-5A7B42C7BE62}"/>
              </a:ext>
            </a:extLst>
          </p:cNvPr>
          <p:cNvCxnSpPr>
            <a:cxnSpLocks/>
          </p:cNvCxnSpPr>
          <p:nvPr/>
        </p:nvCxnSpPr>
        <p:spPr>
          <a:xfrm>
            <a:off x="3002493" y="2146219"/>
            <a:ext cx="0" cy="886068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직선 화살표 연결선 350">
            <a:extLst>
              <a:ext uri="{FF2B5EF4-FFF2-40B4-BE49-F238E27FC236}">
                <a16:creationId xmlns:a16="http://schemas.microsoft.com/office/drawing/2014/main" id="{A48DFF37-8F8F-3C08-F381-69F02C46641A}"/>
              </a:ext>
            </a:extLst>
          </p:cNvPr>
          <p:cNvCxnSpPr>
            <a:cxnSpLocks/>
          </p:cNvCxnSpPr>
          <p:nvPr/>
        </p:nvCxnSpPr>
        <p:spPr>
          <a:xfrm flipV="1">
            <a:off x="3782773" y="4042551"/>
            <a:ext cx="0" cy="1014605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3" name="그림 352">
            <a:extLst>
              <a:ext uri="{FF2B5EF4-FFF2-40B4-BE49-F238E27FC236}">
                <a16:creationId xmlns:a16="http://schemas.microsoft.com/office/drawing/2014/main" id="{6D50B3DA-81A5-7153-63D0-CB9DB53624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52740" y="3683891"/>
            <a:ext cx="1257122" cy="593213"/>
          </a:xfrm>
          <a:prstGeom prst="rect">
            <a:avLst/>
          </a:prstGeom>
        </p:spPr>
      </p:pic>
      <p:cxnSp>
        <p:nvCxnSpPr>
          <p:cNvPr id="354" name="직선 화살표 연결선 353">
            <a:extLst>
              <a:ext uri="{FF2B5EF4-FFF2-40B4-BE49-F238E27FC236}">
                <a16:creationId xmlns:a16="http://schemas.microsoft.com/office/drawing/2014/main" id="{6694BD16-DECA-CF5E-3529-3C35C2665B8B}"/>
              </a:ext>
            </a:extLst>
          </p:cNvPr>
          <p:cNvCxnSpPr>
            <a:cxnSpLocks/>
          </p:cNvCxnSpPr>
          <p:nvPr/>
        </p:nvCxnSpPr>
        <p:spPr>
          <a:xfrm flipV="1">
            <a:off x="4762232" y="4277105"/>
            <a:ext cx="0" cy="789977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화살표 연결선 354">
            <a:extLst>
              <a:ext uri="{FF2B5EF4-FFF2-40B4-BE49-F238E27FC236}">
                <a16:creationId xmlns:a16="http://schemas.microsoft.com/office/drawing/2014/main" id="{6F67DA39-5253-769D-930F-37EB346EF019}"/>
              </a:ext>
            </a:extLst>
          </p:cNvPr>
          <p:cNvCxnSpPr>
            <a:cxnSpLocks/>
          </p:cNvCxnSpPr>
          <p:nvPr/>
        </p:nvCxnSpPr>
        <p:spPr>
          <a:xfrm>
            <a:off x="4762232" y="2134462"/>
            <a:ext cx="0" cy="336719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직선 화살표 연결선 355">
            <a:extLst>
              <a:ext uri="{FF2B5EF4-FFF2-40B4-BE49-F238E27FC236}">
                <a16:creationId xmlns:a16="http://schemas.microsoft.com/office/drawing/2014/main" id="{944F9329-10BB-0515-3AE2-5E823B4441E5}"/>
              </a:ext>
            </a:extLst>
          </p:cNvPr>
          <p:cNvCxnSpPr>
            <a:cxnSpLocks/>
          </p:cNvCxnSpPr>
          <p:nvPr/>
        </p:nvCxnSpPr>
        <p:spPr>
          <a:xfrm>
            <a:off x="3782773" y="2134462"/>
            <a:ext cx="0" cy="886068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7" name="그림 356">
            <a:extLst>
              <a:ext uri="{FF2B5EF4-FFF2-40B4-BE49-F238E27FC236}">
                <a16:creationId xmlns:a16="http://schemas.microsoft.com/office/drawing/2014/main" id="{04EFFC6C-2FF5-D2DC-21D4-E793C7A742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55057" y="3971909"/>
            <a:ext cx="1223179" cy="929183"/>
          </a:xfrm>
          <a:prstGeom prst="rect">
            <a:avLst/>
          </a:prstGeom>
        </p:spPr>
      </p:pic>
      <p:cxnSp>
        <p:nvCxnSpPr>
          <p:cNvPr id="358" name="직선 화살표 연결선 357">
            <a:extLst>
              <a:ext uri="{FF2B5EF4-FFF2-40B4-BE49-F238E27FC236}">
                <a16:creationId xmlns:a16="http://schemas.microsoft.com/office/drawing/2014/main" id="{AE4D85D9-F26C-947E-960F-9B0DE45E195D}"/>
              </a:ext>
            </a:extLst>
          </p:cNvPr>
          <p:cNvCxnSpPr>
            <a:cxnSpLocks/>
          </p:cNvCxnSpPr>
          <p:nvPr/>
        </p:nvCxnSpPr>
        <p:spPr>
          <a:xfrm flipV="1">
            <a:off x="7230823" y="4901092"/>
            <a:ext cx="0" cy="909536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직선 화살표 연결선 358">
            <a:extLst>
              <a:ext uri="{FF2B5EF4-FFF2-40B4-BE49-F238E27FC236}">
                <a16:creationId xmlns:a16="http://schemas.microsoft.com/office/drawing/2014/main" id="{5D986812-A97B-9080-EE30-D2016DAD5482}"/>
              </a:ext>
            </a:extLst>
          </p:cNvPr>
          <p:cNvCxnSpPr>
            <a:cxnSpLocks/>
          </p:cNvCxnSpPr>
          <p:nvPr/>
        </p:nvCxnSpPr>
        <p:spPr>
          <a:xfrm>
            <a:off x="7230823" y="2111083"/>
            <a:ext cx="0" cy="86093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0" name="그림 359">
            <a:extLst>
              <a:ext uri="{FF2B5EF4-FFF2-40B4-BE49-F238E27FC236}">
                <a16:creationId xmlns:a16="http://schemas.microsoft.com/office/drawing/2014/main" id="{04878FA5-0046-4C84-A4E9-42FA7488CB5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53367" y="3843717"/>
            <a:ext cx="1281879" cy="1024291"/>
          </a:xfrm>
          <a:prstGeom prst="rect">
            <a:avLst/>
          </a:prstGeom>
        </p:spPr>
      </p:pic>
      <p:pic>
        <p:nvPicPr>
          <p:cNvPr id="361" name="그림 360">
            <a:extLst>
              <a:ext uri="{FF2B5EF4-FFF2-40B4-BE49-F238E27FC236}">
                <a16:creationId xmlns:a16="http://schemas.microsoft.com/office/drawing/2014/main" id="{85481643-B6FD-6AE9-B14D-630E45865EA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97137" y="3076737"/>
            <a:ext cx="1192388" cy="593095"/>
          </a:xfrm>
          <a:prstGeom prst="rect">
            <a:avLst/>
          </a:prstGeom>
        </p:spPr>
      </p:pic>
      <p:cxnSp>
        <p:nvCxnSpPr>
          <p:cNvPr id="362" name="직선 화살표 연결선 361">
            <a:extLst>
              <a:ext uri="{FF2B5EF4-FFF2-40B4-BE49-F238E27FC236}">
                <a16:creationId xmlns:a16="http://schemas.microsoft.com/office/drawing/2014/main" id="{87D5D53A-0D79-7005-18E0-9ED07E6CF58E}"/>
              </a:ext>
            </a:extLst>
          </p:cNvPr>
          <p:cNvCxnSpPr>
            <a:cxnSpLocks/>
          </p:cNvCxnSpPr>
          <p:nvPr/>
        </p:nvCxnSpPr>
        <p:spPr>
          <a:xfrm>
            <a:off x="9714943" y="2069311"/>
            <a:ext cx="0" cy="944811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직선 화살표 연결선 362">
            <a:extLst>
              <a:ext uri="{FF2B5EF4-FFF2-40B4-BE49-F238E27FC236}">
                <a16:creationId xmlns:a16="http://schemas.microsoft.com/office/drawing/2014/main" id="{43344FF3-5F31-D361-BE51-4D9BDF702678}"/>
              </a:ext>
            </a:extLst>
          </p:cNvPr>
          <p:cNvCxnSpPr>
            <a:cxnSpLocks/>
          </p:cNvCxnSpPr>
          <p:nvPr/>
        </p:nvCxnSpPr>
        <p:spPr>
          <a:xfrm flipV="1">
            <a:off x="9706766" y="4868153"/>
            <a:ext cx="0" cy="62150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4" name="그룹 363">
            <a:extLst>
              <a:ext uri="{FF2B5EF4-FFF2-40B4-BE49-F238E27FC236}">
                <a16:creationId xmlns:a16="http://schemas.microsoft.com/office/drawing/2014/main" id="{2794D333-8949-084C-945D-6BF5BFB49756}"/>
              </a:ext>
            </a:extLst>
          </p:cNvPr>
          <p:cNvGrpSpPr/>
          <p:nvPr/>
        </p:nvGrpSpPr>
        <p:grpSpPr>
          <a:xfrm>
            <a:off x="4928245" y="4762661"/>
            <a:ext cx="522488" cy="431619"/>
            <a:chOff x="3325515" y="2505492"/>
            <a:chExt cx="522488" cy="431619"/>
          </a:xfrm>
        </p:grpSpPr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8D2EF0FF-20C0-7CE6-D553-65029169DECA}"/>
                </a:ext>
              </a:extLst>
            </p:cNvPr>
            <p:cNvSpPr/>
            <p:nvPr/>
          </p:nvSpPr>
          <p:spPr>
            <a:xfrm>
              <a:off x="3390902" y="2505492"/>
              <a:ext cx="397256" cy="43161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634A6D49-2C90-6866-6B08-E12466AC8B83}"/>
                </a:ext>
              </a:extLst>
            </p:cNvPr>
            <p:cNvSpPr txBox="1"/>
            <p:nvPr/>
          </p:nvSpPr>
          <p:spPr>
            <a:xfrm>
              <a:off x="3325515" y="2534067"/>
              <a:ext cx="52248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b="1" dirty="0"/>
                <a:t>Notch</a:t>
              </a:r>
            </a:p>
            <a:p>
              <a:pPr algn="ctr"/>
              <a:r>
                <a:rPr lang="en-US" altLang="ko-KR" sz="1000" b="1" dirty="0"/>
                <a:t>Filter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38AA5EB-99CF-9381-BF3E-F5764E6DF4F1}"/>
              </a:ext>
            </a:extLst>
          </p:cNvPr>
          <p:cNvSpPr txBox="1"/>
          <p:nvPr/>
        </p:nvSpPr>
        <p:spPr>
          <a:xfrm>
            <a:off x="428625" y="571500"/>
            <a:ext cx="8924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/>
              <a:t>L-LPC Beta Version : Gain Plan </a:t>
            </a:r>
            <a:r>
              <a:rPr lang="en-US" altLang="ko-KR" b="1" dirty="0">
                <a:sym typeface="Wingdings" panose="05000000000000000000" pitchFamily="2" charset="2"/>
              </a:rPr>
              <a:t> modification required parts are marked as red circle</a:t>
            </a:r>
            <a:endParaRPr lang="en-US" altLang="ko-KR" b="1" dirty="0"/>
          </a:p>
          <a:p>
            <a:pPr algn="l"/>
            <a:endParaRPr lang="ko-KR" altLang="en-US" b="1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24EB73A-0174-BCDE-EA85-3F11CC115B00}"/>
              </a:ext>
            </a:extLst>
          </p:cNvPr>
          <p:cNvSpPr/>
          <p:nvPr/>
        </p:nvSpPr>
        <p:spPr>
          <a:xfrm>
            <a:off x="3851006" y="4661002"/>
            <a:ext cx="715435" cy="3250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30FCDA05-E96D-2CB8-19B0-9952FB092BBD}"/>
              </a:ext>
            </a:extLst>
          </p:cNvPr>
          <p:cNvSpPr/>
          <p:nvPr/>
        </p:nvSpPr>
        <p:spPr>
          <a:xfrm>
            <a:off x="3801469" y="1603862"/>
            <a:ext cx="715435" cy="3250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E97D5EAF-CFF5-4AFB-6CAE-5B9A5E8A351D}"/>
              </a:ext>
            </a:extLst>
          </p:cNvPr>
          <p:cNvSpPr/>
          <p:nvPr/>
        </p:nvSpPr>
        <p:spPr>
          <a:xfrm>
            <a:off x="5581683" y="1560770"/>
            <a:ext cx="1085191" cy="155692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7704FACA-A7C3-ED57-2710-5301E2C994BC}"/>
              </a:ext>
            </a:extLst>
          </p:cNvPr>
          <p:cNvSpPr/>
          <p:nvPr/>
        </p:nvSpPr>
        <p:spPr>
          <a:xfrm>
            <a:off x="5655974" y="2261693"/>
            <a:ext cx="1085191" cy="3820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CD278CEA-65F9-22C4-6195-9159BA8095A1}"/>
              </a:ext>
            </a:extLst>
          </p:cNvPr>
          <p:cNvSpPr/>
          <p:nvPr/>
        </p:nvSpPr>
        <p:spPr>
          <a:xfrm>
            <a:off x="5583007" y="4589545"/>
            <a:ext cx="1085191" cy="155692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EDBBA9A2-1E45-5051-18C7-C74E13B680AC}"/>
              </a:ext>
            </a:extLst>
          </p:cNvPr>
          <p:cNvSpPr/>
          <p:nvPr/>
        </p:nvSpPr>
        <p:spPr>
          <a:xfrm>
            <a:off x="5673690" y="5300304"/>
            <a:ext cx="1085191" cy="3820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DE2DD75C-7F74-066B-59C9-38F999B1144B}"/>
              </a:ext>
            </a:extLst>
          </p:cNvPr>
          <p:cNvSpPr/>
          <p:nvPr/>
        </p:nvSpPr>
        <p:spPr>
          <a:xfrm>
            <a:off x="8260366" y="4479409"/>
            <a:ext cx="836771" cy="5450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73A072B7-0E06-9183-9360-CC1A8F8EAEFD}"/>
              </a:ext>
            </a:extLst>
          </p:cNvPr>
          <p:cNvSpPr/>
          <p:nvPr/>
        </p:nvSpPr>
        <p:spPr>
          <a:xfrm>
            <a:off x="8244118" y="1478539"/>
            <a:ext cx="853019" cy="5680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타원 156">
            <a:extLst>
              <a:ext uri="{FF2B5EF4-FFF2-40B4-BE49-F238E27FC236}">
                <a16:creationId xmlns:a16="http://schemas.microsoft.com/office/drawing/2014/main" id="{0F222AB9-F7E6-8D02-F87D-39A967F6E94C}"/>
              </a:ext>
            </a:extLst>
          </p:cNvPr>
          <p:cNvSpPr/>
          <p:nvPr/>
        </p:nvSpPr>
        <p:spPr>
          <a:xfrm>
            <a:off x="1008464" y="3043948"/>
            <a:ext cx="715435" cy="3250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화살표: 굽음 157">
            <a:extLst>
              <a:ext uri="{FF2B5EF4-FFF2-40B4-BE49-F238E27FC236}">
                <a16:creationId xmlns:a16="http://schemas.microsoft.com/office/drawing/2014/main" id="{0F03E04A-4268-6011-DF47-1B8218366C9E}"/>
              </a:ext>
            </a:extLst>
          </p:cNvPr>
          <p:cNvSpPr/>
          <p:nvPr/>
        </p:nvSpPr>
        <p:spPr>
          <a:xfrm flipH="1">
            <a:off x="9671865" y="1233270"/>
            <a:ext cx="2016187" cy="2431896"/>
          </a:xfrm>
          <a:prstGeom prst="bentArrow">
            <a:avLst>
              <a:gd name="adj1" fmla="val 8257"/>
              <a:gd name="adj2" fmla="val 7518"/>
              <a:gd name="adj3" fmla="val 12676"/>
              <a:gd name="adj4" fmla="val 1691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9" name="화살표: 굽음 158">
            <a:extLst>
              <a:ext uri="{FF2B5EF4-FFF2-40B4-BE49-F238E27FC236}">
                <a16:creationId xmlns:a16="http://schemas.microsoft.com/office/drawing/2014/main" id="{356B1837-CD1C-D1B4-0171-8E2BB54EA1DE}"/>
              </a:ext>
            </a:extLst>
          </p:cNvPr>
          <p:cNvSpPr/>
          <p:nvPr/>
        </p:nvSpPr>
        <p:spPr>
          <a:xfrm flipH="1" flipV="1">
            <a:off x="9671866" y="3655641"/>
            <a:ext cx="2016187" cy="2810517"/>
          </a:xfrm>
          <a:prstGeom prst="bentArrow">
            <a:avLst>
              <a:gd name="adj1" fmla="val 8257"/>
              <a:gd name="adj2" fmla="val 7518"/>
              <a:gd name="adj3" fmla="val 12676"/>
              <a:gd name="adj4" fmla="val 16918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61C9AE8-FE45-0024-EE9B-477B1F1241BD}"/>
              </a:ext>
            </a:extLst>
          </p:cNvPr>
          <p:cNvSpPr txBox="1"/>
          <p:nvPr/>
        </p:nvSpPr>
        <p:spPr>
          <a:xfrm>
            <a:off x="10029040" y="1277940"/>
            <a:ext cx="216296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x100 / x1 gain difference</a:t>
            </a:r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 = x 89.7</a:t>
            </a:r>
          </a:p>
        </p:txBody>
      </p:sp>
    </p:spTree>
    <p:extLst>
      <p:ext uri="{BB962C8B-B14F-4D97-AF65-F5344CB8AC3E}">
        <p14:creationId xmlns:p14="http://schemas.microsoft.com/office/powerpoint/2010/main" val="4051312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그림 127">
            <a:extLst>
              <a:ext uri="{FF2B5EF4-FFF2-40B4-BE49-F238E27FC236}">
                <a16:creationId xmlns:a16="http://schemas.microsoft.com/office/drawing/2014/main" id="{588BE3B6-F7CB-969B-70F1-1C67502BB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743876" y="3134050"/>
            <a:ext cx="796290" cy="651510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2B1D75DA-89C2-4820-B4EC-13EDDAFD04BA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H-sensor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Analog Frontend Gain Plan                                                 2 / 4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BFABDA0D-5EAD-4F4C-5053-E5BEF3B14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1150991" y="3019700"/>
            <a:ext cx="796290" cy="651510"/>
          </a:xfrm>
          <a:prstGeom prst="rect">
            <a:avLst/>
          </a:prstGeom>
        </p:spPr>
      </p:pic>
      <p:pic>
        <p:nvPicPr>
          <p:cNvPr id="161" name="그림 160">
            <a:extLst>
              <a:ext uri="{FF2B5EF4-FFF2-40B4-BE49-F238E27FC236}">
                <a16:creationId xmlns:a16="http://schemas.microsoft.com/office/drawing/2014/main" id="{52D1E0E9-CEC3-364D-69FF-DAA8F66E6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14805" y="3239635"/>
            <a:ext cx="212693" cy="202692"/>
          </a:xfrm>
          <a:prstGeom prst="rect">
            <a:avLst/>
          </a:prstGeom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535DF7F7-50D0-9A48-8A65-467AACC64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495934" y="3626559"/>
            <a:ext cx="145429" cy="139397"/>
          </a:xfrm>
          <a:prstGeom prst="rect">
            <a:avLst/>
          </a:prstGeom>
        </p:spPr>
      </p:pic>
      <p:pic>
        <p:nvPicPr>
          <p:cNvPr id="163" name="그림 162">
            <a:extLst>
              <a:ext uri="{FF2B5EF4-FFF2-40B4-BE49-F238E27FC236}">
                <a16:creationId xmlns:a16="http://schemas.microsoft.com/office/drawing/2014/main" id="{5D7493F1-F23A-337D-4756-EF139824C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77264" y="3524350"/>
            <a:ext cx="145429" cy="139397"/>
          </a:xfrm>
          <a:prstGeom prst="rect">
            <a:avLst/>
          </a:prstGeom>
        </p:spPr>
      </p:pic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A01A0AA1-BF24-66A9-C684-6407CE61F3E8}"/>
              </a:ext>
            </a:extLst>
          </p:cNvPr>
          <p:cNvCxnSpPr>
            <a:cxnSpLocks/>
          </p:cNvCxnSpPr>
          <p:nvPr/>
        </p:nvCxnSpPr>
        <p:spPr>
          <a:xfrm flipH="1">
            <a:off x="847667" y="3454970"/>
            <a:ext cx="3033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FC5146C6-D199-00EE-78F1-FA9F8F555546}"/>
              </a:ext>
            </a:extLst>
          </p:cNvPr>
          <p:cNvCxnSpPr>
            <a:cxnSpLocks/>
          </p:cNvCxnSpPr>
          <p:nvPr/>
        </p:nvCxnSpPr>
        <p:spPr>
          <a:xfrm flipH="1">
            <a:off x="847668" y="3228517"/>
            <a:ext cx="3033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C86229D1-F28C-3490-496A-450BDC96D7BC}"/>
              </a:ext>
            </a:extLst>
          </p:cNvPr>
          <p:cNvCxnSpPr>
            <a:cxnSpLocks/>
          </p:cNvCxnSpPr>
          <p:nvPr/>
        </p:nvCxnSpPr>
        <p:spPr>
          <a:xfrm>
            <a:off x="847668" y="3415285"/>
            <a:ext cx="0" cy="170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타원 166">
            <a:extLst>
              <a:ext uri="{FF2B5EF4-FFF2-40B4-BE49-F238E27FC236}">
                <a16:creationId xmlns:a16="http://schemas.microsoft.com/office/drawing/2014/main" id="{0A0E8934-592C-9E04-711B-1F590BE1C7A7}"/>
              </a:ext>
            </a:extLst>
          </p:cNvPr>
          <p:cNvSpPr/>
          <p:nvPr/>
        </p:nvSpPr>
        <p:spPr>
          <a:xfrm>
            <a:off x="824808" y="343246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3E731E2-E13D-A672-D11A-F8E92959234E}"/>
              </a:ext>
            </a:extLst>
          </p:cNvPr>
          <p:cNvSpPr txBox="1"/>
          <p:nvPr/>
        </p:nvSpPr>
        <p:spPr>
          <a:xfrm>
            <a:off x="1359927" y="2914464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53E32EC0-6C88-E27F-6D04-BFFEE4BD177D}"/>
              </a:ext>
            </a:extLst>
          </p:cNvPr>
          <p:cNvCxnSpPr>
            <a:cxnSpLocks/>
          </p:cNvCxnSpPr>
          <p:nvPr/>
        </p:nvCxnSpPr>
        <p:spPr>
          <a:xfrm flipH="1">
            <a:off x="1147712" y="2867100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그림 169">
            <a:extLst>
              <a:ext uri="{FF2B5EF4-FFF2-40B4-BE49-F238E27FC236}">
                <a16:creationId xmlns:a16="http://schemas.microsoft.com/office/drawing/2014/main" id="{549706C6-6B1A-274C-E67C-B163FBD41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233" y="2820337"/>
            <a:ext cx="265669" cy="107471"/>
          </a:xfrm>
          <a:prstGeom prst="rect">
            <a:avLst/>
          </a:prstGeom>
        </p:spPr>
      </p:pic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F46311B4-DBFB-7346-D057-F5107B794E34}"/>
              </a:ext>
            </a:extLst>
          </p:cNvPr>
          <p:cNvCxnSpPr>
            <a:cxnSpLocks/>
          </p:cNvCxnSpPr>
          <p:nvPr/>
        </p:nvCxnSpPr>
        <p:spPr>
          <a:xfrm>
            <a:off x="1147265" y="2867100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73D5DD7D-3E40-4DC2-19E0-AAA674223457}"/>
              </a:ext>
            </a:extLst>
          </p:cNvPr>
          <p:cNvCxnSpPr>
            <a:cxnSpLocks/>
          </p:cNvCxnSpPr>
          <p:nvPr/>
        </p:nvCxnSpPr>
        <p:spPr>
          <a:xfrm>
            <a:off x="1957533" y="2874073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타원 172">
            <a:extLst>
              <a:ext uri="{FF2B5EF4-FFF2-40B4-BE49-F238E27FC236}">
                <a16:creationId xmlns:a16="http://schemas.microsoft.com/office/drawing/2014/main" id="{A1D539F2-9FB3-B32E-7FAB-D9C92EC3CDB3}"/>
              </a:ext>
            </a:extLst>
          </p:cNvPr>
          <p:cNvSpPr/>
          <p:nvPr/>
        </p:nvSpPr>
        <p:spPr>
          <a:xfrm>
            <a:off x="1124853" y="320650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75" name="타원 174">
            <a:extLst>
              <a:ext uri="{FF2B5EF4-FFF2-40B4-BE49-F238E27FC236}">
                <a16:creationId xmlns:a16="http://schemas.microsoft.com/office/drawing/2014/main" id="{D6D143E7-3692-F278-856B-3917939DF6CC}"/>
              </a:ext>
            </a:extLst>
          </p:cNvPr>
          <p:cNvSpPr/>
          <p:nvPr/>
        </p:nvSpPr>
        <p:spPr>
          <a:xfrm>
            <a:off x="1937256" y="332864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541C731-019B-BFC6-4719-906FDBABD415}"/>
              </a:ext>
            </a:extLst>
          </p:cNvPr>
          <p:cNvSpPr txBox="1"/>
          <p:nvPr/>
        </p:nvSpPr>
        <p:spPr>
          <a:xfrm>
            <a:off x="480750" y="2783530"/>
            <a:ext cx="5455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7.3uA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/ 100 lx.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D9096E90-4140-B32A-F884-4E4A9CE0A82F}"/>
              </a:ext>
            </a:extLst>
          </p:cNvPr>
          <p:cNvCxnSpPr>
            <a:cxnSpLocks/>
          </p:cNvCxnSpPr>
          <p:nvPr/>
        </p:nvCxnSpPr>
        <p:spPr>
          <a:xfrm>
            <a:off x="841317" y="3177369"/>
            <a:ext cx="262104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D95A7627-2CDF-5CD9-7817-907AF91891C3}"/>
              </a:ext>
            </a:extLst>
          </p:cNvPr>
          <p:cNvSpPr txBox="1"/>
          <p:nvPr/>
        </p:nvSpPr>
        <p:spPr>
          <a:xfrm>
            <a:off x="1271357" y="3263990"/>
            <a:ext cx="528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OPA380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946BA3FF-2EC5-9C2A-0E72-A2FAD3DEDAD7}"/>
              </a:ext>
            </a:extLst>
          </p:cNvPr>
          <p:cNvCxnSpPr>
            <a:cxnSpLocks/>
          </p:cNvCxnSpPr>
          <p:nvPr/>
        </p:nvCxnSpPr>
        <p:spPr>
          <a:xfrm flipH="1">
            <a:off x="3527384" y="3459886"/>
            <a:ext cx="2849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3F19F81E-3728-C22E-8BDF-9DB85BF276EB}"/>
              </a:ext>
            </a:extLst>
          </p:cNvPr>
          <p:cNvGrpSpPr/>
          <p:nvPr/>
        </p:nvGrpSpPr>
        <p:grpSpPr>
          <a:xfrm>
            <a:off x="3812342" y="3390479"/>
            <a:ext cx="234950" cy="136445"/>
            <a:chOff x="4140200" y="1509792"/>
            <a:chExt cx="234950" cy="136445"/>
          </a:xfrm>
        </p:grpSpPr>
        <p:cxnSp>
          <p:nvCxnSpPr>
            <p:cNvPr id="278" name="직선 연결선 277">
              <a:extLst>
                <a:ext uri="{FF2B5EF4-FFF2-40B4-BE49-F238E27FC236}">
                  <a16:creationId xmlns:a16="http://schemas.microsoft.com/office/drawing/2014/main" id="{852A885C-BF02-3914-38E3-12CCBCD5E719}"/>
                </a:ext>
              </a:extLst>
            </p:cNvPr>
            <p:cNvCxnSpPr>
              <a:cxnSpLocks/>
            </p:cNvCxnSpPr>
            <p:nvPr/>
          </p:nvCxnSpPr>
          <p:spPr>
            <a:xfrm>
              <a:off x="42322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직선 연결선 278">
              <a:extLst>
                <a:ext uri="{FF2B5EF4-FFF2-40B4-BE49-F238E27FC236}">
                  <a16:creationId xmlns:a16="http://schemas.microsoft.com/office/drawing/2014/main" id="{FCCF5D7B-7D6C-A66B-C993-884EDB8F19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0200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연결선 279">
              <a:extLst>
                <a:ext uri="{FF2B5EF4-FFF2-40B4-BE49-F238E27FC236}">
                  <a16:creationId xmlns:a16="http://schemas.microsoft.com/office/drawing/2014/main" id="{8D1D08A1-49C8-3E80-0758-5C9773E1C589}"/>
                </a:ext>
              </a:extLst>
            </p:cNvPr>
            <p:cNvCxnSpPr>
              <a:cxnSpLocks/>
            </p:cNvCxnSpPr>
            <p:nvPr/>
          </p:nvCxnSpPr>
          <p:spPr>
            <a:xfrm>
              <a:off x="42830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3778D05A-A86D-BB07-5874-13B7142035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3075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9" name="TextBox 318">
            <a:extLst>
              <a:ext uri="{FF2B5EF4-FFF2-40B4-BE49-F238E27FC236}">
                <a16:creationId xmlns:a16="http://schemas.microsoft.com/office/drawing/2014/main" id="{84CF9947-B4C6-33A1-0779-FD333BA394D9}"/>
              </a:ext>
            </a:extLst>
          </p:cNvPr>
          <p:cNvSpPr txBox="1"/>
          <p:nvPr/>
        </p:nvSpPr>
        <p:spPr>
          <a:xfrm>
            <a:off x="2838417" y="2776610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343" name="직선 연결선 342">
            <a:extLst>
              <a:ext uri="{FF2B5EF4-FFF2-40B4-BE49-F238E27FC236}">
                <a16:creationId xmlns:a16="http://schemas.microsoft.com/office/drawing/2014/main" id="{47B4B243-9788-C4DF-CE94-3EF5CE1A4C01}"/>
              </a:ext>
            </a:extLst>
          </p:cNvPr>
          <p:cNvCxnSpPr>
            <a:cxnSpLocks/>
          </p:cNvCxnSpPr>
          <p:nvPr/>
        </p:nvCxnSpPr>
        <p:spPr>
          <a:xfrm flipH="1">
            <a:off x="1934674" y="3345455"/>
            <a:ext cx="8092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7A05F90-79CB-E804-8501-0BB1190D9F41}"/>
              </a:ext>
            </a:extLst>
          </p:cNvPr>
          <p:cNvSpPr txBox="1"/>
          <p:nvPr/>
        </p:nvSpPr>
        <p:spPr>
          <a:xfrm>
            <a:off x="2954682" y="3023006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F440D4D-5F28-04D4-B4D7-695FFF1E0925}"/>
              </a:ext>
            </a:extLst>
          </p:cNvPr>
          <p:cNvSpPr txBox="1"/>
          <p:nvPr/>
        </p:nvSpPr>
        <p:spPr>
          <a:xfrm>
            <a:off x="2951520" y="3734254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02754F-88B4-4864-7FE1-6A817D66C90C}"/>
              </a:ext>
            </a:extLst>
          </p:cNvPr>
          <p:cNvSpPr txBox="1"/>
          <p:nvPr/>
        </p:nvSpPr>
        <p:spPr>
          <a:xfrm>
            <a:off x="7932988" y="3194374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1.5K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2E48C1C4-F416-1484-D5B4-70E11398FB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683" y="3328600"/>
            <a:ext cx="1716215" cy="1212152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F4382EF3-47C2-B665-9FD0-4AC3D1F1C679}"/>
              </a:ext>
            </a:extLst>
          </p:cNvPr>
          <p:cNvSpPr txBox="1"/>
          <p:nvPr/>
        </p:nvSpPr>
        <p:spPr>
          <a:xfrm>
            <a:off x="7923263" y="4570084"/>
            <a:ext cx="56569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THS4561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ADA00C-F088-58EC-F5B4-1634CDFC7881}"/>
              </a:ext>
            </a:extLst>
          </p:cNvPr>
          <p:cNvSpPr txBox="1"/>
          <p:nvPr/>
        </p:nvSpPr>
        <p:spPr>
          <a:xfrm>
            <a:off x="7964235" y="4328434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1.5K</a:t>
            </a: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E2C75C40-9117-CA34-5C3D-96C7E676D0F7}"/>
              </a:ext>
            </a:extLst>
          </p:cNvPr>
          <p:cNvCxnSpPr/>
          <p:nvPr/>
        </p:nvCxnSpPr>
        <p:spPr>
          <a:xfrm>
            <a:off x="8162087" y="3644560"/>
            <a:ext cx="0" cy="115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DE1BA2F-8FF8-FBE5-917E-9EFDC7D65863}"/>
              </a:ext>
            </a:extLst>
          </p:cNvPr>
          <p:cNvSpPr txBox="1"/>
          <p:nvPr/>
        </p:nvSpPr>
        <p:spPr>
          <a:xfrm>
            <a:off x="7965649" y="3511113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EB81AE7A-10BD-E495-E736-A77610D9EAFF}"/>
              </a:ext>
            </a:extLst>
          </p:cNvPr>
          <p:cNvCxnSpPr/>
          <p:nvPr/>
        </p:nvCxnSpPr>
        <p:spPr>
          <a:xfrm>
            <a:off x="8172170" y="4089088"/>
            <a:ext cx="0" cy="115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0C59F975-C681-724D-DCAD-60867EF73D12}"/>
              </a:ext>
            </a:extLst>
          </p:cNvPr>
          <p:cNvSpPr txBox="1"/>
          <p:nvPr/>
        </p:nvSpPr>
        <p:spPr>
          <a:xfrm>
            <a:off x="7965795" y="4190946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095BF6E-800F-9429-96FB-86B775A3E4CC}"/>
              </a:ext>
            </a:extLst>
          </p:cNvPr>
          <p:cNvSpPr txBox="1"/>
          <p:nvPr/>
        </p:nvSpPr>
        <p:spPr>
          <a:xfrm>
            <a:off x="7384633" y="3863328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0.95V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9CF70DBC-6265-9CF8-F23B-8A90562325CC}"/>
              </a:ext>
            </a:extLst>
          </p:cNvPr>
          <p:cNvCxnSpPr>
            <a:cxnSpLocks/>
          </p:cNvCxnSpPr>
          <p:nvPr/>
        </p:nvCxnSpPr>
        <p:spPr>
          <a:xfrm flipH="1">
            <a:off x="6591063" y="4765339"/>
            <a:ext cx="4846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0D149F9B-F0B3-22B4-E97E-A32878223807}"/>
              </a:ext>
            </a:extLst>
          </p:cNvPr>
          <p:cNvCxnSpPr>
            <a:cxnSpLocks/>
          </p:cNvCxnSpPr>
          <p:nvPr/>
        </p:nvCxnSpPr>
        <p:spPr>
          <a:xfrm flipH="1">
            <a:off x="6581022" y="3463339"/>
            <a:ext cx="4946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2785957-C946-420C-292B-4B6EE6AB92AA}"/>
              </a:ext>
            </a:extLst>
          </p:cNvPr>
          <p:cNvSpPr txBox="1"/>
          <p:nvPr/>
        </p:nvSpPr>
        <p:spPr>
          <a:xfrm>
            <a:off x="2848032" y="3378630"/>
            <a:ext cx="54766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OPA827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C68A5BBA-E2D7-65B5-3C1C-70CB148F3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6943" y="3297682"/>
            <a:ext cx="265669" cy="107471"/>
          </a:xfrm>
          <a:prstGeom prst="rect">
            <a:avLst/>
          </a:prstGeom>
        </p:spPr>
      </p:pic>
      <p:pic>
        <p:nvPicPr>
          <p:cNvPr id="134" name="그림 133">
            <a:extLst>
              <a:ext uri="{FF2B5EF4-FFF2-40B4-BE49-F238E27FC236}">
                <a16:creationId xmlns:a16="http://schemas.microsoft.com/office/drawing/2014/main" id="{3404ED20-0642-B1E3-86B8-475C2D2B4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671161" y="3580375"/>
            <a:ext cx="145429" cy="139397"/>
          </a:xfrm>
          <a:prstGeom prst="rect">
            <a:avLst/>
          </a:prstGeom>
        </p:spPr>
      </p:pic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8D5527C5-E5CE-348B-F57A-CAD55C528D0F}"/>
              </a:ext>
            </a:extLst>
          </p:cNvPr>
          <p:cNvCxnSpPr>
            <a:cxnSpLocks/>
          </p:cNvCxnSpPr>
          <p:nvPr/>
        </p:nvCxnSpPr>
        <p:spPr>
          <a:xfrm flipH="1">
            <a:off x="2737110" y="2979883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6A99B4D-5A97-654D-3515-66BF5F228884}"/>
              </a:ext>
            </a:extLst>
          </p:cNvPr>
          <p:cNvCxnSpPr>
            <a:cxnSpLocks/>
          </p:cNvCxnSpPr>
          <p:nvPr/>
        </p:nvCxnSpPr>
        <p:spPr>
          <a:xfrm>
            <a:off x="2736663" y="2979883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959BB44E-9A79-3901-9B63-DD01ADD6A4A4}"/>
              </a:ext>
            </a:extLst>
          </p:cNvPr>
          <p:cNvCxnSpPr>
            <a:cxnSpLocks/>
          </p:cNvCxnSpPr>
          <p:nvPr/>
        </p:nvCxnSpPr>
        <p:spPr>
          <a:xfrm>
            <a:off x="3546931" y="2986856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림 132">
            <a:extLst>
              <a:ext uri="{FF2B5EF4-FFF2-40B4-BE49-F238E27FC236}">
                <a16:creationId xmlns:a16="http://schemas.microsoft.com/office/drawing/2014/main" id="{BDA5D302-1004-3665-C129-B4A92FA36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4335" y="2927808"/>
            <a:ext cx="265669" cy="107471"/>
          </a:xfrm>
          <a:prstGeom prst="rect">
            <a:avLst/>
          </a:prstGeom>
        </p:spPr>
      </p:pic>
      <p:sp>
        <p:nvSpPr>
          <p:cNvPr id="139" name="타원 138">
            <a:extLst>
              <a:ext uri="{FF2B5EF4-FFF2-40B4-BE49-F238E27FC236}">
                <a16:creationId xmlns:a16="http://schemas.microsoft.com/office/drawing/2014/main" id="{2C818D95-EDAB-9023-E8AE-E9C60459F6B9}"/>
              </a:ext>
            </a:extLst>
          </p:cNvPr>
          <p:cNvSpPr/>
          <p:nvPr/>
        </p:nvSpPr>
        <p:spPr>
          <a:xfrm>
            <a:off x="2718982" y="332792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3DFBB165-89F5-921F-A178-9FC7843AF445}"/>
              </a:ext>
            </a:extLst>
          </p:cNvPr>
          <p:cNvSpPr/>
          <p:nvPr/>
        </p:nvSpPr>
        <p:spPr>
          <a:xfrm>
            <a:off x="3530125" y="343445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pic>
        <p:nvPicPr>
          <p:cNvPr id="142" name="그림 141">
            <a:extLst>
              <a:ext uri="{FF2B5EF4-FFF2-40B4-BE49-F238E27FC236}">
                <a16:creationId xmlns:a16="http://schemas.microsoft.com/office/drawing/2014/main" id="{7765E6D2-C32F-F6DB-8C77-5D4938C9D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4244257" y="3027636"/>
            <a:ext cx="796290" cy="651510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A19D18FE-4997-FD91-C9BE-0D9575CCE6BC}"/>
              </a:ext>
            </a:extLst>
          </p:cNvPr>
          <p:cNvSpPr txBox="1"/>
          <p:nvPr/>
        </p:nvSpPr>
        <p:spPr>
          <a:xfrm>
            <a:off x="4455063" y="2916592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B96F4B5-2FAB-88FA-8E69-E4DE5A430D25}"/>
              </a:ext>
            </a:extLst>
          </p:cNvPr>
          <p:cNvSpPr txBox="1"/>
          <p:nvPr/>
        </p:nvSpPr>
        <p:spPr>
          <a:xfrm>
            <a:off x="4451901" y="3627840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8F1EA0A-4FB8-4D17-BBC1-7E70E58FEBA3}"/>
              </a:ext>
            </a:extLst>
          </p:cNvPr>
          <p:cNvSpPr txBox="1"/>
          <p:nvPr/>
        </p:nvSpPr>
        <p:spPr>
          <a:xfrm>
            <a:off x="4386913" y="3272216"/>
            <a:ext cx="4493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INA128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152" name="그림 151">
            <a:extLst>
              <a:ext uri="{FF2B5EF4-FFF2-40B4-BE49-F238E27FC236}">
                <a16:creationId xmlns:a16="http://schemas.microsoft.com/office/drawing/2014/main" id="{37559FF3-49E6-EA6F-087C-C40FE3E46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0649" y="3239257"/>
            <a:ext cx="145429" cy="139397"/>
          </a:xfrm>
          <a:prstGeom prst="rect">
            <a:avLst/>
          </a:prstGeom>
        </p:spPr>
      </p:pic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93AB71E9-C99A-9221-82AF-61908922BD44}"/>
              </a:ext>
            </a:extLst>
          </p:cNvPr>
          <p:cNvCxnSpPr>
            <a:cxnSpLocks/>
          </p:cNvCxnSpPr>
          <p:nvPr/>
        </p:nvCxnSpPr>
        <p:spPr>
          <a:xfrm flipH="1">
            <a:off x="4028170" y="3461320"/>
            <a:ext cx="2849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043D127E-D382-5F72-15B8-DDC1C30701E6}"/>
              </a:ext>
            </a:extLst>
          </p:cNvPr>
          <p:cNvCxnSpPr>
            <a:cxnSpLocks/>
          </p:cNvCxnSpPr>
          <p:nvPr/>
        </p:nvCxnSpPr>
        <p:spPr>
          <a:xfrm flipH="1">
            <a:off x="4438910" y="2826807"/>
            <a:ext cx="389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7D7859E0-23DE-1700-13D2-321F4F50AFDD}"/>
              </a:ext>
            </a:extLst>
          </p:cNvPr>
          <p:cNvCxnSpPr>
            <a:cxnSpLocks/>
          </p:cNvCxnSpPr>
          <p:nvPr/>
        </p:nvCxnSpPr>
        <p:spPr>
          <a:xfrm>
            <a:off x="4438463" y="2826807"/>
            <a:ext cx="0" cy="2436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57AA5755-393F-9DA5-6384-031513F67F57}"/>
              </a:ext>
            </a:extLst>
          </p:cNvPr>
          <p:cNvCxnSpPr>
            <a:cxnSpLocks/>
          </p:cNvCxnSpPr>
          <p:nvPr/>
        </p:nvCxnSpPr>
        <p:spPr>
          <a:xfrm>
            <a:off x="4828401" y="2833780"/>
            <a:ext cx="0" cy="459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8" name="그림 187">
            <a:extLst>
              <a:ext uri="{FF2B5EF4-FFF2-40B4-BE49-F238E27FC236}">
                <a16:creationId xmlns:a16="http://schemas.microsoft.com/office/drawing/2014/main" id="{F96E3CAD-CBF5-0269-28FA-526B1009B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7014" y="2774521"/>
            <a:ext cx="265669" cy="107471"/>
          </a:xfrm>
          <a:prstGeom prst="rect">
            <a:avLst/>
          </a:prstGeom>
        </p:spPr>
      </p:pic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2C861CAD-56DF-74CC-048F-E549FD762C5C}"/>
              </a:ext>
            </a:extLst>
          </p:cNvPr>
          <p:cNvCxnSpPr>
            <a:cxnSpLocks/>
          </p:cNvCxnSpPr>
          <p:nvPr/>
        </p:nvCxnSpPr>
        <p:spPr>
          <a:xfrm flipH="1">
            <a:off x="4955869" y="3353391"/>
            <a:ext cx="5368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2" name="그림 201">
            <a:extLst>
              <a:ext uri="{FF2B5EF4-FFF2-40B4-BE49-F238E27FC236}">
                <a16:creationId xmlns:a16="http://schemas.microsoft.com/office/drawing/2014/main" id="{D4071936-3727-DF46-D905-0C3E97CE9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788008" y="3140328"/>
            <a:ext cx="796290" cy="651510"/>
          </a:xfrm>
          <a:prstGeom prst="rect">
            <a:avLst/>
          </a:prstGeom>
        </p:spPr>
      </p:pic>
      <p:sp>
        <p:nvSpPr>
          <p:cNvPr id="203" name="TextBox 202">
            <a:extLst>
              <a:ext uri="{FF2B5EF4-FFF2-40B4-BE49-F238E27FC236}">
                <a16:creationId xmlns:a16="http://schemas.microsoft.com/office/drawing/2014/main" id="{D5046F0C-EBC8-E59D-5A39-F96E3031B056}"/>
              </a:ext>
            </a:extLst>
          </p:cNvPr>
          <p:cNvSpPr txBox="1"/>
          <p:nvPr/>
        </p:nvSpPr>
        <p:spPr>
          <a:xfrm>
            <a:off x="5874330" y="2790156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680BB0F-DD11-0260-A1BF-D463A0C966FE}"/>
              </a:ext>
            </a:extLst>
          </p:cNvPr>
          <p:cNvSpPr txBox="1"/>
          <p:nvPr/>
        </p:nvSpPr>
        <p:spPr>
          <a:xfrm>
            <a:off x="5998814" y="3029284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A0E2775E-E20E-EC42-C94D-ED26E668D181}"/>
              </a:ext>
            </a:extLst>
          </p:cNvPr>
          <p:cNvSpPr txBox="1"/>
          <p:nvPr/>
        </p:nvSpPr>
        <p:spPr>
          <a:xfrm>
            <a:off x="5995652" y="3734182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8274B722-7470-E78E-A950-39E48BAE10BD}"/>
              </a:ext>
            </a:extLst>
          </p:cNvPr>
          <p:cNvSpPr txBox="1"/>
          <p:nvPr/>
        </p:nvSpPr>
        <p:spPr>
          <a:xfrm>
            <a:off x="5921139" y="3378558"/>
            <a:ext cx="49247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OPA827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207" name="그림 206">
            <a:extLst>
              <a:ext uri="{FF2B5EF4-FFF2-40B4-BE49-F238E27FC236}">
                <a16:creationId xmlns:a16="http://schemas.microsoft.com/office/drawing/2014/main" id="{3D56DBD3-500C-539A-EC49-21DB5E824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4416" y="3303960"/>
            <a:ext cx="265669" cy="107471"/>
          </a:xfrm>
          <a:prstGeom prst="rect">
            <a:avLst/>
          </a:prstGeom>
        </p:spPr>
      </p:pic>
      <p:pic>
        <p:nvPicPr>
          <p:cNvPr id="208" name="그림 207">
            <a:extLst>
              <a:ext uri="{FF2B5EF4-FFF2-40B4-BE49-F238E27FC236}">
                <a16:creationId xmlns:a16="http://schemas.microsoft.com/office/drawing/2014/main" id="{0B8403C8-545B-8511-9FB5-36CC87C1E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718074" y="3574861"/>
            <a:ext cx="145429" cy="139397"/>
          </a:xfrm>
          <a:prstGeom prst="rect">
            <a:avLst/>
          </a:prstGeom>
        </p:spPr>
      </p:pic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38C3EE6E-411D-70E1-10AF-F0D8C7E7B062}"/>
              </a:ext>
            </a:extLst>
          </p:cNvPr>
          <p:cNvCxnSpPr>
            <a:cxnSpLocks/>
          </p:cNvCxnSpPr>
          <p:nvPr/>
        </p:nvCxnSpPr>
        <p:spPr>
          <a:xfrm flipH="1">
            <a:off x="5781242" y="2986161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직선 연결선 209">
            <a:extLst>
              <a:ext uri="{FF2B5EF4-FFF2-40B4-BE49-F238E27FC236}">
                <a16:creationId xmlns:a16="http://schemas.microsoft.com/office/drawing/2014/main" id="{5B91BCF4-54A3-CFDE-6E8B-3CFE424AE4FC}"/>
              </a:ext>
            </a:extLst>
          </p:cNvPr>
          <p:cNvCxnSpPr>
            <a:cxnSpLocks/>
          </p:cNvCxnSpPr>
          <p:nvPr/>
        </p:nvCxnSpPr>
        <p:spPr>
          <a:xfrm>
            <a:off x="5780795" y="2992511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2FB9EF21-B817-115C-5D3C-08EECB733EA9}"/>
              </a:ext>
            </a:extLst>
          </p:cNvPr>
          <p:cNvCxnSpPr>
            <a:cxnSpLocks/>
          </p:cNvCxnSpPr>
          <p:nvPr/>
        </p:nvCxnSpPr>
        <p:spPr>
          <a:xfrm>
            <a:off x="6591063" y="2993134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2" name="그림 211">
            <a:extLst>
              <a:ext uri="{FF2B5EF4-FFF2-40B4-BE49-F238E27FC236}">
                <a16:creationId xmlns:a16="http://schemas.microsoft.com/office/drawing/2014/main" id="{89A31EBF-CA7C-AA1C-6467-66FE79AE69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467" y="2934086"/>
            <a:ext cx="265669" cy="107471"/>
          </a:xfrm>
          <a:prstGeom prst="rect">
            <a:avLst/>
          </a:prstGeom>
        </p:spPr>
      </p:pic>
      <p:sp>
        <p:nvSpPr>
          <p:cNvPr id="213" name="타원 212">
            <a:extLst>
              <a:ext uri="{FF2B5EF4-FFF2-40B4-BE49-F238E27FC236}">
                <a16:creationId xmlns:a16="http://schemas.microsoft.com/office/drawing/2014/main" id="{7B34E7DB-4586-C669-B2E4-F0BA70F839DD}"/>
              </a:ext>
            </a:extLst>
          </p:cNvPr>
          <p:cNvSpPr/>
          <p:nvPr/>
        </p:nvSpPr>
        <p:spPr>
          <a:xfrm>
            <a:off x="5763114" y="33342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214" name="타원 213">
            <a:extLst>
              <a:ext uri="{FF2B5EF4-FFF2-40B4-BE49-F238E27FC236}">
                <a16:creationId xmlns:a16="http://schemas.microsoft.com/office/drawing/2014/main" id="{B7461A64-3DD8-D0CD-5AD1-E418AE290847}"/>
              </a:ext>
            </a:extLst>
          </p:cNvPr>
          <p:cNvSpPr/>
          <p:nvPr/>
        </p:nvSpPr>
        <p:spPr>
          <a:xfrm>
            <a:off x="6574257" y="344073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pic>
        <p:nvPicPr>
          <p:cNvPr id="215" name="그림 214">
            <a:extLst>
              <a:ext uri="{FF2B5EF4-FFF2-40B4-BE49-F238E27FC236}">
                <a16:creationId xmlns:a16="http://schemas.microsoft.com/office/drawing/2014/main" id="{0B15296B-C4CA-F067-0587-1CE92E2C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777967" y="4435186"/>
            <a:ext cx="796290" cy="651510"/>
          </a:xfrm>
          <a:prstGeom prst="rect">
            <a:avLst/>
          </a:prstGeom>
        </p:spPr>
      </p:pic>
      <p:sp>
        <p:nvSpPr>
          <p:cNvPr id="216" name="TextBox 215">
            <a:extLst>
              <a:ext uri="{FF2B5EF4-FFF2-40B4-BE49-F238E27FC236}">
                <a16:creationId xmlns:a16="http://schemas.microsoft.com/office/drawing/2014/main" id="{3CB484FF-4E98-4148-78E0-F97DF5477725}"/>
              </a:ext>
            </a:extLst>
          </p:cNvPr>
          <p:cNvSpPr txBox="1"/>
          <p:nvPr/>
        </p:nvSpPr>
        <p:spPr>
          <a:xfrm>
            <a:off x="5864289" y="4085014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61B02D7-D786-6384-43AE-94C389E8CEB9}"/>
              </a:ext>
            </a:extLst>
          </p:cNvPr>
          <p:cNvSpPr txBox="1"/>
          <p:nvPr/>
        </p:nvSpPr>
        <p:spPr>
          <a:xfrm>
            <a:off x="5988773" y="4324142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73EC52BF-5922-2D4A-A41C-27E5298AC031}"/>
              </a:ext>
            </a:extLst>
          </p:cNvPr>
          <p:cNvSpPr txBox="1"/>
          <p:nvPr/>
        </p:nvSpPr>
        <p:spPr>
          <a:xfrm>
            <a:off x="5978810" y="5009752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95133AD3-D6D4-19EB-48B5-813FB8267262}"/>
              </a:ext>
            </a:extLst>
          </p:cNvPr>
          <p:cNvSpPr txBox="1"/>
          <p:nvPr/>
        </p:nvSpPr>
        <p:spPr>
          <a:xfrm>
            <a:off x="5898473" y="4666257"/>
            <a:ext cx="511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OPA827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222" name="직선 연결선 221">
            <a:extLst>
              <a:ext uri="{FF2B5EF4-FFF2-40B4-BE49-F238E27FC236}">
                <a16:creationId xmlns:a16="http://schemas.microsoft.com/office/drawing/2014/main" id="{07EAF7C7-B26A-E4E8-CC05-226EF7F915F2}"/>
              </a:ext>
            </a:extLst>
          </p:cNvPr>
          <p:cNvCxnSpPr>
            <a:cxnSpLocks/>
          </p:cNvCxnSpPr>
          <p:nvPr/>
        </p:nvCxnSpPr>
        <p:spPr>
          <a:xfrm flipH="1">
            <a:off x="5775964" y="4281019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CC4A7DF2-08DD-FFF6-40A1-8697272608AA}"/>
              </a:ext>
            </a:extLst>
          </p:cNvPr>
          <p:cNvCxnSpPr>
            <a:cxnSpLocks/>
          </p:cNvCxnSpPr>
          <p:nvPr/>
        </p:nvCxnSpPr>
        <p:spPr>
          <a:xfrm>
            <a:off x="5775517" y="4287369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72AD543D-38F0-FC41-43A6-1A5257DBB097}"/>
              </a:ext>
            </a:extLst>
          </p:cNvPr>
          <p:cNvCxnSpPr>
            <a:cxnSpLocks/>
          </p:cNvCxnSpPr>
          <p:nvPr/>
        </p:nvCxnSpPr>
        <p:spPr>
          <a:xfrm>
            <a:off x="6581022" y="4287992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" name="그림 224">
            <a:extLst>
              <a:ext uri="{FF2B5EF4-FFF2-40B4-BE49-F238E27FC236}">
                <a16:creationId xmlns:a16="http://schemas.microsoft.com/office/drawing/2014/main" id="{EC894564-12F8-8D93-D489-99BCBC97DB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426" y="4228944"/>
            <a:ext cx="265669" cy="107471"/>
          </a:xfrm>
          <a:prstGeom prst="rect">
            <a:avLst/>
          </a:prstGeom>
        </p:spPr>
      </p:pic>
      <p:sp>
        <p:nvSpPr>
          <p:cNvPr id="226" name="타원 225">
            <a:extLst>
              <a:ext uri="{FF2B5EF4-FFF2-40B4-BE49-F238E27FC236}">
                <a16:creationId xmlns:a16="http://schemas.microsoft.com/office/drawing/2014/main" id="{D9F1C78C-2267-357C-DFA9-E6E5BDCDBBF4}"/>
              </a:ext>
            </a:extLst>
          </p:cNvPr>
          <p:cNvSpPr/>
          <p:nvPr/>
        </p:nvSpPr>
        <p:spPr>
          <a:xfrm>
            <a:off x="5286335" y="333364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227" name="타원 226">
            <a:extLst>
              <a:ext uri="{FF2B5EF4-FFF2-40B4-BE49-F238E27FC236}">
                <a16:creationId xmlns:a16="http://schemas.microsoft.com/office/drawing/2014/main" id="{8BEF4915-09F7-8C4F-085C-8E005AF4E7D2}"/>
              </a:ext>
            </a:extLst>
          </p:cNvPr>
          <p:cNvSpPr/>
          <p:nvPr/>
        </p:nvSpPr>
        <p:spPr>
          <a:xfrm>
            <a:off x="6564216" y="47355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DC7FA44B-7680-DB6E-2743-FC98116213D5}"/>
              </a:ext>
            </a:extLst>
          </p:cNvPr>
          <p:cNvCxnSpPr>
            <a:cxnSpLocks/>
          </p:cNvCxnSpPr>
          <p:nvPr/>
        </p:nvCxnSpPr>
        <p:spPr>
          <a:xfrm>
            <a:off x="5308791" y="3352556"/>
            <a:ext cx="0" cy="15194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7AD83A9D-AD58-CC70-83D6-E419FC64CFE2}"/>
              </a:ext>
            </a:extLst>
          </p:cNvPr>
          <p:cNvCxnSpPr>
            <a:cxnSpLocks/>
          </p:cNvCxnSpPr>
          <p:nvPr/>
        </p:nvCxnSpPr>
        <p:spPr>
          <a:xfrm flipH="1">
            <a:off x="5308791" y="4871985"/>
            <a:ext cx="4739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26F61B27-FBAC-04B5-D94B-92C763094861}"/>
              </a:ext>
            </a:extLst>
          </p:cNvPr>
          <p:cNvSpPr txBox="1"/>
          <p:nvPr/>
        </p:nvSpPr>
        <p:spPr>
          <a:xfrm>
            <a:off x="7937420" y="4727622"/>
            <a:ext cx="81530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 16  (CH_A)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0.5 (CH_B)  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231" name="직선 연결선 230">
            <a:extLst>
              <a:ext uri="{FF2B5EF4-FFF2-40B4-BE49-F238E27FC236}">
                <a16:creationId xmlns:a16="http://schemas.microsoft.com/office/drawing/2014/main" id="{F7AC3D76-34F3-7D4D-EACF-16D7C2E495C9}"/>
              </a:ext>
            </a:extLst>
          </p:cNvPr>
          <p:cNvCxnSpPr>
            <a:cxnSpLocks/>
          </p:cNvCxnSpPr>
          <p:nvPr/>
        </p:nvCxnSpPr>
        <p:spPr>
          <a:xfrm>
            <a:off x="7075683" y="3461320"/>
            <a:ext cx="0" cy="2987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235F18FD-B362-89DE-189F-ADD786B81F98}"/>
              </a:ext>
            </a:extLst>
          </p:cNvPr>
          <p:cNvCxnSpPr>
            <a:cxnSpLocks/>
          </p:cNvCxnSpPr>
          <p:nvPr/>
        </p:nvCxnSpPr>
        <p:spPr>
          <a:xfrm>
            <a:off x="7075683" y="4497635"/>
            <a:ext cx="0" cy="2677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D1741D25-D672-C5AE-2EA3-691F8E297A68}"/>
              </a:ext>
            </a:extLst>
          </p:cNvPr>
          <p:cNvSpPr/>
          <p:nvPr/>
        </p:nvSpPr>
        <p:spPr>
          <a:xfrm>
            <a:off x="9720137" y="3327922"/>
            <a:ext cx="1105270" cy="12820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8838660-923B-9F2A-B8BC-5DF83FC18BB4}"/>
              </a:ext>
            </a:extLst>
          </p:cNvPr>
          <p:cNvSpPr txBox="1"/>
          <p:nvPr/>
        </p:nvSpPr>
        <p:spPr>
          <a:xfrm>
            <a:off x="9895385" y="3168870"/>
            <a:ext cx="6503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ADC3660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7075D32-E4F9-885B-4747-7BA99A0A2825}"/>
              </a:ext>
            </a:extLst>
          </p:cNvPr>
          <p:cNvSpPr txBox="1"/>
          <p:nvPr/>
        </p:nvSpPr>
        <p:spPr>
          <a:xfrm>
            <a:off x="9796459" y="4383059"/>
            <a:ext cx="7863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VCM (0.95V)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93ED87F7-9579-3A2D-9EF4-3C703CEF72F4}"/>
              </a:ext>
            </a:extLst>
          </p:cNvPr>
          <p:cNvSpPr txBox="1"/>
          <p:nvPr/>
        </p:nvSpPr>
        <p:spPr>
          <a:xfrm>
            <a:off x="9721792" y="3605293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Vin+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01191DD-044E-A54F-3BDD-D7A268EF1A6A}"/>
              </a:ext>
            </a:extLst>
          </p:cNvPr>
          <p:cNvSpPr txBox="1"/>
          <p:nvPr/>
        </p:nvSpPr>
        <p:spPr>
          <a:xfrm>
            <a:off x="9714411" y="4111764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Vin-</a:t>
            </a:r>
          </a:p>
        </p:txBody>
      </p:sp>
      <p:cxnSp>
        <p:nvCxnSpPr>
          <p:cNvPr id="241" name="직선 연결선 240">
            <a:extLst>
              <a:ext uri="{FF2B5EF4-FFF2-40B4-BE49-F238E27FC236}">
                <a16:creationId xmlns:a16="http://schemas.microsoft.com/office/drawing/2014/main" id="{8A24A008-C010-5A69-C455-41564FF67C4A}"/>
              </a:ext>
            </a:extLst>
          </p:cNvPr>
          <p:cNvCxnSpPr>
            <a:cxnSpLocks/>
          </p:cNvCxnSpPr>
          <p:nvPr/>
        </p:nvCxnSpPr>
        <p:spPr>
          <a:xfrm flipH="1">
            <a:off x="8746372" y="3692496"/>
            <a:ext cx="9680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17620862-CF62-8863-F2BD-769DFB7FB241}"/>
              </a:ext>
            </a:extLst>
          </p:cNvPr>
          <p:cNvCxnSpPr>
            <a:cxnSpLocks/>
          </p:cNvCxnSpPr>
          <p:nvPr/>
        </p:nvCxnSpPr>
        <p:spPr>
          <a:xfrm flipH="1">
            <a:off x="8752722" y="4189329"/>
            <a:ext cx="9680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29008EE8-48F9-968B-91E9-858D2D5CC0BD}"/>
              </a:ext>
            </a:extLst>
          </p:cNvPr>
          <p:cNvSpPr txBox="1"/>
          <p:nvPr/>
        </p:nvSpPr>
        <p:spPr>
          <a:xfrm>
            <a:off x="9658576" y="4629658"/>
            <a:ext cx="2533423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1. ADC3660 (16-bit ADC)</a:t>
            </a:r>
          </a:p>
          <a:p>
            <a:r>
              <a:rPr lang="en-US" altLang="ko-KR" sz="1000" b="1" dirty="0">
                <a:latin typeface="+mn-ea"/>
              </a:rPr>
              <a:t>    - input FS : 3.2Vpp, 48.8uV</a:t>
            </a:r>
          </a:p>
          <a:p>
            <a:r>
              <a:rPr lang="en-US" altLang="ko-KR" sz="1000" b="1" dirty="0">
                <a:latin typeface="+mn-ea"/>
              </a:rPr>
              <a:t>    - </a:t>
            </a:r>
            <a:r>
              <a:rPr lang="en-US" altLang="ko-KR" sz="1000" b="1" dirty="0" err="1">
                <a:latin typeface="+mn-ea"/>
              </a:rPr>
              <a:t>Vref</a:t>
            </a:r>
            <a:r>
              <a:rPr lang="en-US" altLang="ko-KR" sz="1000" b="1" dirty="0">
                <a:latin typeface="+mn-ea"/>
              </a:rPr>
              <a:t>       : 1.6V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2. L-LPC Operating Range (used range)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   - input range : 2.0Vpp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   - Vin+/-        : 0.95V ± 0.5V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                        (0.45 – 1.45V)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95129D60-8B33-833B-B371-9B18BFFE0CCF}"/>
              </a:ext>
            </a:extLst>
          </p:cNvPr>
          <p:cNvSpPr txBox="1"/>
          <p:nvPr/>
        </p:nvSpPr>
        <p:spPr>
          <a:xfrm>
            <a:off x="4386912" y="2475753"/>
            <a:ext cx="110583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NA    (x 1.0) or 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49.9K (x 2.0)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38125915-97EA-6AC7-9F8E-9247D920BC56}"/>
              </a:ext>
            </a:extLst>
          </p:cNvPr>
          <p:cNvGrpSpPr/>
          <p:nvPr/>
        </p:nvGrpSpPr>
        <p:grpSpPr>
          <a:xfrm>
            <a:off x="8018103" y="2150846"/>
            <a:ext cx="1372794" cy="896899"/>
            <a:chOff x="8484828" y="2150846"/>
            <a:chExt cx="1372794" cy="896899"/>
          </a:xfrm>
        </p:grpSpPr>
        <p:pic>
          <p:nvPicPr>
            <p:cNvPr id="247" name="그림 246">
              <a:extLst>
                <a:ext uri="{FF2B5EF4-FFF2-40B4-BE49-F238E27FC236}">
                  <a16:creationId xmlns:a16="http://schemas.microsoft.com/office/drawing/2014/main" id="{6E91EF22-18F9-ECFA-84A7-AAE4D7C2FD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9261"/>
            <a:stretch/>
          </p:blipFill>
          <p:spPr>
            <a:xfrm>
              <a:off x="9000372" y="2173388"/>
              <a:ext cx="857250" cy="621748"/>
            </a:xfrm>
            <a:prstGeom prst="rect">
              <a:avLst/>
            </a:prstGeom>
          </p:spPr>
        </p:pic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F20908F0-F22F-7C8D-ECAA-D47B99206B49}"/>
                </a:ext>
              </a:extLst>
            </p:cNvPr>
            <p:cNvSpPr txBox="1"/>
            <p:nvPr/>
          </p:nvSpPr>
          <p:spPr>
            <a:xfrm>
              <a:off x="8484828" y="2527220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b="1" dirty="0" err="1">
                  <a:solidFill>
                    <a:srgbClr val="0000FF"/>
                  </a:solidFill>
                  <a:latin typeface="+mn-ea"/>
                </a:rPr>
                <a:t>Vdiff</a:t>
              </a:r>
              <a:endParaRPr lang="ko-KR" altLang="en-US" sz="1000" b="1" dirty="0">
                <a:solidFill>
                  <a:srgbClr val="0000FF"/>
                </a:solidFill>
                <a:latin typeface="+mn-ea"/>
              </a:endParaRPr>
            </a:p>
          </p:txBody>
        </p:sp>
        <p:cxnSp>
          <p:nvCxnSpPr>
            <p:cNvPr id="273" name="직선 연결선 272">
              <a:extLst>
                <a:ext uri="{FF2B5EF4-FFF2-40B4-BE49-F238E27FC236}">
                  <a16:creationId xmlns:a16="http://schemas.microsoft.com/office/drawing/2014/main" id="{37838AC2-C8D7-3456-1979-62A30A8F8468}"/>
                </a:ext>
              </a:extLst>
            </p:cNvPr>
            <p:cNvCxnSpPr>
              <a:cxnSpLocks/>
            </p:cNvCxnSpPr>
            <p:nvPr/>
          </p:nvCxnSpPr>
          <p:spPr>
            <a:xfrm>
              <a:off x="9018470" y="2150846"/>
              <a:ext cx="0" cy="896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AAB811DD-F346-C9D8-5415-FEB273748845}"/>
                </a:ext>
              </a:extLst>
            </p:cNvPr>
            <p:cNvSpPr txBox="1"/>
            <p:nvPr/>
          </p:nvSpPr>
          <p:spPr>
            <a:xfrm>
              <a:off x="8515906" y="2150846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1.0V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EBA6A7C9-DD64-FB0F-11B7-D45B6353C764}"/>
                </a:ext>
              </a:extLst>
            </p:cNvPr>
            <p:cNvSpPr txBox="1"/>
            <p:nvPr/>
          </p:nvSpPr>
          <p:spPr>
            <a:xfrm>
              <a:off x="8514770" y="2565382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283" name="직선 연결선 282">
              <a:extLst>
                <a:ext uri="{FF2B5EF4-FFF2-40B4-BE49-F238E27FC236}">
                  <a16:creationId xmlns:a16="http://schemas.microsoft.com/office/drawing/2014/main" id="{6D5A0007-09C8-9C9F-BBC8-196B38A3A8B9}"/>
                </a:ext>
              </a:extLst>
            </p:cNvPr>
            <p:cNvCxnSpPr>
              <a:cxnSpLocks/>
            </p:cNvCxnSpPr>
            <p:nvPr/>
          </p:nvCxnSpPr>
          <p:spPr>
            <a:xfrm>
              <a:off x="9034786" y="2217590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연결선 284">
              <a:extLst>
                <a:ext uri="{FF2B5EF4-FFF2-40B4-BE49-F238E27FC236}">
                  <a16:creationId xmlns:a16="http://schemas.microsoft.com/office/drawing/2014/main" id="{08A090B3-EDDE-87FB-EE2A-D25D251CE87E}"/>
                </a:ext>
              </a:extLst>
            </p:cNvPr>
            <p:cNvCxnSpPr>
              <a:cxnSpLocks/>
            </p:cNvCxnSpPr>
            <p:nvPr/>
          </p:nvCxnSpPr>
          <p:spPr>
            <a:xfrm>
              <a:off x="9034786" y="2984664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2F55F5B8-40AA-A098-0A79-71AE073EA7C1}"/>
                </a:ext>
              </a:extLst>
            </p:cNvPr>
            <p:cNvSpPr txBox="1"/>
            <p:nvPr/>
          </p:nvSpPr>
          <p:spPr>
            <a:xfrm>
              <a:off x="8532165" y="2893857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-1.0V</a:t>
              </a:r>
              <a:endParaRPr lang="ko-KR" altLang="en-US" sz="1000" dirty="0">
                <a:latin typeface="+mn-ea"/>
              </a:endParaRPr>
            </a:p>
          </p:txBody>
        </p:sp>
      </p:grpSp>
      <p:cxnSp>
        <p:nvCxnSpPr>
          <p:cNvPr id="287" name="직선 연결선 286">
            <a:extLst>
              <a:ext uri="{FF2B5EF4-FFF2-40B4-BE49-F238E27FC236}">
                <a16:creationId xmlns:a16="http://schemas.microsoft.com/office/drawing/2014/main" id="{38F23B5A-C74A-77A3-647E-85553B43BC9B}"/>
              </a:ext>
            </a:extLst>
          </p:cNvPr>
          <p:cNvCxnSpPr>
            <a:cxnSpLocks/>
          </p:cNvCxnSpPr>
          <p:nvPr/>
        </p:nvCxnSpPr>
        <p:spPr>
          <a:xfrm>
            <a:off x="9099634" y="3054605"/>
            <a:ext cx="0" cy="1134724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직선 연결선 287">
            <a:extLst>
              <a:ext uri="{FF2B5EF4-FFF2-40B4-BE49-F238E27FC236}">
                <a16:creationId xmlns:a16="http://schemas.microsoft.com/office/drawing/2014/main" id="{133F1D64-154D-DFA2-74A3-820D7C17AA76}"/>
              </a:ext>
            </a:extLst>
          </p:cNvPr>
          <p:cNvCxnSpPr>
            <a:cxnSpLocks/>
          </p:cNvCxnSpPr>
          <p:nvPr/>
        </p:nvCxnSpPr>
        <p:spPr>
          <a:xfrm>
            <a:off x="9095173" y="3142184"/>
            <a:ext cx="0" cy="546201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081714C5-F72A-DE87-D501-13A5AB612DC4}"/>
              </a:ext>
            </a:extLst>
          </p:cNvPr>
          <p:cNvSpPr txBox="1"/>
          <p:nvPr/>
        </p:nvSpPr>
        <p:spPr>
          <a:xfrm>
            <a:off x="9513609" y="2340766"/>
            <a:ext cx="267839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Upper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half of ADC FS is being used</a:t>
            </a:r>
          </a:p>
          <a:p>
            <a:r>
              <a:rPr lang="en-US" altLang="ko-KR" sz="10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ADC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(pos) : 0x0000 - 0x7FFF (valid data)</a:t>
            </a:r>
          </a:p>
          <a:p>
            <a:r>
              <a:rPr lang="en-US" altLang="ko-KR" sz="10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ADC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(neg) : 0x8000 - 0xFFFF (treated as 0)</a:t>
            </a:r>
          </a:p>
        </p:txBody>
      </p: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9C82207-27CE-F2E8-7788-10DCB028A3D8}"/>
              </a:ext>
            </a:extLst>
          </p:cNvPr>
          <p:cNvGrpSpPr/>
          <p:nvPr/>
        </p:nvGrpSpPr>
        <p:grpSpPr>
          <a:xfrm>
            <a:off x="7879842" y="625121"/>
            <a:ext cx="1955623" cy="690274"/>
            <a:chOff x="8346567" y="625121"/>
            <a:chExt cx="1955623" cy="690274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E73BE507-AB50-DC61-65CF-2EF7630F0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00372" y="625121"/>
              <a:ext cx="857250" cy="418513"/>
            </a:xfrm>
            <a:prstGeom prst="rect">
              <a:avLst/>
            </a:prstGeom>
          </p:spPr>
        </p:pic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5A06DB3E-7D7A-5184-91C0-CA8B4FAF0B3C}"/>
                </a:ext>
              </a:extLst>
            </p:cNvPr>
            <p:cNvSpPr txBox="1"/>
            <p:nvPr/>
          </p:nvSpPr>
          <p:spPr>
            <a:xfrm>
              <a:off x="8346567" y="865014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</a:rPr>
                <a:t>Vin+</a:t>
              </a:r>
              <a:endParaRPr lang="ko-KR" altLang="en-US" sz="1000" b="1" dirty="0">
                <a:solidFill>
                  <a:srgbClr val="0000FF"/>
                </a:solidFill>
                <a:latin typeface="+mn-ea"/>
              </a:endParaRP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88125931-98AC-C209-60D0-7CB2CFAB9335}"/>
                </a:ext>
              </a:extLst>
            </p:cNvPr>
            <p:cNvSpPr txBox="1"/>
            <p:nvPr/>
          </p:nvSpPr>
          <p:spPr>
            <a:xfrm>
              <a:off x="8520668" y="884284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0.95V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1724AFE5-30E6-337D-63DD-A55A7C182164}"/>
                </a:ext>
              </a:extLst>
            </p:cNvPr>
            <p:cNvCxnSpPr>
              <a:cxnSpLocks/>
            </p:cNvCxnSpPr>
            <p:nvPr/>
          </p:nvCxnSpPr>
          <p:spPr>
            <a:xfrm>
              <a:off x="9023232" y="625121"/>
              <a:ext cx="0" cy="6902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4EDB244B-1A5F-9DF1-8230-901B1F25FEEA}"/>
                </a:ext>
              </a:extLst>
            </p:cNvPr>
            <p:cNvCxnSpPr>
              <a:cxnSpLocks/>
            </p:cNvCxnSpPr>
            <p:nvPr/>
          </p:nvCxnSpPr>
          <p:spPr>
            <a:xfrm>
              <a:off x="9022213" y="1307775"/>
              <a:ext cx="89044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8A23977E-157F-F7E3-6C06-65C778372AF0}"/>
                </a:ext>
              </a:extLst>
            </p:cNvPr>
            <p:cNvSpPr txBox="1"/>
            <p:nvPr/>
          </p:nvSpPr>
          <p:spPr>
            <a:xfrm>
              <a:off x="8520668" y="625383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1.45V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06F0BF5E-0F08-769D-65B9-F02330BDE4D4}"/>
                </a:ext>
              </a:extLst>
            </p:cNvPr>
            <p:cNvSpPr txBox="1"/>
            <p:nvPr/>
          </p:nvSpPr>
          <p:spPr>
            <a:xfrm>
              <a:off x="8520668" y="1136355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0.45V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4E5798F4-1492-B76B-58D5-2F5E1692C028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48" y="683735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연결선 256">
              <a:extLst>
                <a:ext uri="{FF2B5EF4-FFF2-40B4-BE49-F238E27FC236}">
                  <a16:creationId xmlns:a16="http://schemas.microsoft.com/office/drawing/2014/main" id="{57654C47-33A7-D07B-71E1-11BF7960AEDE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48" y="1204907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4D9910C6-754D-058D-8E62-3EB1EC34E7C5}"/>
                </a:ext>
              </a:extLst>
            </p:cNvPr>
            <p:cNvCxnSpPr>
              <a:cxnSpLocks/>
            </p:cNvCxnSpPr>
            <p:nvPr/>
          </p:nvCxnSpPr>
          <p:spPr>
            <a:xfrm>
              <a:off x="9800273" y="683735"/>
              <a:ext cx="0" cy="278290"/>
            </a:xfrm>
            <a:prstGeom prst="line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5F1F681B-3584-C387-11B2-8342831DD9FB}"/>
                </a:ext>
              </a:extLst>
            </p:cNvPr>
            <p:cNvSpPr txBox="1"/>
            <p:nvPr/>
          </p:nvSpPr>
          <p:spPr>
            <a:xfrm>
              <a:off x="9852860" y="746057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00FF"/>
                  </a:solidFill>
                  <a:latin typeface="+mn-ea"/>
                </a:rPr>
                <a:t>0.5Vpp</a:t>
              </a:r>
              <a:endParaRPr lang="ko-KR" altLang="en-US" sz="1000" dirty="0">
                <a:solidFill>
                  <a:srgbClr val="0000FF"/>
                </a:solidFill>
                <a:latin typeface="+mn-ea"/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AFC9598-3911-053A-5C56-3AC2159998E2}"/>
              </a:ext>
            </a:extLst>
          </p:cNvPr>
          <p:cNvGrpSpPr/>
          <p:nvPr/>
        </p:nvGrpSpPr>
        <p:grpSpPr>
          <a:xfrm>
            <a:off x="7895386" y="1379155"/>
            <a:ext cx="1940079" cy="706024"/>
            <a:chOff x="8362111" y="1379155"/>
            <a:chExt cx="1940079" cy="706024"/>
          </a:xfrm>
        </p:grpSpPr>
        <p:pic>
          <p:nvPicPr>
            <p:cNvPr id="269" name="그림 268">
              <a:extLst>
                <a:ext uri="{FF2B5EF4-FFF2-40B4-BE49-F238E27FC236}">
                  <a16:creationId xmlns:a16="http://schemas.microsoft.com/office/drawing/2014/main" id="{601E50D3-9041-CD87-1FCF-829E2D0FE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V="1">
              <a:off x="9000439" y="1624757"/>
              <a:ext cx="857250" cy="418513"/>
            </a:xfrm>
            <a:prstGeom prst="rect">
              <a:avLst/>
            </a:prstGeom>
          </p:spPr>
        </p:pic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163BA50F-841A-8E40-CE0B-17D6A61EEFDB}"/>
                </a:ext>
              </a:extLst>
            </p:cNvPr>
            <p:cNvSpPr txBox="1"/>
            <p:nvPr/>
          </p:nvSpPr>
          <p:spPr>
            <a:xfrm>
              <a:off x="8362111" y="1618950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</a:rPr>
                <a:t>Vin-</a:t>
              </a:r>
              <a:endParaRPr lang="ko-KR" altLang="en-US" sz="1000" b="1" dirty="0">
                <a:solidFill>
                  <a:srgbClr val="0000FF"/>
                </a:solidFill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B77C9B49-3AF9-B878-6531-FF17FD6DD94D}"/>
                </a:ext>
              </a:extLst>
            </p:cNvPr>
            <p:cNvSpPr txBox="1"/>
            <p:nvPr/>
          </p:nvSpPr>
          <p:spPr>
            <a:xfrm>
              <a:off x="8515973" y="1638056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0.95V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6D7A78D9-C010-BC05-FF55-8F3B56A313CB}"/>
                </a:ext>
              </a:extLst>
            </p:cNvPr>
            <p:cNvCxnSpPr>
              <a:cxnSpLocks/>
            </p:cNvCxnSpPr>
            <p:nvPr/>
          </p:nvCxnSpPr>
          <p:spPr>
            <a:xfrm>
              <a:off x="9018537" y="1379155"/>
              <a:ext cx="0" cy="70602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FEC79641-ED1D-E02D-3FB0-36295C14903F}"/>
                </a:ext>
              </a:extLst>
            </p:cNvPr>
            <p:cNvCxnSpPr>
              <a:cxnSpLocks/>
            </p:cNvCxnSpPr>
            <p:nvPr/>
          </p:nvCxnSpPr>
          <p:spPr>
            <a:xfrm>
              <a:off x="9017518" y="2082322"/>
              <a:ext cx="89044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8D6C0AE9-0C50-B468-52FF-3AD2A6B539CA}"/>
                </a:ext>
              </a:extLst>
            </p:cNvPr>
            <p:cNvSpPr txBox="1"/>
            <p:nvPr/>
          </p:nvSpPr>
          <p:spPr>
            <a:xfrm>
              <a:off x="8515973" y="1379155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1.45V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B1FE4FC7-9F3D-7C06-260D-3127973A65E2}"/>
                </a:ext>
              </a:extLst>
            </p:cNvPr>
            <p:cNvSpPr txBox="1"/>
            <p:nvPr/>
          </p:nvSpPr>
          <p:spPr>
            <a:xfrm>
              <a:off x="8515973" y="1890127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0.45V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A4908E34-3FFD-2ED7-A16E-084310ABC034}"/>
                </a:ext>
              </a:extLst>
            </p:cNvPr>
            <p:cNvCxnSpPr>
              <a:cxnSpLocks/>
            </p:cNvCxnSpPr>
            <p:nvPr/>
          </p:nvCxnSpPr>
          <p:spPr>
            <a:xfrm>
              <a:off x="9034853" y="1445899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직선 연결선 266">
              <a:extLst>
                <a:ext uri="{FF2B5EF4-FFF2-40B4-BE49-F238E27FC236}">
                  <a16:creationId xmlns:a16="http://schemas.microsoft.com/office/drawing/2014/main" id="{CE5F4321-F3A5-ECFE-0554-9FF66E90F9B7}"/>
                </a:ext>
              </a:extLst>
            </p:cNvPr>
            <p:cNvCxnSpPr>
              <a:cxnSpLocks/>
            </p:cNvCxnSpPr>
            <p:nvPr/>
          </p:nvCxnSpPr>
          <p:spPr>
            <a:xfrm>
              <a:off x="9034853" y="1974691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직선 연결선 293">
              <a:extLst>
                <a:ext uri="{FF2B5EF4-FFF2-40B4-BE49-F238E27FC236}">
                  <a16:creationId xmlns:a16="http://schemas.microsoft.com/office/drawing/2014/main" id="{A11D0535-FE6F-CB22-856A-DBC9809C579A}"/>
                </a:ext>
              </a:extLst>
            </p:cNvPr>
            <p:cNvCxnSpPr>
              <a:cxnSpLocks/>
            </p:cNvCxnSpPr>
            <p:nvPr/>
          </p:nvCxnSpPr>
          <p:spPr>
            <a:xfrm>
              <a:off x="9792212" y="1697055"/>
              <a:ext cx="0" cy="278290"/>
            </a:xfrm>
            <a:prstGeom prst="line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D00D2001-C84E-784D-176E-9AE434DDF47B}"/>
                </a:ext>
              </a:extLst>
            </p:cNvPr>
            <p:cNvSpPr txBox="1"/>
            <p:nvPr/>
          </p:nvSpPr>
          <p:spPr>
            <a:xfrm>
              <a:off x="9852860" y="1759256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00FF"/>
                  </a:solidFill>
                  <a:latin typeface="+mn-ea"/>
                </a:rPr>
                <a:t>0.5Vpp</a:t>
              </a:r>
              <a:endParaRPr lang="ko-KR" altLang="en-US" sz="1000" dirty="0">
                <a:solidFill>
                  <a:srgbClr val="0000FF"/>
                </a:solidFill>
                <a:latin typeface="+mn-ea"/>
              </a:endParaRPr>
            </a:p>
          </p:txBody>
        </p: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3F15FB0A-2F7E-142C-8B92-E5FF9872C81F}"/>
              </a:ext>
            </a:extLst>
          </p:cNvPr>
          <p:cNvSpPr txBox="1"/>
          <p:nvPr/>
        </p:nvSpPr>
        <p:spPr>
          <a:xfrm>
            <a:off x="5906597" y="5143027"/>
            <a:ext cx="84234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-2~2V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15992F3E-93E1-6280-1107-537ED92809C1}"/>
              </a:ext>
            </a:extLst>
          </p:cNvPr>
          <p:cNvSpPr txBox="1"/>
          <p:nvPr/>
        </p:nvSpPr>
        <p:spPr>
          <a:xfrm>
            <a:off x="2911686" y="3848459"/>
            <a:ext cx="79629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-2~2V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C469BF23-8C10-ED0C-7780-B6958D3327E0}"/>
              </a:ext>
            </a:extLst>
          </p:cNvPr>
          <p:cNvSpPr txBox="1"/>
          <p:nvPr/>
        </p:nvSpPr>
        <p:spPr>
          <a:xfrm>
            <a:off x="4190947" y="3810092"/>
            <a:ext cx="97218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-3.6~3.6V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9E51FB43-F32B-57FB-90DB-42B8E547A9BD}"/>
              </a:ext>
            </a:extLst>
          </p:cNvPr>
          <p:cNvSpPr txBox="1"/>
          <p:nvPr/>
        </p:nvSpPr>
        <p:spPr>
          <a:xfrm>
            <a:off x="1259821" y="3801242"/>
            <a:ext cx="88985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0.1~4.4V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B74C8A6B-9FD7-8889-1223-D3B7E90D07E0}"/>
              </a:ext>
            </a:extLst>
          </p:cNvPr>
          <p:cNvGrpSpPr/>
          <p:nvPr/>
        </p:nvGrpSpPr>
        <p:grpSpPr>
          <a:xfrm>
            <a:off x="6397167" y="1820946"/>
            <a:ext cx="1341651" cy="651863"/>
            <a:chOff x="6865523" y="1791780"/>
            <a:chExt cx="1341651" cy="651863"/>
          </a:xfrm>
        </p:grpSpPr>
        <p:pic>
          <p:nvPicPr>
            <p:cNvPr id="253" name="그림 252">
              <a:extLst>
                <a:ext uri="{FF2B5EF4-FFF2-40B4-BE49-F238E27FC236}">
                  <a16:creationId xmlns:a16="http://schemas.microsoft.com/office/drawing/2014/main" id="{763C16D4-FCE1-763C-4833-D994F6AE0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V="1">
              <a:off x="7349924" y="1791780"/>
              <a:ext cx="857250" cy="647700"/>
            </a:xfrm>
            <a:prstGeom prst="rect">
              <a:avLst/>
            </a:prstGeom>
          </p:spPr>
        </p:pic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8DF71949-FB26-0BEE-CE0B-3EE087956094}"/>
                </a:ext>
              </a:extLst>
            </p:cNvPr>
            <p:cNvCxnSpPr>
              <a:cxnSpLocks/>
            </p:cNvCxnSpPr>
            <p:nvPr/>
          </p:nvCxnSpPr>
          <p:spPr>
            <a:xfrm>
              <a:off x="7371161" y="1906031"/>
              <a:ext cx="0" cy="5376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연결선 304">
              <a:extLst>
                <a:ext uri="{FF2B5EF4-FFF2-40B4-BE49-F238E27FC236}">
                  <a16:creationId xmlns:a16="http://schemas.microsoft.com/office/drawing/2014/main" id="{A2F15A28-C001-7861-C853-0AC042BD4DE0}"/>
                </a:ext>
              </a:extLst>
            </p:cNvPr>
            <p:cNvCxnSpPr>
              <a:cxnSpLocks/>
            </p:cNvCxnSpPr>
            <p:nvPr/>
          </p:nvCxnSpPr>
          <p:spPr>
            <a:xfrm>
              <a:off x="7387477" y="2333155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0B093483-5C8C-CFDD-0755-2E64D69C09D4}"/>
                </a:ext>
              </a:extLst>
            </p:cNvPr>
            <p:cNvSpPr txBox="1"/>
            <p:nvPr/>
          </p:nvSpPr>
          <p:spPr>
            <a:xfrm>
              <a:off x="6865523" y="1849113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0V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18258E4C-0130-9F68-53C5-E91E3B20B339}"/>
                </a:ext>
              </a:extLst>
            </p:cNvPr>
            <p:cNvSpPr txBox="1"/>
            <p:nvPr/>
          </p:nvSpPr>
          <p:spPr>
            <a:xfrm>
              <a:off x="6882707" y="2247591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-1.0V</a:t>
              </a:r>
              <a:endParaRPr lang="ko-KR" altLang="en-US" sz="1000" dirty="0">
                <a:latin typeface="+mn-ea"/>
              </a:endParaRPr>
            </a:p>
          </p:txBody>
        </p:sp>
      </p:grp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CE28355C-79F5-C623-FFF6-F498D972B692}"/>
              </a:ext>
            </a:extLst>
          </p:cNvPr>
          <p:cNvCxnSpPr>
            <a:cxnSpLocks/>
          </p:cNvCxnSpPr>
          <p:nvPr/>
        </p:nvCxnSpPr>
        <p:spPr>
          <a:xfrm flipH="1">
            <a:off x="6828352" y="2443643"/>
            <a:ext cx="486848" cy="1006240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79091733-54C8-6B66-55D7-4FC50A909A75}"/>
              </a:ext>
            </a:extLst>
          </p:cNvPr>
          <p:cNvGrpSpPr/>
          <p:nvPr/>
        </p:nvGrpSpPr>
        <p:grpSpPr>
          <a:xfrm>
            <a:off x="6652611" y="5429801"/>
            <a:ext cx="1328139" cy="647700"/>
            <a:chOff x="6900261" y="5429801"/>
            <a:chExt cx="1328139" cy="647700"/>
          </a:xfrm>
        </p:grpSpPr>
        <p:pic>
          <p:nvPicPr>
            <p:cNvPr id="252" name="그림 251">
              <a:extLst>
                <a:ext uri="{FF2B5EF4-FFF2-40B4-BE49-F238E27FC236}">
                  <a16:creationId xmlns:a16="http://schemas.microsoft.com/office/drawing/2014/main" id="{FDEAAEB3-0E80-F492-5A85-BE7BC582C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71150" y="5429801"/>
              <a:ext cx="857250" cy="647700"/>
            </a:xfrm>
            <a:prstGeom prst="rect">
              <a:avLst/>
            </a:prstGeom>
          </p:spPr>
        </p:pic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5E566E9F-4B2B-CD78-D23C-643AF329C3E7}"/>
                </a:ext>
              </a:extLst>
            </p:cNvPr>
            <p:cNvSpPr txBox="1"/>
            <p:nvPr/>
          </p:nvSpPr>
          <p:spPr>
            <a:xfrm>
              <a:off x="6900261" y="5872433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0V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5520FE8F-3317-2811-8D6D-4961DD8F8DDE}"/>
                </a:ext>
              </a:extLst>
            </p:cNvPr>
            <p:cNvSpPr txBox="1"/>
            <p:nvPr/>
          </p:nvSpPr>
          <p:spPr>
            <a:xfrm>
              <a:off x="6916633" y="5463957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1.0V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313" name="직선 연결선 312">
              <a:extLst>
                <a:ext uri="{FF2B5EF4-FFF2-40B4-BE49-F238E27FC236}">
                  <a16:creationId xmlns:a16="http://schemas.microsoft.com/office/drawing/2014/main" id="{C2E3C0B9-2546-E469-8019-AD73B84673D5}"/>
                </a:ext>
              </a:extLst>
            </p:cNvPr>
            <p:cNvCxnSpPr>
              <a:cxnSpLocks/>
            </p:cNvCxnSpPr>
            <p:nvPr/>
          </p:nvCxnSpPr>
          <p:spPr>
            <a:xfrm>
              <a:off x="7410326" y="5543156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" name="직선 연결선 313">
            <a:extLst>
              <a:ext uri="{FF2B5EF4-FFF2-40B4-BE49-F238E27FC236}">
                <a16:creationId xmlns:a16="http://schemas.microsoft.com/office/drawing/2014/main" id="{2D663930-CC54-129D-7674-0BEF9E80F66C}"/>
              </a:ext>
            </a:extLst>
          </p:cNvPr>
          <p:cNvCxnSpPr>
            <a:cxnSpLocks/>
          </p:cNvCxnSpPr>
          <p:nvPr/>
        </p:nvCxnSpPr>
        <p:spPr>
          <a:xfrm flipH="1" flipV="1">
            <a:off x="6858988" y="4781310"/>
            <a:ext cx="456212" cy="648491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8D65C26E-5BB1-8808-16B1-826953860CF2}"/>
              </a:ext>
            </a:extLst>
          </p:cNvPr>
          <p:cNvGrpSpPr/>
          <p:nvPr/>
        </p:nvGrpSpPr>
        <p:grpSpPr>
          <a:xfrm>
            <a:off x="3926974" y="4326043"/>
            <a:ext cx="1328139" cy="647700"/>
            <a:chOff x="4174624" y="4326043"/>
            <a:chExt cx="1328139" cy="647700"/>
          </a:xfrm>
        </p:grpSpPr>
        <p:pic>
          <p:nvPicPr>
            <p:cNvPr id="318" name="그림 317">
              <a:extLst>
                <a:ext uri="{FF2B5EF4-FFF2-40B4-BE49-F238E27FC236}">
                  <a16:creationId xmlns:a16="http://schemas.microsoft.com/office/drawing/2014/main" id="{03683E03-2D98-AC71-9EE8-7B4427844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5513" y="4326043"/>
              <a:ext cx="857250" cy="647700"/>
            </a:xfrm>
            <a:prstGeom prst="rect">
              <a:avLst/>
            </a:prstGeom>
          </p:spPr>
        </p:pic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47E3F74E-827B-DB68-9DA4-FB4F1E3D6C46}"/>
                </a:ext>
              </a:extLst>
            </p:cNvPr>
            <p:cNvSpPr txBox="1"/>
            <p:nvPr/>
          </p:nvSpPr>
          <p:spPr>
            <a:xfrm>
              <a:off x="4174624" y="4768675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0V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5274B51D-4E50-01C5-758E-8A9021CA5D12}"/>
                </a:ext>
              </a:extLst>
            </p:cNvPr>
            <p:cNvSpPr txBox="1"/>
            <p:nvPr/>
          </p:nvSpPr>
          <p:spPr>
            <a:xfrm>
              <a:off x="4190996" y="4360199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1.0V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322" name="직선 연결선 321">
              <a:extLst>
                <a:ext uri="{FF2B5EF4-FFF2-40B4-BE49-F238E27FC236}">
                  <a16:creationId xmlns:a16="http://schemas.microsoft.com/office/drawing/2014/main" id="{E2DC8ACA-B112-E0FA-0947-D0AB32115ED2}"/>
                </a:ext>
              </a:extLst>
            </p:cNvPr>
            <p:cNvCxnSpPr>
              <a:cxnSpLocks/>
            </p:cNvCxnSpPr>
            <p:nvPr/>
          </p:nvCxnSpPr>
          <p:spPr>
            <a:xfrm>
              <a:off x="4684689" y="4431778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3" name="직선 연결선 322">
            <a:extLst>
              <a:ext uri="{FF2B5EF4-FFF2-40B4-BE49-F238E27FC236}">
                <a16:creationId xmlns:a16="http://schemas.microsoft.com/office/drawing/2014/main" id="{1886C85F-77BC-5345-B514-3AA015E10A9E}"/>
              </a:ext>
            </a:extLst>
          </p:cNvPr>
          <p:cNvCxnSpPr>
            <a:cxnSpLocks/>
          </p:cNvCxnSpPr>
          <p:nvPr/>
        </p:nvCxnSpPr>
        <p:spPr>
          <a:xfrm flipV="1">
            <a:off x="5178913" y="3390479"/>
            <a:ext cx="0" cy="992580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720DAE23-4F79-4600-2AAC-133A9D0194D5}"/>
              </a:ext>
            </a:extLst>
          </p:cNvPr>
          <p:cNvGrpSpPr/>
          <p:nvPr/>
        </p:nvGrpSpPr>
        <p:grpSpPr>
          <a:xfrm>
            <a:off x="2576278" y="4316826"/>
            <a:ext cx="1328139" cy="647700"/>
            <a:chOff x="2823928" y="4316826"/>
            <a:chExt cx="1328139" cy="647700"/>
          </a:xfrm>
        </p:grpSpPr>
        <p:pic>
          <p:nvPicPr>
            <p:cNvPr id="324" name="그림 323">
              <a:extLst>
                <a:ext uri="{FF2B5EF4-FFF2-40B4-BE49-F238E27FC236}">
                  <a16:creationId xmlns:a16="http://schemas.microsoft.com/office/drawing/2014/main" id="{5D1D5159-A17F-7F30-BA3B-FD8BB0E50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94817" y="4316826"/>
              <a:ext cx="857250" cy="647700"/>
            </a:xfrm>
            <a:prstGeom prst="rect">
              <a:avLst/>
            </a:prstGeom>
          </p:spPr>
        </p:pic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238B628F-1D6A-4C34-85D8-D3F7EC98DDD5}"/>
                </a:ext>
              </a:extLst>
            </p:cNvPr>
            <p:cNvSpPr txBox="1"/>
            <p:nvPr/>
          </p:nvSpPr>
          <p:spPr>
            <a:xfrm>
              <a:off x="2823928" y="4759458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0V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6F38C63B-1729-A012-1E57-B629526003AC}"/>
                </a:ext>
              </a:extLst>
            </p:cNvPr>
            <p:cNvSpPr txBox="1"/>
            <p:nvPr/>
          </p:nvSpPr>
          <p:spPr>
            <a:xfrm>
              <a:off x="2840300" y="4350982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1.0V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327" name="직선 연결선 326">
              <a:extLst>
                <a:ext uri="{FF2B5EF4-FFF2-40B4-BE49-F238E27FC236}">
                  <a16:creationId xmlns:a16="http://schemas.microsoft.com/office/drawing/2014/main" id="{78EAE759-B09B-B1EC-268C-631FC37E1EE8}"/>
                </a:ext>
              </a:extLst>
            </p:cNvPr>
            <p:cNvCxnSpPr>
              <a:cxnSpLocks/>
            </p:cNvCxnSpPr>
            <p:nvPr/>
          </p:nvCxnSpPr>
          <p:spPr>
            <a:xfrm>
              <a:off x="3333993" y="4430181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8" name="직선 연결선 327">
            <a:extLst>
              <a:ext uri="{FF2B5EF4-FFF2-40B4-BE49-F238E27FC236}">
                <a16:creationId xmlns:a16="http://schemas.microsoft.com/office/drawing/2014/main" id="{1D7E84D7-5E0E-C8C3-158B-A561044648F9}"/>
              </a:ext>
            </a:extLst>
          </p:cNvPr>
          <p:cNvCxnSpPr>
            <a:cxnSpLocks/>
          </p:cNvCxnSpPr>
          <p:nvPr/>
        </p:nvCxnSpPr>
        <p:spPr>
          <a:xfrm flipV="1">
            <a:off x="3669030" y="3482184"/>
            <a:ext cx="435463" cy="900875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E56DE8F3-10A0-8404-7421-E0426B2ABA76}"/>
              </a:ext>
            </a:extLst>
          </p:cNvPr>
          <p:cNvCxnSpPr>
            <a:cxnSpLocks/>
          </p:cNvCxnSpPr>
          <p:nvPr/>
        </p:nvCxnSpPr>
        <p:spPr>
          <a:xfrm>
            <a:off x="3734632" y="2401479"/>
            <a:ext cx="0" cy="1048404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직선 연결선 341">
            <a:extLst>
              <a:ext uri="{FF2B5EF4-FFF2-40B4-BE49-F238E27FC236}">
                <a16:creationId xmlns:a16="http://schemas.microsoft.com/office/drawing/2014/main" id="{A778E29B-C91F-7590-43B1-783B81148F04}"/>
              </a:ext>
            </a:extLst>
          </p:cNvPr>
          <p:cNvCxnSpPr>
            <a:cxnSpLocks/>
          </p:cNvCxnSpPr>
          <p:nvPr/>
        </p:nvCxnSpPr>
        <p:spPr>
          <a:xfrm>
            <a:off x="2149672" y="2453539"/>
            <a:ext cx="0" cy="880103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E491FDE5-8137-AC20-7980-3AFD43857F96}"/>
              </a:ext>
            </a:extLst>
          </p:cNvPr>
          <p:cNvGrpSpPr/>
          <p:nvPr/>
        </p:nvGrpSpPr>
        <p:grpSpPr>
          <a:xfrm>
            <a:off x="1136005" y="1747416"/>
            <a:ext cx="1440273" cy="651863"/>
            <a:chOff x="1383655" y="1747416"/>
            <a:chExt cx="1440273" cy="651863"/>
          </a:xfrm>
        </p:grpSpPr>
        <p:pic>
          <p:nvPicPr>
            <p:cNvPr id="336" name="그림 335">
              <a:extLst>
                <a:ext uri="{FF2B5EF4-FFF2-40B4-BE49-F238E27FC236}">
                  <a16:creationId xmlns:a16="http://schemas.microsoft.com/office/drawing/2014/main" id="{1B7BDF7F-47BF-2618-2A84-AE9DA5290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V="1">
              <a:off x="1860148" y="1747416"/>
              <a:ext cx="857250" cy="647700"/>
            </a:xfrm>
            <a:prstGeom prst="rect">
              <a:avLst/>
            </a:prstGeom>
          </p:spPr>
        </p:pic>
        <p:cxnSp>
          <p:nvCxnSpPr>
            <p:cNvPr id="337" name="직선 연결선 336">
              <a:extLst>
                <a:ext uri="{FF2B5EF4-FFF2-40B4-BE49-F238E27FC236}">
                  <a16:creationId xmlns:a16="http://schemas.microsoft.com/office/drawing/2014/main" id="{9DD06437-F80A-AB42-2E2F-7AFA646E2859}"/>
                </a:ext>
              </a:extLst>
            </p:cNvPr>
            <p:cNvCxnSpPr>
              <a:cxnSpLocks/>
            </p:cNvCxnSpPr>
            <p:nvPr/>
          </p:nvCxnSpPr>
          <p:spPr>
            <a:xfrm>
              <a:off x="1881385" y="1861667"/>
              <a:ext cx="0" cy="5376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TextBox 339">
              <a:extLst>
                <a:ext uri="{FF2B5EF4-FFF2-40B4-BE49-F238E27FC236}">
                  <a16:creationId xmlns:a16="http://schemas.microsoft.com/office/drawing/2014/main" id="{67AAE1DF-89D5-E024-E520-0526360D293B}"/>
                </a:ext>
              </a:extLst>
            </p:cNvPr>
            <p:cNvSpPr txBox="1"/>
            <p:nvPr/>
          </p:nvSpPr>
          <p:spPr>
            <a:xfrm>
              <a:off x="1389450" y="2208211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0V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B57F6480-D5B6-2ED6-5F0C-FAF67FC0ED3D}"/>
                </a:ext>
              </a:extLst>
            </p:cNvPr>
            <p:cNvSpPr txBox="1"/>
            <p:nvPr/>
          </p:nvSpPr>
          <p:spPr>
            <a:xfrm>
              <a:off x="1383655" y="1815086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1.0V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344" name="직선 연결선 343">
              <a:extLst>
                <a:ext uri="{FF2B5EF4-FFF2-40B4-BE49-F238E27FC236}">
                  <a16:creationId xmlns:a16="http://schemas.microsoft.com/office/drawing/2014/main" id="{E2AAF1C8-E121-CDE9-3129-543B450DFC5E}"/>
                </a:ext>
              </a:extLst>
            </p:cNvPr>
            <p:cNvCxnSpPr>
              <a:cxnSpLocks/>
            </p:cNvCxnSpPr>
            <p:nvPr/>
          </p:nvCxnSpPr>
          <p:spPr>
            <a:xfrm>
              <a:off x="1873877" y="2293519"/>
              <a:ext cx="89044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연결선 345">
              <a:extLst>
                <a:ext uri="{FF2B5EF4-FFF2-40B4-BE49-F238E27FC236}">
                  <a16:creationId xmlns:a16="http://schemas.microsoft.com/office/drawing/2014/main" id="{41043D9E-E90A-3339-9449-BB1896B5BA0F}"/>
                </a:ext>
              </a:extLst>
            </p:cNvPr>
            <p:cNvCxnSpPr>
              <a:cxnSpLocks/>
            </p:cNvCxnSpPr>
            <p:nvPr/>
          </p:nvCxnSpPr>
          <p:spPr>
            <a:xfrm>
              <a:off x="1873765" y="1873837"/>
              <a:ext cx="950163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7" name="직선 연결선 346">
            <a:extLst>
              <a:ext uri="{FF2B5EF4-FFF2-40B4-BE49-F238E27FC236}">
                <a16:creationId xmlns:a16="http://schemas.microsoft.com/office/drawing/2014/main" id="{7DAD210F-48C4-FB9F-F5ED-0117A0C0928B}"/>
              </a:ext>
            </a:extLst>
          </p:cNvPr>
          <p:cNvCxnSpPr>
            <a:cxnSpLocks/>
          </p:cNvCxnSpPr>
          <p:nvPr/>
        </p:nvCxnSpPr>
        <p:spPr>
          <a:xfrm>
            <a:off x="1934674" y="1533043"/>
            <a:ext cx="0" cy="323742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Box 347">
            <a:extLst>
              <a:ext uri="{FF2B5EF4-FFF2-40B4-BE49-F238E27FC236}">
                <a16:creationId xmlns:a16="http://schemas.microsoft.com/office/drawing/2014/main" id="{7DEA3A77-1680-5B64-6580-363CD77B080E}"/>
              </a:ext>
            </a:extLst>
          </p:cNvPr>
          <p:cNvSpPr txBox="1"/>
          <p:nvPr/>
        </p:nvSpPr>
        <p:spPr>
          <a:xfrm>
            <a:off x="574050" y="1203451"/>
            <a:ext cx="367020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Base line voltage : max.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1.0V @laser beam max intensity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                         typ. 0.75V</a:t>
            </a: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412E521D-99F6-4C0D-E17B-1F5043A273DC}"/>
              </a:ext>
            </a:extLst>
          </p:cNvPr>
          <p:cNvGrpSpPr/>
          <p:nvPr/>
        </p:nvGrpSpPr>
        <p:grpSpPr>
          <a:xfrm>
            <a:off x="2768754" y="1787982"/>
            <a:ext cx="1375747" cy="647700"/>
            <a:chOff x="3016404" y="1787982"/>
            <a:chExt cx="1375747" cy="647700"/>
          </a:xfrm>
        </p:grpSpPr>
        <p:pic>
          <p:nvPicPr>
            <p:cNvPr id="329" name="그림 328">
              <a:extLst>
                <a:ext uri="{FF2B5EF4-FFF2-40B4-BE49-F238E27FC236}">
                  <a16:creationId xmlns:a16="http://schemas.microsoft.com/office/drawing/2014/main" id="{19789C0B-C5BB-19DB-EFB0-C38915EEA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80091" y="1787982"/>
              <a:ext cx="857250" cy="647700"/>
            </a:xfrm>
            <a:prstGeom prst="rect">
              <a:avLst/>
            </a:prstGeom>
          </p:spPr>
        </p:pic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2DC8085-5750-4718-D99B-848645E37D7D}"/>
                </a:ext>
              </a:extLst>
            </p:cNvPr>
            <p:cNvSpPr txBox="1"/>
            <p:nvPr/>
          </p:nvSpPr>
          <p:spPr>
            <a:xfrm>
              <a:off x="3016404" y="1808598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0V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296906BB-A0E5-9EE9-BEA1-113A85E08903}"/>
                </a:ext>
              </a:extLst>
            </p:cNvPr>
            <p:cNvSpPr txBox="1"/>
            <p:nvPr/>
          </p:nvSpPr>
          <p:spPr>
            <a:xfrm>
              <a:off x="3021042" y="2224062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latin typeface="+mn-ea"/>
                </a:rPr>
                <a:t>-1.0V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349" name="직선 연결선 348">
              <a:extLst>
                <a:ext uri="{FF2B5EF4-FFF2-40B4-BE49-F238E27FC236}">
                  <a16:creationId xmlns:a16="http://schemas.microsoft.com/office/drawing/2014/main" id="{51ABED30-6F29-157B-4D6F-CCA7F83995C3}"/>
                </a:ext>
              </a:extLst>
            </p:cNvPr>
            <p:cNvCxnSpPr>
              <a:cxnSpLocks/>
            </p:cNvCxnSpPr>
            <p:nvPr/>
          </p:nvCxnSpPr>
          <p:spPr>
            <a:xfrm>
              <a:off x="3501707" y="1881686"/>
              <a:ext cx="89044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0" name="TextBox 349">
            <a:extLst>
              <a:ext uri="{FF2B5EF4-FFF2-40B4-BE49-F238E27FC236}">
                <a16:creationId xmlns:a16="http://schemas.microsoft.com/office/drawing/2014/main" id="{0543EA55-5741-1C56-21FD-F421ED6879D4}"/>
              </a:ext>
            </a:extLst>
          </p:cNvPr>
          <p:cNvSpPr txBox="1"/>
          <p:nvPr/>
        </p:nvSpPr>
        <p:spPr>
          <a:xfrm>
            <a:off x="5103346" y="5415410"/>
            <a:ext cx="18868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Single ended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 Differential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- overall gain = x 2.0</a:t>
            </a:r>
            <a:endParaRPr lang="en-US" altLang="ko-KR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8B4D6EBC-FAC9-0678-F526-69DE323DE414}"/>
              </a:ext>
            </a:extLst>
          </p:cNvPr>
          <p:cNvSpPr txBox="1"/>
          <p:nvPr/>
        </p:nvSpPr>
        <p:spPr>
          <a:xfrm>
            <a:off x="495064" y="571280"/>
            <a:ext cx="6253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L-LPC : Modified Analog Frontend Gain Plan</a:t>
            </a:r>
            <a:endParaRPr lang="ko-KR" altLang="en-US" b="1" dirty="0">
              <a:latin typeface="+mn-ea"/>
            </a:endParaRPr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44C64CA4-3B26-DCFF-44A9-7E61EFA7DE51}"/>
              </a:ext>
            </a:extLst>
          </p:cNvPr>
          <p:cNvSpPr/>
          <p:nvPr/>
        </p:nvSpPr>
        <p:spPr>
          <a:xfrm>
            <a:off x="5480908" y="2762730"/>
            <a:ext cx="1268038" cy="2568339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1118B73-BAED-7A8D-A8FD-A45993DE2647}"/>
              </a:ext>
            </a:extLst>
          </p:cNvPr>
          <p:cNvGrpSpPr/>
          <p:nvPr/>
        </p:nvGrpSpPr>
        <p:grpSpPr>
          <a:xfrm>
            <a:off x="8417708" y="5693984"/>
            <a:ext cx="3347122" cy="827845"/>
            <a:chOff x="8417708" y="5693984"/>
            <a:chExt cx="3347122" cy="827845"/>
          </a:xfrm>
        </p:grpSpPr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D5919FA3-C27B-8944-0075-5D3793AF3CDD}"/>
                </a:ext>
              </a:extLst>
            </p:cNvPr>
            <p:cNvSpPr txBox="1"/>
            <p:nvPr/>
          </p:nvSpPr>
          <p:spPr>
            <a:xfrm>
              <a:off x="8533647" y="5733210"/>
              <a:ext cx="323118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Vin+   1.75V     1.45V     0.95V     0.45V     0.25V</a:t>
              </a:r>
            </a:p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Vin-    0.15V     0.45V     0.95V     1.45V     1.65V</a:t>
              </a:r>
            </a:p>
            <a:p>
              <a:r>
                <a:rPr lang="en-US" altLang="ko-KR" sz="1000" b="1" dirty="0" err="1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Vdiff</a:t>
              </a:r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   +1.60     +1.00     0          -1.00      -1.60</a:t>
              </a:r>
            </a:p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ADC    0x7FFF   0x5000   0x0000   0xB000   0x8000</a:t>
              </a:r>
            </a:p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          (32767)  (20480)     </a:t>
              </a:r>
            </a:p>
          </p:txBody>
        </p: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FE0EB6A6-FE3F-3376-A409-D336AED5A838}"/>
                </a:ext>
              </a:extLst>
            </p:cNvPr>
            <p:cNvCxnSpPr>
              <a:cxnSpLocks/>
            </p:cNvCxnSpPr>
            <p:nvPr/>
          </p:nvCxnSpPr>
          <p:spPr>
            <a:xfrm>
              <a:off x="8419308" y="5893672"/>
              <a:ext cx="3196641" cy="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DD8524BD-2D9A-5695-6D36-7B6911C2F16D}"/>
                </a:ext>
              </a:extLst>
            </p:cNvPr>
            <p:cNvCxnSpPr>
              <a:cxnSpLocks/>
            </p:cNvCxnSpPr>
            <p:nvPr/>
          </p:nvCxnSpPr>
          <p:spPr>
            <a:xfrm>
              <a:off x="10045528" y="5733210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60035E5-5600-9F4E-8C0D-B0720AAA9B1A}"/>
                </a:ext>
              </a:extLst>
            </p:cNvPr>
            <p:cNvCxnSpPr>
              <a:cxnSpLocks/>
            </p:cNvCxnSpPr>
            <p:nvPr/>
          </p:nvCxnSpPr>
          <p:spPr>
            <a:xfrm>
              <a:off x="8417708" y="6046072"/>
              <a:ext cx="3196641" cy="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F3D74FC-6DDC-3A52-26B2-EEF545F64ED3}"/>
                </a:ext>
              </a:extLst>
            </p:cNvPr>
            <p:cNvCxnSpPr>
              <a:cxnSpLocks/>
            </p:cNvCxnSpPr>
            <p:nvPr/>
          </p:nvCxnSpPr>
          <p:spPr>
            <a:xfrm>
              <a:off x="8425726" y="6198472"/>
              <a:ext cx="3196641" cy="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583403A-B8F4-74DE-1462-D11756B13D6A}"/>
                </a:ext>
              </a:extLst>
            </p:cNvPr>
            <p:cNvSpPr/>
            <p:nvPr/>
          </p:nvSpPr>
          <p:spPr>
            <a:xfrm>
              <a:off x="8464386" y="5693984"/>
              <a:ext cx="2110498" cy="827845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2C52273-9EAE-074F-9397-54BEF50694F7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09" y="5733210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CEA1AF8B-572B-A3AF-F400-1791E5C824C1}"/>
                </a:ext>
              </a:extLst>
            </p:cNvPr>
            <p:cNvCxnSpPr>
              <a:cxnSpLocks/>
            </p:cNvCxnSpPr>
            <p:nvPr/>
          </p:nvCxnSpPr>
          <p:spPr>
            <a:xfrm>
              <a:off x="8910459" y="5723187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BC9E903-DB56-B8D3-9D7B-9261BCD362D9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791" y="5733210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B6C3DD4-770D-FBC0-C2A0-89D766EFE2F8}"/>
                </a:ext>
              </a:extLst>
            </p:cNvPr>
            <p:cNvCxnSpPr>
              <a:cxnSpLocks/>
            </p:cNvCxnSpPr>
            <p:nvPr/>
          </p:nvCxnSpPr>
          <p:spPr>
            <a:xfrm>
              <a:off x="11135241" y="5733210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6093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B1D75DA-89C2-4820-B4EC-13EDDAFD04BA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H-sensor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Analog Frontend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3 / 4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8F1FC590-2F8D-C26F-A2A6-987D53FAAC93}"/>
              </a:ext>
            </a:extLst>
          </p:cNvPr>
          <p:cNvSpPr txBox="1"/>
          <p:nvPr/>
        </p:nvSpPr>
        <p:spPr>
          <a:xfrm>
            <a:off x="4884567" y="4410195"/>
            <a:ext cx="389318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Notch</a:t>
            </a:r>
          </a:p>
          <a:p>
            <a:pPr algn="ctr"/>
            <a:r>
              <a:rPr lang="en-US" altLang="ko-KR" sz="1000" b="1" dirty="0">
                <a:latin typeface="+mn-ea"/>
              </a:rPr>
              <a:t>Filter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CD31AF1C-DD32-ED40-5DC2-CA1155CD29FB}"/>
              </a:ext>
            </a:extLst>
          </p:cNvPr>
          <p:cNvSpPr txBox="1"/>
          <p:nvPr/>
        </p:nvSpPr>
        <p:spPr>
          <a:xfrm>
            <a:off x="4885300" y="2183760"/>
            <a:ext cx="389318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Notch</a:t>
            </a:r>
          </a:p>
          <a:p>
            <a:pPr algn="ctr"/>
            <a:r>
              <a:rPr lang="en-US" altLang="ko-KR" sz="1000" b="1" dirty="0">
                <a:latin typeface="+mn-ea"/>
              </a:rPr>
              <a:t>Filter</a:t>
            </a:r>
          </a:p>
        </p:txBody>
      </p:sp>
      <p:sp>
        <p:nvSpPr>
          <p:cNvPr id="300" name="화살표: 굽음 299">
            <a:extLst>
              <a:ext uri="{FF2B5EF4-FFF2-40B4-BE49-F238E27FC236}">
                <a16:creationId xmlns:a16="http://schemas.microsoft.com/office/drawing/2014/main" id="{13AA30F0-96F0-D76A-3FD5-63D0E6E81EF1}"/>
              </a:ext>
            </a:extLst>
          </p:cNvPr>
          <p:cNvSpPr/>
          <p:nvPr/>
        </p:nvSpPr>
        <p:spPr>
          <a:xfrm>
            <a:off x="1903351" y="1291897"/>
            <a:ext cx="6670925" cy="2000434"/>
          </a:xfrm>
          <a:prstGeom prst="bentArrow">
            <a:avLst>
              <a:gd name="adj1" fmla="val 7490"/>
              <a:gd name="adj2" fmla="val 8341"/>
              <a:gd name="adj3" fmla="val 14446"/>
              <a:gd name="adj4" fmla="val 16918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01" name="직선 연결선 300">
            <a:extLst>
              <a:ext uri="{FF2B5EF4-FFF2-40B4-BE49-F238E27FC236}">
                <a16:creationId xmlns:a16="http://schemas.microsoft.com/office/drawing/2014/main" id="{C92664F5-53AE-991C-4F05-C8BAE8B73296}"/>
              </a:ext>
            </a:extLst>
          </p:cNvPr>
          <p:cNvCxnSpPr>
            <a:cxnSpLocks/>
          </p:cNvCxnSpPr>
          <p:nvPr/>
        </p:nvCxnSpPr>
        <p:spPr>
          <a:xfrm flipH="1">
            <a:off x="2157446" y="2337820"/>
            <a:ext cx="4603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AD16A6BC-1858-C276-2A3D-A0343414F72D}"/>
              </a:ext>
            </a:extLst>
          </p:cNvPr>
          <p:cNvCxnSpPr>
            <a:cxnSpLocks/>
          </p:cNvCxnSpPr>
          <p:nvPr/>
        </p:nvCxnSpPr>
        <p:spPr>
          <a:xfrm>
            <a:off x="2154092" y="1181826"/>
            <a:ext cx="0" cy="3378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연결선 304">
            <a:extLst>
              <a:ext uri="{FF2B5EF4-FFF2-40B4-BE49-F238E27FC236}">
                <a16:creationId xmlns:a16="http://schemas.microsoft.com/office/drawing/2014/main" id="{52F03F6E-429B-6B9E-9D84-7B0278B4B5DA}"/>
              </a:ext>
            </a:extLst>
          </p:cNvPr>
          <p:cNvCxnSpPr>
            <a:cxnSpLocks/>
          </p:cNvCxnSpPr>
          <p:nvPr/>
        </p:nvCxnSpPr>
        <p:spPr>
          <a:xfrm flipH="1">
            <a:off x="2154092" y="4565677"/>
            <a:ext cx="10779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타원 305">
            <a:extLst>
              <a:ext uri="{FF2B5EF4-FFF2-40B4-BE49-F238E27FC236}">
                <a16:creationId xmlns:a16="http://schemas.microsoft.com/office/drawing/2014/main" id="{F660DACF-97A6-2DB6-85C4-E671977C8B52}"/>
              </a:ext>
            </a:extLst>
          </p:cNvPr>
          <p:cNvSpPr/>
          <p:nvPr/>
        </p:nvSpPr>
        <p:spPr>
          <a:xfrm>
            <a:off x="2131472" y="356894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A4D4ED81-3D8F-3C4F-09FF-56B322F9194A}"/>
              </a:ext>
            </a:extLst>
          </p:cNvPr>
          <p:cNvSpPr txBox="1"/>
          <p:nvPr/>
        </p:nvSpPr>
        <p:spPr>
          <a:xfrm>
            <a:off x="5342691" y="1573163"/>
            <a:ext cx="16798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Single ended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differential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(Overall  gain = 2.0)</a:t>
            </a:r>
          </a:p>
        </p:txBody>
      </p:sp>
      <p:cxnSp>
        <p:nvCxnSpPr>
          <p:cNvPr id="308" name="직선 연결선 307">
            <a:extLst>
              <a:ext uri="{FF2B5EF4-FFF2-40B4-BE49-F238E27FC236}">
                <a16:creationId xmlns:a16="http://schemas.microsoft.com/office/drawing/2014/main" id="{1FACDE3D-D602-86C7-CAB2-4C41BAC819BB}"/>
              </a:ext>
            </a:extLst>
          </p:cNvPr>
          <p:cNvCxnSpPr>
            <a:cxnSpLocks/>
          </p:cNvCxnSpPr>
          <p:nvPr/>
        </p:nvCxnSpPr>
        <p:spPr>
          <a:xfrm flipH="1">
            <a:off x="4678359" y="4566227"/>
            <a:ext cx="7352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2508B280-5E43-B923-6C56-DC4179AB65D0}"/>
              </a:ext>
            </a:extLst>
          </p:cNvPr>
          <p:cNvSpPr/>
          <p:nvPr/>
        </p:nvSpPr>
        <p:spPr>
          <a:xfrm>
            <a:off x="9673346" y="1778564"/>
            <a:ext cx="2289817" cy="38235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14FC8D68-82B5-01B0-9D6B-460D2E195E1F}"/>
              </a:ext>
            </a:extLst>
          </p:cNvPr>
          <p:cNvSpPr txBox="1"/>
          <p:nvPr/>
        </p:nvSpPr>
        <p:spPr>
          <a:xfrm>
            <a:off x="10393438" y="1613284"/>
            <a:ext cx="660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ADC3660</a:t>
            </a:r>
          </a:p>
        </p:txBody>
      </p: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481E768F-3664-1D0F-AA71-EFB9988030B5}"/>
              </a:ext>
            </a:extLst>
          </p:cNvPr>
          <p:cNvCxnSpPr>
            <a:cxnSpLocks/>
          </p:cNvCxnSpPr>
          <p:nvPr/>
        </p:nvCxnSpPr>
        <p:spPr>
          <a:xfrm flipH="1">
            <a:off x="8279150" y="3650539"/>
            <a:ext cx="13941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타원 312">
            <a:extLst>
              <a:ext uri="{FF2B5EF4-FFF2-40B4-BE49-F238E27FC236}">
                <a16:creationId xmlns:a16="http://schemas.microsoft.com/office/drawing/2014/main" id="{D873BE44-2A14-BF8E-1917-A5686DC54A91}"/>
              </a:ext>
            </a:extLst>
          </p:cNvPr>
          <p:cNvSpPr/>
          <p:nvPr/>
        </p:nvSpPr>
        <p:spPr>
          <a:xfrm>
            <a:off x="8279150" y="36253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3813D3ED-99E7-D5AB-0473-0FF0EEF8FE4D}"/>
              </a:ext>
            </a:extLst>
          </p:cNvPr>
          <p:cNvSpPr txBox="1"/>
          <p:nvPr/>
        </p:nvSpPr>
        <p:spPr>
          <a:xfrm>
            <a:off x="9714703" y="3575923"/>
            <a:ext cx="5965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VCM (0.95V)</a:t>
            </a:r>
          </a:p>
        </p:txBody>
      </p:sp>
      <p:cxnSp>
        <p:nvCxnSpPr>
          <p:cNvPr id="315" name="직선 연결선 314">
            <a:extLst>
              <a:ext uri="{FF2B5EF4-FFF2-40B4-BE49-F238E27FC236}">
                <a16:creationId xmlns:a16="http://schemas.microsoft.com/office/drawing/2014/main" id="{D68A2EA0-C199-802A-61C9-5DBA2058F085}"/>
              </a:ext>
            </a:extLst>
          </p:cNvPr>
          <p:cNvCxnSpPr>
            <a:cxnSpLocks/>
          </p:cNvCxnSpPr>
          <p:nvPr/>
        </p:nvCxnSpPr>
        <p:spPr>
          <a:xfrm flipH="1">
            <a:off x="9225340" y="2354846"/>
            <a:ext cx="446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연결선 315">
            <a:extLst>
              <a:ext uri="{FF2B5EF4-FFF2-40B4-BE49-F238E27FC236}">
                <a16:creationId xmlns:a16="http://schemas.microsoft.com/office/drawing/2014/main" id="{85F10AEB-520B-4A6C-7428-F67AB449B3AA}"/>
              </a:ext>
            </a:extLst>
          </p:cNvPr>
          <p:cNvCxnSpPr>
            <a:cxnSpLocks/>
          </p:cNvCxnSpPr>
          <p:nvPr/>
        </p:nvCxnSpPr>
        <p:spPr>
          <a:xfrm flipH="1">
            <a:off x="9225340" y="2855061"/>
            <a:ext cx="446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연결선 316">
            <a:extLst>
              <a:ext uri="{FF2B5EF4-FFF2-40B4-BE49-F238E27FC236}">
                <a16:creationId xmlns:a16="http://schemas.microsoft.com/office/drawing/2014/main" id="{3B59CABF-92A3-12CD-EDB4-F98DEA14B97C}"/>
              </a:ext>
            </a:extLst>
          </p:cNvPr>
          <p:cNvCxnSpPr>
            <a:cxnSpLocks/>
          </p:cNvCxnSpPr>
          <p:nvPr/>
        </p:nvCxnSpPr>
        <p:spPr>
          <a:xfrm flipH="1">
            <a:off x="9225340" y="4589234"/>
            <a:ext cx="446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직선 연결선 318">
            <a:extLst>
              <a:ext uri="{FF2B5EF4-FFF2-40B4-BE49-F238E27FC236}">
                <a16:creationId xmlns:a16="http://schemas.microsoft.com/office/drawing/2014/main" id="{F4862B7B-C152-95E0-6DEC-BBEEC61160FF}"/>
              </a:ext>
            </a:extLst>
          </p:cNvPr>
          <p:cNvCxnSpPr>
            <a:cxnSpLocks/>
          </p:cNvCxnSpPr>
          <p:nvPr/>
        </p:nvCxnSpPr>
        <p:spPr>
          <a:xfrm flipH="1">
            <a:off x="9225340" y="5090106"/>
            <a:ext cx="4467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F5DCCE29-4FF6-9477-AC29-DC6486199E0A}"/>
              </a:ext>
            </a:extLst>
          </p:cNvPr>
          <p:cNvSpPr txBox="1"/>
          <p:nvPr/>
        </p:nvSpPr>
        <p:spPr>
          <a:xfrm>
            <a:off x="9703178" y="2275519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CH_A+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E6922DE7-02B3-06F2-51B7-4950FB761DFF}"/>
              </a:ext>
            </a:extLst>
          </p:cNvPr>
          <p:cNvSpPr txBox="1"/>
          <p:nvPr/>
        </p:nvSpPr>
        <p:spPr>
          <a:xfrm>
            <a:off x="9703178" y="2795764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CH_A-</a:t>
            </a: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C7708BFE-BF65-F7D7-E397-979FF68BF03F}"/>
              </a:ext>
            </a:extLst>
          </p:cNvPr>
          <p:cNvSpPr txBox="1"/>
          <p:nvPr/>
        </p:nvSpPr>
        <p:spPr>
          <a:xfrm>
            <a:off x="9703178" y="4516051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CH_B+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2DD3BB24-CB92-112D-4CFC-D72AFE81DC6E}"/>
              </a:ext>
            </a:extLst>
          </p:cNvPr>
          <p:cNvSpPr txBox="1"/>
          <p:nvPr/>
        </p:nvSpPr>
        <p:spPr>
          <a:xfrm>
            <a:off x="9692414" y="5013162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CH_B-</a:t>
            </a:r>
          </a:p>
        </p:txBody>
      </p:sp>
      <p:cxnSp>
        <p:nvCxnSpPr>
          <p:cNvPr id="328" name="직선 연결선 327">
            <a:extLst>
              <a:ext uri="{FF2B5EF4-FFF2-40B4-BE49-F238E27FC236}">
                <a16:creationId xmlns:a16="http://schemas.microsoft.com/office/drawing/2014/main" id="{A39FFEED-18F3-69A7-A39B-CAA19BA7744A}"/>
              </a:ext>
            </a:extLst>
          </p:cNvPr>
          <p:cNvCxnSpPr>
            <a:cxnSpLocks/>
          </p:cNvCxnSpPr>
          <p:nvPr/>
        </p:nvCxnSpPr>
        <p:spPr>
          <a:xfrm flipH="1">
            <a:off x="1558475" y="3589783"/>
            <a:ext cx="5956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화살표: 굽음 332">
            <a:extLst>
              <a:ext uri="{FF2B5EF4-FFF2-40B4-BE49-F238E27FC236}">
                <a16:creationId xmlns:a16="http://schemas.microsoft.com/office/drawing/2014/main" id="{1725ED50-FCB1-8548-10D5-B35609851727}"/>
              </a:ext>
            </a:extLst>
          </p:cNvPr>
          <p:cNvSpPr/>
          <p:nvPr/>
        </p:nvSpPr>
        <p:spPr>
          <a:xfrm flipV="1">
            <a:off x="1903352" y="3858018"/>
            <a:ext cx="6711164" cy="2750039"/>
          </a:xfrm>
          <a:prstGeom prst="bentArrow">
            <a:avLst>
              <a:gd name="adj1" fmla="val 5634"/>
              <a:gd name="adj2" fmla="val 5979"/>
              <a:gd name="adj3" fmla="val 9959"/>
              <a:gd name="adj4" fmla="val 16918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F3653ACF-0A56-1C2B-219F-8D373A830086}"/>
              </a:ext>
            </a:extLst>
          </p:cNvPr>
          <p:cNvSpPr txBox="1"/>
          <p:nvPr/>
        </p:nvSpPr>
        <p:spPr>
          <a:xfrm>
            <a:off x="4153531" y="6352187"/>
            <a:ext cx="329903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ADC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ch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B path : overall gain = x 1.0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267D9412-C762-998A-11DA-8D9BC0651CC5}"/>
              </a:ext>
            </a:extLst>
          </p:cNvPr>
          <p:cNvSpPr txBox="1"/>
          <p:nvPr/>
        </p:nvSpPr>
        <p:spPr>
          <a:xfrm>
            <a:off x="4177237" y="1367373"/>
            <a:ext cx="389450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ADC </a:t>
            </a:r>
            <a:r>
              <a:rPr lang="en-US" altLang="ko-KR" sz="1200" b="1" dirty="0" err="1">
                <a:solidFill>
                  <a:srgbClr val="0000FF"/>
                </a:solidFill>
                <a:latin typeface="+mn-ea"/>
              </a:rPr>
              <a:t>ch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 A path : overall gain = x 64</a:t>
            </a:r>
          </a:p>
        </p:txBody>
      </p:sp>
      <p:pic>
        <p:nvPicPr>
          <p:cNvPr id="351" name="그림 350">
            <a:extLst>
              <a:ext uri="{FF2B5EF4-FFF2-40B4-BE49-F238E27FC236}">
                <a16:creationId xmlns:a16="http://schemas.microsoft.com/office/drawing/2014/main" id="{E0C05AC4-F1D8-6CB0-517A-A6EC72848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781735" y="3266256"/>
            <a:ext cx="796290" cy="651510"/>
          </a:xfrm>
          <a:prstGeom prst="rect">
            <a:avLst/>
          </a:prstGeom>
        </p:spPr>
      </p:pic>
      <p:pic>
        <p:nvPicPr>
          <p:cNvPr id="353" name="그림 352">
            <a:extLst>
              <a:ext uri="{FF2B5EF4-FFF2-40B4-BE49-F238E27FC236}">
                <a16:creationId xmlns:a16="http://schemas.microsoft.com/office/drawing/2014/main" id="{86D8BC78-F2AD-6C71-3D2D-758BC8B81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45549" y="3486191"/>
            <a:ext cx="212693" cy="202692"/>
          </a:xfrm>
          <a:prstGeom prst="rect">
            <a:avLst/>
          </a:prstGeom>
        </p:spPr>
      </p:pic>
      <p:pic>
        <p:nvPicPr>
          <p:cNvPr id="354" name="그림 353">
            <a:extLst>
              <a:ext uri="{FF2B5EF4-FFF2-40B4-BE49-F238E27FC236}">
                <a16:creationId xmlns:a16="http://schemas.microsoft.com/office/drawing/2014/main" id="{C28A5B23-8A94-EC87-E4F8-B9B75C45A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26678" y="3873115"/>
            <a:ext cx="145429" cy="139397"/>
          </a:xfrm>
          <a:prstGeom prst="rect">
            <a:avLst/>
          </a:prstGeom>
        </p:spPr>
      </p:pic>
      <p:pic>
        <p:nvPicPr>
          <p:cNvPr id="355" name="그림 354">
            <a:extLst>
              <a:ext uri="{FF2B5EF4-FFF2-40B4-BE49-F238E27FC236}">
                <a16:creationId xmlns:a16="http://schemas.microsoft.com/office/drawing/2014/main" id="{0076B4EC-EC48-46D1-00D3-5724FF768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08008" y="3770906"/>
            <a:ext cx="145429" cy="139397"/>
          </a:xfrm>
          <a:prstGeom prst="rect">
            <a:avLst/>
          </a:prstGeom>
        </p:spPr>
      </p:pic>
      <p:cxnSp>
        <p:nvCxnSpPr>
          <p:cNvPr id="356" name="직선 연결선 355">
            <a:extLst>
              <a:ext uri="{FF2B5EF4-FFF2-40B4-BE49-F238E27FC236}">
                <a16:creationId xmlns:a16="http://schemas.microsoft.com/office/drawing/2014/main" id="{E71A1C70-88B6-EE7D-7544-2955351AF7C8}"/>
              </a:ext>
            </a:extLst>
          </p:cNvPr>
          <p:cNvCxnSpPr>
            <a:cxnSpLocks/>
          </p:cNvCxnSpPr>
          <p:nvPr/>
        </p:nvCxnSpPr>
        <p:spPr>
          <a:xfrm flipH="1">
            <a:off x="478411" y="3701526"/>
            <a:ext cx="3033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직선 연결선 356">
            <a:extLst>
              <a:ext uri="{FF2B5EF4-FFF2-40B4-BE49-F238E27FC236}">
                <a16:creationId xmlns:a16="http://schemas.microsoft.com/office/drawing/2014/main" id="{543967CE-7AA6-96C8-08CC-0674923EC7BA}"/>
              </a:ext>
            </a:extLst>
          </p:cNvPr>
          <p:cNvCxnSpPr>
            <a:cxnSpLocks/>
          </p:cNvCxnSpPr>
          <p:nvPr/>
        </p:nvCxnSpPr>
        <p:spPr>
          <a:xfrm flipH="1">
            <a:off x="478412" y="3475073"/>
            <a:ext cx="30332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직선 연결선 357">
            <a:extLst>
              <a:ext uri="{FF2B5EF4-FFF2-40B4-BE49-F238E27FC236}">
                <a16:creationId xmlns:a16="http://schemas.microsoft.com/office/drawing/2014/main" id="{B3472CCF-0D37-F136-36E8-75DA8D2E6463}"/>
              </a:ext>
            </a:extLst>
          </p:cNvPr>
          <p:cNvCxnSpPr>
            <a:cxnSpLocks/>
          </p:cNvCxnSpPr>
          <p:nvPr/>
        </p:nvCxnSpPr>
        <p:spPr>
          <a:xfrm>
            <a:off x="478412" y="3661841"/>
            <a:ext cx="0" cy="170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타원 358">
            <a:extLst>
              <a:ext uri="{FF2B5EF4-FFF2-40B4-BE49-F238E27FC236}">
                <a16:creationId xmlns:a16="http://schemas.microsoft.com/office/drawing/2014/main" id="{E3380DDA-5E42-30C6-532D-9A7DD7F947CB}"/>
              </a:ext>
            </a:extLst>
          </p:cNvPr>
          <p:cNvSpPr/>
          <p:nvPr/>
        </p:nvSpPr>
        <p:spPr>
          <a:xfrm>
            <a:off x="455552" y="367902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62B6DA23-EE75-47E6-DB82-0BA9C29CFDB9}"/>
              </a:ext>
            </a:extLst>
          </p:cNvPr>
          <p:cNvSpPr txBox="1"/>
          <p:nvPr/>
        </p:nvSpPr>
        <p:spPr>
          <a:xfrm>
            <a:off x="990671" y="3161020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61" name="직선 연결선 360">
            <a:extLst>
              <a:ext uri="{FF2B5EF4-FFF2-40B4-BE49-F238E27FC236}">
                <a16:creationId xmlns:a16="http://schemas.microsoft.com/office/drawing/2014/main" id="{C50F9D34-769B-1206-E722-0FDACDB8DDD3}"/>
              </a:ext>
            </a:extLst>
          </p:cNvPr>
          <p:cNvCxnSpPr>
            <a:cxnSpLocks/>
          </p:cNvCxnSpPr>
          <p:nvPr/>
        </p:nvCxnSpPr>
        <p:spPr>
          <a:xfrm flipH="1">
            <a:off x="778456" y="3113656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2" name="그림 361">
            <a:extLst>
              <a:ext uri="{FF2B5EF4-FFF2-40B4-BE49-F238E27FC236}">
                <a16:creationId xmlns:a16="http://schemas.microsoft.com/office/drawing/2014/main" id="{66F0AF0C-53F7-E883-FE71-C46C699A3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977" y="3066893"/>
            <a:ext cx="265669" cy="107471"/>
          </a:xfrm>
          <a:prstGeom prst="rect">
            <a:avLst/>
          </a:prstGeom>
        </p:spPr>
      </p:pic>
      <p:cxnSp>
        <p:nvCxnSpPr>
          <p:cNvPr id="363" name="직선 연결선 362">
            <a:extLst>
              <a:ext uri="{FF2B5EF4-FFF2-40B4-BE49-F238E27FC236}">
                <a16:creationId xmlns:a16="http://schemas.microsoft.com/office/drawing/2014/main" id="{434C723A-4E2B-527C-5E99-BF0A9D03F847}"/>
              </a:ext>
            </a:extLst>
          </p:cNvPr>
          <p:cNvCxnSpPr>
            <a:cxnSpLocks/>
          </p:cNvCxnSpPr>
          <p:nvPr/>
        </p:nvCxnSpPr>
        <p:spPr>
          <a:xfrm>
            <a:off x="778009" y="3113656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직선 연결선 363">
            <a:extLst>
              <a:ext uri="{FF2B5EF4-FFF2-40B4-BE49-F238E27FC236}">
                <a16:creationId xmlns:a16="http://schemas.microsoft.com/office/drawing/2014/main" id="{2F54BAE0-27EE-0248-E463-70E28E65CAE4}"/>
              </a:ext>
            </a:extLst>
          </p:cNvPr>
          <p:cNvCxnSpPr>
            <a:cxnSpLocks/>
          </p:cNvCxnSpPr>
          <p:nvPr/>
        </p:nvCxnSpPr>
        <p:spPr>
          <a:xfrm>
            <a:off x="1588277" y="3120629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타원 364">
            <a:extLst>
              <a:ext uri="{FF2B5EF4-FFF2-40B4-BE49-F238E27FC236}">
                <a16:creationId xmlns:a16="http://schemas.microsoft.com/office/drawing/2014/main" id="{8C303088-FAA2-4BA4-1BFF-A608629933E7}"/>
              </a:ext>
            </a:extLst>
          </p:cNvPr>
          <p:cNvSpPr/>
          <p:nvPr/>
        </p:nvSpPr>
        <p:spPr>
          <a:xfrm>
            <a:off x="755597" y="345306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366" name="타원 365">
            <a:extLst>
              <a:ext uri="{FF2B5EF4-FFF2-40B4-BE49-F238E27FC236}">
                <a16:creationId xmlns:a16="http://schemas.microsoft.com/office/drawing/2014/main" id="{7ECE8E10-5118-84D7-D9A2-6123E26F4B54}"/>
              </a:ext>
            </a:extLst>
          </p:cNvPr>
          <p:cNvSpPr/>
          <p:nvPr/>
        </p:nvSpPr>
        <p:spPr>
          <a:xfrm>
            <a:off x="1563237" y="357044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4E0425B0-83DD-0420-3D8F-02601494293F}"/>
              </a:ext>
            </a:extLst>
          </p:cNvPr>
          <p:cNvSpPr txBox="1"/>
          <p:nvPr/>
        </p:nvSpPr>
        <p:spPr>
          <a:xfrm>
            <a:off x="216751" y="3030233"/>
            <a:ext cx="5455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7.3uA</a:t>
            </a:r>
          </a:p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/ 100 lx.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380" name="직선 화살표 연결선 379">
            <a:extLst>
              <a:ext uri="{FF2B5EF4-FFF2-40B4-BE49-F238E27FC236}">
                <a16:creationId xmlns:a16="http://schemas.microsoft.com/office/drawing/2014/main" id="{E095C6F1-4055-F190-BB31-59BEE85DDE94}"/>
              </a:ext>
            </a:extLst>
          </p:cNvPr>
          <p:cNvCxnSpPr>
            <a:cxnSpLocks/>
          </p:cNvCxnSpPr>
          <p:nvPr/>
        </p:nvCxnSpPr>
        <p:spPr>
          <a:xfrm>
            <a:off x="472061" y="3423925"/>
            <a:ext cx="262104" cy="0"/>
          </a:xfrm>
          <a:prstGeom prst="straightConnector1">
            <a:avLst/>
          </a:prstGeom>
          <a:ln>
            <a:solidFill>
              <a:srgbClr val="0000FF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5" name="TextBox 384">
            <a:extLst>
              <a:ext uri="{FF2B5EF4-FFF2-40B4-BE49-F238E27FC236}">
                <a16:creationId xmlns:a16="http://schemas.microsoft.com/office/drawing/2014/main" id="{9DC86BC4-4E95-A835-34D6-C60BAE32E0B9}"/>
              </a:ext>
            </a:extLst>
          </p:cNvPr>
          <p:cNvSpPr txBox="1"/>
          <p:nvPr/>
        </p:nvSpPr>
        <p:spPr>
          <a:xfrm>
            <a:off x="921351" y="3500921"/>
            <a:ext cx="4853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OPA380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D5221FB1-AC0C-7176-3E8F-1F0F8D92DEC9}"/>
              </a:ext>
            </a:extLst>
          </p:cNvPr>
          <p:cNvSpPr txBox="1"/>
          <p:nvPr/>
        </p:nvSpPr>
        <p:spPr>
          <a:xfrm>
            <a:off x="890565" y="4047798"/>
            <a:ext cx="88362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0.1~4.4V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388" name="그림 387">
            <a:extLst>
              <a:ext uri="{FF2B5EF4-FFF2-40B4-BE49-F238E27FC236}">
                <a16:creationId xmlns:a16="http://schemas.microsoft.com/office/drawing/2014/main" id="{D0AFCDC3-C5A3-C4B2-F04A-6C8D2EAC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552870" y="4352419"/>
            <a:ext cx="796290" cy="651510"/>
          </a:xfrm>
          <a:prstGeom prst="rect">
            <a:avLst/>
          </a:prstGeom>
        </p:spPr>
      </p:pic>
      <p:sp>
        <p:nvSpPr>
          <p:cNvPr id="389" name="TextBox 388">
            <a:extLst>
              <a:ext uri="{FF2B5EF4-FFF2-40B4-BE49-F238E27FC236}">
                <a16:creationId xmlns:a16="http://schemas.microsoft.com/office/drawing/2014/main" id="{972AD6F0-1DE1-DC01-385A-204510BD1860}"/>
              </a:ext>
            </a:extLst>
          </p:cNvPr>
          <p:cNvSpPr txBox="1"/>
          <p:nvPr/>
        </p:nvSpPr>
        <p:spPr>
          <a:xfrm>
            <a:off x="2647411" y="3994979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445" name="TextBox 444">
            <a:extLst>
              <a:ext uri="{FF2B5EF4-FFF2-40B4-BE49-F238E27FC236}">
                <a16:creationId xmlns:a16="http://schemas.microsoft.com/office/drawing/2014/main" id="{562AB1B1-2227-0B3A-2209-B7375AA9F19E}"/>
              </a:ext>
            </a:extLst>
          </p:cNvPr>
          <p:cNvSpPr txBox="1"/>
          <p:nvPr/>
        </p:nvSpPr>
        <p:spPr>
          <a:xfrm>
            <a:off x="2763676" y="4241375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93007917-EF34-BB7F-0D58-D7138D06242A}"/>
              </a:ext>
            </a:extLst>
          </p:cNvPr>
          <p:cNvSpPr txBox="1"/>
          <p:nvPr/>
        </p:nvSpPr>
        <p:spPr>
          <a:xfrm>
            <a:off x="2760514" y="4952623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45BB034B-36AE-5672-0E8D-DC6A4DACF16B}"/>
              </a:ext>
            </a:extLst>
          </p:cNvPr>
          <p:cNvSpPr txBox="1"/>
          <p:nvPr/>
        </p:nvSpPr>
        <p:spPr>
          <a:xfrm>
            <a:off x="2695526" y="4596999"/>
            <a:ext cx="49610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OPA827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491" name="그림 490">
            <a:extLst>
              <a:ext uri="{FF2B5EF4-FFF2-40B4-BE49-F238E27FC236}">
                <a16:creationId xmlns:a16="http://schemas.microsoft.com/office/drawing/2014/main" id="{C01015F5-BD9E-417C-9351-073F0B985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5937" y="4516051"/>
            <a:ext cx="265669" cy="107471"/>
          </a:xfrm>
          <a:prstGeom prst="rect">
            <a:avLst/>
          </a:prstGeom>
        </p:spPr>
      </p:pic>
      <p:pic>
        <p:nvPicPr>
          <p:cNvPr id="498" name="그림 497">
            <a:extLst>
              <a:ext uri="{FF2B5EF4-FFF2-40B4-BE49-F238E27FC236}">
                <a16:creationId xmlns:a16="http://schemas.microsoft.com/office/drawing/2014/main" id="{4AEA31F8-0C49-0CCA-223B-E63F3064D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480155" y="4798744"/>
            <a:ext cx="145429" cy="139397"/>
          </a:xfrm>
          <a:prstGeom prst="rect">
            <a:avLst/>
          </a:prstGeom>
        </p:spPr>
      </p:pic>
      <p:cxnSp>
        <p:nvCxnSpPr>
          <p:cNvPr id="542" name="직선 연결선 541">
            <a:extLst>
              <a:ext uri="{FF2B5EF4-FFF2-40B4-BE49-F238E27FC236}">
                <a16:creationId xmlns:a16="http://schemas.microsoft.com/office/drawing/2014/main" id="{60426880-72AE-445F-8BF9-6452DF088F96}"/>
              </a:ext>
            </a:extLst>
          </p:cNvPr>
          <p:cNvCxnSpPr>
            <a:cxnSpLocks/>
          </p:cNvCxnSpPr>
          <p:nvPr/>
        </p:nvCxnSpPr>
        <p:spPr>
          <a:xfrm flipH="1">
            <a:off x="2546104" y="4198252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직선 연결선 542">
            <a:extLst>
              <a:ext uri="{FF2B5EF4-FFF2-40B4-BE49-F238E27FC236}">
                <a16:creationId xmlns:a16="http://schemas.microsoft.com/office/drawing/2014/main" id="{0D8D6536-EC27-AF3D-6D6D-55BCEC1CD7E0}"/>
              </a:ext>
            </a:extLst>
          </p:cNvPr>
          <p:cNvCxnSpPr>
            <a:cxnSpLocks/>
          </p:cNvCxnSpPr>
          <p:nvPr/>
        </p:nvCxnSpPr>
        <p:spPr>
          <a:xfrm>
            <a:off x="2545657" y="4198252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직선 연결선 543">
            <a:extLst>
              <a:ext uri="{FF2B5EF4-FFF2-40B4-BE49-F238E27FC236}">
                <a16:creationId xmlns:a16="http://schemas.microsoft.com/office/drawing/2014/main" id="{4D9441BD-A5F4-2779-7EEB-8EE26AAA5459}"/>
              </a:ext>
            </a:extLst>
          </p:cNvPr>
          <p:cNvCxnSpPr>
            <a:cxnSpLocks/>
          </p:cNvCxnSpPr>
          <p:nvPr/>
        </p:nvCxnSpPr>
        <p:spPr>
          <a:xfrm>
            <a:off x="3355925" y="4205225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5" name="그림 544">
            <a:extLst>
              <a:ext uri="{FF2B5EF4-FFF2-40B4-BE49-F238E27FC236}">
                <a16:creationId xmlns:a16="http://schemas.microsoft.com/office/drawing/2014/main" id="{0D877C0A-AE8C-DB75-878E-2EED513D9A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329" y="4146177"/>
            <a:ext cx="265669" cy="107471"/>
          </a:xfrm>
          <a:prstGeom prst="rect">
            <a:avLst/>
          </a:prstGeom>
        </p:spPr>
      </p:pic>
      <p:sp>
        <p:nvSpPr>
          <p:cNvPr id="546" name="타원 545">
            <a:extLst>
              <a:ext uri="{FF2B5EF4-FFF2-40B4-BE49-F238E27FC236}">
                <a16:creationId xmlns:a16="http://schemas.microsoft.com/office/drawing/2014/main" id="{43440AD3-6EB7-8125-5EB9-E548762BFF0B}"/>
              </a:ext>
            </a:extLst>
          </p:cNvPr>
          <p:cNvSpPr/>
          <p:nvPr/>
        </p:nvSpPr>
        <p:spPr>
          <a:xfrm>
            <a:off x="2527976" y="454629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47" name="타원 546">
            <a:extLst>
              <a:ext uri="{FF2B5EF4-FFF2-40B4-BE49-F238E27FC236}">
                <a16:creationId xmlns:a16="http://schemas.microsoft.com/office/drawing/2014/main" id="{8CA6233C-A649-225B-A73B-CCAAC89DFD69}"/>
              </a:ext>
            </a:extLst>
          </p:cNvPr>
          <p:cNvSpPr/>
          <p:nvPr/>
        </p:nvSpPr>
        <p:spPr>
          <a:xfrm>
            <a:off x="3339119" y="465282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03891C28-22CB-C533-19FC-C820ABB05D8C}"/>
              </a:ext>
            </a:extLst>
          </p:cNvPr>
          <p:cNvSpPr txBox="1"/>
          <p:nvPr/>
        </p:nvSpPr>
        <p:spPr>
          <a:xfrm>
            <a:off x="2480155" y="5086721"/>
            <a:ext cx="77820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-2~2V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grpSp>
        <p:nvGrpSpPr>
          <p:cNvPr id="549" name="그룹 548">
            <a:extLst>
              <a:ext uri="{FF2B5EF4-FFF2-40B4-BE49-F238E27FC236}">
                <a16:creationId xmlns:a16="http://schemas.microsoft.com/office/drawing/2014/main" id="{F6B9B16F-C272-66D5-9995-3587BEA1139D}"/>
              </a:ext>
            </a:extLst>
          </p:cNvPr>
          <p:cNvGrpSpPr/>
          <p:nvPr/>
        </p:nvGrpSpPr>
        <p:grpSpPr>
          <a:xfrm>
            <a:off x="3450154" y="4608298"/>
            <a:ext cx="234950" cy="136445"/>
            <a:chOff x="4140200" y="1509792"/>
            <a:chExt cx="234950" cy="136445"/>
          </a:xfrm>
        </p:grpSpPr>
        <p:cxnSp>
          <p:nvCxnSpPr>
            <p:cNvPr id="550" name="직선 연결선 549">
              <a:extLst>
                <a:ext uri="{FF2B5EF4-FFF2-40B4-BE49-F238E27FC236}">
                  <a16:creationId xmlns:a16="http://schemas.microsoft.com/office/drawing/2014/main" id="{92F6B909-6828-8A6A-7A0D-01097FC3D318}"/>
                </a:ext>
              </a:extLst>
            </p:cNvPr>
            <p:cNvCxnSpPr>
              <a:cxnSpLocks/>
            </p:cNvCxnSpPr>
            <p:nvPr/>
          </p:nvCxnSpPr>
          <p:spPr>
            <a:xfrm>
              <a:off x="42322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직선 연결선 550">
              <a:extLst>
                <a:ext uri="{FF2B5EF4-FFF2-40B4-BE49-F238E27FC236}">
                  <a16:creationId xmlns:a16="http://schemas.microsoft.com/office/drawing/2014/main" id="{311C98E6-F9D1-D6B9-0CBA-5BAC4F940B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0200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직선 연결선 551">
              <a:extLst>
                <a:ext uri="{FF2B5EF4-FFF2-40B4-BE49-F238E27FC236}">
                  <a16:creationId xmlns:a16="http://schemas.microsoft.com/office/drawing/2014/main" id="{B69B550A-00B6-70A0-6D9B-015A7722672C}"/>
                </a:ext>
              </a:extLst>
            </p:cNvPr>
            <p:cNvCxnSpPr>
              <a:cxnSpLocks/>
            </p:cNvCxnSpPr>
            <p:nvPr/>
          </p:nvCxnSpPr>
          <p:spPr>
            <a:xfrm>
              <a:off x="42830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직선 연결선 552">
              <a:extLst>
                <a:ext uri="{FF2B5EF4-FFF2-40B4-BE49-F238E27FC236}">
                  <a16:creationId xmlns:a16="http://schemas.microsoft.com/office/drawing/2014/main" id="{9F6F437F-227F-6382-5EE5-AA8A94036E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3075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54" name="그림 553">
            <a:extLst>
              <a:ext uri="{FF2B5EF4-FFF2-40B4-BE49-F238E27FC236}">
                <a16:creationId xmlns:a16="http://schemas.microsoft.com/office/drawing/2014/main" id="{C97BAA8A-3747-8D33-9065-4C1F94523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82069" y="4245455"/>
            <a:ext cx="796290" cy="651510"/>
          </a:xfrm>
          <a:prstGeom prst="rect">
            <a:avLst/>
          </a:prstGeom>
        </p:spPr>
      </p:pic>
      <p:sp>
        <p:nvSpPr>
          <p:cNvPr id="555" name="TextBox 554">
            <a:extLst>
              <a:ext uri="{FF2B5EF4-FFF2-40B4-BE49-F238E27FC236}">
                <a16:creationId xmlns:a16="http://schemas.microsoft.com/office/drawing/2014/main" id="{5078F1F1-6EFD-85DA-6576-24A1FB257F65}"/>
              </a:ext>
            </a:extLst>
          </p:cNvPr>
          <p:cNvSpPr txBox="1"/>
          <p:nvPr/>
        </p:nvSpPr>
        <p:spPr>
          <a:xfrm>
            <a:off x="4092875" y="4134411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7AE49CCF-D47A-094E-1E13-23C9C4BC68CE}"/>
              </a:ext>
            </a:extLst>
          </p:cNvPr>
          <p:cNvSpPr txBox="1"/>
          <p:nvPr/>
        </p:nvSpPr>
        <p:spPr>
          <a:xfrm>
            <a:off x="4089713" y="4845659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3F8B478F-276F-FA07-428D-E1BC8357959B}"/>
              </a:ext>
            </a:extLst>
          </p:cNvPr>
          <p:cNvSpPr txBox="1"/>
          <p:nvPr/>
        </p:nvSpPr>
        <p:spPr>
          <a:xfrm>
            <a:off x="4024725" y="4490035"/>
            <a:ext cx="4493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INA128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558" name="그림 557">
            <a:extLst>
              <a:ext uri="{FF2B5EF4-FFF2-40B4-BE49-F238E27FC236}">
                <a16:creationId xmlns:a16="http://schemas.microsoft.com/office/drawing/2014/main" id="{139DA934-41B7-6DE3-23D3-4E47CBF18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08461" y="4457076"/>
            <a:ext cx="145429" cy="139397"/>
          </a:xfrm>
          <a:prstGeom prst="rect">
            <a:avLst/>
          </a:prstGeom>
        </p:spPr>
      </p:pic>
      <p:cxnSp>
        <p:nvCxnSpPr>
          <p:cNvPr id="559" name="직선 연결선 558">
            <a:extLst>
              <a:ext uri="{FF2B5EF4-FFF2-40B4-BE49-F238E27FC236}">
                <a16:creationId xmlns:a16="http://schemas.microsoft.com/office/drawing/2014/main" id="{4B1FEF60-C28D-D86F-2B53-60CAD153D188}"/>
              </a:ext>
            </a:extLst>
          </p:cNvPr>
          <p:cNvCxnSpPr>
            <a:cxnSpLocks/>
          </p:cNvCxnSpPr>
          <p:nvPr/>
        </p:nvCxnSpPr>
        <p:spPr>
          <a:xfrm flipH="1">
            <a:off x="3665982" y="4679139"/>
            <a:ext cx="2849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직선 연결선 559">
            <a:extLst>
              <a:ext uri="{FF2B5EF4-FFF2-40B4-BE49-F238E27FC236}">
                <a16:creationId xmlns:a16="http://schemas.microsoft.com/office/drawing/2014/main" id="{C3C9721C-2269-D501-2D38-6E3406BADBD9}"/>
              </a:ext>
            </a:extLst>
          </p:cNvPr>
          <p:cNvCxnSpPr>
            <a:cxnSpLocks/>
          </p:cNvCxnSpPr>
          <p:nvPr/>
        </p:nvCxnSpPr>
        <p:spPr>
          <a:xfrm flipH="1">
            <a:off x="4076722" y="4044626"/>
            <a:ext cx="389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직선 연결선 560">
            <a:extLst>
              <a:ext uri="{FF2B5EF4-FFF2-40B4-BE49-F238E27FC236}">
                <a16:creationId xmlns:a16="http://schemas.microsoft.com/office/drawing/2014/main" id="{BC174A83-638A-BE6B-F052-F8020570AA01}"/>
              </a:ext>
            </a:extLst>
          </p:cNvPr>
          <p:cNvCxnSpPr>
            <a:cxnSpLocks/>
          </p:cNvCxnSpPr>
          <p:nvPr/>
        </p:nvCxnSpPr>
        <p:spPr>
          <a:xfrm>
            <a:off x="4076275" y="4044626"/>
            <a:ext cx="0" cy="2436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>
            <a:extLst>
              <a:ext uri="{FF2B5EF4-FFF2-40B4-BE49-F238E27FC236}">
                <a16:creationId xmlns:a16="http://schemas.microsoft.com/office/drawing/2014/main" id="{E78BA4DF-4642-E3F2-3A52-E249B6DEE9B6}"/>
              </a:ext>
            </a:extLst>
          </p:cNvPr>
          <p:cNvCxnSpPr>
            <a:cxnSpLocks/>
          </p:cNvCxnSpPr>
          <p:nvPr/>
        </p:nvCxnSpPr>
        <p:spPr>
          <a:xfrm>
            <a:off x="4466213" y="4051599"/>
            <a:ext cx="0" cy="459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3" name="그림 562">
            <a:extLst>
              <a:ext uri="{FF2B5EF4-FFF2-40B4-BE49-F238E27FC236}">
                <a16:creationId xmlns:a16="http://schemas.microsoft.com/office/drawing/2014/main" id="{54F336F3-394B-D110-9E72-2E0A459B0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4826" y="3992340"/>
            <a:ext cx="265669" cy="107471"/>
          </a:xfrm>
          <a:prstGeom prst="rect">
            <a:avLst/>
          </a:prstGeom>
        </p:spPr>
      </p:pic>
      <p:sp>
        <p:nvSpPr>
          <p:cNvPr id="564" name="TextBox 563">
            <a:extLst>
              <a:ext uri="{FF2B5EF4-FFF2-40B4-BE49-F238E27FC236}">
                <a16:creationId xmlns:a16="http://schemas.microsoft.com/office/drawing/2014/main" id="{D8404C6C-D470-CF13-4ED2-1949EF2E32C9}"/>
              </a:ext>
            </a:extLst>
          </p:cNvPr>
          <p:cNvSpPr txBox="1"/>
          <p:nvPr/>
        </p:nvSpPr>
        <p:spPr>
          <a:xfrm>
            <a:off x="4024725" y="3782749"/>
            <a:ext cx="65363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NA (x 1.0)</a:t>
            </a: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298EE287-1240-8645-0A72-F14892E39CE8}"/>
              </a:ext>
            </a:extLst>
          </p:cNvPr>
          <p:cNvSpPr txBox="1"/>
          <p:nvPr/>
        </p:nvSpPr>
        <p:spPr>
          <a:xfrm>
            <a:off x="3799618" y="4997743"/>
            <a:ext cx="94501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-3.6~3.6V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566" name="직선 연결선 565">
            <a:extLst>
              <a:ext uri="{FF2B5EF4-FFF2-40B4-BE49-F238E27FC236}">
                <a16:creationId xmlns:a16="http://schemas.microsoft.com/office/drawing/2014/main" id="{8F99F9B1-FD88-AE6F-1C76-4AA6DF80F429}"/>
              </a:ext>
            </a:extLst>
          </p:cNvPr>
          <p:cNvCxnSpPr>
            <a:cxnSpLocks/>
          </p:cNvCxnSpPr>
          <p:nvPr/>
        </p:nvCxnSpPr>
        <p:spPr>
          <a:xfrm flipH="1">
            <a:off x="3282804" y="4678884"/>
            <a:ext cx="2238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7" name="그림 566">
            <a:extLst>
              <a:ext uri="{FF2B5EF4-FFF2-40B4-BE49-F238E27FC236}">
                <a16:creationId xmlns:a16="http://schemas.microsoft.com/office/drawing/2014/main" id="{FD950B5F-13A9-9816-2FF3-948CCB975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872981" y="4348880"/>
            <a:ext cx="796290" cy="651510"/>
          </a:xfrm>
          <a:prstGeom prst="rect">
            <a:avLst/>
          </a:prstGeom>
        </p:spPr>
      </p:pic>
      <p:sp>
        <p:nvSpPr>
          <p:cNvPr id="568" name="TextBox 567">
            <a:extLst>
              <a:ext uri="{FF2B5EF4-FFF2-40B4-BE49-F238E27FC236}">
                <a16:creationId xmlns:a16="http://schemas.microsoft.com/office/drawing/2014/main" id="{7873C249-7006-C942-93B6-8E8F4055C136}"/>
              </a:ext>
            </a:extLst>
          </p:cNvPr>
          <p:cNvSpPr txBox="1"/>
          <p:nvPr/>
        </p:nvSpPr>
        <p:spPr>
          <a:xfrm>
            <a:off x="6215051" y="4387132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0643E9D4-8FED-4062-F6D9-5412D0AABFD6}"/>
              </a:ext>
            </a:extLst>
          </p:cNvPr>
          <p:cNvSpPr txBox="1"/>
          <p:nvPr/>
        </p:nvSpPr>
        <p:spPr>
          <a:xfrm>
            <a:off x="6083787" y="4237836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70" name="TextBox 569">
            <a:extLst>
              <a:ext uri="{FF2B5EF4-FFF2-40B4-BE49-F238E27FC236}">
                <a16:creationId xmlns:a16="http://schemas.microsoft.com/office/drawing/2014/main" id="{25134009-261E-3F90-8B4E-87DECCF6AB43}"/>
              </a:ext>
            </a:extLst>
          </p:cNvPr>
          <p:cNvSpPr txBox="1"/>
          <p:nvPr/>
        </p:nvSpPr>
        <p:spPr>
          <a:xfrm>
            <a:off x="6080625" y="4942734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DED678B8-42B1-F36F-C6B2-984D4EA00F9E}"/>
              </a:ext>
            </a:extLst>
          </p:cNvPr>
          <p:cNvSpPr txBox="1"/>
          <p:nvPr/>
        </p:nvSpPr>
        <p:spPr>
          <a:xfrm>
            <a:off x="6015637" y="4587110"/>
            <a:ext cx="5024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OPA827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572" name="그림 571">
            <a:extLst>
              <a:ext uri="{FF2B5EF4-FFF2-40B4-BE49-F238E27FC236}">
                <a16:creationId xmlns:a16="http://schemas.microsoft.com/office/drawing/2014/main" id="{A036819B-E275-A16A-A617-E84C913ED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389" y="4512512"/>
            <a:ext cx="265669" cy="107471"/>
          </a:xfrm>
          <a:prstGeom prst="rect">
            <a:avLst/>
          </a:prstGeom>
        </p:spPr>
      </p:pic>
      <p:pic>
        <p:nvPicPr>
          <p:cNvPr id="573" name="그림 572">
            <a:extLst>
              <a:ext uri="{FF2B5EF4-FFF2-40B4-BE49-F238E27FC236}">
                <a16:creationId xmlns:a16="http://schemas.microsoft.com/office/drawing/2014/main" id="{B285D3F9-2C69-E2C5-FFC2-D4DF9F3CC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803047" y="4783413"/>
            <a:ext cx="145429" cy="139397"/>
          </a:xfrm>
          <a:prstGeom prst="rect">
            <a:avLst/>
          </a:prstGeom>
        </p:spPr>
      </p:pic>
      <p:cxnSp>
        <p:nvCxnSpPr>
          <p:cNvPr id="574" name="직선 연결선 573">
            <a:extLst>
              <a:ext uri="{FF2B5EF4-FFF2-40B4-BE49-F238E27FC236}">
                <a16:creationId xmlns:a16="http://schemas.microsoft.com/office/drawing/2014/main" id="{FAAB4374-4C21-1ADF-A8B4-E3FA43BC60B5}"/>
              </a:ext>
            </a:extLst>
          </p:cNvPr>
          <p:cNvCxnSpPr>
            <a:cxnSpLocks/>
          </p:cNvCxnSpPr>
          <p:nvPr/>
        </p:nvCxnSpPr>
        <p:spPr>
          <a:xfrm flipH="1">
            <a:off x="5866215" y="4194713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직선 연결선 574">
            <a:extLst>
              <a:ext uri="{FF2B5EF4-FFF2-40B4-BE49-F238E27FC236}">
                <a16:creationId xmlns:a16="http://schemas.microsoft.com/office/drawing/2014/main" id="{709162CF-7471-98AE-7237-44B00041D9A8}"/>
              </a:ext>
            </a:extLst>
          </p:cNvPr>
          <p:cNvCxnSpPr>
            <a:cxnSpLocks/>
          </p:cNvCxnSpPr>
          <p:nvPr/>
        </p:nvCxnSpPr>
        <p:spPr>
          <a:xfrm>
            <a:off x="5865768" y="4201063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직선 연결선 575">
            <a:extLst>
              <a:ext uri="{FF2B5EF4-FFF2-40B4-BE49-F238E27FC236}">
                <a16:creationId xmlns:a16="http://schemas.microsoft.com/office/drawing/2014/main" id="{66FE52CC-DC78-377F-F6B4-6391B20FF3F9}"/>
              </a:ext>
            </a:extLst>
          </p:cNvPr>
          <p:cNvCxnSpPr>
            <a:cxnSpLocks/>
          </p:cNvCxnSpPr>
          <p:nvPr/>
        </p:nvCxnSpPr>
        <p:spPr>
          <a:xfrm>
            <a:off x="6676036" y="4201686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7" name="그림 576">
            <a:extLst>
              <a:ext uri="{FF2B5EF4-FFF2-40B4-BE49-F238E27FC236}">
                <a16:creationId xmlns:a16="http://schemas.microsoft.com/office/drawing/2014/main" id="{9AAFB4E8-DBE5-DFA3-2937-11BE082BB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3440" y="4142638"/>
            <a:ext cx="265669" cy="107471"/>
          </a:xfrm>
          <a:prstGeom prst="rect">
            <a:avLst/>
          </a:prstGeom>
        </p:spPr>
      </p:pic>
      <p:sp>
        <p:nvSpPr>
          <p:cNvPr id="578" name="타원 577">
            <a:extLst>
              <a:ext uri="{FF2B5EF4-FFF2-40B4-BE49-F238E27FC236}">
                <a16:creationId xmlns:a16="http://schemas.microsoft.com/office/drawing/2014/main" id="{EAE43FE1-E074-9CBC-9D72-8B1C9E050D9B}"/>
              </a:ext>
            </a:extLst>
          </p:cNvPr>
          <p:cNvSpPr/>
          <p:nvPr/>
        </p:nvSpPr>
        <p:spPr>
          <a:xfrm>
            <a:off x="5848087" y="454275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79" name="타원 578">
            <a:extLst>
              <a:ext uri="{FF2B5EF4-FFF2-40B4-BE49-F238E27FC236}">
                <a16:creationId xmlns:a16="http://schemas.microsoft.com/office/drawing/2014/main" id="{6F6830B4-09DE-3A26-B9AF-5A8154A9DAE3}"/>
              </a:ext>
            </a:extLst>
          </p:cNvPr>
          <p:cNvSpPr/>
          <p:nvPr/>
        </p:nvSpPr>
        <p:spPr>
          <a:xfrm>
            <a:off x="6659230" y="464928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pic>
        <p:nvPicPr>
          <p:cNvPr id="580" name="그림 579">
            <a:extLst>
              <a:ext uri="{FF2B5EF4-FFF2-40B4-BE49-F238E27FC236}">
                <a16:creationId xmlns:a16="http://schemas.microsoft.com/office/drawing/2014/main" id="{88620890-0A48-CCD7-5085-6A63E911F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862940" y="5500863"/>
            <a:ext cx="796290" cy="651510"/>
          </a:xfrm>
          <a:prstGeom prst="rect">
            <a:avLst/>
          </a:prstGeom>
        </p:spPr>
      </p:pic>
      <p:sp>
        <p:nvSpPr>
          <p:cNvPr id="581" name="TextBox 580">
            <a:extLst>
              <a:ext uri="{FF2B5EF4-FFF2-40B4-BE49-F238E27FC236}">
                <a16:creationId xmlns:a16="http://schemas.microsoft.com/office/drawing/2014/main" id="{19699DDB-A8BB-9705-93D3-849EB0784F26}"/>
              </a:ext>
            </a:extLst>
          </p:cNvPr>
          <p:cNvSpPr txBox="1"/>
          <p:nvPr/>
        </p:nvSpPr>
        <p:spPr>
          <a:xfrm>
            <a:off x="6217194" y="5556219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CA4C8BEE-9D04-FDAE-02AD-46060128225D}"/>
              </a:ext>
            </a:extLst>
          </p:cNvPr>
          <p:cNvSpPr txBox="1"/>
          <p:nvPr/>
        </p:nvSpPr>
        <p:spPr>
          <a:xfrm>
            <a:off x="6073746" y="5389819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CE83E817-BA57-3B5E-427F-9C128A202082}"/>
              </a:ext>
            </a:extLst>
          </p:cNvPr>
          <p:cNvSpPr txBox="1"/>
          <p:nvPr/>
        </p:nvSpPr>
        <p:spPr>
          <a:xfrm>
            <a:off x="6063783" y="6075429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7E4F42E-0E6E-7B54-9649-045890D44E39}"/>
              </a:ext>
            </a:extLst>
          </p:cNvPr>
          <p:cNvSpPr txBox="1"/>
          <p:nvPr/>
        </p:nvSpPr>
        <p:spPr>
          <a:xfrm>
            <a:off x="5992971" y="5731934"/>
            <a:ext cx="4877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OPA827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585" name="직선 연결선 584">
            <a:extLst>
              <a:ext uri="{FF2B5EF4-FFF2-40B4-BE49-F238E27FC236}">
                <a16:creationId xmlns:a16="http://schemas.microsoft.com/office/drawing/2014/main" id="{5B842EBC-1528-4A4C-2018-8BE3BC03844B}"/>
              </a:ext>
            </a:extLst>
          </p:cNvPr>
          <p:cNvCxnSpPr>
            <a:cxnSpLocks/>
          </p:cNvCxnSpPr>
          <p:nvPr/>
        </p:nvCxnSpPr>
        <p:spPr>
          <a:xfrm flipH="1">
            <a:off x="5860937" y="5346696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6" name="직선 연결선 585">
            <a:extLst>
              <a:ext uri="{FF2B5EF4-FFF2-40B4-BE49-F238E27FC236}">
                <a16:creationId xmlns:a16="http://schemas.microsoft.com/office/drawing/2014/main" id="{2244868E-0DD7-C09C-B1C7-E5712B500105}"/>
              </a:ext>
            </a:extLst>
          </p:cNvPr>
          <p:cNvCxnSpPr>
            <a:cxnSpLocks/>
          </p:cNvCxnSpPr>
          <p:nvPr/>
        </p:nvCxnSpPr>
        <p:spPr>
          <a:xfrm>
            <a:off x="5860490" y="5353046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직선 연결선 586">
            <a:extLst>
              <a:ext uri="{FF2B5EF4-FFF2-40B4-BE49-F238E27FC236}">
                <a16:creationId xmlns:a16="http://schemas.microsoft.com/office/drawing/2014/main" id="{ACE73FA9-C984-BAB2-9CFD-28396927D56D}"/>
              </a:ext>
            </a:extLst>
          </p:cNvPr>
          <p:cNvCxnSpPr>
            <a:cxnSpLocks/>
          </p:cNvCxnSpPr>
          <p:nvPr/>
        </p:nvCxnSpPr>
        <p:spPr>
          <a:xfrm>
            <a:off x="6665995" y="5353669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8" name="그림 587">
            <a:extLst>
              <a:ext uri="{FF2B5EF4-FFF2-40B4-BE49-F238E27FC236}">
                <a16:creationId xmlns:a16="http://schemas.microsoft.com/office/drawing/2014/main" id="{32B34EA7-24E5-E18E-7D64-D2E0625C2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399" y="5294621"/>
            <a:ext cx="265669" cy="107471"/>
          </a:xfrm>
          <a:prstGeom prst="rect">
            <a:avLst/>
          </a:prstGeom>
        </p:spPr>
      </p:pic>
      <p:sp>
        <p:nvSpPr>
          <p:cNvPr id="589" name="타원 588">
            <a:extLst>
              <a:ext uri="{FF2B5EF4-FFF2-40B4-BE49-F238E27FC236}">
                <a16:creationId xmlns:a16="http://schemas.microsoft.com/office/drawing/2014/main" id="{FB0F10A0-0F58-ABF0-BDB1-8F64F70E44FB}"/>
              </a:ext>
            </a:extLst>
          </p:cNvPr>
          <p:cNvSpPr/>
          <p:nvPr/>
        </p:nvSpPr>
        <p:spPr>
          <a:xfrm>
            <a:off x="6649189" y="580126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2E8D9DC6-4754-30AE-0869-EB93260A3374}"/>
              </a:ext>
            </a:extLst>
          </p:cNvPr>
          <p:cNvSpPr txBox="1"/>
          <p:nvPr/>
        </p:nvSpPr>
        <p:spPr>
          <a:xfrm>
            <a:off x="5991570" y="6177836"/>
            <a:ext cx="8345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-2~2V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591" name="직선 연결선 590">
            <a:extLst>
              <a:ext uri="{FF2B5EF4-FFF2-40B4-BE49-F238E27FC236}">
                <a16:creationId xmlns:a16="http://schemas.microsoft.com/office/drawing/2014/main" id="{7A7BC2AB-31EF-5CF2-D803-5160439C651E}"/>
              </a:ext>
            </a:extLst>
          </p:cNvPr>
          <p:cNvCxnSpPr>
            <a:cxnSpLocks/>
          </p:cNvCxnSpPr>
          <p:nvPr/>
        </p:nvCxnSpPr>
        <p:spPr>
          <a:xfrm flipH="1">
            <a:off x="5413566" y="4559891"/>
            <a:ext cx="1839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2" name="타원 591">
            <a:extLst>
              <a:ext uri="{FF2B5EF4-FFF2-40B4-BE49-F238E27FC236}">
                <a16:creationId xmlns:a16="http://schemas.microsoft.com/office/drawing/2014/main" id="{D1807F47-9136-9E7F-F614-0C2BCDCD1CE1}"/>
              </a:ext>
            </a:extLst>
          </p:cNvPr>
          <p:cNvSpPr/>
          <p:nvPr/>
        </p:nvSpPr>
        <p:spPr>
          <a:xfrm>
            <a:off x="5391110" y="45433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593" name="직선 연결선 592">
            <a:extLst>
              <a:ext uri="{FF2B5EF4-FFF2-40B4-BE49-F238E27FC236}">
                <a16:creationId xmlns:a16="http://schemas.microsoft.com/office/drawing/2014/main" id="{B32B714B-0410-E719-97AB-2E09C410A54F}"/>
              </a:ext>
            </a:extLst>
          </p:cNvPr>
          <p:cNvCxnSpPr>
            <a:cxnSpLocks/>
          </p:cNvCxnSpPr>
          <p:nvPr/>
        </p:nvCxnSpPr>
        <p:spPr>
          <a:xfrm>
            <a:off x="5413566" y="4559891"/>
            <a:ext cx="0" cy="13788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직선 연결선 593">
            <a:extLst>
              <a:ext uri="{FF2B5EF4-FFF2-40B4-BE49-F238E27FC236}">
                <a16:creationId xmlns:a16="http://schemas.microsoft.com/office/drawing/2014/main" id="{63FAB2F9-63E0-A612-6F61-BE4D5EF8E705}"/>
              </a:ext>
            </a:extLst>
          </p:cNvPr>
          <p:cNvCxnSpPr>
            <a:cxnSpLocks/>
          </p:cNvCxnSpPr>
          <p:nvPr/>
        </p:nvCxnSpPr>
        <p:spPr>
          <a:xfrm flipH="1">
            <a:off x="5413566" y="5946233"/>
            <a:ext cx="459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5" name="TextBox 594">
            <a:extLst>
              <a:ext uri="{FF2B5EF4-FFF2-40B4-BE49-F238E27FC236}">
                <a16:creationId xmlns:a16="http://schemas.microsoft.com/office/drawing/2014/main" id="{D14730ED-E7A0-8603-6BDF-42F8C63E1460}"/>
              </a:ext>
            </a:extLst>
          </p:cNvPr>
          <p:cNvSpPr txBox="1"/>
          <p:nvPr/>
        </p:nvSpPr>
        <p:spPr>
          <a:xfrm>
            <a:off x="8648155" y="4074864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1.5K</a:t>
            </a:r>
          </a:p>
        </p:txBody>
      </p:sp>
      <p:pic>
        <p:nvPicPr>
          <p:cNvPr id="596" name="그림 595">
            <a:extLst>
              <a:ext uri="{FF2B5EF4-FFF2-40B4-BE49-F238E27FC236}">
                <a16:creationId xmlns:a16="http://schemas.microsoft.com/office/drawing/2014/main" id="{7600B7AC-A4AF-7825-4F30-8AAA08C35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008" y="4227760"/>
            <a:ext cx="1716215" cy="1212152"/>
          </a:xfrm>
          <a:prstGeom prst="rect">
            <a:avLst/>
          </a:prstGeom>
        </p:spPr>
      </p:pic>
      <p:sp>
        <p:nvSpPr>
          <p:cNvPr id="597" name="TextBox 596">
            <a:extLst>
              <a:ext uri="{FF2B5EF4-FFF2-40B4-BE49-F238E27FC236}">
                <a16:creationId xmlns:a16="http://schemas.microsoft.com/office/drawing/2014/main" id="{F63FCBB7-B165-243C-3842-421AE70E9C35}"/>
              </a:ext>
            </a:extLst>
          </p:cNvPr>
          <p:cNvSpPr txBox="1"/>
          <p:nvPr/>
        </p:nvSpPr>
        <p:spPr>
          <a:xfrm>
            <a:off x="8554036" y="3766961"/>
            <a:ext cx="60675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THS4561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EAC593F-C6AB-E84B-C68B-F79B0864FC50}"/>
              </a:ext>
            </a:extLst>
          </p:cNvPr>
          <p:cNvSpPr txBox="1"/>
          <p:nvPr/>
        </p:nvSpPr>
        <p:spPr>
          <a:xfrm>
            <a:off x="7738834" y="5220036"/>
            <a:ext cx="5978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3K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87BF272D-F967-24BA-B375-13F057224C5E}"/>
              </a:ext>
            </a:extLst>
          </p:cNvPr>
          <p:cNvSpPr txBox="1"/>
          <p:nvPr/>
        </p:nvSpPr>
        <p:spPr>
          <a:xfrm>
            <a:off x="8659560" y="5227594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1.5K</a:t>
            </a:r>
          </a:p>
        </p:txBody>
      </p:sp>
      <p:cxnSp>
        <p:nvCxnSpPr>
          <p:cNvPr id="600" name="직선 연결선 599">
            <a:extLst>
              <a:ext uri="{FF2B5EF4-FFF2-40B4-BE49-F238E27FC236}">
                <a16:creationId xmlns:a16="http://schemas.microsoft.com/office/drawing/2014/main" id="{9B6832EA-0088-0829-0BD4-D42538EE3344}"/>
              </a:ext>
            </a:extLst>
          </p:cNvPr>
          <p:cNvCxnSpPr/>
          <p:nvPr/>
        </p:nvCxnSpPr>
        <p:spPr>
          <a:xfrm>
            <a:off x="8857412" y="4543720"/>
            <a:ext cx="0" cy="115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1" name="TextBox 600">
            <a:extLst>
              <a:ext uri="{FF2B5EF4-FFF2-40B4-BE49-F238E27FC236}">
                <a16:creationId xmlns:a16="http://schemas.microsoft.com/office/drawing/2014/main" id="{16721DE3-7C6C-54A9-E59A-874726FAA026}"/>
              </a:ext>
            </a:extLst>
          </p:cNvPr>
          <p:cNvSpPr txBox="1"/>
          <p:nvPr/>
        </p:nvSpPr>
        <p:spPr>
          <a:xfrm>
            <a:off x="8660974" y="4410273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602" name="직선 연결선 601">
            <a:extLst>
              <a:ext uri="{FF2B5EF4-FFF2-40B4-BE49-F238E27FC236}">
                <a16:creationId xmlns:a16="http://schemas.microsoft.com/office/drawing/2014/main" id="{A23730BD-4765-E170-5583-64EA035AFDBF}"/>
              </a:ext>
            </a:extLst>
          </p:cNvPr>
          <p:cNvCxnSpPr/>
          <p:nvPr/>
        </p:nvCxnSpPr>
        <p:spPr>
          <a:xfrm>
            <a:off x="8867495" y="4988248"/>
            <a:ext cx="0" cy="115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3" name="TextBox 602">
            <a:extLst>
              <a:ext uri="{FF2B5EF4-FFF2-40B4-BE49-F238E27FC236}">
                <a16:creationId xmlns:a16="http://schemas.microsoft.com/office/drawing/2014/main" id="{CCAC49EB-A65F-1045-49DD-30C8278D6DDD}"/>
              </a:ext>
            </a:extLst>
          </p:cNvPr>
          <p:cNvSpPr txBox="1"/>
          <p:nvPr/>
        </p:nvSpPr>
        <p:spPr>
          <a:xfrm>
            <a:off x="8661120" y="5090106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64B2E923-1405-B820-CA40-6266C07807A0}"/>
              </a:ext>
            </a:extLst>
          </p:cNvPr>
          <p:cNvSpPr txBox="1"/>
          <p:nvPr/>
        </p:nvSpPr>
        <p:spPr>
          <a:xfrm>
            <a:off x="8635042" y="3925085"/>
            <a:ext cx="4493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0.5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605" name="직선 연결선 604">
            <a:extLst>
              <a:ext uri="{FF2B5EF4-FFF2-40B4-BE49-F238E27FC236}">
                <a16:creationId xmlns:a16="http://schemas.microsoft.com/office/drawing/2014/main" id="{521A365E-C27A-BA8E-FD93-36DA3D9780BC}"/>
              </a:ext>
            </a:extLst>
          </p:cNvPr>
          <p:cNvCxnSpPr>
            <a:cxnSpLocks/>
          </p:cNvCxnSpPr>
          <p:nvPr/>
        </p:nvCxnSpPr>
        <p:spPr>
          <a:xfrm>
            <a:off x="6942333" y="5388783"/>
            <a:ext cx="0" cy="43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TextBox 605">
            <a:extLst>
              <a:ext uri="{FF2B5EF4-FFF2-40B4-BE49-F238E27FC236}">
                <a16:creationId xmlns:a16="http://schemas.microsoft.com/office/drawing/2014/main" id="{B18BDB4E-4AA7-E0AE-C6CB-A81E090CEA4C}"/>
              </a:ext>
            </a:extLst>
          </p:cNvPr>
          <p:cNvSpPr txBox="1"/>
          <p:nvPr/>
        </p:nvSpPr>
        <p:spPr>
          <a:xfrm>
            <a:off x="7743061" y="4474748"/>
            <a:ext cx="5978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3K</a:t>
            </a:r>
          </a:p>
        </p:txBody>
      </p:sp>
      <p:cxnSp>
        <p:nvCxnSpPr>
          <p:cNvPr id="607" name="직선 연결선 606">
            <a:extLst>
              <a:ext uri="{FF2B5EF4-FFF2-40B4-BE49-F238E27FC236}">
                <a16:creationId xmlns:a16="http://schemas.microsoft.com/office/drawing/2014/main" id="{E4BAE8BC-0713-C983-2832-9D652E0F20C4}"/>
              </a:ext>
            </a:extLst>
          </p:cNvPr>
          <p:cNvCxnSpPr>
            <a:cxnSpLocks/>
          </p:cNvCxnSpPr>
          <p:nvPr/>
        </p:nvCxnSpPr>
        <p:spPr>
          <a:xfrm flipH="1">
            <a:off x="6694908" y="4667819"/>
            <a:ext cx="10985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직선 연결선 607">
            <a:extLst>
              <a:ext uri="{FF2B5EF4-FFF2-40B4-BE49-F238E27FC236}">
                <a16:creationId xmlns:a16="http://schemas.microsoft.com/office/drawing/2014/main" id="{9589752E-A6FB-3C45-2D2F-DA065844D64C}"/>
              </a:ext>
            </a:extLst>
          </p:cNvPr>
          <p:cNvCxnSpPr>
            <a:cxnSpLocks/>
          </p:cNvCxnSpPr>
          <p:nvPr/>
        </p:nvCxnSpPr>
        <p:spPr>
          <a:xfrm flipH="1">
            <a:off x="6694908" y="5832139"/>
            <a:ext cx="247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9" name="직선 연결선 608">
            <a:extLst>
              <a:ext uri="{FF2B5EF4-FFF2-40B4-BE49-F238E27FC236}">
                <a16:creationId xmlns:a16="http://schemas.microsoft.com/office/drawing/2014/main" id="{58A59E28-E961-BB56-5611-B8BD10A218F8}"/>
              </a:ext>
            </a:extLst>
          </p:cNvPr>
          <p:cNvCxnSpPr>
            <a:cxnSpLocks/>
          </p:cNvCxnSpPr>
          <p:nvPr/>
        </p:nvCxnSpPr>
        <p:spPr>
          <a:xfrm flipH="1">
            <a:off x="4670603" y="2341609"/>
            <a:ext cx="7352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0" name="그림 609">
            <a:extLst>
              <a:ext uri="{FF2B5EF4-FFF2-40B4-BE49-F238E27FC236}">
                <a16:creationId xmlns:a16="http://schemas.microsoft.com/office/drawing/2014/main" id="{F8FA4868-2B63-4B68-ACC5-8641DDF1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545114" y="2127801"/>
            <a:ext cx="796290" cy="651510"/>
          </a:xfrm>
          <a:prstGeom prst="rect">
            <a:avLst/>
          </a:prstGeom>
        </p:spPr>
      </p:pic>
      <p:sp>
        <p:nvSpPr>
          <p:cNvPr id="611" name="TextBox 610">
            <a:extLst>
              <a:ext uri="{FF2B5EF4-FFF2-40B4-BE49-F238E27FC236}">
                <a16:creationId xmlns:a16="http://schemas.microsoft.com/office/drawing/2014/main" id="{03A849B6-E190-4806-FC62-E4052C2A6463}"/>
              </a:ext>
            </a:extLst>
          </p:cNvPr>
          <p:cNvSpPr txBox="1"/>
          <p:nvPr/>
        </p:nvSpPr>
        <p:spPr>
          <a:xfrm>
            <a:off x="2639655" y="1770361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0FD2E9FE-1C64-BEEA-9F99-DAB7D6DB9D1F}"/>
              </a:ext>
            </a:extLst>
          </p:cNvPr>
          <p:cNvSpPr txBox="1"/>
          <p:nvPr/>
        </p:nvSpPr>
        <p:spPr>
          <a:xfrm>
            <a:off x="2755920" y="2016757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13" name="TextBox 612">
            <a:extLst>
              <a:ext uri="{FF2B5EF4-FFF2-40B4-BE49-F238E27FC236}">
                <a16:creationId xmlns:a16="http://schemas.microsoft.com/office/drawing/2014/main" id="{D8461EB8-B217-66C7-EF0B-707B7316A7FC}"/>
              </a:ext>
            </a:extLst>
          </p:cNvPr>
          <p:cNvSpPr txBox="1"/>
          <p:nvPr/>
        </p:nvSpPr>
        <p:spPr>
          <a:xfrm>
            <a:off x="2752758" y="2728005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2EA90E6D-7DD0-596A-E957-76D002C59526}"/>
              </a:ext>
            </a:extLst>
          </p:cNvPr>
          <p:cNvSpPr txBox="1"/>
          <p:nvPr/>
        </p:nvSpPr>
        <p:spPr>
          <a:xfrm>
            <a:off x="2687769" y="2372381"/>
            <a:ext cx="49266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OPA827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615" name="그림 614">
            <a:extLst>
              <a:ext uri="{FF2B5EF4-FFF2-40B4-BE49-F238E27FC236}">
                <a16:creationId xmlns:a16="http://schemas.microsoft.com/office/drawing/2014/main" id="{77A14971-F5F5-4119-9181-D9B71D4CC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472399" y="2574126"/>
            <a:ext cx="145429" cy="139397"/>
          </a:xfrm>
          <a:prstGeom prst="rect">
            <a:avLst/>
          </a:prstGeom>
        </p:spPr>
      </p:pic>
      <p:cxnSp>
        <p:nvCxnSpPr>
          <p:cNvPr id="616" name="직선 연결선 615">
            <a:extLst>
              <a:ext uri="{FF2B5EF4-FFF2-40B4-BE49-F238E27FC236}">
                <a16:creationId xmlns:a16="http://schemas.microsoft.com/office/drawing/2014/main" id="{858F3B31-9C19-D7DB-DF93-E846C8E5DA71}"/>
              </a:ext>
            </a:extLst>
          </p:cNvPr>
          <p:cNvCxnSpPr>
            <a:cxnSpLocks/>
          </p:cNvCxnSpPr>
          <p:nvPr/>
        </p:nvCxnSpPr>
        <p:spPr>
          <a:xfrm flipH="1">
            <a:off x="2538348" y="1973634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직선 연결선 616">
            <a:extLst>
              <a:ext uri="{FF2B5EF4-FFF2-40B4-BE49-F238E27FC236}">
                <a16:creationId xmlns:a16="http://schemas.microsoft.com/office/drawing/2014/main" id="{2E45AE9F-897D-EEF3-0A4F-B1C7F13034CC}"/>
              </a:ext>
            </a:extLst>
          </p:cNvPr>
          <p:cNvCxnSpPr>
            <a:cxnSpLocks/>
          </p:cNvCxnSpPr>
          <p:nvPr/>
        </p:nvCxnSpPr>
        <p:spPr>
          <a:xfrm>
            <a:off x="2537901" y="1973634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직선 연결선 617">
            <a:extLst>
              <a:ext uri="{FF2B5EF4-FFF2-40B4-BE49-F238E27FC236}">
                <a16:creationId xmlns:a16="http://schemas.microsoft.com/office/drawing/2014/main" id="{2647C50A-DDEB-1CE2-A730-59756B135822}"/>
              </a:ext>
            </a:extLst>
          </p:cNvPr>
          <p:cNvCxnSpPr>
            <a:cxnSpLocks/>
          </p:cNvCxnSpPr>
          <p:nvPr/>
        </p:nvCxnSpPr>
        <p:spPr>
          <a:xfrm>
            <a:off x="3348169" y="1980607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9" name="그림 618">
            <a:extLst>
              <a:ext uri="{FF2B5EF4-FFF2-40B4-BE49-F238E27FC236}">
                <a16:creationId xmlns:a16="http://schemas.microsoft.com/office/drawing/2014/main" id="{CBB36590-9AE3-EE59-3FCE-2092BFF3B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5573" y="1921559"/>
            <a:ext cx="265669" cy="107471"/>
          </a:xfrm>
          <a:prstGeom prst="rect">
            <a:avLst/>
          </a:prstGeom>
        </p:spPr>
      </p:pic>
      <p:sp>
        <p:nvSpPr>
          <p:cNvPr id="620" name="타원 619">
            <a:extLst>
              <a:ext uri="{FF2B5EF4-FFF2-40B4-BE49-F238E27FC236}">
                <a16:creationId xmlns:a16="http://schemas.microsoft.com/office/drawing/2014/main" id="{69A4BA9B-6F48-9D5F-E1C8-0D3E65EC5F3A}"/>
              </a:ext>
            </a:extLst>
          </p:cNvPr>
          <p:cNvSpPr/>
          <p:nvPr/>
        </p:nvSpPr>
        <p:spPr>
          <a:xfrm>
            <a:off x="2520220" y="232167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621" name="타원 620">
            <a:extLst>
              <a:ext uri="{FF2B5EF4-FFF2-40B4-BE49-F238E27FC236}">
                <a16:creationId xmlns:a16="http://schemas.microsoft.com/office/drawing/2014/main" id="{A5236970-2B99-F0B3-F195-8FDC5EB1F279}"/>
              </a:ext>
            </a:extLst>
          </p:cNvPr>
          <p:cNvSpPr/>
          <p:nvPr/>
        </p:nvSpPr>
        <p:spPr>
          <a:xfrm>
            <a:off x="3331363" y="242820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733060F5-965E-EB97-3C36-9D562C41C59E}"/>
              </a:ext>
            </a:extLst>
          </p:cNvPr>
          <p:cNvSpPr txBox="1"/>
          <p:nvPr/>
        </p:nvSpPr>
        <p:spPr>
          <a:xfrm>
            <a:off x="2712924" y="2842210"/>
            <a:ext cx="7372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-2~2V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grpSp>
        <p:nvGrpSpPr>
          <p:cNvPr id="623" name="그룹 622">
            <a:extLst>
              <a:ext uri="{FF2B5EF4-FFF2-40B4-BE49-F238E27FC236}">
                <a16:creationId xmlns:a16="http://schemas.microsoft.com/office/drawing/2014/main" id="{CA42DB84-3CE1-24E7-6811-11F975BDA211}"/>
              </a:ext>
            </a:extLst>
          </p:cNvPr>
          <p:cNvGrpSpPr/>
          <p:nvPr/>
        </p:nvGrpSpPr>
        <p:grpSpPr>
          <a:xfrm>
            <a:off x="3442398" y="2383680"/>
            <a:ext cx="234950" cy="136445"/>
            <a:chOff x="4140200" y="1509792"/>
            <a:chExt cx="234950" cy="136445"/>
          </a:xfrm>
        </p:grpSpPr>
        <p:cxnSp>
          <p:nvCxnSpPr>
            <p:cNvPr id="624" name="직선 연결선 623">
              <a:extLst>
                <a:ext uri="{FF2B5EF4-FFF2-40B4-BE49-F238E27FC236}">
                  <a16:creationId xmlns:a16="http://schemas.microsoft.com/office/drawing/2014/main" id="{AF5C0693-F4B7-44EA-A809-75DA8BA481EA}"/>
                </a:ext>
              </a:extLst>
            </p:cNvPr>
            <p:cNvCxnSpPr>
              <a:cxnSpLocks/>
            </p:cNvCxnSpPr>
            <p:nvPr/>
          </p:nvCxnSpPr>
          <p:spPr>
            <a:xfrm>
              <a:off x="42322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직선 연결선 624">
              <a:extLst>
                <a:ext uri="{FF2B5EF4-FFF2-40B4-BE49-F238E27FC236}">
                  <a16:creationId xmlns:a16="http://schemas.microsoft.com/office/drawing/2014/main" id="{257C98CA-A08E-859A-592B-71D5A63C15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40200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직선 연결선 625">
              <a:extLst>
                <a:ext uri="{FF2B5EF4-FFF2-40B4-BE49-F238E27FC236}">
                  <a16:creationId xmlns:a16="http://schemas.microsoft.com/office/drawing/2014/main" id="{121A3B66-B77C-CF83-26A1-6FA12D38F2F0}"/>
                </a:ext>
              </a:extLst>
            </p:cNvPr>
            <p:cNvCxnSpPr>
              <a:cxnSpLocks/>
            </p:cNvCxnSpPr>
            <p:nvPr/>
          </p:nvCxnSpPr>
          <p:spPr>
            <a:xfrm>
              <a:off x="4283075" y="1509792"/>
              <a:ext cx="0" cy="1364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직선 연결선 626">
              <a:extLst>
                <a:ext uri="{FF2B5EF4-FFF2-40B4-BE49-F238E27FC236}">
                  <a16:creationId xmlns:a16="http://schemas.microsoft.com/office/drawing/2014/main" id="{AB04AADA-844B-8639-63A0-653B8341A1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83075" y="1578014"/>
              <a:ext cx="92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8" name="그림 627">
            <a:extLst>
              <a:ext uri="{FF2B5EF4-FFF2-40B4-BE49-F238E27FC236}">
                <a16:creationId xmlns:a16="http://schemas.microsoft.com/office/drawing/2014/main" id="{34125A9C-688A-13DD-D664-DAF9A7C2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74313" y="2020837"/>
            <a:ext cx="796290" cy="651510"/>
          </a:xfrm>
          <a:prstGeom prst="rect">
            <a:avLst/>
          </a:prstGeom>
        </p:spPr>
      </p:pic>
      <p:sp>
        <p:nvSpPr>
          <p:cNvPr id="629" name="TextBox 628">
            <a:extLst>
              <a:ext uri="{FF2B5EF4-FFF2-40B4-BE49-F238E27FC236}">
                <a16:creationId xmlns:a16="http://schemas.microsoft.com/office/drawing/2014/main" id="{92B77F6D-0CF0-52EE-EEAD-5107021CE55C}"/>
              </a:ext>
            </a:extLst>
          </p:cNvPr>
          <p:cNvSpPr txBox="1"/>
          <p:nvPr/>
        </p:nvSpPr>
        <p:spPr>
          <a:xfrm>
            <a:off x="4085119" y="1909793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30" name="TextBox 629">
            <a:extLst>
              <a:ext uri="{FF2B5EF4-FFF2-40B4-BE49-F238E27FC236}">
                <a16:creationId xmlns:a16="http://schemas.microsoft.com/office/drawing/2014/main" id="{B7B6C193-2CF0-7746-203D-F2DCDDD961F3}"/>
              </a:ext>
            </a:extLst>
          </p:cNvPr>
          <p:cNvSpPr txBox="1"/>
          <p:nvPr/>
        </p:nvSpPr>
        <p:spPr>
          <a:xfrm>
            <a:off x="4081957" y="2621041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31" name="TextBox 630">
            <a:extLst>
              <a:ext uri="{FF2B5EF4-FFF2-40B4-BE49-F238E27FC236}">
                <a16:creationId xmlns:a16="http://schemas.microsoft.com/office/drawing/2014/main" id="{AAEB4C6D-0BFB-D8BF-2794-858E62AA1EE3}"/>
              </a:ext>
            </a:extLst>
          </p:cNvPr>
          <p:cNvSpPr txBox="1"/>
          <p:nvPr/>
        </p:nvSpPr>
        <p:spPr>
          <a:xfrm>
            <a:off x="4016969" y="2265417"/>
            <a:ext cx="4493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INA128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632" name="그림 631">
            <a:extLst>
              <a:ext uri="{FF2B5EF4-FFF2-40B4-BE49-F238E27FC236}">
                <a16:creationId xmlns:a16="http://schemas.microsoft.com/office/drawing/2014/main" id="{6D01A17B-1FD3-F2AA-A0F7-9B100E72E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00705" y="2232458"/>
            <a:ext cx="145429" cy="139397"/>
          </a:xfrm>
          <a:prstGeom prst="rect">
            <a:avLst/>
          </a:prstGeom>
        </p:spPr>
      </p:pic>
      <p:cxnSp>
        <p:nvCxnSpPr>
          <p:cNvPr id="633" name="직선 연결선 632">
            <a:extLst>
              <a:ext uri="{FF2B5EF4-FFF2-40B4-BE49-F238E27FC236}">
                <a16:creationId xmlns:a16="http://schemas.microsoft.com/office/drawing/2014/main" id="{65EDBAC3-9835-725F-3CD0-492B3A8DBB3D}"/>
              </a:ext>
            </a:extLst>
          </p:cNvPr>
          <p:cNvCxnSpPr>
            <a:cxnSpLocks/>
          </p:cNvCxnSpPr>
          <p:nvPr/>
        </p:nvCxnSpPr>
        <p:spPr>
          <a:xfrm flipH="1">
            <a:off x="3658226" y="2454521"/>
            <a:ext cx="2849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직선 연결선 633">
            <a:extLst>
              <a:ext uri="{FF2B5EF4-FFF2-40B4-BE49-F238E27FC236}">
                <a16:creationId xmlns:a16="http://schemas.microsoft.com/office/drawing/2014/main" id="{71B05E8C-E58C-1C0D-F148-D3F1649F6795}"/>
              </a:ext>
            </a:extLst>
          </p:cNvPr>
          <p:cNvCxnSpPr>
            <a:cxnSpLocks/>
          </p:cNvCxnSpPr>
          <p:nvPr/>
        </p:nvCxnSpPr>
        <p:spPr>
          <a:xfrm flipH="1">
            <a:off x="4068966" y="1820008"/>
            <a:ext cx="389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직선 연결선 634">
            <a:extLst>
              <a:ext uri="{FF2B5EF4-FFF2-40B4-BE49-F238E27FC236}">
                <a16:creationId xmlns:a16="http://schemas.microsoft.com/office/drawing/2014/main" id="{4ECD063B-1FF3-4DA7-9461-1321398E8B36}"/>
              </a:ext>
            </a:extLst>
          </p:cNvPr>
          <p:cNvCxnSpPr>
            <a:cxnSpLocks/>
          </p:cNvCxnSpPr>
          <p:nvPr/>
        </p:nvCxnSpPr>
        <p:spPr>
          <a:xfrm>
            <a:off x="4068519" y="1820008"/>
            <a:ext cx="0" cy="24367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6" name="직선 연결선 635">
            <a:extLst>
              <a:ext uri="{FF2B5EF4-FFF2-40B4-BE49-F238E27FC236}">
                <a16:creationId xmlns:a16="http://schemas.microsoft.com/office/drawing/2014/main" id="{3CD75455-90F1-7325-1F35-F8176D7213F9}"/>
              </a:ext>
            </a:extLst>
          </p:cNvPr>
          <p:cNvCxnSpPr>
            <a:cxnSpLocks/>
          </p:cNvCxnSpPr>
          <p:nvPr/>
        </p:nvCxnSpPr>
        <p:spPr>
          <a:xfrm>
            <a:off x="4458457" y="1826981"/>
            <a:ext cx="0" cy="459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7" name="그림 636">
            <a:extLst>
              <a:ext uri="{FF2B5EF4-FFF2-40B4-BE49-F238E27FC236}">
                <a16:creationId xmlns:a16="http://schemas.microsoft.com/office/drawing/2014/main" id="{5B77479E-B15B-B349-1596-77A04B793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070" y="1767722"/>
            <a:ext cx="265669" cy="107471"/>
          </a:xfrm>
          <a:prstGeom prst="rect">
            <a:avLst/>
          </a:prstGeom>
        </p:spPr>
      </p:pic>
      <p:sp>
        <p:nvSpPr>
          <p:cNvPr id="638" name="TextBox 637">
            <a:extLst>
              <a:ext uri="{FF2B5EF4-FFF2-40B4-BE49-F238E27FC236}">
                <a16:creationId xmlns:a16="http://schemas.microsoft.com/office/drawing/2014/main" id="{E3397520-0CE4-0337-7D76-C21B5333BBFA}"/>
              </a:ext>
            </a:extLst>
          </p:cNvPr>
          <p:cNvSpPr txBox="1"/>
          <p:nvPr/>
        </p:nvSpPr>
        <p:spPr>
          <a:xfrm>
            <a:off x="4024725" y="1568118"/>
            <a:ext cx="7670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49.9K (x 2.0)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19EED4B7-6BD1-94DB-6F0C-7C6A10CD8CA7}"/>
              </a:ext>
            </a:extLst>
          </p:cNvPr>
          <p:cNvSpPr txBox="1"/>
          <p:nvPr/>
        </p:nvSpPr>
        <p:spPr>
          <a:xfrm>
            <a:off x="3982470" y="2765390"/>
            <a:ext cx="9559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-3.6~3.6V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640" name="직선 연결선 639">
            <a:extLst>
              <a:ext uri="{FF2B5EF4-FFF2-40B4-BE49-F238E27FC236}">
                <a16:creationId xmlns:a16="http://schemas.microsoft.com/office/drawing/2014/main" id="{6F991421-701B-EE0D-4630-8D11C4ACAFAD}"/>
              </a:ext>
            </a:extLst>
          </p:cNvPr>
          <p:cNvCxnSpPr>
            <a:cxnSpLocks/>
          </p:cNvCxnSpPr>
          <p:nvPr/>
        </p:nvCxnSpPr>
        <p:spPr>
          <a:xfrm flipH="1">
            <a:off x="3275048" y="2454266"/>
            <a:ext cx="2238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직선 연결선 640">
            <a:extLst>
              <a:ext uri="{FF2B5EF4-FFF2-40B4-BE49-F238E27FC236}">
                <a16:creationId xmlns:a16="http://schemas.microsoft.com/office/drawing/2014/main" id="{253A112D-686F-1A0D-19B5-C9F92CA147AD}"/>
              </a:ext>
            </a:extLst>
          </p:cNvPr>
          <p:cNvCxnSpPr>
            <a:cxnSpLocks/>
          </p:cNvCxnSpPr>
          <p:nvPr/>
        </p:nvCxnSpPr>
        <p:spPr>
          <a:xfrm flipH="1">
            <a:off x="5405810" y="2327018"/>
            <a:ext cx="1839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2" name="타원 641">
            <a:extLst>
              <a:ext uri="{FF2B5EF4-FFF2-40B4-BE49-F238E27FC236}">
                <a16:creationId xmlns:a16="http://schemas.microsoft.com/office/drawing/2014/main" id="{BA32B4C8-7827-5858-8CF7-1D214B01C206}"/>
              </a:ext>
            </a:extLst>
          </p:cNvPr>
          <p:cNvSpPr/>
          <p:nvPr/>
        </p:nvSpPr>
        <p:spPr>
          <a:xfrm>
            <a:off x="5383354" y="231869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643" name="직선 연결선 642">
            <a:extLst>
              <a:ext uri="{FF2B5EF4-FFF2-40B4-BE49-F238E27FC236}">
                <a16:creationId xmlns:a16="http://schemas.microsoft.com/office/drawing/2014/main" id="{60230269-C60D-0031-33FE-DB9BCA8D3353}"/>
              </a:ext>
            </a:extLst>
          </p:cNvPr>
          <p:cNvCxnSpPr>
            <a:cxnSpLocks/>
          </p:cNvCxnSpPr>
          <p:nvPr/>
        </p:nvCxnSpPr>
        <p:spPr>
          <a:xfrm>
            <a:off x="5405810" y="2331410"/>
            <a:ext cx="0" cy="13541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4" name="직선 연결선 643">
            <a:extLst>
              <a:ext uri="{FF2B5EF4-FFF2-40B4-BE49-F238E27FC236}">
                <a16:creationId xmlns:a16="http://schemas.microsoft.com/office/drawing/2014/main" id="{2DC8A8FE-7D1A-56E2-4587-59F8B7B2E9FA}"/>
              </a:ext>
            </a:extLst>
          </p:cNvPr>
          <p:cNvCxnSpPr>
            <a:cxnSpLocks/>
          </p:cNvCxnSpPr>
          <p:nvPr/>
        </p:nvCxnSpPr>
        <p:spPr>
          <a:xfrm flipH="1">
            <a:off x="5405810" y="3693040"/>
            <a:ext cx="459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5" name="TextBox 644">
            <a:extLst>
              <a:ext uri="{FF2B5EF4-FFF2-40B4-BE49-F238E27FC236}">
                <a16:creationId xmlns:a16="http://schemas.microsoft.com/office/drawing/2014/main" id="{A458BC9A-7437-BE86-6735-FDB388549342}"/>
              </a:ext>
            </a:extLst>
          </p:cNvPr>
          <p:cNvSpPr txBox="1"/>
          <p:nvPr/>
        </p:nvSpPr>
        <p:spPr>
          <a:xfrm>
            <a:off x="8629115" y="1844670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1.5K</a:t>
            </a:r>
          </a:p>
        </p:txBody>
      </p:sp>
      <p:pic>
        <p:nvPicPr>
          <p:cNvPr id="646" name="그림 645">
            <a:extLst>
              <a:ext uri="{FF2B5EF4-FFF2-40B4-BE49-F238E27FC236}">
                <a16:creationId xmlns:a16="http://schemas.microsoft.com/office/drawing/2014/main" id="{253C59E4-4BAB-73F5-3B32-91EF97476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252" y="1997427"/>
            <a:ext cx="1716215" cy="1212152"/>
          </a:xfrm>
          <a:prstGeom prst="rect">
            <a:avLst/>
          </a:prstGeom>
        </p:spPr>
      </p:pic>
      <p:sp>
        <p:nvSpPr>
          <p:cNvPr id="647" name="TextBox 646">
            <a:extLst>
              <a:ext uri="{FF2B5EF4-FFF2-40B4-BE49-F238E27FC236}">
                <a16:creationId xmlns:a16="http://schemas.microsoft.com/office/drawing/2014/main" id="{0B05B0A2-4EF0-4428-F71E-2E4C423CE68F}"/>
              </a:ext>
            </a:extLst>
          </p:cNvPr>
          <p:cNvSpPr txBox="1"/>
          <p:nvPr/>
        </p:nvSpPr>
        <p:spPr>
          <a:xfrm>
            <a:off x="8610832" y="3238911"/>
            <a:ext cx="57880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THS4561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163FD54E-9750-5D5B-4822-B2468F578FB1}"/>
              </a:ext>
            </a:extLst>
          </p:cNvPr>
          <p:cNvSpPr txBox="1"/>
          <p:nvPr/>
        </p:nvSpPr>
        <p:spPr>
          <a:xfrm>
            <a:off x="7727689" y="2989703"/>
            <a:ext cx="59786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93.1</a:t>
            </a:r>
          </a:p>
        </p:txBody>
      </p:sp>
      <p:sp>
        <p:nvSpPr>
          <p:cNvPr id="649" name="TextBox 648">
            <a:extLst>
              <a:ext uri="{FF2B5EF4-FFF2-40B4-BE49-F238E27FC236}">
                <a16:creationId xmlns:a16="http://schemas.microsoft.com/office/drawing/2014/main" id="{07809BC0-9045-2E3E-5048-76413ED52C0C}"/>
              </a:ext>
            </a:extLst>
          </p:cNvPr>
          <p:cNvSpPr txBox="1"/>
          <p:nvPr/>
        </p:nvSpPr>
        <p:spPr>
          <a:xfrm>
            <a:off x="8651804" y="2997261"/>
            <a:ext cx="4286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1.5K</a:t>
            </a:r>
          </a:p>
        </p:txBody>
      </p:sp>
      <p:cxnSp>
        <p:nvCxnSpPr>
          <p:cNvPr id="650" name="직선 연결선 649">
            <a:extLst>
              <a:ext uri="{FF2B5EF4-FFF2-40B4-BE49-F238E27FC236}">
                <a16:creationId xmlns:a16="http://schemas.microsoft.com/office/drawing/2014/main" id="{7FF1CA39-2086-48A7-1C7E-44C733CA7BC4}"/>
              </a:ext>
            </a:extLst>
          </p:cNvPr>
          <p:cNvCxnSpPr/>
          <p:nvPr/>
        </p:nvCxnSpPr>
        <p:spPr>
          <a:xfrm>
            <a:off x="8849656" y="2313387"/>
            <a:ext cx="0" cy="115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1" name="TextBox 650">
            <a:extLst>
              <a:ext uri="{FF2B5EF4-FFF2-40B4-BE49-F238E27FC236}">
                <a16:creationId xmlns:a16="http://schemas.microsoft.com/office/drawing/2014/main" id="{B9267D06-9A16-9F3C-38F4-1BC8D7B28C5F}"/>
              </a:ext>
            </a:extLst>
          </p:cNvPr>
          <p:cNvSpPr txBox="1"/>
          <p:nvPr/>
        </p:nvSpPr>
        <p:spPr>
          <a:xfrm>
            <a:off x="8653218" y="2179940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652" name="직선 연결선 651">
            <a:extLst>
              <a:ext uri="{FF2B5EF4-FFF2-40B4-BE49-F238E27FC236}">
                <a16:creationId xmlns:a16="http://schemas.microsoft.com/office/drawing/2014/main" id="{126DFA9E-053B-22C5-D9C2-661EEDFD1BAF}"/>
              </a:ext>
            </a:extLst>
          </p:cNvPr>
          <p:cNvCxnSpPr/>
          <p:nvPr/>
        </p:nvCxnSpPr>
        <p:spPr>
          <a:xfrm>
            <a:off x="8859739" y="2757915"/>
            <a:ext cx="0" cy="115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3" name="TextBox 652">
            <a:extLst>
              <a:ext uri="{FF2B5EF4-FFF2-40B4-BE49-F238E27FC236}">
                <a16:creationId xmlns:a16="http://schemas.microsoft.com/office/drawing/2014/main" id="{65056F28-043B-290D-25F6-883617CE178D}"/>
              </a:ext>
            </a:extLst>
          </p:cNvPr>
          <p:cNvSpPr txBox="1"/>
          <p:nvPr/>
        </p:nvSpPr>
        <p:spPr>
          <a:xfrm>
            <a:off x="8653364" y="2859773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28BCD5FF-56AA-7D97-D808-68B1CF971A23}"/>
              </a:ext>
            </a:extLst>
          </p:cNvPr>
          <p:cNvSpPr txBox="1"/>
          <p:nvPr/>
        </p:nvSpPr>
        <p:spPr>
          <a:xfrm>
            <a:off x="8644040" y="3396449"/>
            <a:ext cx="44933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 16     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655" name="직선 연결선 654">
            <a:extLst>
              <a:ext uri="{FF2B5EF4-FFF2-40B4-BE49-F238E27FC236}">
                <a16:creationId xmlns:a16="http://schemas.microsoft.com/office/drawing/2014/main" id="{7A952645-F14E-C866-F49F-774A12712AB7}"/>
              </a:ext>
            </a:extLst>
          </p:cNvPr>
          <p:cNvCxnSpPr>
            <a:cxnSpLocks/>
          </p:cNvCxnSpPr>
          <p:nvPr/>
        </p:nvCxnSpPr>
        <p:spPr>
          <a:xfrm>
            <a:off x="6942333" y="3166462"/>
            <a:ext cx="0" cy="4124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TextBox 655">
            <a:extLst>
              <a:ext uri="{FF2B5EF4-FFF2-40B4-BE49-F238E27FC236}">
                <a16:creationId xmlns:a16="http://schemas.microsoft.com/office/drawing/2014/main" id="{38A377C2-4501-36A8-725F-4200CE49E944}"/>
              </a:ext>
            </a:extLst>
          </p:cNvPr>
          <p:cNvSpPr txBox="1"/>
          <p:nvPr/>
        </p:nvSpPr>
        <p:spPr>
          <a:xfrm>
            <a:off x="7793487" y="2245693"/>
            <a:ext cx="4438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93.1</a:t>
            </a:r>
          </a:p>
        </p:txBody>
      </p:sp>
      <p:cxnSp>
        <p:nvCxnSpPr>
          <p:cNvPr id="657" name="직선 연결선 656">
            <a:extLst>
              <a:ext uri="{FF2B5EF4-FFF2-40B4-BE49-F238E27FC236}">
                <a16:creationId xmlns:a16="http://schemas.microsoft.com/office/drawing/2014/main" id="{C277AC74-92B6-7B0F-40B7-C367FACBDA01}"/>
              </a:ext>
            </a:extLst>
          </p:cNvPr>
          <p:cNvCxnSpPr>
            <a:cxnSpLocks/>
          </p:cNvCxnSpPr>
          <p:nvPr/>
        </p:nvCxnSpPr>
        <p:spPr>
          <a:xfrm flipH="1">
            <a:off x="6687152" y="2434946"/>
            <a:ext cx="11063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직선 연결선 657">
            <a:extLst>
              <a:ext uri="{FF2B5EF4-FFF2-40B4-BE49-F238E27FC236}">
                <a16:creationId xmlns:a16="http://schemas.microsoft.com/office/drawing/2014/main" id="{031B53DE-B03E-63C8-1E14-BFA669FEF076}"/>
              </a:ext>
            </a:extLst>
          </p:cNvPr>
          <p:cNvCxnSpPr>
            <a:cxnSpLocks/>
          </p:cNvCxnSpPr>
          <p:nvPr/>
        </p:nvCxnSpPr>
        <p:spPr>
          <a:xfrm flipH="1">
            <a:off x="6687152" y="3578946"/>
            <a:ext cx="255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9" name="그림 658">
            <a:extLst>
              <a:ext uri="{FF2B5EF4-FFF2-40B4-BE49-F238E27FC236}">
                <a16:creationId xmlns:a16="http://schemas.microsoft.com/office/drawing/2014/main" id="{ED106D76-909B-8F41-23EA-4D819B182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550" y="2284233"/>
            <a:ext cx="265669" cy="107471"/>
          </a:xfrm>
          <a:prstGeom prst="rect">
            <a:avLst/>
          </a:prstGeom>
        </p:spPr>
      </p:pic>
      <p:cxnSp>
        <p:nvCxnSpPr>
          <p:cNvPr id="660" name="직선 연결선 659">
            <a:extLst>
              <a:ext uri="{FF2B5EF4-FFF2-40B4-BE49-F238E27FC236}">
                <a16:creationId xmlns:a16="http://schemas.microsoft.com/office/drawing/2014/main" id="{947F31C1-384A-2BE6-4480-4935DF91078B}"/>
              </a:ext>
            </a:extLst>
          </p:cNvPr>
          <p:cNvCxnSpPr>
            <a:cxnSpLocks/>
          </p:cNvCxnSpPr>
          <p:nvPr/>
        </p:nvCxnSpPr>
        <p:spPr>
          <a:xfrm>
            <a:off x="8293852" y="2621041"/>
            <a:ext cx="0" cy="22058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직선 연결선 660">
            <a:extLst>
              <a:ext uri="{FF2B5EF4-FFF2-40B4-BE49-F238E27FC236}">
                <a16:creationId xmlns:a16="http://schemas.microsoft.com/office/drawing/2014/main" id="{8EB0D26A-E281-44D5-C256-3728C5A8983E}"/>
              </a:ext>
            </a:extLst>
          </p:cNvPr>
          <p:cNvCxnSpPr>
            <a:cxnSpLocks/>
          </p:cNvCxnSpPr>
          <p:nvPr/>
        </p:nvCxnSpPr>
        <p:spPr>
          <a:xfrm flipH="1">
            <a:off x="8293852" y="2596280"/>
            <a:ext cx="1479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2" name="직선 연결선 661">
            <a:extLst>
              <a:ext uri="{FF2B5EF4-FFF2-40B4-BE49-F238E27FC236}">
                <a16:creationId xmlns:a16="http://schemas.microsoft.com/office/drawing/2014/main" id="{1EF0D652-731D-0A65-CF8D-8616055EE292}"/>
              </a:ext>
            </a:extLst>
          </p:cNvPr>
          <p:cNvCxnSpPr>
            <a:cxnSpLocks/>
          </p:cNvCxnSpPr>
          <p:nvPr/>
        </p:nvCxnSpPr>
        <p:spPr>
          <a:xfrm flipH="1">
            <a:off x="8293852" y="4826927"/>
            <a:ext cx="1479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3" name="그룹 662">
            <a:extLst>
              <a:ext uri="{FF2B5EF4-FFF2-40B4-BE49-F238E27FC236}">
                <a16:creationId xmlns:a16="http://schemas.microsoft.com/office/drawing/2014/main" id="{53C6890E-3757-1FCD-3D00-62A2726745A7}"/>
              </a:ext>
            </a:extLst>
          </p:cNvPr>
          <p:cNvGrpSpPr/>
          <p:nvPr/>
        </p:nvGrpSpPr>
        <p:grpSpPr>
          <a:xfrm>
            <a:off x="394957" y="2035758"/>
            <a:ext cx="1440273" cy="651863"/>
            <a:chOff x="1383655" y="1747416"/>
            <a:chExt cx="1440273" cy="651863"/>
          </a:xfrm>
        </p:grpSpPr>
        <p:pic>
          <p:nvPicPr>
            <p:cNvPr id="664" name="그림 663">
              <a:extLst>
                <a:ext uri="{FF2B5EF4-FFF2-40B4-BE49-F238E27FC236}">
                  <a16:creationId xmlns:a16="http://schemas.microsoft.com/office/drawing/2014/main" id="{2C559A58-BA51-A0CA-A55E-54E8BAABE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V="1">
              <a:off x="1860148" y="1747416"/>
              <a:ext cx="857250" cy="647700"/>
            </a:xfrm>
            <a:prstGeom prst="rect">
              <a:avLst/>
            </a:prstGeom>
          </p:spPr>
        </p:pic>
        <p:cxnSp>
          <p:nvCxnSpPr>
            <p:cNvPr id="665" name="직선 연결선 664">
              <a:extLst>
                <a:ext uri="{FF2B5EF4-FFF2-40B4-BE49-F238E27FC236}">
                  <a16:creationId xmlns:a16="http://schemas.microsoft.com/office/drawing/2014/main" id="{7329119F-4512-7E58-0498-A633B437FAA2}"/>
                </a:ext>
              </a:extLst>
            </p:cNvPr>
            <p:cNvCxnSpPr>
              <a:cxnSpLocks/>
            </p:cNvCxnSpPr>
            <p:nvPr/>
          </p:nvCxnSpPr>
          <p:spPr>
            <a:xfrm>
              <a:off x="1881385" y="1861667"/>
              <a:ext cx="0" cy="5376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6" name="TextBox 665">
              <a:extLst>
                <a:ext uri="{FF2B5EF4-FFF2-40B4-BE49-F238E27FC236}">
                  <a16:creationId xmlns:a16="http://schemas.microsoft.com/office/drawing/2014/main" id="{153D3DE4-F995-85D1-CE56-961BF1DE4F57}"/>
                </a:ext>
              </a:extLst>
            </p:cNvPr>
            <p:cNvSpPr txBox="1"/>
            <p:nvPr/>
          </p:nvSpPr>
          <p:spPr>
            <a:xfrm>
              <a:off x="1389450" y="2208211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0V</a:t>
              </a:r>
              <a:endParaRPr lang="ko-KR" altLang="en-US" sz="1000" dirty="0"/>
            </a:p>
          </p:txBody>
        </p:sp>
        <p:sp>
          <p:nvSpPr>
            <p:cNvPr id="667" name="TextBox 666">
              <a:extLst>
                <a:ext uri="{FF2B5EF4-FFF2-40B4-BE49-F238E27FC236}">
                  <a16:creationId xmlns:a16="http://schemas.microsoft.com/office/drawing/2014/main" id="{5DA4E1B9-384B-CA72-6640-9BC5547F8FCD}"/>
                </a:ext>
              </a:extLst>
            </p:cNvPr>
            <p:cNvSpPr txBox="1"/>
            <p:nvPr/>
          </p:nvSpPr>
          <p:spPr>
            <a:xfrm>
              <a:off x="1383655" y="1815086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1.0V</a:t>
              </a:r>
              <a:endParaRPr lang="ko-KR" altLang="en-US" sz="1000" dirty="0"/>
            </a:p>
          </p:txBody>
        </p:sp>
        <p:cxnSp>
          <p:nvCxnSpPr>
            <p:cNvPr id="668" name="직선 연결선 667">
              <a:extLst>
                <a:ext uri="{FF2B5EF4-FFF2-40B4-BE49-F238E27FC236}">
                  <a16:creationId xmlns:a16="http://schemas.microsoft.com/office/drawing/2014/main" id="{862D7989-23D0-944B-F748-6344930D7607}"/>
                </a:ext>
              </a:extLst>
            </p:cNvPr>
            <p:cNvCxnSpPr>
              <a:cxnSpLocks/>
            </p:cNvCxnSpPr>
            <p:nvPr/>
          </p:nvCxnSpPr>
          <p:spPr>
            <a:xfrm>
              <a:off x="1873877" y="2293519"/>
              <a:ext cx="89044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직선 연결선 668">
              <a:extLst>
                <a:ext uri="{FF2B5EF4-FFF2-40B4-BE49-F238E27FC236}">
                  <a16:creationId xmlns:a16="http://schemas.microsoft.com/office/drawing/2014/main" id="{6A300F78-FD71-DA10-E467-F7AD6D3429D5}"/>
                </a:ext>
              </a:extLst>
            </p:cNvPr>
            <p:cNvCxnSpPr>
              <a:cxnSpLocks/>
            </p:cNvCxnSpPr>
            <p:nvPr/>
          </p:nvCxnSpPr>
          <p:spPr>
            <a:xfrm>
              <a:off x="1873765" y="1873837"/>
              <a:ext cx="950163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0" name="직선 연결선 669">
            <a:extLst>
              <a:ext uri="{FF2B5EF4-FFF2-40B4-BE49-F238E27FC236}">
                <a16:creationId xmlns:a16="http://schemas.microsoft.com/office/drawing/2014/main" id="{6AB02417-2650-6070-3373-9F276F40116E}"/>
              </a:ext>
            </a:extLst>
          </p:cNvPr>
          <p:cNvCxnSpPr>
            <a:cxnSpLocks/>
          </p:cNvCxnSpPr>
          <p:nvPr/>
        </p:nvCxnSpPr>
        <p:spPr>
          <a:xfrm>
            <a:off x="1692472" y="2680577"/>
            <a:ext cx="0" cy="880103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1" name="그룹 670">
            <a:extLst>
              <a:ext uri="{FF2B5EF4-FFF2-40B4-BE49-F238E27FC236}">
                <a16:creationId xmlns:a16="http://schemas.microsoft.com/office/drawing/2014/main" id="{4B29DECD-F658-D96D-DE9B-23CC46D4BB40}"/>
              </a:ext>
            </a:extLst>
          </p:cNvPr>
          <p:cNvGrpSpPr/>
          <p:nvPr/>
        </p:nvGrpSpPr>
        <p:grpSpPr>
          <a:xfrm>
            <a:off x="2131472" y="5661960"/>
            <a:ext cx="1375747" cy="647700"/>
            <a:chOff x="3016404" y="1787982"/>
            <a:chExt cx="1375747" cy="647700"/>
          </a:xfrm>
        </p:grpSpPr>
        <p:pic>
          <p:nvPicPr>
            <p:cNvPr id="672" name="그림 671">
              <a:extLst>
                <a:ext uri="{FF2B5EF4-FFF2-40B4-BE49-F238E27FC236}">
                  <a16:creationId xmlns:a16="http://schemas.microsoft.com/office/drawing/2014/main" id="{90086B46-E6AC-DBA5-6579-CF2E894AB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480091" y="1787982"/>
              <a:ext cx="857250" cy="647700"/>
            </a:xfrm>
            <a:prstGeom prst="rect">
              <a:avLst/>
            </a:prstGeom>
          </p:spPr>
        </p:pic>
        <p:sp>
          <p:nvSpPr>
            <p:cNvPr id="673" name="TextBox 672">
              <a:extLst>
                <a:ext uri="{FF2B5EF4-FFF2-40B4-BE49-F238E27FC236}">
                  <a16:creationId xmlns:a16="http://schemas.microsoft.com/office/drawing/2014/main" id="{D3005D8F-3E36-71C4-7C38-D3D2E2CE7176}"/>
                </a:ext>
              </a:extLst>
            </p:cNvPr>
            <p:cNvSpPr txBox="1"/>
            <p:nvPr/>
          </p:nvSpPr>
          <p:spPr>
            <a:xfrm>
              <a:off x="3016404" y="1808598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0V</a:t>
              </a:r>
              <a:endParaRPr lang="ko-KR" altLang="en-US" sz="1000" dirty="0"/>
            </a:p>
          </p:txBody>
        </p:sp>
        <p:sp>
          <p:nvSpPr>
            <p:cNvPr id="674" name="TextBox 673">
              <a:extLst>
                <a:ext uri="{FF2B5EF4-FFF2-40B4-BE49-F238E27FC236}">
                  <a16:creationId xmlns:a16="http://schemas.microsoft.com/office/drawing/2014/main" id="{783396F7-6C31-E3C2-3071-25952AEFE921}"/>
                </a:ext>
              </a:extLst>
            </p:cNvPr>
            <p:cNvSpPr txBox="1"/>
            <p:nvPr/>
          </p:nvSpPr>
          <p:spPr>
            <a:xfrm>
              <a:off x="3021042" y="2224062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-1.0V</a:t>
              </a:r>
              <a:endParaRPr lang="ko-KR" altLang="en-US" sz="1000" dirty="0"/>
            </a:p>
          </p:txBody>
        </p:sp>
        <p:cxnSp>
          <p:nvCxnSpPr>
            <p:cNvPr id="675" name="직선 연결선 674">
              <a:extLst>
                <a:ext uri="{FF2B5EF4-FFF2-40B4-BE49-F238E27FC236}">
                  <a16:creationId xmlns:a16="http://schemas.microsoft.com/office/drawing/2014/main" id="{78F4F6C9-9661-AB18-445C-F1B9AAED0B27}"/>
                </a:ext>
              </a:extLst>
            </p:cNvPr>
            <p:cNvCxnSpPr>
              <a:cxnSpLocks/>
            </p:cNvCxnSpPr>
            <p:nvPr/>
          </p:nvCxnSpPr>
          <p:spPr>
            <a:xfrm>
              <a:off x="3501707" y="1881686"/>
              <a:ext cx="89044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76" name="직선 연결선 675">
            <a:extLst>
              <a:ext uri="{FF2B5EF4-FFF2-40B4-BE49-F238E27FC236}">
                <a16:creationId xmlns:a16="http://schemas.microsoft.com/office/drawing/2014/main" id="{D74D468A-F2A5-BFEB-7E89-3C2D9AF1A6EF}"/>
              </a:ext>
            </a:extLst>
          </p:cNvPr>
          <p:cNvCxnSpPr>
            <a:cxnSpLocks/>
          </p:cNvCxnSpPr>
          <p:nvPr/>
        </p:nvCxnSpPr>
        <p:spPr>
          <a:xfrm flipV="1">
            <a:off x="3442398" y="4709932"/>
            <a:ext cx="0" cy="1004348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7" name="그룹 676">
            <a:extLst>
              <a:ext uri="{FF2B5EF4-FFF2-40B4-BE49-F238E27FC236}">
                <a16:creationId xmlns:a16="http://schemas.microsoft.com/office/drawing/2014/main" id="{2B7131B7-0B31-2A3C-F5F3-63CD24BD6D75}"/>
              </a:ext>
            </a:extLst>
          </p:cNvPr>
          <p:cNvGrpSpPr/>
          <p:nvPr/>
        </p:nvGrpSpPr>
        <p:grpSpPr>
          <a:xfrm>
            <a:off x="3663497" y="5642515"/>
            <a:ext cx="1328139" cy="647700"/>
            <a:chOff x="2823928" y="4316826"/>
            <a:chExt cx="1328139" cy="647700"/>
          </a:xfrm>
        </p:grpSpPr>
        <p:pic>
          <p:nvPicPr>
            <p:cNvPr id="678" name="그림 677">
              <a:extLst>
                <a:ext uri="{FF2B5EF4-FFF2-40B4-BE49-F238E27FC236}">
                  <a16:creationId xmlns:a16="http://schemas.microsoft.com/office/drawing/2014/main" id="{BD963E7A-5564-5AFB-B3C8-4CEA83580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94817" y="4316826"/>
              <a:ext cx="857250" cy="647700"/>
            </a:xfrm>
            <a:prstGeom prst="rect">
              <a:avLst/>
            </a:prstGeom>
          </p:spPr>
        </p:pic>
        <p:sp>
          <p:nvSpPr>
            <p:cNvPr id="679" name="TextBox 678">
              <a:extLst>
                <a:ext uri="{FF2B5EF4-FFF2-40B4-BE49-F238E27FC236}">
                  <a16:creationId xmlns:a16="http://schemas.microsoft.com/office/drawing/2014/main" id="{0FB60E9D-F726-7173-2F9D-D72C91140BBC}"/>
                </a:ext>
              </a:extLst>
            </p:cNvPr>
            <p:cNvSpPr txBox="1"/>
            <p:nvPr/>
          </p:nvSpPr>
          <p:spPr>
            <a:xfrm>
              <a:off x="2823928" y="4759458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0V</a:t>
              </a:r>
              <a:endParaRPr lang="ko-KR" altLang="en-US" sz="1000" dirty="0"/>
            </a:p>
          </p:txBody>
        </p:sp>
        <p:sp>
          <p:nvSpPr>
            <p:cNvPr id="680" name="TextBox 679">
              <a:extLst>
                <a:ext uri="{FF2B5EF4-FFF2-40B4-BE49-F238E27FC236}">
                  <a16:creationId xmlns:a16="http://schemas.microsoft.com/office/drawing/2014/main" id="{9D1011E0-76A8-B53E-BD4A-D319AB8530B1}"/>
                </a:ext>
              </a:extLst>
            </p:cNvPr>
            <p:cNvSpPr txBox="1"/>
            <p:nvPr/>
          </p:nvSpPr>
          <p:spPr>
            <a:xfrm>
              <a:off x="2840300" y="4350982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1.0V</a:t>
              </a:r>
              <a:endParaRPr lang="ko-KR" altLang="en-US" sz="1000" dirty="0"/>
            </a:p>
          </p:txBody>
        </p:sp>
        <p:cxnSp>
          <p:nvCxnSpPr>
            <p:cNvPr id="681" name="직선 연결선 680">
              <a:extLst>
                <a:ext uri="{FF2B5EF4-FFF2-40B4-BE49-F238E27FC236}">
                  <a16:creationId xmlns:a16="http://schemas.microsoft.com/office/drawing/2014/main" id="{F3C8B601-2585-940C-2221-4BD81B9E18CC}"/>
                </a:ext>
              </a:extLst>
            </p:cNvPr>
            <p:cNvCxnSpPr>
              <a:cxnSpLocks/>
            </p:cNvCxnSpPr>
            <p:nvPr/>
          </p:nvCxnSpPr>
          <p:spPr>
            <a:xfrm>
              <a:off x="3333993" y="4430181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2" name="그룹 681">
            <a:extLst>
              <a:ext uri="{FF2B5EF4-FFF2-40B4-BE49-F238E27FC236}">
                <a16:creationId xmlns:a16="http://schemas.microsoft.com/office/drawing/2014/main" id="{F40D8DF6-1BD5-29A7-821C-E7971D758781}"/>
              </a:ext>
            </a:extLst>
          </p:cNvPr>
          <p:cNvGrpSpPr/>
          <p:nvPr/>
        </p:nvGrpSpPr>
        <p:grpSpPr>
          <a:xfrm>
            <a:off x="6826163" y="5682297"/>
            <a:ext cx="1328139" cy="647700"/>
            <a:chOff x="6900261" y="5429801"/>
            <a:chExt cx="1328139" cy="647700"/>
          </a:xfrm>
        </p:grpSpPr>
        <p:pic>
          <p:nvPicPr>
            <p:cNvPr id="683" name="그림 682">
              <a:extLst>
                <a:ext uri="{FF2B5EF4-FFF2-40B4-BE49-F238E27FC236}">
                  <a16:creationId xmlns:a16="http://schemas.microsoft.com/office/drawing/2014/main" id="{0043F854-0225-2E43-A2C9-D0C5033BB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71150" y="5429801"/>
              <a:ext cx="857250" cy="647700"/>
            </a:xfrm>
            <a:prstGeom prst="rect">
              <a:avLst/>
            </a:prstGeom>
          </p:spPr>
        </p:pic>
        <p:sp>
          <p:nvSpPr>
            <p:cNvPr id="684" name="TextBox 683">
              <a:extLst>
                <a:ext uri="{FF2B5EF4-FFF2-40B4-BE49-F238E27FC236}">
                  <a16:creationId xmlns:a16="http://schemas.microsoft.com/office/drawing/2014/main" id="{FB6457D2-129F-2177-016D-873AD4E5AE29}"/>
                </a:ext>
              </a:extLst>
            </p:cNvPr>
            <p:cNvSpPr txBox="1"/>
            <p:nvPr/>
          </p:nvSpPr>
          <p:spPr>
            <a:xfrm>
              <a:off x="6900261" y="5872433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0V</a:t>
              </a:r>
              <a:endParaRPr lang="ko-KR" altLang="en-US" sz="1000" dirty="0"/>
            </a:p>
          </p:txBody>
        </p:sp>
        <p:sp>
          <p:nvSpPr>
            <p:cNvPr id="685" name="TextBox 684">
              <a:extLst>
                <a:ext uri="{FF2B5EF4-FFF2-40B4-BE49-F238E27FC236}">
                  <a16:creationId xmlns:a16="http://schemas.microsoft.com/office/drawing/2014/main" id="{8E8A00D0-80D2-988F-B7A7-85CE21941DDC}"/>
                </a:ext>
              </a:extLst>
            </p:cNvPr>
            <p:cNvSpPr txBox="1"/>
            <p:nvPr/>
          </p:nvSpPr>
          <p:spPr>
            <a:xfrm>
              <a:off x="6916633" y="5463957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1.0V</a:t>
              </a:r>
              <a:endParaRPr lang="ko-KR" altLang="en-US" sz="1000" dirty="0"/>
            </a:p>
          </p:txBody>
        </p:sp>
        <p:cxnSp>
          <p:nvCxnSpPr>
            <p:cNvPr id="686" name="직선 연결선 685">
              <a:extLst>
                <a:ext uri="{FF2B5EF4-FFF2-40B4-BE49-F238E27FC236}">
                  <a16:creationId xmlns:a16="http://schemas.microsoft.com/office/drawing/2014/main" id="{52D234B0-56D3-6998-4FE0-E31F8ED8ABF8}"/>
                </a:ext>
              </a:extLst>
            </p:cNvPr>
            <p:cNvCxnSpPr>
              <a:cxnSpLocks/>
            </p:cNvCxnSpPr>
            <p:nvPr/>
          </p:nvCxnSpPr>
          <p:spPr>
            <a:xfrm>
              <a:off x="7410326" y="5543156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7" name="직선 연결선 686">
            <a:extLst>
              <a:ext uri="{FF2B5EF4-FFF2-40B4-BE49-F238E27FC236}">
                <a16:creationId xmlns:a16="http://schemas.microsoft.com/office/drawing/2014/main" id="{6461A41D-6254-FAD7-0A36-FD5EC0F725DB}"/>
              </a:ext>
            </a:extLst>
          </p:cNvPr>
          <p:cNvCxnSpPr>
            <a:cxnSpLocks/>
          </p:cNvCxnSpPr>
          <p:nvPr/>
        </p:nvCxnSpPr>
        <p:spPr>
          <a:xfrm flipH="1">
            <a:off x="6942333" y="5395813"/>
            <a:ext cx="828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8" name="그룹 687">
            <a:extLst>
              <a:ext uri="{FF2B5EF4-FFF2-40B4-BE49-F238E27FC236}">
                <a16:creationId xmlns:a16="http://schemas.microsoft.com/office/drawing/2014/main" id="{604B98A8-04A3-AC19-0FBF-C9B521C40390}"/>
              </a:ext>
            </a:extLst>
          </p:cNvPr>
          <p:cNvGrpSpPr/>
          <p:nvPr/>
        </p:nvGrpSpPr>
        <p:grpSpPr>
          <a:xfrm>
            <a:off x="6770635" y="3629224"/>
            <a:ext cx="1341651" cy="651863"/>
            <a:chOff x="6865523" y="1791780"/>
            <a:chExt cx="1341651" cy="651863"/>
          </a:xfrm>
        </p:grpSpPr>
        <p:pic>
          <p:nvPicPr>
            <p:cNvPr id="689" name="그림 688">
              <a:extLst>
                <a:ext uri="{FF2B5EF4-FFF2-40B4-BE49-F238E27FC236}">
                  <a16:creationId xmlns:a16="http://schemas.microsoft.com/office/drawing/2014/main" id="{090745D4-BD42-074A-F331-AAED20D42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V="1">
              <a:off x="7349924" y="1791780"/>
              <a:ext cx="857250" cy="647700"/>
            </a:xfrm>
            <a:prstGeom prst="rect">
              <a:avLst/>
            </a:prstGeom>
          </p:spPr>
        </p:pic>
        <p:cxnSp>
          <p:nvCxnSpPr>
            <p:cNvPr id="690" name="직선 연결선 689">
              <a:extLst>
                <a:ext uri="{FF2B5EF4-FFF2-40B4-BE49-F238E27FC236}">
                  <a16:creationId xmlns:a16="http://schemas.microsoft.com/office/drawing/2014/main" id="{A5C6FEB6-31F1-872D-1E42-92AF6B6BA971}"/>
                </a:ext>
              </a:extLst>
            </p:cNvPr>
            <p:cNvCxnSpPr>
              <a:cxnSpLocks/>
            </p:cNvCxnSpPr>
            <p:nvPr/>
          </p:nvCxnSpPr>
          <p:spPr>
            <a:xfrm>
              <a:off x="7371161" y="1906031"/>
              <a:ext cx="0" cy="5376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직선 연결선 690">
              <a:extLst>
                <a:ext uri="{FF2B5EF4-FFF2-40B4-BE49-F238E27FC236}">
                  <a16:creationId xmlns:a16="http://schemas.microsoft.com/office/drawing/2014/main" id="{D4D371E8-A9F8-42EE-3CE1-5D13F9EF1369}"/>
                </a:ext>
              </a:extLst>
            </p:cNvPr>
            <p:cNvCxnSpPr>
              <a:cxnSpLocks/>
            </p:cNvCxnSpPr>
            <p:nvPr/>
          </p:nvCxnSpPr>
          <p:spPr>
            <a:xfrm>
              <a:off x="7387477" y="2333155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2" name="TextBox 691">
              <a:extLst>
                <a:ext uri="{FF2B5EF4-FFF2-40B4-BE49-F238E27FC236}">
                  <a16:creationId xmlns:a16="http://schemas.microsoft.com/office/drawing/2014/main" id="{D13681E1-F738-3501-6B08-F12354564CB5}"/>
                </a:ext>
              </a:extLst>
            </p:cNvPr>
            <p:cNvSpPr txBox="1"/>
            <p:nvPr/>
          </p:nvSpPr>
          <p:spPr>
            <a:xfrm>
              <a:off x="6865523" y="1849113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0V</a:t>
              </a:r>
              <a:endParaRPr lang="ko-KR" altLang="en-US" sz="1000" dirty="0"/>
            </a:p>
          </p:txBody>
        </p:sp>
        <p:sp>
          <p:nvSpPr>
            <p:cNvPr id="693" name="TextBox 692">
              <a:extLst>
                <a:ext uri="{FF2B5EF4-FFF2-40B4-BE49-F238E27FC236}">
                  <a16:creationId xmlns:a16="http://schemas.microsoft.com/office/drawing/2014/main" id="{7F0A5AB9-6312-BBC2-7102-D60E64FF13A7}"/>
                </a:ext>
              </a:extLst>
            </p:cNvPr>
            <p:cNvSpPr txBox="1"/>
            <p:nvPr/>
          </p:nvSpPr>
          <p:spPr>
            <a:xfrm>
              <a:off x="6882707" y="2247591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-1.0V</a:t>
              </a:r>
              <a:endParaRPr lang="ko-KR" altLang="en-US" sz="1000" dirty="0"/>
            </a:p>
          </p:txBody>
        </p:sp>
      </p:grpSp>
      <p:cxnSp>
        <p:nvCxnSpPr>
          <p:cNvPr id="694" name="직선 연결선 693">
            <a:extLst>
              <a:ext uri="{FF2B5EF4-FFF2-40B4-BE49-F238E27FC236}">
                <a16:creationId xmlns:a16="http://schemas.microsoft.com/office/drawing/2014/main" id="{05FC268E-68AA-BCE8-F85D-7689E6D4BBEB}"/>
              </a:ext>
            </a:extLst>
          </p:cNvPr>
          <p:cNvCxnSpPr>
            <a:cxnSpLocks/>
          </p:cNvCxnSpPr>
          <p:nvPr/>
        </p:nvCxnSpPr>
        <p:spPr>
          <a:xfrm>
            <a:off x="7527870" y="4234598"/>
            <a:ext cx="0" cy="405413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직선 연결선 694">
            <a:extLst>
              <a:ext uri="{FF2B5EF4-FFF2-40B4-BE49-F238E27FC236}">
                <a16:creationId xmlns:a16="http://schemas.microsoft.com/office/drawing/2014/main" id="{9A59D3E0-7148-6FAD-1564-25A59D0E3A18}"/>
              </a:ext>
            </a:extLst>
          </p:cNvPr>
          <p:cNvCxnSpPr>
            <a:cxnSpLocks/>
          </p:cNvCxnSpPr>
          <p:nvPr/>
        </p:nvCxnSpPr>
        <p:spPr>
          <a:xfrm flipV="1">
            <a:off x="7508140" y="5426726"/>
            <a:ext cx="0" cy="277000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6" name="그룹 695">
            <a:extLst>
              <a:ext uri="{FF2B5EF4-FFF2-40B4-BE49-F238E27FC236}">
                <a16:creationId xmlns:a16="http://schemas.microsoft.com/office/drawing/2014/main" id="{0B0F6D82-4CCE-2296-4560-4BEDA304F9C7}"/>
              </a:ext>
            </a:extLst>
          </p:cNvPr>
          <p:cNvGrpSpPr/>
          <p:nvPr/>
        </p:nvGrpSpPr>
        <p:grpSpPr>
          <a:xfrm>
            <a:off x="10082196" y="2938950"/>
            <a:ext cx="1917523" cy="690274"/>
            <a:chOff x="8384667" y="625121"/>
            <a:chExt cx="1917523" cy="690274"/>
          </a:xfrm>
        </p:grpSpPr>
        <p:pic>
          <p:nvPicPr>
            <p:cNvPr id="697" name="그림 696">
              <a:extLst>
                <a:ext uri="{FF2B5EF4-FFF2-40B4-BE49-F238E27FC236}">
                  <a16:creationId xmlns:a16="http://schemas.microsoft.com/office/drawing/2014/main" id="{8424A460-5A0C-B76F-19B4-FD7B27294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00372" y="625121"/>
              <a:ext cx="857250" cy="418513"/>
            </a:xfrm>
            <a:prstGeom prst="rect">
              <a:avLst/>
            </a:prstGeom>
          </p:spPr>
        </p:pic>
        <p:sp>
          <p:nvSpPr>
            <p:cNvPr id="698" name="TextBox 697">
              <a:extLst>
                <a:ext uri="{FF2B5EF4-FFF2-40B4-BE49-F238E27FC236}">
                  <a16:creationId xmlns:a16="http://schemas.microsoft.com/office/drawing/2014/main" id="{18ED10C7-4D75-936C-EB57-D0DDB64420C1}"/>
                </a:ext>
              </a:extLst>
            </p:cNvPr>
            <p:cNvSpPr txBox="1"/>
            <p:nvPr/>
          </p:nvSpPr>
          <p:spPr>
            <a:xfrm>
              <a:off x="8384667" y="865014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</a:rPr>
                <a:t>Vin+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699" name="TextBox 698">
              <a:extLst>
                <a:ext uri="{FF2B5EF4-FFF2-40B4-BE49-F238E27FC236}">
                  <a16:creationId xmlns:a16="http://schemas.microsoft.com/office/drawing/2014/main" id="{3BBD7814-297D-5F65-AA11-8655E26E5F3D}"/>
                </a:ext>
              </a:extLst>
            </p:cNvPr>
            <p:cNvSpPr txBox="1"/>
            <p:nvPr/>
          </p:nvSpPr>
          <p:spPr>
            <a:xfrm>
              <a:off x="8520668" y="884284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0.95V</a:t>
              </a:r>
              <a:endParaRPr lang="ko-KR" altLang="en-US" sz="1000" dirty="0"/>
            </a:p>
          </p:txBody>
        </p:sp>
        <p:cxnSp>
          <p:nvCxnSpPr>
            <p:cNvPr id="700" name="직선 연결선 699">
              <a:extLst>
                <a:ext uri="{FF2B5EF4-FFF2-40B4-BE49-F238E27FC236}">
                  <a16:creationId xmlns:a16="http://schemas.microsoft.com/office/drawing/2014/main" id="{93DDC7C5-287E-39ED-7220-95FF843B2C2C}"/>
                </a:ext>
              </a:extLst>
            </p:cNvPr>
            <p:cNvCxnSpPr>
              <a:cxnSpLocks/>
            </p:cNvCxnSpPr>
            <p:nvPr/>
          </p:nvCxnSpPr>
          <p:spPr>
            <a:xfrm>
              <a:off x="9023232" y="625121"/>
              <a:ext cx="0" cy="69027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직선 연결선 700">
              <a:extLst>
                <a:ext uri="{FF2B5EF4-FFF2-40B4-BE49-F238E27FC236}">
                  <a16:creationId xmlns:a16="http://schemas.microsoft.com/office/drawing/2014/main" id="{6756C03E-F8F0-791A-B323-6929B4F20D4C}"/>
                </a:ext>
              </a:extLst>
            </p:cNvPr>
            <p:cNvCxnSpPr>
              <a:cxnSpLocks/>
            </p:cNvCxnSpPr>
            <p:nvPr/>
          </p:nvCxnSpPr>
          <p:spPr>
            <a:xfrm>
              <a:off x="9022213" y="1307775"/>
              <a:ext cx="89044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2" name="TextBox 701">
              <a:extLst>
                <a:ext uri="{FF2B5EF4-FFF2-40B4-BE49-F238E27FC236}">
                  <a16:creationId xmlns:a16="http://schemas.microsoft.com/office/drawing/2014/main" id="{7AFFBACC-B371-3ABD-BE0A-308CBB345F29}"/>
                </a:ext>
              </a:extLst>
            </p:cNvPr>
            <p:cNvSpPr txBox="1"/>
            <p:nvPr/>
          </p:nvSpPr>
          <p:spPr>
            <a:xfrm>
              <a:off x="8520668" y="625383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1.45V</a:t>
              </a:r>
              <a:endParaRPr lang="ko-KR" altLang="en-US" sz="1000" dirty="0"/>
            </a:p>
          </p:txBody>
        </p:sp>
        <p:sp>
          <p:nvSpPr>
            <p:cNvPr id="703" name="TextBox 702">
              <a:extLst>
                <a:ext uri="{FF2B5EF4-FFF2-40B4-BE49-F238E27FC236}">
                  <a16:creationId xmlns:a16="http://schemas.microsoft.com/office/drawing/2014/main" id="{173A90F6-FE69-31E3-07A7-0DD2468DAA63}"/>
                </a:ext>
              </a:extLst>
            </p:cNvPr>
            <p:cNvSpPr txBox="1"/>
            <p:nvPr/>
          </p:nvSpPr>
          <p:spPr>
            <a:xfrm>
              <a:off x="8520668" y="1136355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0.45V</a:t>
              </a:r>
              <a:endParaRPr lang="ko-KR" altLang="en-US" sz="1000" dirty="0"/>
            </a:p>
          </p:txBody>
        </p:sp>
        <p:cxnSp>
          <p:nvCxnSpPr>
            <p:cNvPr id="704" name="직선 연결선 703">
              <a:extLst>
                <a:ext uri="{FF2B5EF4-FFF2-40B4-BE49-F238E27FC236}">
                  <a16:creationId xmlns:a16="http://schemas.microsoft.com/office/drawing/2014/main" id="{98E9E02C-EFDC-A427-0909-A0C502400EAA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48" y="683735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직선 연결선 704">
              <a:extLst>
                <a:ext uri="{FF2B5EF4-FFF2-40B4-BE49-F238E27FC236}">
                  <a16:creationId xmlns:a16="http://schemas.microsoft.com/office/drawing/2014/main" id="{D0F57BC7-41E5-12DE-6D9F-F74D30208DA8}"/>
                </a:ext>
              </a:extLst>
            </p:cNvPr>
            <p:cNvCxnSpPr>
              <a:cxnSpLocks/>
            </p:cNvCxnSpPr>
            <p:nvPr/>
          </p:nvCxnSpPr>
          <p:spPr>
            <a:xfrm>
              <a:off x="9039548" y="1204907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직선 연결선 705">
              <a:extLst>
                <a:ext uri="{FF2B5EF4-FFF2-40B4-BE49-F238E27FC236}">
                  <a16:creationId xmlns:a16="http://schemas.microsoft.com/office/drawing/2014/main" id="{F6E8B4A8-12D2-277B-4508-F81A309B324E}"/>
                </a:ext>
              </a:extLst>
            </p:cNvPr>
            <p:cNvCxnSpPr>
              <a:cxnSpLocks/>
            </p:cNvCxnSpPr>
            <p:nvPr/>
          </p:nvCxnSpPr>
          <p:spPr>
            <a:xfrm>
              <a:off x="9800273" y="683735"/>
              <a:ext cx="0" cy="278290"/>
            </a:xfrm>
            <a:prstGeom prst="line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7" name="TextBox 706">
              <a:extLst>
                <a:ext uri="{FF2B5EF4-FFF2-40B4-BE49-F238E27FC236}">
                  <a16:creationId xmlns:a16="http://schemas.microsoft.com/office/drawing/2014/main" id="{1D67F53B-D3EF-C313-72F4-C5EA861E7992}"/>
                </a:ext>
              </a:extLst>
            </p:cNvPr>
            <p:cNvSpPr txBox="1"/>
            <p:nvPr/>
          </p:nvSpPr>
          <p:spPr>
            <a:xfrm>
              <a:off x="9852860" y="746057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00FF"/>
                  </a:solidFill>
                </a:rPr>
                <a:t>0.5Vpp</a:t>
              </a:r>
              <a:endParaRPr lang="ko-KR" altLang="en-US" sz="1000" dirty="0">
                <a:solidFill>
                  <a:srgbClr val="0000FF"/>
                </a:solidFill>
              </a:endParaRPr>
            </a:p>
          </p:txBody>
        </p:sp>
      </p:grpSp>
      <p:cxnSp>
        <p:nvCxnSpPr>
          <p:cNvPr id="708" name="직선 연결선 707">
            <a:extLst>
              <a:ext uri="{FF2B5EF4-FFF2-40B4-BE49-F238E27FC236}">
                <a16:creationId xmlns:a16="http://schemas.microsoft.com/office/drawing/2014/main" id="{45A70E9E-0A02-8786-F9AF-659C51890741}"/>
              </a:ext>
            </a:extLst>
          </p:cNvPr>
          <p:cNvCxnSpPr>
            <a:cxnSpLocks/>
          </p:cNvCxnSpPr>
          <p:nvPr/>
        </p:nvCxnSpPr>
        <p:spPr>
          <a:xfrm flipH="1">
            <a:off x="6942333" y="3161600"/>
            <a:ext cx="8511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9" name="그룹 708">
            <a:extLst>
              <a:ext uri="{FF2B5EF4-FFF2-40B4-BE49-F238E27FC236}">
                <a16:creationId xmlns:a16="http://schemas.microsoft.com/office/drawing/2014/main" id="{3E3B15BE-7052-D7AB-6C1C-DA16524B2645}"/>
              </a:ext>
            </a:extLst>
          </p:cNvPr>
          <p:cNvGrpSpPr/>
          <p:nvPr/>
        </p:nvGrpSpPr>
        <p:grpSpPr>
          <a:xfrm>
            <a:off x="10110236" y="3758125"/>
            <a:ext cx="1892454" cy="706024"/>
            <a:chOff x="8409736" y="1379155"/>
            <a:chExt cx="1892454" cy="706024"/>
          </a:xfrm>
        </p:grpSpPr>
        <p:pic>
          <p:nvPicPr>
            <p:cNvPr id="710" name="그림 709">
              <a:extLst>
                <a:ext uri="{FF2B5EF4-FFF2-40B4-BE49-F238E27FC236}">
                  <a16:creationId xmlns:a16="http://schemas.microsoft.com/office/drawing/2014/main" id="{1DD459C0-7C52-0711-FA10-9DE2355CB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V="1">
              <a:off x="9000439" y="1624757"/>
              <a:ext cx="857250" cy="418513"/>
            </a:xfrm>
            <a:prstGeom prst="rect">
              <a:avLst/>
            </a:prstGeom>
          </p:spPr>
        </p:pic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67DB7B58-0BEB-BE2B-394E-5498D5A18B68}"/>
                </a:ext>
              </a:extLst>
            </p:cNvPr>
            <p:cNvSpPr txBox="1"/>
            <p:nvPr/>
          </p:nvSpPr>
          <p:spPr>
            <a:xfrm>
              <a:off x="8409736" y="1618950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</a:rPr>
                <a:t>Vin-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66011266-0A7F-F968-48FB-A690A0671EF7}"/>
                </a:ext>
              </a:extLst>
            </p:cNvPr>
            <p:cNvSpPr txBox="1"/>
            <p:nvPr/>
          </p:nvSpPr>
          <p:spPr>
            <a:xfrm>
              <a:off x="8515973" y="1638056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0.95V</a:t>
              </a:r>
              <a:endParaRPr lang="ko-KR" altLang="en-US" sz="1000" dirty="0"/>
            </a:p>
          </p:txBody>
        </p:sp>
        <p:cxnSp>
          <p:nvCxnSpPr>
            <p:cNvPr id="713" name="직선 연결선 712">
              <a:extLst>
                <a:ext uri="{FF2B5EF4-FFF2-40B4-BE49-F238E27FC236}">
                  <a16:creationId xmlns:a16="http://schemas.microsoft.com/office/drawing/2014/main" id="{730E97D4-6293-EB64-93BE-2AF410D25C51}"/>
                </a:ext>
              </a:extLst>
            </p:cNvPr>
            <p:cNvCxnSpPr>
              <a:cxnSpLocks/>
            </p:cNvCxnSpPr>
            <p:nvPr/>
          </p:nvCxnSpPr>
          <p:spPr>
            <a:xfrm>
              <a:off x="9018537" y="1379155"/>
              <a:ext cx="0" cy="70602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직선 연결선 713">
              <a:extLst>
                <a:ext uri="{FF2B5EF4-FFF2-40B4-BE49-F238E27FC236}">
                  <a16:creationId xmlns:a16="http://schemas.microsoft.com/office/drawing/2014/main" id="{17340E7E-4537-DCA8-5C8C-15931A4B12DE}"/>
                </a:ext>
              </a:extLst>
            </p:cNvPr>
            <p:cNvCxnSpPr>
              <a:cxnSpLocks/>
            </p:cNvCxnSpPr>
            <p:nvPr/>
          </p:nvCxnSpPr>
          <p:spPr>
            <a:xfrm>
              <a:off x="9017518" y="2082322"/>
              <a:ext cx="89044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5" name="TextBox 714">
              <a:extLst>
                <a:ext uri="{FF2B5EF4-FFF2-40B4-BE49-F238E27FC236}">
                  <a16:creationId xmlns:a16="http://schemas.microsoft.com/office/drawing/2014/main" id="{ED175797-7452-01F8-C5D3-E59402392CFC}"/>
                </a:ext>
              </a:extLst>
            </p:cNvPr>
            <p:cNvSpPr txBox="1"/>
            <p:nvPr/>
          </p:nvSpPr>
          <p:spPr>
            <a:xfrm>
              <a:off x="8515973" y="1379155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1.45V</a:t>
              </a:r>
              <a:endParaRPr lang="ko-KR" altLang="en-US" sz="1000" dirty="0"/>
            </a:p>
          </p:txBody>
        </p:sp>
        <p:sp>
          <p:nvSpPr>
            <p:cNvPr id="716" name="TextBox 715">
              <a:extLst>
                <a:ext uri="{FF2B5EF4-FFF2-40B4-BE49-F238E27FC236}">
                  <a16:creationId xmlns:a16="http://schemas.microsoft.com/office/drawing/2014/main" id="{2C60EDC1-851E-083E-7162-126922EC20DA}"/>
                </a:ext>
              </a:extLst>
            </p:cNvPr>
            <p:cNvSpPr txBox="1"/>
            <p:nvPr/>
          </p:nvSpPr>
          <p:spPr>
            <a:xfrm>
              <a:off x="8515973" y="1890127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0.45V</a:t>
              </a:r>
              <a:endParaRPr lang="ko-KR" altLang="en-US" sz="1000" dirty="0"/>
            </a:p>
          </p:txBody>
        </p:sp>
        <p:cxnSp>
          <p:nvCxnSpPr>
            <p:cNvPr id="717" name="직선 연결선 716">
              <a:extLst>
                <a:ext uri="{FF2B5EF4-FFF2-40B4-BE49-F238E27FC236}">
                  <a16:creationId xmlns:a16="http://schemas.microsoft.com/office/drawing/2014/main" id="{49FCBB45-C0CD-11AE-93BE-E71F837BEC65}"/>
                </a:ext>
              </a:extLst>
            </p:cNvPr>
            <p:cNvCxnSpPr>
              <a:cxnSpLocks/>
            </p:cNvCxnSpPr>
            <p:nvPr/>
          </p:nvCxnSpPr>
          <p:spPr>
            <a:xfrm>
              <a:off x="9034853" y="1445899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직선 연결선 717">
              <a:extLst>
                <a:ext uri="{FF2B5EF4-FFF2-40B4-BE49-F238E27FC236}">
                  <a16:creationId xmlns:a16="http://schemas.microsoft.com/office/drawing/2014/main" id="{60762C31-DBA0-E08A-10D1-3FFFEF9015BB}"/>
                </a:ext>
              </a:extLst>
            </p:cNvPr>
            <p:cNvCxnSpPr>
              <a:cxnSpLocks/>
            </p:cNvCxnSpPr>
            <p:nvPr/>
          </p:nvCxnSpPr>
          <p:spPr>
            <a:xfrm>
              <a:off x="9034853" y="1974691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직선 연결선 718">
              <a:extLst>
                <a:ext uri="{FF2B5EF4-FFF2-40B4-BE49-F238E27FC236}">
                  <a16:creationId xmlns:a16="http://schemas.microsoft.com/office/drawing/2014/main" id="{34EDC852-5CB2-A8BE-755A-EF3A99043E83}"/>
                </a:ext>
              </a:extLst>
            </p:cNvPr>
            <p:cNvCxnSpPr>
              <a:cxnSpLocks/>
            </p:cNvCxnSpPr>
            <p:nvPr/>
          </p:nvCxnSpPr>
          <p:spPr>
            <a:xfrm>
              <a:off x="9792212" y="1697055"/>
              <a:ext cx="0" cy="278290"/>
            </a:xfrm>
            <a:prstGeom prst="line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502977D3-F816-6880-A43A-99EFC59A777C}"/>
                </a:ext>
              </a:extLst>
            </p:cNvPr>
            <p:cNvSpPr txBox="1"/>
            <p:nvPr/>
          </p:nvSpPr>
          <p:spPr>
            <a:xfrm>
              <a:off x="9852860" y="1759256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00FF"/>
                  </a:solidFill>
                </a:rPr>
                <a:t>0.5Vpp</a:t>
              </a:r>
              <a:endParaRPr lang="ko-KR" altLang="en-US" sz="10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721" name="그룹 720">
            <a:extLst>
              <a:ext uri="{FF2B5EF4-FFF2-40B4-BE49-F238E27FC236}">
                <a16:creationId xmlns:a16="http://schemas.microsoft.com/office/drawing/2014/main" id="{0F80A7FC-AA2F-BA01-F9D2-DAB033B05396}"/>
              </a:ext>
            </a:extLst>
          </p:cNvPr>
          <p:cNvGrpSpPr/>
          <p:nvPr/>
        </p:nvGrpSpPr>
        <p:grpSpPr>
          <a:xfrm>
            <a:off x="10214602" y="4598648"/>
            <a:ext cx="1342852" cy="896899"/>
            <a:chOff x="8514770" y="2150846"/>
            <a:chExt cx="1342852" cy="896899"/>
          </a:xfrm>
        </p:grpSpPr>
        <p:pic>
          <p:nvPicPr>
            <p:cNvPr id="722" name="그림 721">
              <a:extLst>
                <a:ext uri="{FF2B5EF4-FFF2-40B4-BE49-F238E27FC236}">
                  <a16:creationId xmlns:a16="http://schemas.microsoft.com/office/drawing/2014/main" id="{D15EADCB-DBC0-9B96-5FAE-0A1D7B56CA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9261"/>
            <a:stretch/>
          </p:blipFill>
          <p:spPr>
            <a:xfrm>
              <a:off x="9000372" y="2173388"/>
              <a:ext cx="857250" cy="621748"/>
            </a:xfrm>
            <a:prstGeom prst="rect">
              <a:avLst/>
            </a:prstGeom>
          </p:spPr>
        </p:pic>
        <p:sp>
          <p:nvSpPr>
            <p:cNvPr id="723" name="TextBox 722">
              <a:extLst>
                <a:ext uri="{FF2B5EF4-FFF2-40B4-BE49-F238E27FC236}">
                  <a16:creationId xmlns:a16="http://schemas.microsoft.com/office/drawing/2014/main" id="{12B162A0-B2DF-33F9-E929-A027F834D0E9}"/>
                </a:ext>
              </a:extLst>
            </p:cNvPr>
            <p:cNvSpPr txBox="1"/>
            <p:nvPr/>
          </p:nvSpPr>
          <p:spPr>
            <a:xfrm>
              <a:off x="8522928" y="2527220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b="1" dirty="0" err="1">
                  <a:solidFill>
                    <a:srgbClr val="0000FF"/>
                  </a:solidFill>
                </a:rPr>
                <a:t>Vdiff</a:t>
              </a:r>
              <a:endParaRPr lang="ko-KR" altLang="en-US" sz="1000" b="1" dirty="0">
                <a:solidFill>
                  <a:srgbClr val="0000FF"/>
                </a:solidFill>
              </a:endParaRPr>
            </a:p>
          </p:txBody>
        </p:sp>
        <p:cxnSp>
          <p:nvCxnSpPr>
            <p:cNvPr id="724" name="직선 연결선 723">
              <a:extLst>
                <a:ext uri="{FF2B5EF4-FFF2-40B4-BE49-F238E27FC236}">
                  <a16:creationId xmlns:a16="http://schemas.microsoft.com/office/drawing/2014/main" id="{8FF93D53-D3F8-6624-EA05-862C9FF78053}"/>
                </a:ext>
              </a:extLst>
            </p:cNvPr>
            <p:cNvCxnSpPr>
              <a:cxnSpLocks/>
            </p:cNvCxnSpPr>
            <p:nvPr/>
          </p:nvCxnSpPr>
          <p:spPr>
            <a:xfrm>
              <a:off x="9018470" y="2150846"/>
              <a:ext cx="0" cy="896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5" name="TextBox 724">
              <a:extLst>
                <a:ext uri="{FF2B5EF4-FFF2-40B4-BE49-F238E27FC236}">
                  <a16:creationId xmlns:a16="http://schemas.microsoft.com/office/drawing/2014/main" id="{28C967DC-2968-AC66-AF38-0AFBB7AA6EF2}"/>
                </a:ext>
              </a:extLst>
            </p:cNvPr>
            <p:cNvSpPr txBox="1"/>
            <p:nvPr/>
          </p:nvSpPr>
          <p:spPr>
            <a:xfrm>
              <a:off x="8515906" y="2150846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1.0V</a:t>
              </a:r>
              <a:endParaRPr lang="ko-KR" altLang="en-US" sz="1000" dirty="0"/>
            </a:p>
          </p:txBody>
        </p:sp>
        <p:sp>
          <p:nvSpPr>
            <p:cNvPr id="726" name="TextBox 725">
              <a:extLst>
                <a:ext uri="{FF2B5EF4-FFF2-40B4-BE49-F238E27FC236}">
                  <a16:creationId xmlns:a16="http://schemas.microsoft.com/office/drawing/2014/main" id="{A9DD37AF-0191-D7E6-2ADB-C43D5BB31CB8}"/>
                </a:ext>
              </a:extLst>
            </p:cNvPr>
            <p:cNvSpPr txBox="1"/>
            <p:nvPr/>
          </p:nvSpPr>
          <p:spPr>
            <a:xfrm>
              <a:off x="8514770" y="2565382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0V</a:t>
              </a:r>
              <a:endParaRPr lang="ko-KR" altLang="en-US" sz="1000" dirty="0"/>
            </a:p>
          </p:txBody>
        </p:sp>
        <p:cxnSp>
          <p:nvCxnSpPr>
            <p:cNvPr id="727" name="직선 연결선 726">
              <a:extLst>
                <a:ext uri="{FF2B5EF4-FFF2-40B4-BE49-F238E27FC236}">
                  <a16:creationId xmlns:a16="http://schemas.microsoft.com/office/drawing/2014/main" id="{79B4E160-C63B-7C4B-35E3-B5A813C403F6}"/>
                </a:ext>
              </a:extLst>
            </p:cNvPr>
            <p:cNvCxnSpPr>
              <a:cxnSpLocks/>
            </p:cNvCxnSpPr>
            <p:nvPr/>
          </p:nvCxnSpPr>
          <p:spPr>
            <a:xfrm>
              <a:off x="9034786" y="2217590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직선 연결선 727">
              <a:extLst>
                <a:ext uri="{FF2B5EF4-FFF2-40B4-BE49-F238E27FC236}">
                  <a16:creationId xmlns:a16="http://schemas.microsoft.com/office/drawing/2014/main" id="{68DA7088-B95F-3180-03ED-8B9FD6DFFDD1}"/>
                </a:ext>
              </a:extLst>
            </p:cNvPr>
            <p:cNvCxnSpPr>
              <a:cxnSpLocks/>
            </p:cNvCxnSpPr>
            <p:nvPr/>
          </p:nvCxnSpPr>
          <p:spPr>
            <a:xfrm>
              <a:off x="9034786" y="2984664"/>
              <a:ext cx="81807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9" name="TextBox 728">
              <a:extLst>
                <a:ext uri="{FF2B5EF4-FFF2-40B4-BE49-F238E27FC236}">
                  <a16:creationId xmlns:a16="http://schemas.microsoft.com/office/drawing/2014/main" id="{B5B80F63-23A9-B2EE-0CC7-F35C213334B9}"/>
                </a:ext>
              </a:extLst>
            </p:cNvPr>
            <p:cNvSpPr txBox="1"/>
            <p:nvPr/>
          </p:nvSpPr>
          <p:spPr>
            <a:xfrm>
              <a:off x="8532165" y="2893857"/>
              <a:ext cx="44933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/>
                <a:t>-1.0V</a:t>
              </a:r>
              <a:endParaRPr lang="ko-KR" altLang="en-US" sz="1000" dirty="0"/>
            </a:p>
          </p:txBody>
        </p:sp>
      </p:grpSp>
      <p:cxnSp>
        <p:nvCxnSpPr>
          <p:cNvPr id="730" name="직선 연결선 729">
            <a:extLst>
              <a:ext uri="{FF2B5EF4-FFF2-40B4-BE49-F238E27FC236}">
                <a16:creationId xmlns:a16="http://schemas.microsoft.com/office/drawing/2014/main" id="{7E804D87-93D9-5D6E-1BC0-09D8E0A76280}"/>
              </a:ext>
            </a:extLst>
          </p:cNvPr>
          <p:cNvCxnSpPr>
            <a:cxnSpLocks/>
          </p:cNvCxnSpPr>
          <p:nvPr/>
        </p:nvCxnSpPr>
        <p:spPr>
          <a:xfrm flipV="1">
            <a:off x="4795628" y="4608298"/>
            <a:ext cx="0" cy="1095428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1" name="직선 연결선 730">
            <a:extLst>
              <a:ext uri="{FF2B5EF4-FFF2-40B4-BE49-F238E27FC236}">
                <a16:creationId xmlns:a16="http://schemas.microsoft.com/office/drawing/2014/main" id="{4F0C1232-1E64-D4EB-E27D-83BE105D3DE3}"/>
              </a:ext>
            </a:extLst>
          </p:cNvPr>
          <p:cNvCxnSpPr>
            <a:cxnSpLocks/>
          </p:cNvCxnSpPr>
          <p:nvPr/>
        </p:nvCxnSpPr>
        <p:spPr>
          <a:xfrm>
            <a:off x="1526449" y="1790231"/>
            <a:ext cx="0" cy="323742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2" name="TextBox 731">
            <a:extLst>
              <a:ext uri="{FF2B5EF4-FFF2-40B4-BE49-F238E27FC236}">
                <a16:creationId xmlns:a16="http://schemas.microsoft.com/office/drawing/2014/main" id="{1C1E89FE-B105-1242-CAC9-69B802B5D2F0}"/>
              </a:ext>
            </a:extLst>
          </p:cNvPr>
          <p:cNvSpPr txBox="1"/>
          <p:nvPr/>
        </p:nvSpPr>
        <p:spPr>
          <a:xfrm>
            <a:off x="102539" y="1461377"/>
            <a:ext cx="18007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Base line voltage : max. 1.0V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                         typ. 0.75V</a:t>
            </a:r>
          </a:p>
        </p:txBody>
      </p:sp>
      <p:sp>
        <p:nvSpPr>
          <p:cNvPr id="742" name="직사각형 741">
            <a:extLst>
              <a:ext uri="{FF2B5EF4-FFF2-40B4-BE49-F238E27FC236}">
                <a16:creationId xmlns:a16="http://schemas.microsoft.com/office/drawing/2014/main" id="{E5F8CBC9-89E7-A839-9312-C3745254C996}"/>
              </a:ext>
            </a:extLst>
          </p:cNvPr>
          <p:cNvSpPr/>
          <p:nvPr/>
        </p:nvSpPr>
        <p:spPr>
          <a:xfrm>
            <a:off x="5565881" y="4121016"/>
            <a:ext cx="1268038" cy="220898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743" name="그림 742">
            <a:extLst>
              <a:ext uri="{FF2B5EF4-FFF2-40B4-BE49-F238E27FC236}">
                <a16:creationId xmlns:a16="http://schemas.microsoft.com/office/drawing/2014/main" id="{E9090BE1-006D-833A-A8B5-8AEE8998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867365" y="2104472"/>
            <a:ext cx="796290" cy="651510"/>
          </a:xfrm>
          <a:prstGeom prst="rect">
            <a:avLst/>
          </a:prstGeom>
        </p:spPr>
      </p:pic>
      <p:sp>
        <p:nvSpPr>
          <p:cNvPr id="744" name="TextBox 743">
            <a:extLst>
              <a:ext uri="{FF2B5EF4-FFF2-40B4-BE49-F238E27FC236}">
                <a16:creationId xmlns:a16="http://schemas.microsoft.com/office/drawing/2014/main" id="{88605DF0-2B33-2333-051C-9D58DDA4F5FA}"/>
              </a:ext>
            </a:extLst>
          </p:cNvPr>
          <p:cNvSpPr txBox="1"/>
          <p:nvPr/>
        </p:nvSpPr>
        <p:spPr>
          <a:xfrm>
            <a:off x="6209435" y="2142724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745" name="TextBox 744">
            <a:extLst>
              <a:ext uri="{FF2B5EF4-FFF2-40B4-BE49-F238E27FC236}">
                <a16:creationId xmlns:a16="http://schemas.microsoft.com/office/drawing/2014/main" id="{483072DE-734C-4366-8C86-B307F0B0E52F}"/>
              </a:ext>
            </a:extLst>
          </p:cNvPr>
          <p:cNvSpPr txBox="1"/>
          <p:nvPr/>
        </p:nvSpPr>
        <p:spPr>
          <a:xfrm>
            <a:off x="6078171" y="1993428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46" name="TextBox 745">
            <a:extLst>
              <a:ext uri="{FF2B5EF4-FFF2-40B4-BE49-F238E27FC236}">
                <a16:creationId xmlns:a16="http://schemas.microsoft.com/office/drawing/2014/main" id="{94069F8D-F3C0-0925-A906-2A98A1BD7004}"/>
              </a:ext>
            </a:extLst>
          </p:cNvPr>
          <p:cNvSpPr txBox="1"/>
          <p:nvPr/>
        </p:nvSpPr>
        <p:spPr>
          <a:xfrm>
            <a:off x="6075009" y="2698326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47" name="TextBox 746">
            <a:extLst>
              <a:ext uri="{FF2B5EF4-FFF2-40B4-BE49-F238E27FC236}">
                <a16:creationId xmlns:a16="http://schemas.microsoft.com/office/drawing/2014/main" id="{4015B188-ABBF-13FD-2D38-865C19049ABC}"/>
              </a:ext>
            </a:extLst>
          </p:cNvPr>
          <p:cNvSpPr txBox="1"/>
          <p:nvPr/>
        </p:nvSpPr>
        <p:spPr>
          <a:xfrm>
            <a:off x="6010021" y="2342702"/>
            <a:ext cx="5024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OPA827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pic>
        <p:nvPicPr>
          <p:cNvPr id="748" name="그림 747">
            <a:extLst>
              <a:ext uri="{FF2B5EF4-FFF2-40B4-BE49-F238E27FC236}">
                <a16:creationId xmlns:a16="http://schemas.microsoft.com/office/drawing/2014/main" id="{2A242932-3C1E-C7BC-A205-C12215286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773" y="2268104"/>
            <a:ext cx="265669" cy="107471"/>
          </a:xfrm>
          <a:prstGeom prst="rect">
            <a:avLst/>
          </a:prstGeom>
        </p:spPr>
      </p:pic>
      <p:pic>
        <p:nvPicPr>
          <p:cNvPr id="749" name="그림 748">
            <a:extLst>
              <a:ext uri="{FF2B5EF4-FFF2-40B4-BE49-F238E27FC236}">
                <a16:creationId xmlns:a16="http://schemas.microsoft.com/office/drawing/2014/main" id="{33DEC90E-CB8E-7814-D55F-19ADC0B30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797431" y="2539005"/>
            <a:ext cx="145429" cy="139397"/>
          </a:xfrm>
          <a:prstGeom prst="rect">
            <a:avLst/>
          </a:prstGeom>
        </p:spPr>
      </p:pic>
      <p:cxnSp>
        <p:nvCxnSpPr>
          <p:cNvPr id="750" name="직선 연결선 749">
            <a:extLst>
              <a:ext uri="{FF2B5EF4-FFF2-40B4-BE49-F238E27FC236}">
                <a16:creationId xmlns:a16="http://schemas.microsoft.com/office/drawing/2014/main" id="{8072855E-5C36-73F9-43A2-8BDFBB8BEA78}"/>
              </a:ext>
            </a:extLst>
          </p:cNvPr>
          <p:cNvCxnSpPr>
            <a:cxnSpLocks/>
          </p:cNvCxnSpPr>
          <p:nvPr/>
        </p:nvCxnSpPr>
        <p:spPr>
          <a:xfrm flipH="1">
            <a:off x="5860599" y="1950305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직선 연결선 750">
            <a:extLst>
              <a:ext uri="{FF2B5EF4-FFF2-40B4-BE49-F238E27FC236}">
                <a16:creationId xmlns:a16="http://schemas.microsoft.com/office/drawing/2014/main" id="{B2BAF644-CE65-35BA-8479-53E7828FDE1E}"/>
              </a:ext>
            </a:extLst>
          </p:cNvPr>
          <p:cNvCxnSpPr>
            <a:cxnSpLocks/>
          </p:cNvCxnSpPr>
          <p:nvPr/>
        </p:nvCxnSpPr>
        <p:spPr>
          <a:xfrm>
            <a:off x="5860152" y="1956655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연결선 751">
            <a:extLst>
              <a:ext uri="{FF2B5EF4-FFF2-40B4-BE49-F238E27FC236}">
                <a16:creationId xmlns:a16="http://schemas.microsoft.com/office/drawing/2014/main" id="{37B4C9E4-82E6-81CC-A472-3BDE857ADDE4}"/>
              </a:ext>
            </a:extLst>
          </p:cNvPr>
          <p:cNvCxnSpPr>
            <a:cxnSpLocks/>
          </p:cNvCxnSpPr>
          <p:nvPr/>
        </p:nvCxnSpPr>
        <p:spPr>
          <a:xfrm>
            <a:off x="6670420" y="1957278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3" name="그림 752">
            <a:extLst>
              <a:ext uri="{FF2B5EF4-FFF2-40B4-BE49-F238E27FC236}">
                <a16:creationId xmlns:a16="http://schemas.microsoft.com/office/drawing/2014/main" id="{C9021A4B-F5A8-6C9E-3E8E-7BC852C8A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824" y="1898230"/>
            <a:ext cx="265669" cy="107471"/>
          </a:xfrm>
          <a:prstGeom prst="rect">
            <a:avLst/>
          </a:prstGeom>
        </p:spPr>
      </p:pic>
      <p:sp>
        <p:nvSpPr>
          <p:cNvPr id="754" name="타원 753">
            <a:extLst>
              <a:ext uri="{FF2B5EF4-FFF2-40B4-BE49-F238E27FC236}">
                <a16:creationId xmlns:a16="http://schemas.microsoft.com/office/drawing/2014/main" id="{8DD973D9-DCBA-5CEE-C6E1-CE22FE087C88}"/>
              </a:ext>
            </a:extLst>
          </p:cNvPr>
          <p:cNvSpPr/>
          <p:nvPr/>
        </p:nvSpPr>
        <p:spPr>
          <a:xfrm>
            <a:off x="5842471" y="229834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755" name="타원 754">
            <a:extLst>
              <a:ext uri="{FF2B5EF4-FFF2-40B4-BE49-F238E27FC236}">
                <a16:creationId xmlns:a16="http://schemas.microsoft.com/office/drawing/2014/main" id="{5D9051BD-0524-6B8B-2351-B6EDB3486D0A}"/>
              </a:ext>
            </a:extLst>
          </p:cNvPr>
          <p:cNvSpPr/>
          <p:nvPr/>
        </p:nvSpPr>
        <p:spPr>
          <a:xfrm>
            <a:off x="6653614" y="240487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pic>
        <p:nvPicPr>
          <p:cNvPr id="756" name="그림 755">
            <a:extLst>
              <a:ext uri="{FF2B5EF4-FFF2-40B4-BE49-F238E27FC236}">
                <a16:creationId xmlns:a16="http://schemas.microsoft.com/office/drawing/2014/main" id="{9462C0E0-C591-21F7-9233-FA3790D78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5857324" y="3256455"/>
            <a:ext cx="796290" cy="651510"/>
          </a:xfrm>
          <a:prstGeom prst="rect">
            <a:avLst/>
          </a:prstGeom>
        </p:spPr>
      </p:pic>
      <p:sp>
        <p:nvSpPr>
          <p:cNvPr id="757" name="TextBox 756">
            <a:extLst>
              <a:ext uri="{FF2B5EF4-FFF2-40B4-BE49-F238E27FC236}">
                <a16:creationId xmlns:a16="http://schemas.microsoft.com/office/drawing/2014/main" id="{F8B0C7A8-9042-B326-DE7D-974FDCDD32D9}"/>
              </a:ext>
            </a:extLst>
          </p:cNvPr>
          <p:cNvSpPr txBox="1"/>
          <p:nvPr/>
        </p:nvSpPr>
        <p:spPr>
          <a:xfrm>
            <a:off x="6211578" y="3311811"/>
            <a:ext cx="54556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x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1.0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758" name="TextBox 757">
            <a:extLst>
              <a:ext uri="{FF2B5EF4-FFF2-40B4-BE49-F238E27FC236}">
                <a16:creationId xmlns:a16="http://schemas.microsoft.com/office/drawing/2014/main" id="{9EF11793-4F19-B54C-99D4-0DAA3DB23AF2}"/>
              </a:ext>
            </a:extLst>
          </p:cNvPr>
          <p:cNvSpPr txBox="1"/>
          <p:nvPr/>
        </p:nvSpPr>
        <p:spPr>
          <a:xfrm>
            <a:off x="6068130" y="3145411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59" name="TextBox 758">
            <a:extLst>
              <a:ext uri="{FF2B5EF4-FFF2-40B4-BE49-F238E27FC236}">
                <a16:creationId xmlns:a16="http://schemas.microsoft.com/office/drawing/2014/main" id="{D1C75C62-1F33-2066-681E-4021290A688A}"/>
              </a:ext>
            </a:extLst>
          </p:cNvPr>
          <p:cNvSpPr txBox="1"/>
          <p:nvPr/>
        </p:nvSpPr>
        <p:spPr>
          <a:xfrm>
            <a:off x="6058167" y="3831021"/>
            <a:ext cx="40005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-5V</a:t>
            </a:r>
            <a:endParaRPr lang="ko-KR" alt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60" name="TextBox 759">
            <a:extLst>
              <a:ext uri="{FF2B5EF4-FFF2-40B4-BE49-F238E27FC236}">
                <a16:creationId xmlns:a16="http://schemas.microsoft.com/office/drawing/2014/main" id="{B37C3C3F-3ADA-0AE2-ED55-52154645E90C}"/>
              </a:ext>
            </a:extLst>
          </p:cNvPr>
          <p:cNvSpPr txBox="1"/>
          <p:nvPr/>
        </p:nvSpPr>
        <p:spPr>
          <a:xfrm>
            <a:off x="5987355" y="3487526"/>
            <a:ext cx="4877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OPA827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761" name="직선 연결선 760">
            <a:extLst>
              <a:ext uri="{FF2B5EF4-FFF2-40B4-BE49-F238E27FC236}">
                <a16:creationId xmlns:a16="http://schemas.microsoft.com/office/drawing/2014/main" id="{100DF10D-20A2-A4CB-EA71-76CAAFB01555}"/>
              </a:ext>
            </a:extLst>
          </p:cNvPr>
          <p:cNvCxnSpPr>
            <a:cxnSpLocks/>
          </p:cNvCxnSpPr>
          <p:nvPr/>
        </p:nvCxnSpPr>
        <p:spPr>
          <a:xfrm flipH="1">
            <a:off x="5855321" y="3102288"/>
            <a:ext cx="809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직선 연결선 761">
            <a:extLst>
              <a:ext uri="{FF2B5EF4-FFF2-40B4-BE49-F238E27FC236}">
                <a16:creationId xmlns:a16="http://schemas.microsoft.com/office/drawing/2014/main" id="{9C93CFBB-4B76-FD7A-AFD5-7D9740D1BBC7}"/>
              </a:ext>
            </a:extLst>
          </p:cNvPr>
          <p:cNvCxnSpPr>
            <a:cxnSpLocks/>
          </p:cNvCxnSpPr>
          <p:nvPr/>
        </p:nvCxnSpPr>
        <p:spPr>
          <a:xfrm>
            <a:off x="5854874" y="3108638"/>
            <a:ext cx="0" cy="3663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직선 연결선 762">
            <a:extLst>
              <a:ext uri="{FF2B5EF4-FFF2-40B4-BE49-F238E27FC236}">
                <a16:creationId xmlns:a16="http://schemas.microsoft.com/office/drawing/2014/main" id="{1BFB795D-317C-57CE-220D-52BEAFCCABBD}"/>
              </a:ext>
            </a:extLst>
          </p:cNvPr>
          <p:cNvCxnSpPr>
            <a:cxnSpLocks/>
          </p:cNvCxnSpPr>
          <p:nvPr/>
        </p:nvCxnSpPr>
        <p:spPr>
          <a:xfrm>
            <a:off x="6660379" y="3109261"/>
            <a:ext cx="0" cy="459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4" name="그림 763">
            <a:extLst>
              <a:ext uri="{FF2B5EF4-FFF2-40B4-BE49-F238E27FC236}">
                <a16:creationId xmlns:a16="http://schemas.microsoft.com/office/drawing/2014/main" id="{EA6D192D-71F5-CFF8-A303-7BF175A26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7783" y="3050213"/>
            <a:ext cx="265669" cy="107471"/>
          </a:xfrm>
          <a:prstGeom prst="rect">
            <a:avLst/>
          </a:prstGeom>
        </p:spPr>
      </p:pic>
      <p:sp>
        <p:nvSpPr>
          <p:cNvPr id="765" name="타원 764">
            <a:extLst>
              <a:ext uri="{FF2B5EF4-FFF2-40B4-BE49-F238E27FC236}">
                <a16:creationId xmlns:a16="http://schemas.microsoft.com/office/drawing/2014/main" id="{4DE36BCB-96C4-458C-B5CD-1EDED232FC77}"/>
              </a:ext>
            </a:extLst>
          </p:cNvPr>
          <p:cNvSpPr/>
          <p:nvPr/>
        </p:nvSpPr>
        <p:spPr>
          <a:xfrm>
            <a:off x="6643573" y="355686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736B0F21-B005-6DE2-1FB4-3A61C68CB174}"/>
              </a:ext>
            </a:extLst>
          </p:cNvPr>
          <p:cNvSpPr txBox="1"/>
          <p:nvPr/>
        </p:nvSpPr>
        <p:spPr>
          <a:xfrm>
            <a:off x="5985954" y="3933428"/>
            <a:ext cx="8345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Vo = -2~2V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767" name="직사각형 766">
            <a:extLst>
              <a:ext uri="{FF2B5EF4-FFF2-40B4-BE49-F238E27FC236}">
                <a16:creationId xmlns:a16="http://schemas.microsoft.com/office/drawing/2014/main" id="{AF1B8D41-A50D-B5F1-C8B1-FF9A3389B414}"/>
              </a:ext>
            </a:extLst>
          </p:cNvPr>
          <p:cNvSpPr/>
          <p:nvPr/>
        </p:nvSpPr>
        <p:spPr>
          <a:xfrm>
            <a:off x="5560265" y="1876608"/>
            <a:ext cx="1268038" cy="2208980"/>
          </a:xfrm>
          <a:prstGeom prst="rect">
            <a:avLst/>
          </a:prstGeom>
          <a:solidFill>
            <a:schemeClr val="accent2">
              <a:lumMod val="60000"/>
              <a:lumOff val="40000"/>
              <a:alpha val="3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8" name="타원 767">
            <a:extLst>
              <a:ext uri="{FF2B5EF4-FFF2-40B4-BE49-F238E27FC236}">
                <a16:creationId xmlns:a16="http://schemas.microsoft.com/office/drawing/2014/main" id="{729FE615-F8E7-14BE-04DF-95D7524F2D47}"/>
              </a:ext>
            </a:extLst>
          </p:cNvPr>
          <p:cNvSpPr/>
          <p:nvPr/>
        </p:nvSpPr>
        <p:spPr>
          <a:xfrm>
            <a:off x="2131441" y="231944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cxnSp>
        <p:nvCxnSpPr>
          <p:cNvPr id="769" name="직선 연결선 768">
            <a:extLst>
              <a:ext uri="{FF2B5EF4-FFF2-40B4-BE49-F238E27FC236}">
                <a16:creationId xmlns:a16="http://schemas.microsoft.com/office/drawing/2014/main" id="{3AFA2434-15E3-17A8-6B66-DACAC24AAF6F}"/>
              </a:ext>
            </a:extLst>
          </p:cNvPr>
          <p:cNvCxnSpPr>
            <a:cxnSpLocks/>
          </p:cNvCxnSpPr>
          <p:nvPr/>
        </p:nvCxnSpPr>
        <p:spPr>
          <a:xfrm flipH="1">
            <a:off x="2160372" y="1181826"/>
            <a:ext cx="6001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1" name="직사각형 770">
            <a:extLst>
              <a:ext uri="{FF2B5EF4-FFF2-40B4-BE49-F238E27FC236}">
                <a16:creationId xmlns:a16="http://schemas.microsoft.com/office/drawing/2014/main" id="{6C992AF6-4DA3-E376-004E-6059A54A942D}"/>
              </a:ext>
            </a:extLst>
          </p:cNvPr>
          <p:cNvSpPr/>
          <p:nvPr/>
        </p:nvSpPr>
        <p:spPr>
          <a:xfrm>
            <a:off x="9673347" y="719315"/>
            <a:ext cx="1380092" cy="7951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DB8EFD9B-A10D-50EB-543A-2764FCDCACD9}"/>
              </a:ext>
            </a:extLst>
          </p:cNvPr>
          <p:cNvSpPr txBox="1"/>
          <p:nvPr/>
        </p:nvSpPr>
        <p:spPr>
          <a:xfrm>
            <a:off x="10058018" y="827533"/>
            <a:ext cx="6600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Zynq</a:t>
            </a:r>
          </a:p>
          <a:p>
            <a:pPr algn="ctr"/>
            <a:r>
              <a:rPr lang="en-US" altLang="ko-KR" sz="1000" b="1" dirty="0">
                <a:latin typeface="+mn-ea"/>
              </a:rPr>
              <a:t>FPGA</a:t>
            </a:r>
          </a:p>
          <a:p>
            <a:pPr algn="ctr"/>
            <a:r>
              <a:rPr lang="en-US" altLang="ko-KR" sz="1000" b="1" dirty="0">
                <a:latin typeface="+mn-ea"/>
              </a:rPr>
              <a:t>ADC</a:t>
            </a:r>
          </a:p>
          <a:p>
            <a:pPr algn="ctr"/>
            <a:r>
              <a:rPr lang="en-US" altLang="ko-KR" sz="1000" b="1" dirty="0">
                <a:latin typeface="+mn-ea"/>
              </a:rPr>
              <a:t>(12-bit)</a:t>
            </a:r>
          </a:p>
        </p:txBody>
      </p:sp>
      <p:sp>
        <p:nvSpPr>
          <p:cNvPr id="773" name="TextBox 772">
            <a:extLst>
              <a:ext uri="{FF2B5EF4-FFF2-40B4-BE49-F238E27FC236}">
                <a16:creationId xmlns:a16="http://schemas.microsoft.com/office/drawing/2014/main" id="{C387444A-079E-54EA-85A5-7DDC905E4415}"/>
              </a:ext>
            </a:extLst>
          </p:cNvPr>
          <p:cNvSpPr txBox="1"/>
          <p:nvPr/>
        </p:nvSpPr>
        <p:spPr>
          <a:xfrm>
            <a:off x="6442190" y="637822"/>
            <a:ext cx="3336946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u="sng" dirty="0">
                <a:solidFill>
                  <a:srgbClr val="0000FF"/>
                </a:solidFill>
                <a:latin typeface="+mn-ea"/>
              </a:rPr>
              <a:t>Base line voltage monitoring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 Laser intensity monitor &amp; correction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2. Sample turbidity monitor &amp; correction</a:t>
            </a:r>
          </a:p>
        </p:txBody>
      </p:sp>
      <p:cxnSp>
        <p:nvCxnSpPr>
          <p:cNvPr id="775" name="직선 연결선 774">
            <a:extLst>
              <a:ext uri="{FF2B5EF4-FFF2-40B4-BE49-F238E27FC236}">
                <a16:creationId xmlns:a16="http://schemas.microsoft.com/office/drawing/2014/main" id="{022048C9-5C1C-C79B-4DC5-7B96C61657C5}"/>
              </a:ext>
            </a:extLst>
          </p:cNvPr>
          <p:cNvCxnSpPr>
            <a:cxnSpLocks/>
          </p:cNvCxnSpPr>
          <p:nvPr/>
        </p:nvCxnSpPr>
        <p:spPr>
          <a:xfrm flipH="1">
            <a:off x="4791755" y="868196"/>
            <a:ext cx="426187" cy="200346"/>
          </a:xfrm>
          <a:prstGeom prst="line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6" name="그림 775">
            <a:extLst>
              <a:ext uri="{FF2B5EF4-FFF2-40B4-BE49-F238E27FC236}">
                <a16:creationId xmlns:a16="http://schemas.microsoft.com/office/drawing/2014/main" id="{6587FA78-03AD-64E7-ED33-014EB189B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2670853" y="861280"/>
            <a:ext cx="594200" cy="486164"/>
          </a:xfrm>
          <a:prstGeom prst="rect">
            <a:avLst/>
          </a:prstGeom>
        </p:spPr>
      </p:pic>
      <p:cxnSp>
        <p:nvCxnSpPr>
          <p:cNvPr id="777" name="직선 연결선 776">
            <a:extLst>
              <a:ext uri="{FF2B5EF4-FFF2-40B4-BE49-F238E27FC236}">
                <a16:creationId xmlns:a16="http://schemas.microsoft.com/office/drawing/2014/main" id="{63B42759-4A95-C100-6638-10D91EE38C8E}"/>
              </a:ext>
            </a:extLst>
          </p:cNvPr>
          <p:cNvCxnSpPr>
            <a:cxnSpLocks/>
          </p:cNvCxnSpPr>
          <p:nvPr/>
        </p:nvCxnSpPr>
        <p:spPr>
          <a:xfrm flipH="1">
            <a:off x="3230067" y="1098545"/>
            <a:ext cx="6433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8" name="직선 연결선 777">
            <a:extLst>
              <a:ext uri="{FF2B5EF4-FFF2-40B4-BE49-F238E27FC236}">
                <a16:creationId xmlns:a16="http://schemas.microsoft.com/office/drawing/2014/main" id="{BAABF1BE-3C82-1275-470F-65317613546E}"/>
              </a:ext>
            </a:extLst>
          </p:cNvPr>
          <p:cNvCxnSpPr>
            <a:cxnSpLocks/>
          </p:cNvCxnSpPr>
          <p:nvPr/>
        </p:nvCxnSpPr>
        <p:spPr>
          <a:xfrm flipH="1">
            <a:off x="2664400" y="809209"/>
            <a:ext cx="6001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직선 연결선 778">
            <a:extLst>
              <a:ext uri="{FF2B5EF4-FFF2-40B4-BE49-F238E27FC236}">
                <a16:creationId xmlns:a16="http://schemas.microsoft.com/office/drawing/2014/main" id="{FEA1C958-22A0-BAF9-75D7-0EF6602C3DC4}"/>
              </a:ext>
            </a:extLst>
          </p:cNvPr>
          <p:cNvCxnSpPr>
            <a:cxnSpLocks/>
          </p:cNvCxnSpPr>
          <p:nvPr/>
        </p:nvCxnSpPr>
        <p:spPr>
          <a:xfrm>
            <a:off x="3274213" y="809209"/>
            <a:ext cx="0" cy="289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직선 연결선 779">
            <a:extLst>
              <a:ext uri="{FF2B5EF4-FFF2-40B4-BE49-F238E27FC236}">
                <a16:creationId xmlns:a16="http://schemas.microsoft.com/office/drawing/2014/main" id="{9F903C83-EA24-EBB2-5157-7CE8146230D9}"/>
              </a:ext>
            </a:extLst>
          </p:cNvPr>
          <p:cNvCxnSpPr>
            <a:cxnSpLocks/>
          </p:cNvCxnSpPr>
          <p:nvPr/>
        </p:nvCxnSpPr>
        <p:spPr>
          <a:xfrm>
            <a:off x="2665843" y="809209"/>
            <a:ext cx="0" cy="1909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1" name="타원 780">
            <a:extLst>
              <a:ext uri="{FF2B5EF4-FFF2-40B4-BE49-F238E27FC236}">
                <a16:creationId xmlns:a16="http://schemas.microsoft.com/office/drawing/2014/main" id="{9E9D5D9B-018A-EE00-CC71-72A75206B184}"/>
              </a:ext>
            </a:extLst>
          </p:cNvPr>
          <p:cNvSpPr/>
          <p:nvPr/>
        </p:nvSpPr>
        <p:spPr>
          <a:xfrm>
            <a:off x="3255464" y="107428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+mn-ea"/>
            </a:endParaRPr>
          </a:p>
        </p:txBody>
      </p:sp>
      <p:pic>
        <p:nvPicPr>
          <p:cNvPr id="770" name="그림 769">
            <a:extLst>
              <a:ext uri="{FF2B5EF4-FFF2-40B4-BE49-F238E27FC236}">
                <a16:creationId xmlns:a16="http://schemas.microsoft.com/office/drawing/2014/main" id="{94ED1C90-AE77-D8A8-3F76-174C943718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6448" y="719410"/>
            <a:ext cx="565964" cy="5659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4792FD9-68B3-D4AD-7FD6-0D5099BCA2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0961" y="573215"/>
            <a:ext cx="1057275" cy="51435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F7DB8290-E61E-84EF-A25B-3B5B88B9DA85}"/>
              </a:ext>
            </a:extLst>
          </p:cNvPr>
          <p:cNvGrpSpPr/>
          <p:nvPr/>
        </p:nvGrpSpPr>
        <p:grpSpPr>
          <a:xfrm>
            <a:off x="8709808" y="5693984"/>
            <a:ext cx="3347122" cy="827845"/>
            <a:chOff x="8417708" y="5693984"/>
            <a:chExt cx="3347122" cy="82784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A23DB7-1205-4748-8370-A944AA264A20}"/>
                </a:ext>
              </a:extLst>
            </p:cNvPr>
            <p:cNvSpPr txBox="1"/>
            <p:nvPr/>
          </p:nvSpPr>
          <p:spPr>
            <a:xfrm>
              <a:off x="8533647" y="5733210"/>
              <a:ext cx="323118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Vin+   1.75V     1.45V     0.95V     0.45V     0.25V</a:t>
              </a:r>
            </a:p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Vin-    0.15V     0.45V     0.95V     1.45V     1.65V</a:t>
              </a:r>
            </a:p>
            <a:p>
              <a:r>
                <a:rPr lang="en-US" altLang="ko-KR" sz="1000" b="1" dirty="0" err="1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Vdiff</a:t>
              </a:r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   +1.60     +1.00     0          -1.00      -1.60</a:t>
              </a:r>
            </a:p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ADC    0x7FFF   0x5000   0x0000   0xB000   0x8000</a:t>
              </a:r>
            </a:p>
            <a:p>
              <a:r>
                <a:rPr lang="en-US" altLang="ko-KR" sz="1000" b="1" dirty="0">
                  <a:solidFill>
                    <a:srgbClr val="0000FF"/>
                  </a:solidFill>
                  <a:latin typeface="+mn-ea"/>
                  <a:sym typeface="Wingdings" panose="05000000000000000000" pitchFamily="2" charset="2"/>
                </a:rPr>
                <a:t>          (32767)  (20480)     </a:t>
              </a: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E549DE0-C20C-DEB8-F105-AF2616595ACC}"/>
                </a:ext>
              </a:extLst>
            </p:cNvPr>
            <p:cNvCxnSpPr>
              <a:cxnSpLocks/>
            </p:cNvCxnSpPr>
            <p:nvPr/>
          </p:nvCxnSpPr>
          <p:spPr>
            <a:xfrm>
              <a:off x="8419308" y="5893672"/>
              <a:ext cx="3196641" cy="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865193B-043A-D699-A345-98E5529C6939}"/>
                </a:ext>
              </a:extLst>
            </p:cNvPr>
            <p:cNvCxnSpPr>
              <a:cxnSpLocks/>
            </p:cNvCxnSpPr>
            <p:nvPr/>
          </p:nvCxnSpPr>
          <p:spPr>
            <a:xfrm>
              <a:off x="10045528" y="5733210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0CA1C37-0573-ACE4-EFC0-1925BCFF844E}"/>
                </a:ext>
              </a:extLst>
            </p:cNvPr>
            <p:cNvCxnSpPr>
              <a:cxnSpLocks/>
            </p:cNvCxnSpPr>
            <p:nvPr/>
          </p:nvCxnSpPr>
          <p:spPr>
            <a:xfrm>
              <a:off x="8417708" y="6046072"/>
              <a:ext cx="3196641" cy="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5EFCF9C7-93D7-7540-FE7B-F58490EE846F}"/>
                </a:ext>
              </a:extLst>
            </p:cNvPr>
            <p:cNvCxnSpPr>
              <a:cxnSpLocks/>
            </p:cNvCxnSpPr>
            <p:nvPr/>
          </p:nvCxnSpPr>
          <p:spPr>
            <a:xfrm>
              <a:off x="8425726" y="6198472"/>
              <a:ext cx="3196641" cy="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E64BCAF-D21B-81CB-1F43-5350011C6624}"/>
                </a:ext>
              </a:extLst>
            </p:cNvPr>
            <p:cNvSpPr/>
            <p:nvPr/>
          </p:nvSpPr>
          <p:spPr>
            <a:xfrm>
              <a:off x="8464386" y="5693984"/>
              <a:ext cx="2110498" cy="827845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A0E270E-0E64-1FCA-FC72-A0BDBCFE488C}"/>
                </a:ext>
              </a:extLst>
            </p:cNvPr>
            <p:cNvCxnSpPr>
              <a:cxnSpLocks/>
            </p:cNvCxnSpPr>
            <p:nvPr/>
          </p:nvCxnSpPr>
          <p:spPr>
            <a:xfrm>
              <a:off x="9462909" y="5733210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0BC6A018-967D-7A90-DE67-A1B981B1CACD}"/>
                </a:ext>
              </a:extLst>
            </p:cNvPr>
            <p:cNvCxnSpPr>
              <a:cxnSpLocks/>
            </p:cNvCxnSpPr>
            <p:nvPr/>
          </p:nvCxnSpPr>
          <p:spPr>
            <a:xfrm>
              <a:off x="8910459" y="5723187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7DCFE15-C387-47F7-7C46-D59CBA5DBAB5}"/>
                </a:ext>
              </a:extLst>
            </p:cNvPr>
            <p:cNvCxnSpPr>
              <a:cxnSpLocks/>
            </p:cNvCxnSpPr>
            <p:nvPr/>
          </p:nvCxnSpPr>
          <p:spPr>
            <a:xfrm>
              <a:off x="10582791" y="5733210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44F6477-F8CD-1D73-B62A-94FEF50A6081}"/>
                </a:ext>
              </a:extLst>
            </p:cNvPr>
            <p:cNvCxnSpPr>
              <a:cxnSpLocks/>
            </p:cNvCxnSpPr>
            <p:nvPr/>
          </p:nvCxnSpPr>
          <p:spPr>
            <a:xfrm>
              <a:off x="11135241" y="5733210"/>
              <a:ext cx="0" cy="769441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3159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B1D75DA-89C2-4820-B4EC-13EDDAFD04BA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H-sensor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Analog Frontend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4 / 4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F236F-A6A2-F98D-246F-8EE343290792}"/>
              </a:ext>
            </a:extLst>
          </p:cNvPr>
          <p:cNvSpPr txBox="1"/>
          <p:nvPr/>
        </p:nvSpPr>
        <p:spPr>
          <a:xfrm>
            <a:off x="495063" y="571280"/>
            <a:ext cx="808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H-sensor : Analog Frontend Signal Treatment : ADC3660</a:t>
            </a:r>
            <a:endParaRPr lang="ko-KR" altLang="en-US" b="1" dirty="0">
              <a:latin typeface="+mn-ea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597CB5B8-9D89-891E-11E6-9C76CC2DD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8" y="983076"/>
            <a:ext cx="11963164" cy="531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7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직사각형 455">
            <a:extLst>
              <a:ext uri="{FF2B5EF4-FFF2-40B4-BE49-F238E27FC236}">
                <a16:creationId xmlns:a16="http://schemas.microsoft.com/office/drawing/2014/main" id="{6F1CD4D7-B2D1-C200-0BD5-DC1699BFB922}"/>
              </a:ext>
            </a:extLst>
          </p:cNvPr>
          <p:cNvSpPr/>
          <p:nvPr/>
        </p:nvSpPr>
        <p:spPr>
          <a:xfrm>
            <a:off x="5529343" y="4491609"/>
            <a:ext cx="5033135" cy="14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S/W display voltage range = 0 ~ 10 V = (H-sensor PD voltage) x 10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94D4E1-0421-F592-717D-8CADFBBA63C7}"/>
              </a:ext>
            </a:extLst>
          </p:cNvPr>
          <p:cNvSpPr/>
          <p:nvPr/>
        </p:nvSpPr>
        <p:spPr>
          <a:xfrm>
            <a:off x="6967064" y="3470911"/>
            <a:ext cx="3600000" cy="14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X1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영역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E20DDCF-11D4-7E5C-C3F6-FCC23C7FD421}"/>
              </a:ext>
            </a:extLst>
          </p:cNvPr>
          <p:cNvSpPr/>
          <p:nvPr/>
        </p:nvSpPr>
        <p:spPr>
          <a:xfrm>
            <a:off x="5530041" y="2659785"/>
            <a:ext cx="256394" cy="14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X64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4205669-2BBA-1810-BA1B-45EF83291FC5}"/>
              </a:ext>
            </a:extLst>
          </p:cNvPr>
          <p:cNvSpPr/>
          <p:nvPr/>
        </p:nvSpPr>
        <p:spPr>
          <a:xfrm>
            <a:off x="5532733" y="3469791"/>
            <a:ext cx="1430593" cy="14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X64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영역</a:t>
            </a:r>
          </a:p>
        </p:txBody>
      </p:sp>
      <p:sp>
        <p:nvSpPr>
          <p:cNvPr id="451" name="직사각형 450">
            <a:extLst>
              <a:ext uri="{FF2B5EF4-FFF2-40B4-BE49-F238E27FC236}">
                <a16:creationId xmlns:a16="http://schemas.microsoft.com/office/drawing/2014/main" id="{DFA30D8D-D5F7-C0ED-332E-F21CC0A6625B}"/>
              </a:ext>
            </a:extLst>
          </p:cNvPr>
          <p:cNvSpPr/>
          <p:nvPr/>
        </p:nvSpPr>
        <p:spPr>
          <a:xfrm>
            <a:off x="5796058" y="2661678"/>
            <a:ext cx="1546037" cy="144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X1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B1D75DA-89C2-4820-B4EC-13EDDAFD04BA}"/>
              </a:ext>
            </a:extLst>
          </p:cNvPr>
          <p:cNvSpPr txBox="1">
            <a:spLocks/>
          </p:cNvSpPr>
          <p:nvPr/>
        </p:nvSpPr>
        <p:spPr>
          <a:xfrm>
            <a:off x="147725" y="13673"/>
            <a:ext cx="11815439" cy="515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H-sensor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Analog Frontend</a:t>
            </a:r>
            <a:r>
              <a:rPr lang="ko-KR" altLang="en-US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Block Diagram                                          4 / 4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F236F-A6A2-F98D-246F-8EE343290792}"/>
              </a:ext>
            </a:extLst>
          </p:cNvPr>
          <p:cNvSpPr txBox="1"/>
          <p:nvPr/>
        </p:nvSpPr>
        <p:spPr>
          <a:xfrm>
            <a:off x="495063" y="571280"/>
            <a:ext cx="808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H-sensor : Analog Frontend Signal Treatment : ADC3660</a:t>
            </a:r>
            <a:endParaRPr lang="ko-KR" altLang="en-US" b="1" dirty="0"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A444A1B-897F-104F-F905-9EF28F84458B}"/>
              </a:ext>
            </a:extLst>
          </p:cNvPr>
          <p:cNvSpPr/>
          <p:nvPr/>
        </p:nvSpPr>
        <p:spPr>
          <a:xfrm>
            <a:off x="5533080" y="2162862"/>
            <a:ext cx="1809733" cy="144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PD output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BE5CE10-4AE8-F41E-75C3-0BEB141A20B0}"/>
              </a:ext>
            </a:extLst>
          </p:cNvPr>
          <p:cNvCxnSpPr>
            <a:cxnSpLocks/>
          </p:cNvCxnSpPr>
          <p:nvPr/>
        </p:nvCxnSpPr>
        <p:spPr>
          <a:xfrm>
            <a:off x="2593794" y="2012621"/>
            <a:ext cx="60192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C0F1C35-A6DC-FA5F-1306-AC78738BB55C}"/>
              </a:ext>
            </a:extLst>
          </p:cNvPr>
          <p:cNvCxnSpPr>
            <a:cxnSpLocks/>
          </p:cNvCxnSpPr>
          <p:nvPr/>
        </p:nvCxnSpPr>
        <p:spPr>
          <a:xfrm>
            <a:off x="5526169" y="1940621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C4D002-7A7B-B7AA-D4D5-F6C18A7DE081}"/>
              </a:ext>
            </a:extLst>
          </p:cNvPr>
          <p:cNvSpPr txBox="1"/>
          <p:nvPr/>
        </p:nvSpPr>
        <p:spPr>
          <a:xfrm>
            <a:off x="5322214" y="1791153"/>
            <a:ext cx="4111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0V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0161586-BBC7-DA15-FCA5-E56F673F2A74}"/>
              </a:ext>
            </a:extLst>
          </p:cNvPr>
          <p:cNvCxnSpPr>
            <a:cxnSpLocks/>
          </p:cNvCxnSpPr>
          <p:nvPr/>
        </p:nvCxnSpPr>
        <p:spPr>
          <a:xfrm>
            <a:off x="2650190" y="1945946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26048BA-471B-5855-9E6F-D7543D78AFB7}"/>
              </a:ext>
            </a:extLst>
          </p:cNvPr>
          <p:cNvCxnSpPr>
            <a:cxnSpLocks/>
          </p:cNvCxnSpPr>
          <p:nvPr/>
        </p:nvCxnSpPr>
        <p:spPr>
          <a:xfrm>
            <a:off x="8412461" y="1940621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B4D06F-3B60-1A6F-BFD5-CDB90C73A594}"/>
              </a:ext>
            </a:extLst>
          </p:cNvPr>
          <p:cNvSpPr txBox="1"/>
          <p:nvPr/>
        </p:nvSpPr>
        <p:spPr>
          <a:xfrm>
            <a:off x="2466306" y="1795064"/>
            <a:ext cx="4111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-1.6V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0F57A5-6FD0-2276-DEEC-7D80EB76C624}"/>
              </a:ext>
            </a:extLst>
          </p:cNvPr>
          <p:cNvSpPr txBox="1"/>
          <p:nvPr/>
        </p:nvSpPr>
        <p:spPr>
          <a:xfrm>
            <a:off x="8239066" y="1791153"/>
            <a:ext cx="4111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1.6V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0BA855B-9772-70BB-F24C-DD29006E243C}"/>
              </a:ext>
            </a:extLst>
          </p:cNvPr>
          <p:cNvCxnSpPr>
            <a:cxnSpLocks/>
          </p:cNvCxnSpPr>
          <p:nvPr/>
        </p:nvCxnSpPr>
        <p:spPr>
          <a:xfrm>
            <a:off x="6966169" y="1950147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93827F-2812-8C91-DD90-BCCFE237E448}"/>
              </a:ext>
            </a:extLst>
          </p:cNvPr>
          <p:cNvSpPr txBox="1"/>
          <p:nvPr/>
        </p:nvSpPr>
        <p:spPr>
          <a:xfrm>
            <a:off x="6788243" y="1795064"/>
            <a:ext cx="4111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0.8V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DB6FE1A-0436-E55A-8E46-3F0980300922}"/>
              </a:ext>
            </a:extLst>
          </p:cNvPr>
          <p:cNvCxnSpPr>
            <a:cxnSpLocks/>
          </p:cNvCxnSpPr>
          <p:nvPr/>
        </p:nvCxnSpPr>
        <p:spPr>
          <a:xfrm>
            <a:off x="4087921" y="1953024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1B60C82-02E8-4E97-DC97-F850F2CCEDD9}"/>
              </a:ext>
            </a:extLst>
          </p:cNvPr>
          <p:cNvSpPr txBox="1"/>
          <p:nvPr/>
        </p:nvSpPr>
        <p:spPr>
          <a:xfrm>
            <a:off x="3907237" y="1795554"/>
            <a:ext cx="4111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-0.8V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341D4E4-0E0A-8788-40A3-C6E0E8640DEC}"/>
              </a:ext>
            </a:extLst>
          </p:cNvPr>
          <p:cNvCxnSpPr>
            <a:cxnSpLocks/>
          </p:cNvCxnSpPr>
          <p:nvPr/>
        </p:nvCxnSpPr>
        <p:spPr>
          <a:xfrm>
            <a:off x="7703047" y="1948952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DDDCA32-1C6B-F3F6-68AC-6B124BDB5500}"/>
              </a:ext>
            </a:extLst>
          </p:cNvPr>
          <p:cNvSpPr txBox="1"/>
          <p:nvPr/>
        </p:nvSpPr>
        <p:spPr>
          <a:xfrm>
            <a:off x="7128331" y="1792731"/>
            <a:ext cx="4111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8FD6D3DD-0EFC-1E09-66C6-EF9E19B24F4F}"/>
              </a:ext>
            </a:extLst>
          </p:cNvPr>
          <p:cNvCxnSpPr/>
          <p:nvPr/>
        </p:nvCxnSpPr>
        <p:spPr>
          <a:xfrm>
            <a:off x="5466218" y="4741531"/>
            <a:ext cx="517839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6A090B4-9FB7-0416-964B-7CA1FD3A1948}"/>
              </a:ext>
            </a:extLst>
          </p:cNvPr>
          <p:cNvSpPr txBox="1"/>
          <p:nvPr/>
        </p:nvSpPr>
        <p:spPr>
          <a:xfrm>
            <a:off x="5332999" y="4848409"/>
            <a:ext cx="4111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0V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4AAC466-6779-E34F-9038-874022BD5EE6}"/>
              </a:ext>
            </a:extLst>
          </p:cNvPr>
          <p:cNvCxnSpPr>
            <a:cxnSpLocks/>
          </p:cNvCxnSpPr>
          <p:nvPr/>
        </p:nvCxnSpPr>
        <p:spPr>
          <a:xfrm>
            <a:off x="5522614" y="4674856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312695A-7CE7-D31A-CABA-17830E5A890A}"/>
              </a:ext>
            </a:extLst>
          </p:cNvPr>
          <p:cNvCxnSpPr>
            <a:cxnSpLocks/>
          </p:cNvCxnSpPr>
          <p:nvPr/>
        </p:nvCxnSpPr>
        <p:spPr>
          <a:xfrm>
            <a:off x="10562480" y="4674856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72DE695-7A61-8417-62F9-83DFC03B2388}"/>
              </a:ext>
            </a:extLst>
          </p:cNvPr>
          <p:cNvSpPr txBox="1"/>
          <p:nvPr/>
        </p:nvSpPr>
        <p:spPr>
          <a:xfrm>
            <a:off x="10398260" y="4852913"/>
            <a:ext cx="4111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10V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DF76F9D-6D2F-7564-B911-C8D66B118233}"/>
              </a:ext>
            </a:extLst>
          </p:cNvPr>
          <p:cNvCxnSpPr>
            <a:cxnSpLocks/>
          </p:cNvCxnSpPr>
          <p:nvPr/>
        </p:nvCxnSpPr>
        <p:spPr>
          <a:xfrm>
            <a:off x="5526433" y="930739"/>
            <a:ext cx="0" cy="3810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CC610199-280A-288A-09D8-EAA0312395D3}"/>
              </a:ext>
            </a:extLst>
          </p:cNvPr>
          <p:cNvCxnSpPr>
            <a:cxnSpLocks/>
          </p:cNvCxnSpPr>
          <p:nvPr/>
        </p:nvCxnSpPr>
        <p:spPr>
          <a:xfrm>
            <a:off x="7341156" y="1263304"/>
            <a:ext cx="0" cy="16828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98631DA7-56E6-A83F-FA91-8AA9C79170EE}"/>
              </a:ext>
            </a:extLst>
          </p:cNvPr>
          <p:cNvCxnSpPr>
            <a:cxnSpLocks/>
          </p:cNvCxnSpPr>
          <p:nvPr/>
        </p:nvCxnSpPr>
        <p:spPr>
          <a:xfrm>
            <a:off x="10562539" y="3364992"/>
            <a:ext cx="0" cy="13307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76F5D1C-29D3-9CFA-9C6F-C15396D1BCCC}"/>
              </a:ext>
            </a:extLst>
          </p:cNvPr>
          <p:cNvCxnSpPr>
            <a:cxnSpLocks/>
          </p:cNvCxnSpPr>
          <p:nvPr/>
        </p:nvCxnSpPr>
        <p:spPr>
          <a:xfrm>
            <a:off x="7347867" y="2934374"/>
            <a:ext cx="3229078" cy="33122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5C4F7EA-5851-C45B-26DE-D66DCD9BC2E6}"/>
              </a:ext>
            </a:extLst>
          </p:cNvPr>
          <p:cNvCxnSpPr>
            <a:cxnSpLocks/>
          </p:cNvCxnSpPr>
          <p:nvPr/>
        </p:nvCxnSpPr>
        <p:spPr>
          <a:xfrm>
            <a:off x="5791868" y="1948952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77B93-1F8B-70E1-8182-14EC06E0B0E5}"/>
              </a:ext>
            </a:extLst>
          </p:cNvPr>
          <p:cNvSpPr txBox="1"/>
          <p:nvPr/>
        </p:nvSpPr>
        <p:spPr>
          <a:xfrm>
            <a:off x="5687950" y="1787311"/>
            <a:ext cx="49871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12.5mV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3437817-2205-3A59-196B-3A2CF7442A61}"/>
              </a:ext>
            </a:extLst>
          </p:cNvPr>
          <p:cNvCxnSpPr>
            <a:cxnSpLocks/>
          </p:cNvCxnSpPr>
          <p:nvPr/>
        </p:nvCxnSpPr>
        <p:spPr>
          <a:xfrm>
            <a:off x="8408616" y="888492"/>
            <a:ext cx="0" cy="10604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DCBB1B4-51DE-34E9-694B-75EA02C61BC5}"/>
              </a:ext>
            </a:extLst>
          </p:cNvPr>
          <p:cNvCxnSpPr>
            <a:cxnSpLocks/>
          </p:cNvCxnSpPr>
          <p:nvPr/>
        </p:nvCxnSpPr>
        <p:spPr>
          <a:xfrm>
            <a:off x="7341098" y="1948952"/>
            <a:ext cx="0" cy="144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1F4FDC9-1B3D-DC85-0D18-707EEBEF5153}"/>
              </a:ext>
            </a:extLst>
          </p:cNvPr>
          <p:cNvCxnSpPr>
            <a:cxnSpLocks/>
          </p:cNvCxnSpPr>
          <p:nvPr/>
        </p:nvCxnSpPr>
        <p:spPr>
          <a:xfrm>
            <a:off x="6966169" y="3265597"/>
            <a:ext cx="0" cy="20419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1906292-1403-9901-9688-50F63957ED97}"/>
              </a:ext>
            </a:extLst>
          </p:cNvPr>
          <p:cNvCxnSpPr>
            <a:cxnSpLocks/>
          </p:cNvCxnSpPr>
          <p:nvPr/>
        </p:nvCxnSpPr>
        <p:spPr>
          <a:xfrm>
            <a:off x="5791419" y="2012621"/>
            <a:ext cx="0" cy="93353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8C889103-F849-A46B-F458-08B9D998A007}"/>
              </a:ext>
            </a:extLst>
          </p:cNvPr>
          <p:cNvCxnSpPr>
            <a:cxnSpLocks/>
          </p:cNvCxnSpPr>
          <p:nvPr/>
        </p:nvCxnSpPr>
        <p:spPr>
          <a:xfrm>
            <a:off x="5789170" y="2946159"/>
            <a:ext cx="1174156" cy="30265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TextBox 448">
            <a:extLst>
              <a:ext uri="{FF2B5EF4-FFF2-40B4-BE49-F238E27FC236}">
                <a16:creationId xmlns:a16="http://schemas.microsoft.com/office/drawing/2014/main" id="{6EF47834-353B-E436-62EF-3AB1DBE603A6}"/>
              </a:ext>
            </a:extLst>
          </p:cNvPr>
          <p:cNvSpPr txBox="1"/>
          <p:nvPr/>
        </p:nvSpPr>
        <p:spPr>
          <a:xfrm>
            <a:off x="5538268" y="3310633"/>
            <a:ext cx="143730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12.5mV x 64 = 800mV</a:t>
            </a:r>
            <a:endParaRPr lang="ko-KR" altLang="en-US" sz="800" b="1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ACE1D9BE-4C15-66C1-0625-D790250DA9BF}"/>
              </a:ext>
            </a:extLst>
          </p:cNvPr>
          <p:cNvGrpSpPr/>
          <p:nvPr/>
        </p:nvGrpSpPr>
        <p:grpSpPr>
          <a:xfrm>
            <a:off x="5518622" y="1466667"/>
            <a:ext cx="1829243" cy="164086"/>
            <a:chOff x="2519880" y="4628971"/>
            <a:chExt cx="1590468" cy="153889"/>
          </a:xfrm>
        </p:grpSpPr>
        <p:sp>
          <p:nvSpPr>
            <p:cNvPr id="461" name="왼쪽 대괄호 460">
              <a:extLst>
                <a:ext uri="{FF2B5EF4-FFF2-40B4-BE49-F238E27FC236}">
                  <a16:creationId xmlns:a16="http://schemas.microsoft.com/office/drawing/2014/main" id="{C219F004-B0F0-B00B-F705-F23713C67322}"/>
                </a:ext>
              </a:extLst>
            </p:cNvPr>
            <p:cNvSpPr/>
            <p:nvPr/>
          </p:nvSpPr>
          <p:spPr>
            <a:xfrm rot="5400000">
              <a:off x="3238169" y="3910682"/>
              <a:ext cx="153889" cy="1590468"/>
            </a:xfrm>
            <a:prstGeom prst="leftBracke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FC9F948E-54F5-6C9F-986C-610B771CF9F2}"/>
                </a:ext>
              </a:extLst>
            </p:cNvPr>
            <p:cNvSpPr txBox="1"/>
            <p:nvPr/>
          </p:nvSpPr>
          <p:spPr>
            <a:xfrm>
              <a:off x="2660893" y="4636429"/>
              <a:ext cx="1383594" cy="14432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+mn-ea"/>
                </a:rPr>
                <a:t>H-sensor ADC used range</a:t>
              </a:r>
            </a:p>
          </p:txBody>
        </p:sp>
      </p:grpSp>
      <p:sp>
        <p:nvSpPr>
          <p:cNvPr id="464" name="왼쪽 대괄호 463">
            <a:extLst>
              <a:ext uri="{FF2B5EF4-FFF2-40B4-BE49-F238E27FC236}">
                <a16:creationId xmlns:a16="http://schemas.microsoft.com/office/drawing/2014/main" id="{255A2772-212F-F282-2D4E-73225CF0F541}"/>
              </a:ext>
            </a:extLst>
          </p:cNvPr>
          <p:cNvSpPr/>
          <p:nvPr/>
        </p:nvSpPr>
        <p:spPr>
          <a:xfrm rot="5400000">
            <a:off x="5387173" y="-1761982"/>
            <a:ext cx="288304" cy="5762271"/>
          </a:xfrm>
          <a:prstGeom prst="leftBracke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E4776B23-F0A0-62CC-43BE-A6D91383BEC9}"/>
              </a:ext>
            </a:extLst>
          </p:cNvPr>
          <p:cNvSpPr txBox="1"/>
          <p:nvPr/>
        </p:nvSpPr>
        <p:spPr>
          <a:xfrm>
            <a:off x="4023615" y="973723"/>
            <a:ext cx="295565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ADC full range</a:t>
            </a:r>
          </a:p>
          <a:p>
            <a:pPr algn="ctr"/>
            <a:r>
              <a:rPr lang="en-US" altLang="ko-KR" sz="1000" b="1" dirty="0">
                <a:latin typeface="+mn-ea"/>
              </a:rPr>
              <a:t>( Resolution = 3.2V / 65536 = 48.83 </a:t>
            </a:r>
            <a:r>
              <a:rPr lang="en-US" altLang="ko-KR" sz="1000" b="1" dirty="0" err="1">
                <a:latin typeface="+mn-ea"/>
              </a:rPr>
              <a:t>uV</a:t>
            </a:r>
            <a:r>
              <a:rPr lang="en-US" altLang="ko-KR" sz="1000" b="1" dirty="0">
                <a:latin typeface="+mn-ea"/>
              </a:rPr>
              <a:t> )</a:t>
            </a:r>
          </a:p>
        </p:txBody>
      </p:sp>
      <p:cxnSp>
        <p:nvCxnSpPr>
          <p:cNvPr id="468" name="직선 연결선 467">
            <a:extLst>
              <a:ext uri="{FF2B5EF4-FFF2-40B4-BE49-F238E27FC236}">
                <a16:creationId xmlns:a16="http://schemas.microsoft.com/office/drawing/2014/main" id="{5043CA70-6C3E-A430-AA43-E541D68476FA}"/>
              </a:ext>
            </a:extLst>
          </p:cNvPr>
          <p:cNvCxnSpPr>
            <a:cxnSpLocks/>
          </p:cNvCxnSpPr>
          <p:nvPr/>
        </p:nvCxnSpPr>
        <p:spPr>
          <a:xfrm>
            <a:off x="2650516" y="930739"/>
            <a:ext cx="0" cy="10604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2" name="TextBox 471">
            <a:extLst>
              <a:ext uri="{FF2B5EF4-FFF2-40B4-BE49-F238E27FC236}">
                <a16:creationId xmlns:a16="http://schemas.microsoft.com/office/drawing/2014/main" id="{0697961E-BA0C-559E-A29F-32A5BD9E01C8}"/>
              </a:ext>
            </a:extLst>
          </p:cNvPr>
          <p:cNvSpPr txBox="1"/>
          <p:nvPr/>
        </p:nvSpPr>
        <p:spPr>
          <a:xfrm>
            <a:off x="1456945" y="2162862"/>
            <a:ext cx="3970335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 1) H-sensor PD output range : 0 ~ 1000mV</a:t>
            </a:r>
          </a:p>
          <a:p>
            <a:endParaRPr lang="en-US" altLang="ko-KR" sz="10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 2) ADC </a:t>
            </a:r>
            <a:r>
              <a:rPr lang="ko-KR" altLang="en-US" sz="1000" b="1" dirty="0">
                <a:latin typeface="+mn-ea"/>
              </a:rPr>
              <a:t>전압 </a:t>
            </a:r>
            <a:r>
              <a:rPr lang="en-US" altLang="ko-KR" sz="1000" b="1" dirty="0">
                <a:latin typeface="+mn-ea"/>
              </a:rPr>
              <a:t>range </a:t>
            </a:r>
            <a:r>
              <a:rPr lang="ko-KR" altLang="en-US" sz="1000" b="1" dirty="0">
                <a:latin typeface="+mn-ea"/>
              </a:rPr>
              <a:t>를 </a:t>
            </a:r>
            <a:r>
              <a:rPr lang="en-US" altLang="ko-KR" sz="1000" b="1" dirty="0">
                <a:latin typeface="+mn-ea"/>
              </a:rPr>
              <a:t>2 </a:t>
            </a:r>
            <a:r>
              <a:rPr lang="ko-KR" altLang="en-US" sz="1000" b="1" dirty="0">
                <a:latin typeface="+mn-ea"/>
              </a:rPr>
              <a:t>단계로 구분</a:t>
            </a:r>
            <a:endParaRPr lang="en-US" altLang="ko-KR" sz="10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     a) X1   </a:t>
            </a:r>
            <a:r>
              <a:rPr lang="ko-KR" altLang="en-US" sz="1000" b="1" dirty="0">
                <a:latin typeface="+mn-ea"/>
              </a:rPr>
              <a:t>영역 </a:t>
            </a:r>
            <a:r>
              <a:rPr lang="en-US" altLang="ko-KR" sz="1000" b="1" dirty="0">
                <a:latin typeface="+mn-ea"/>
              </a:rPr>
              <a:t>: 12.5 ~ 1,000 mV</a:t>
            </a:r>
            <a:r>
              <a:rPr lang="ko-KR" altLang="en-US" sz="1000" b="1" dirty="0">
                <a:latin typeface="+mn-ea"/>
              </a:rPr>
              <a:t> 영역 </a:t>
            </a:r>
            <a:r>
              <a:rPr lang="en-US" altLang="ko-KR" sz="1000" b="1" dirty="0">
                <a:latin typeface="+mn-ea"/>
              </a:rPr>
              <a:t>(Gain = 1 )</a:t>
            </a:r>
          </a:p>
          <a:p>
            <a:r>
              <a:rPr lang="en-US" altLang="ko-KR" sz="1000" b="1" dirty="0">
                <a:latin typeface="+mn-ea"/>
              </a:rPr>
              <a:t>         - resolution = 3.2V/65536 = 48.83 </a:t>
            </a:r>
            <a:r>
              <a:rPr lang="en-US" altLang="ko-KR" sz="1000" b="1" dirty="0" err="1">
                <a:latin typeface="+mn-ea"/>
              </a:rPr>
              <a:t>uV</a:t>
            </a:r>
            <a:endParaRPr lang="en-US" altLang="ko-KR" sz="10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     b) X64 </a:t>
            </a:r>
            <a:r>
              <a:rPr lang="ko-KR" altLang="en-US" sz="1000" b="1" dirty="0">
                <a:latin typeface="+mn-ea"/>
              </a:rPr>
              <a:t>영역 </a:t>
            </a:r>
            <a:r>
              <a:rPr lang="en-US" altLang="ko-KR" sz="1000" b="1" dirty="0">
                <a:latin typeface="+mn-ea"/>
              </a:rPr>
              <a:t>:     0 ~   12.5 mV</a:t>
            </a:r>
            <a:r>
              <a:rPr lang="ko-KR" altLang="en-US" sz="1000" b="1" dirty="0">
                <a:latin typeface="+mn-ea"/>
              </a:rPr>
              <a:t> 영역 </a:t>
            </a:r>
            <a:r>
              <a:rPr lang="en-US" altLang="ko-KR" sz="1000" b="1" dirty="0">
                <a:latin typeface="+mn-ea"/>
              </a:rPr>
              <a:t>(Gain = 64)</a:t>
            </a:r>
          </a:p>
          <a:p>
            <a:r>
              <a:rPr lang="en-US" altLang="ko-KR" sz="1000" b="1" dirty="0">
                <a:latin typeface="+mn-ea"/>
              </a:rPr>
              <a:t>         - resolution = 3.2V/65536/64 = 0.763 </a:t>
            </a:r>
            <a:r>
              <a:rPr lang="en-US" altLang="ko-KR" sz="1000" b="1" dirty="0" err="1">
                <a:latin typeface="+mn-ea"/>
              </a:rPr>
              <a:t>uV</a:t>
            </a:r>
            <a:endParaRPr lang="en-US" altLang="ko-KR" sz="1000" b="1" dirty="0">
              <a:latin typeface="+mn-ea"/>
            </a:endParaRPr>
          </a:p>
          <a:p>
            <a:endParaRPr lang="en-US" altLang="ko-KR" sz="10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 3) X1 </a:t>
            </a:r>
            <a:r>
              <a:rPr lang="ko-KR" altLang="en-US" sz="1000" b="1" dirty="0">
                <a:latin typeface="+mn-ea"/>
              </a:rPr>
              <a:t>영역 </a:t>
            </a:r>
            <a:r>
              <a:rPr lang="en-US" altLang="ko-KR" sz="1000" b="1" dirty="0">
                <a:latin typeface="+mn-ea"/>
              </a:rPr>
              <a:t>: ADC_x64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= (ADC_x1) x 64</a:t>
            </a:r>
          </a:p>
          <a:p>
            <a:r>
              <a:rPr lang="en-US" altLang="ko-KR" sz="1000" b="1" dirty="0">
                <a:latin typeface="+mn-ea"/>
              </a:rPr>
              <a:t>     - X1 </a:t>
            </a:r>
            <a:r>
              <a:rPr lang="ko-KR" altLang="en-US" sz="1000" b="1" dirty="0">
                <a:latin typeface="+mn-ea"/>
              </a:rPr>
              <a:t>전압 범위</a:t>
            </a:r>
            <a:r>
              <a:rPr lang="en-US" altLang="ko-KR" sz="1000" b="1" dirty="0">
                <a:latin typeface="+mn-ea"/>
              </a:rPr>
              <a:t> :     12.5mV            ~    1,000mV </a:t>
            </a:r>
          </a:p>
          <a:p>
            <a:r>
              <a:rPr lang="ko-KR" altLang="en-US" sz="1000" b="1" dirty="0">
                <a:latin typeface="+mn-ea"/>
              </a:rPr>
              <a:t>         </a:t>
            </a:r>
            <a:r>
              <a:rPr lang="en-US" altLang="ko-KR" sz="1000" b="1" dirty="0">
                <a:latin typeface="+mn-ea"/>
              </a:rPr>
              <a:t>ADC_x1  </a:t>
            </a:r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      256(0x0100)      ~    20,480(0x5000)</a:t>
            </a:r>
          </a:p>
          <a:p>
            <a:r>
              <a:rPr lang="ko-KR" altLang="en-US" sz="1000" b="1" dirty="0">
                <a:latin typeface="+mn-ea"/>
              </a:rPr>
              <a:t>         </a:t>
            </a:r>
            <a:r>
              <a:rPr lang="en-US" altLang="ko-KR" sz="1000" b="1" dirty="0">
                <a:latin typeface="+mn-ea"/>
              </a:rPr>
              <a:t>ADC_x64 </a:t>
            </a:r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  16,384(0x00_4000) ~ 1,310,720(0x14_0000)</a:t>
            </a:r>
            <a:endParaRPr lang="ko-KR" altLang="en-US" sz="1000" b="1" dirty="0">
              <a:latin typeface="+mn-ea"/>
            </a:endParaRPr>
          </a:p>
          <a:p>
            <a:endParaRPr lang="en-US" altLang="ko-KR" sz="10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 4) X64 </a:t>
            </a:r>
            <a:r>
              <a:rPr lang="ko-KR" altLang="en-US" sz="1000" b="1" dirty="0">
                <a:latin typeface="+mn-ea"/>
              </a:rPr>
              <a:t>영역 </a:t>
            </a:r>
            <a:r>
              <a:rPr lang="en-US" altLang="ko-KR" sz="1000" b="1" dirty="0">
                <a:latin typeface="+mn-ea"/>
              </a:rPr>
              <a:t>: ADC_x64</a:t>
            </a:r>
            <a:r>
              <a:rPr lang="ko-KR" altLang="en-US" sz="1000" b="1" dirty="0">
                <a:latin typeface="+mn-ea"/>
              </a:rPr>
              <a:t> </a:t>
            </a:r>
            <a:endParaRPr lang="en-US" altLang="ko-KR" sz="1000" b="1" dirty="0">
              <a:latin typeface="+mn-ea"/>
            </a:endParaRPr>
          </a:p>
          <a:p>
            <a:r>
              <a:rPr lang="en-US" altLang="ko-KR" sz="1000" b="1" dirty="0">
                <a:latin typeface="+mn-ea"/>
              </a:rPr>
              <a:t>     - X64 </a:t>
            </a:r>
            <a:r>
              <a:rPr lang="ko-KR" altLang="en-US" sz="1000" b="1" dirty="0">
                <a:latin typeface="+mn-ea"/>
              </a:rPr>
              <a:t>전압 범위</a:t>
            </a:r>
            <a:r>
              <a:rPr lang="en-US" altLang="ko-KR" sz="1000" b="1" dirty="0">
                <a:latin typeface="+mn-ea"/>
              </a:rPr>
              <a:t>  :     0mV            ~    12.5mV </a:t>
            </a:r>
          </a:p>
          <a:p>
            <a:r>
              <a:rPr lang="en-US" altLang="ko-KR" sz="1000" b="1" dirty="0">
                <a:latin typeface="+mn-ea"/>
              </a:rPr>
              <a:t>       gain 64 </a:t>
            </a:r>
            <a:r>
              <a:rPr lang="ko-KR" altLang="en-US" sz="1000" b="1" dirty="0" err="1">
                <a:latin typeface="+mn-ea"/>
              </a:rPr>
              <a:t>반영후</a:t>
            </a:r>
            <a:r>
              <a:rPr lang="en-US" altLang="ko-KR" sz="1000" b="1" dirty="0">
                <a:latin typeface="+mn-ea"/>
              </a:rPr>
              <a:t> :     0mV            ~     800mV </a:t>
            </a:r>
          </a:p>
          <a:p>
            <a:r>
              <a:rPr lang="ko-KR" altLang="en-US" sz="1000" b="1" dirty="0">
                <a:latin typeface="+mn-ea"/>
              </a:rPr>
              <a:t>         </a:t>
            </a:r>
            <a:r>
              <a:rPr lang="en-US" altLang="ko-KR" sz="1000" b="1" dirty="0">
                <a:latin typeface="+mn-ea"/>
              </a:rPr>
              <a:t>ADC_x64 </a:t>
            </a:r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      0(0x00_0000)   ~  16,384(0x00_4000)</a:t>
            </a:r>
          </a:p>
          <a:p>
            <a:endParaRPr lang="en-US" altLang="ko-KR" sz="1000" b="1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 5) FPGA </a:t>
            </a:r>
            <a:r>
              <a:rPr lang="ko-KR" altLang="en-US" sz="1000" b="1" dirty="0">
                <a:latin typeface="+mn-ea"/>
                <a:sym typeface="Wingdings" panose="05000000000000000000" pitchFamily="2" charset="2"/>
              </a:rPr>
              <a:t>상에서 </a:t>
            </a:r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PD </a:t>
            </a:r>
            <a:r>
              <a:rPr lang="ko-KR" altLang="en-US" sz="1000" b="1" dirty="0">
                <a:latin typeface="+mn-ea"/>
                <a:sym typeface="Wingdings" panose="05000000000000000000" pitchFamily="2" charset="2"/>
              </a:rPr>
              <a:t>전압 </a:t>
            </a:r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ADC </a:t>
            </a:r>
            <a:r>
              <a:rPr lang="ko-KR" altLang="en-US" sz="1000" b="1" dirty="0">
                <a:latin typeface="+mn-ea"/>
                <a:sym typeface="Wingdings" panose="05000000000000000000" pitchFamily="2" charset="2"/>
              </a:rPr>
              <a:t>구성 방법</a:t>
            </a:r>
            <a:endParaRPr lang="en-US" altLang="ko-KR" sz="1000" b="1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     if</a:t>
            </a:r>
            <a:r>
              <a:rPr lang="ko-KR" altLang="en-US" sz="1000" b="1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(ADC_x1 &gt; 0x100)</a:t>
            </a:r>
          </a:p>
          <a:p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         ADC_PD = ADC_x1 &lt;&lt; 6 ;	</a:t>
            </a:r>
          </a:p>
          <a:p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     else</a:t>
            </a:r>
          </a:p>
          <a:p>
            <a:r>
              <a:rPr lang="en-US" altLang="ko-KR" sz="1000" b="1" dirty="0">
                <a:latin typeface="+mn-ea"/>
                <a:sym typeface="Wingdings" panose="05000000000000000000" pitchFamily="2" charset="2"/>
              </a:rPr>
              <a:t>         ADC_PD = ADC_x64 ;	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490" name="왼쪽 대괄호 489">
            <a:extLst>
              <a:ext uri="{FF2B5EF4-FFF2-40B4-BE49-F238E27FC236}">
                <a16:creationId xmlns:a16="http://schemas.microsoft.com/office/drawing/2014/main" id="{0B6379F6-3852-ED6C-C950-887ACBCF879E}"/>
              </a:ext>
            </a:extLst>
          </p:cNvPr>
          <p:cNvSpPr/>
          <p:nvPr/>
        </p:nvSpPr>
        <p:spPr>
          <a:xfrm rot="5400000">
            <a:off x="8186352" y="4340665"/>
            <a:ext cx="105427" cy="1495825"/>
          </a:xfrm>
          <a:prstGeom prst="leftBracke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4" name="왼쪽 대괄호 503">
            <a:extLst>
              <a:ext uri="{FF2B5EF4-FFF2-40B4-BE49-F238E27FC236}">
                <a16:creationId xmlns:a16="http://schemas.microsoft.com/office/drawing/2014/main" id="{CFBB15BF-EA33-B5E7-973B-04B24E818C6D}"/>
              </a:ext>
            </a:extLst>
          </p:cNvPr>
          <p:cNvSpPr/>
          <p:nvPr/>
        </p:nvSpPr>
        <p:spPr>
          <a:xfrm rot="16200000">
            <a:off x="8786010" y="4731910"/>
            <a:ext cx="105427" cy="1385654"/>
          </a:xfrm>
          <a:prstGeom prst="leftBracke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BC99AF15-4EE1-1A6A-E076-E0E99FDE631F}"/>
              </a:ext>
            </a:extLst>
          </p:cNvPr>
          <p:cNvSpPr txBox="1"/>
          <p:nvPr/>
        </p:nvSpPr>
        <p:spPr>
          <a:xfrm>
            <a:off x="5163109" y="5185432"/>
            <a:ext cx="122787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ADC_PD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(4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byte)</a:t>
            </a:r>
            <a:endParaRPr lang="ko-KR" altLang="en-US" sz="10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11" name="왼쪽 대괄호 510">
            <a:extLst>
              <a:ext uri="{FF2B5EF4-FFF2-40B4-BE49-F238E27FC236}">
                <a16:creationId xmlns:a16="http://schemas.microsoft.com/office/drawing/2014/main" id="{872B4E65-7D28-4EC9-3C8B-170868683B94}"/>
              </a:ext>
            </a:extLst>
          </p:cNvPr>
          <p:cNvSpPr/>
          <p:nvPr/>
        </p:nvSpPr>
        <p:spPr>
          <a:xfrm rot="5400000">
            <a:off x="6948503" y="4617175"/>
            <a:ext cx="105428" cy="942805"/>
          </a:xfrm>
          <a:prstGeom prst="leftBracke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31DDA851-4386-7246-F057-B5ED0DF81055}"/>
              </a:ext>
            </a:extLst>
          </p:cNvPr>
          <p:cNvSpPr txBox="1"/>
          <p:nvPr/>
        </p:nvSpPr>
        <p:spPr>
          <a:xfrm>
            <a:off x="6600415" y="5038932"/>
            <a:ext cx="8263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unused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0A324973-8361-F5AB-84DB-B913218E7BE6}"/>
              </a:ext>
            </a:extLst>
          </p:cNvPr>
          <p:cNvSpPr txBox="1"/>
          <p:nvPr/>
        </p:nvSpPr>
        <p:spPr>
          <a:xfrm>
            <a:off x="7813212" y="5031783"/>
            <a:ext cx="8263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X1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58DB0F9B-9A13-317C-F451-56CD12467887}"/>
              </a:ext>
            </a:extLst>
          </p:cNvPr>
          <p:cNvSpPr txBox="1"/>
          <p:nvPr/>
        </p:nvSpPr>
        <p:spPr>
          <a:xfrm>
            <a:off x="8434114" y="5366843"/>
            <a:ext cx="8263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FF"/>
                </a:solidFill>
                <a:latin typeface="+mn-ea"/>
              </a:rPr>
              <a:t>X64</a:t>
            </a:r>
            <a:endParaRPr lang="ko-KR" altLang="en-US" sz="800" b="1" dirty="0">
              <a:solidFill>
                <a:srgbClr val="0000FF"/>
              </a:solidFill>
              <a:latin typeface="+mn-ea"/>
            </a:endParaRPr>
          </a:p>
        </p:txBody>
      </p:sp>
      <p:grpSp>
        <p:nvGrpSpPr>
          <p:cNvPr id="567" name="그룹 566">
            <a:extLst>
              <a:ext uri="{FF2B5EF4-FFF2-40B4-BE49-F238E27FC236}">
                <a16:creationId xmlns:a16="http://schemas.microsoft.com/office/drawing/2014/main" id="{F055E376-E1C8-950F-DF16-D12B6319803C}"/>
              </a:ext>
            </a:extLst>
          </p:cNvPr>
          <p:cNvGrpSpPr/>
          <p:nvPr/>
        </p:nvGrpSpPr>
        <p:grpSpPr>
          <a:xfrm>
            <a:off x="8813075" y="5187669"/>
            <a:ext cx="719273" cy="145156"/>
            <a:chOff x="3622005" y="6106725"/>
            <a:chExt cx="719273" cy="145156"/>
          </a:xfrm>
        </p:grpSpPr>
        <p:sp>
          <p:nvSpPr>
            <p:cNvPr id="551" name="TextBox 550">
              <a:extLst>
                <a:ext uri="{FF2B5EF4-FFF2-40B4-BE49-F238E27FC236}">
                  <a16:creationId xmlns:a16="http://schemas.microsoft.com/office/drawing/2014/main" id="{35C06481-53BE-6CE0-33BC-02F26BB47A1F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3ACCE1F0-BBBA-C822-5BBD-F9D44CECE61A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55" name="TextBox 554">
              <a:extLst>
                <a:ext uri="{FF2B5EF4-FFF2-40B4-BE49-F238E27FC236}">
                  <a16:creationId xmlns:a16="http://schemas.microsoft.com/office/drawing/2014/main" id="{72936278-CEE0-8107-C909-70BF3A20B986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56" name="TextBox 555">
              <a:extLst>
                <a:ext uri="{FF2B5EF4-FFF2-40B4-BE49-F238E27FC236}">
                  <a16:creationId xmlns:a16="http://schemas.microsoft.com/office/drawing/2014/main" id="{8E485033-F017-669E-8CF7-AF15FD868922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63" name="TextBox 562">
              <a:extLst>
                <a:ext uri="{FF2B5EF4-FFF2-40B4-BE49-F238E27FC236}">
                  <a16:creationId xmlns:a16="http://schemas.microsoft.com/office/drawing/2014/main" id="{CB64664D-F1A2-9A16-D0BC-E9955F38FB9A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64" name="TextBox 563">
              <a:extLst>
                <a:ext uri="{FF2B5EF4-FFF2-40B4-BE49-F238E27FC236}">
                  <a16:creationId xmlns:a16="http://schemas.microsoft.com/office/drawing/2014/main" id="{CD51E9B7-3984-C45D-8B1F-69B8BB94480F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65" name="TextBox 564">
              <a:extLst>
                <a:ext uri="{FF2B5EF4-FFF2-40B4-BE49-F238E27FC236}">
                  <a16:creationId xmlns:a16="http://schemas.microsoft.com/office/drawing/2014/main" id="{175F2197-03EB-6747-DD49-ADC4B4D85C37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5B6D6727-61C8-C481-6811-DF28DC100CFC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</p:grpSp>
      <p:grpSp>
        <p:nvGrpSpPr>
          <p:cNvPr id="568" name="그룹 567">
            <a:extLst>
              <a:ext uri="{FF2B5EF4-FFF2-40B4-BE49-F238E27FC236}">
                <a16:creationId xmlns:a16="http://schemas.microsoft.com/office/drawing/2014/main" id="{9D5EB79E-F002-B571-D45C-DECD9FBC8100}"/>
              </a:ext>
            </a:extLst>
          </p:cNvPr>
          <p:cNvGrpSpPr/>
          <p:nvPr/>
        </p:nvGrpSpPr>
        <p:grpSpPr>
          <a:xfrm>
            <a:off x="8058576" y="5187091"/>
            <a:ext cx="719273" cy="145156"/>
            <a:chOff x="3622005" y="6106725"/>
            <a:chExt cx="719273" cy="145156"/>
          </a:xfrm>
        </p:grpSpPr>
        <p:sp>
          <p:nvSpPr>
            <p:cNvPr id="569" name="TextBox 568">
              <a:extLst>
                <a:ext uri="{FF2B5EF4-FFF2-40B4-BE49-F238E27FC236}">
                  <a16:creationId xmlns:a16="http://schemas.microsoft.com/office/drawing/2014/main" id="{48DFBF5D-57B6-0724-5E60-F41D79472CA4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6826AD15-0A50-9DFD-9618-3E04699B9E4A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71" name="TextBox 570">
              <a:extLst>
                <a:ext uri="{FF2B5EF4-FFF2-40B4-BE49-F238E27FC236}">
                  <a16:creationId xmlns:a16="http://schemas.microsoft.com/office/drawing/2014/main" id="{76F593AD-72BA-C264-CCAF-BBEBAE1B80C6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72" name="TextBox 571">
              <a:extLst>
                <a:ext uri="{FF2B5EF4-FFF2-40B4-BE49-F238E27FC236}">
                  <a16:creationId xmlns:a16="http://schemas.microsoft.com/office/drawing/2014/main" id="{4B40436E-C5DD-7856-67F4-826C14F3FADB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07A9AD97-D89F-AF4F-F8D3-DF00DC2DA2BC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74" name="TextBox 573">
              <a:extLst>
                <a:ext uri="{FF2B5EF4-FFF2-40B4-BE49-F238E27FC236}">
                  <a16:creationId xmlns:a16="http://schemas.microsoft.com/office/drawing/2014/main" id="{DE3A197C-64D0-0B02-708B-F6933814EB2F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CE9C376A-8B6F-EC9D-23A1-D1443BA8A264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76" name="TextBox 575">
              <a:extLst>
                <a:ext uri="{FF2B5EF4-FFF2-40B4-BE49-F238E27FC236}">
                  <a16:creationId xmlns:a16="http://schemas.microsoft.com/office/drawing/2014/main" id="{447B0EA4-D051-1026-CFC9-77AE47A91952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</p:grpSp>
      <p:grpSp>
        <p:nvGrpSpPr>
          <p:cNvPr id="577" name="그룹 576">
            <a:extLst>
              <a:ext uri="{FF2B5EF4-FFF2-40B4-BE49-F238E27FC236}">
                <a16:creationId xmlns:a16="http://schemas.microsoft.com/office/drawing/2014/main" id="{124BB518-0DE0-22DF-5E9D-6D78BA1EE92B}"/>
              </a:ext>
            </a:extLst>
          </p:cNvPr>
          <p:cNvGrpSpPr/>
          <p:nvPr/>
        </p:nvGrpSpPr>
        <p:grpSpPr>
          <a:xfrm>
            <a:off x="7299858" y="5187812"/>
            <a:ext cx="719273" cy="145156"/>
            <a:chOff x="3622005" y="6106725"/>
            <a:chExt cx="719273" cy="145156"/>
          </a:xfrm>
        </p:grpSpPr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id="{DA5D5E54-80E5-0FAA-D93D-2A92F565C455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144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79" name="TextBox 578">
              <a:extLst>
                <a:ext uri="{FF2B5EF4-FFF2-40B4-BE49-F238E27FC236}">
                  <a16:creationId xmlns:a16="http://schemas.microsoft.com/office/drawing/2014/main" id="{95AFEA19-C478-6EF9-C357-6851BDCC1C9A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144000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80" name="TextBox 579">
              <a:extLst>
                <a:ext uri="{FF2B5EF4-FFF2-40B4-BE49-F238E27FC236}">
                  <a16:creationId xmlns:a16="http://schemas.microsoft.com/office/drawing/2014/main" id="{FB620995-E237-C857-0A86-B510B960F43E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81" name="TextBox 580">
              <a:extLst>
                <a:ext uri="{FF2B5EF4-FFF2-40B4-BE49-F238E27FC236}">
                  <a16:creationId xmlns:a16="http://schemas.microsoft.com/office/drawing/2014/main" id="{1AB43194-AA09-B586-ECD8-99A817F447EA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82" name="TextBox 581">
              <a:extLst>
                <a:ext uri="{FF2B5EF4-FFF2-40B4-BE49-F238E27FC236}">
                  <a16:creationId xmlns:a16="http://schemas.microsoft.com/office/drawing/2014/main" id="{AD196344-F159-7F23-52DD-ADAA2C04E336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83" name="TextBox 582">
              <a:extLst>
                <a:ext uri="{FF2B5EF4-FFF2-40B4-BE49-F238E27FC236}">
                  <a16:creationId xmlns:a16="http://schemas.microsoft.com/office/drawing/2014/main" id="{73547CAA-4955-16AE-BD35-84818C2EC49E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id="{0D4C9E1B-CB2C-9A09-5DEA-4A5B590F6D09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2C4D7C06-1122-137A-F285-999A17E9D962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144000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</p:grpSp>
      <p:grpSp>
        <p:nvGrpSpPr>
          <p:cNvPr id="586" name="그룹 585">
            <a:extLst>
              <a:ext uri="{FF2B5EF4-FFF2-40B4-BE49-F238E27FC236}">
                <a16:creationId xmlns:a16="http://schemas.microsoft.com/office/drawing/2014/main" id="{50FE99EF-30A6-6D69-18FA-B1C8C0BA1E2A}"/>
              </a:ext>
            </a:extLst>
          </p:cNvPr>
          <p:cNvGrpSpPr/>
          <p:nvPr/>
        </p:nvGrpSpPr>
        <p:grpSpPr>
          <a:xfrm>
            <a:off x="6545359" y="5187234"/>
            <a:ext cx="719273" cy="145156"/>
            <a:chOff x="3622005" y="6106725"/>
            <a:chExt cx="719273" cy="145156"/>
          </a:xfrm>
          <a:solidFill>
            <a:schemeClr val="accent1">
              <a:alpha val="50000"/>
            </a:schemeClr>
          </a:solidFill>
        </p:grpSpPr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8B59398A-5007-4FEE-3422-98C5FCCD09EA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1440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BC8F6BE7-17CE-FEFF-2345-C78CB5BE58B1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1440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89" name="TextBox 588">
              <a:extLst>
                <a:ext uri="{FF2B5EF4-FFF2-40B4-BE49-F238E27FC236}">
                  <a16:creationId xmlns:a16="http://schemas.microsoft.com/office/drawing/2014/main" id="{CFA5D0D0-D358-EC83-FBDC-2785424410A6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1440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5878F4AF-FB77-97E9-3D4F-7CE0F02BA958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1440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02408634-AD9E-7E87-4990-E8A9528E72BD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1440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92" name="TextBox 591">
              <a:extLst>
                <a:ext uri="{FF2B5EF4-FFF2-40B4-BE49-F238E27FC236}">
                  <a16:creationId xmlns:a16="http://schemas.microsoft.com/office/drawing/2014/main" id="{E67E18C0-6059-9A4C-79A7-655641523BF2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1440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83EFE809-7C82-3066-272C-555D1B8F07FE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1440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  <p:sp>
          <p:nvSpPr>
            <p:cNvPr id="594" name="TextBox 593">
              <a:extLst>
                <a:ext uri="{FF2B5EF4-FFF2-40B4-BE49-F238E27FC236}">
                  <a16:creationId xmlns:a16="http://schemas.microsoft.com/office/drawing/2014/main" id="{8D989830-EF00-A032-E980-CD5168F14F48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1440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800" b="1" dirty="0"/>
            </a:p>
          </p:txBody>
        </p:sp>
      </p:grpSp>
      <p:sp>
        <p:nvSpPr>
          <p:cNvPr id="595" name="TextBox 594">
            <a:extLst>
              <a:ext uri="{FF2B5EF4-FFF2-40B4-BE49-F238E27FC236}">
                <a16:creationId xmlns:a16="http://schemas.microsoft.com/office/drawing/2014/main" id="{2FB5C37D-740B-8AD0-DDB2-481AABE2FDE2}"/>
              </a:ext>
            </a:extLst>
          </p:cNvPr>
          <p:cNvSpPr txBox="1"/>
          <p:nvPr/>
        </p:nvSpPr>
        <p:spPr>
          <a:xfrm>
            <a:off x="3862808" y="5582530"/>
            <a:ext cx="267864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ex) 100 mV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: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ADC_x1  =  2,048 (0x0800)</a:t>
            </a:r>
          </a:p>
          <a:p>
            <a:endParaRPr lang="en-US" altLang="ko-KR" sz="1000" b="1" dirty="0">
              <a:solidFill>
                <a:srgbClr val="0000FF"/>
              </a:solidFill>
              <a:latin typeface="+mn-ea"/>
            </a:endParaRPr>
          </a:p>
          <a:p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    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898 mV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: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ADC_x1  = 18,391 (0x47D7)</a:t>
            </a:r>
          </a:p>
          <a:p>
            <a:endParaRPr lang="en-US" altLang="ko-KR" sz="1000" b="1" dirty="0">
              <a:solidFill>
                <a:srgbClr val="0000FF"/>
              </a:solidFill>
              <a:latin typeface="+mn-ea"/>
            </a:endParaRPr>
          </a:p>
          <a:p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       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1 mV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:</a:t>
            </a:r>
            <a:r>
              <a:rPr lang="ko-KR" altLang="en-US" sz="10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ADC_x1  =       20 (0x0014)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+mn-ea"/>
              </a:rPr>
              <a:t>                   ADC_x64 =  1,310 (0x051E)</a:t>
            </a:r>
          </a:p>
        </p:txBody>
      </p:sp>
      <p:grpSp>
        <p:nvGrpSpPr>
          <p:cNvPr id="596" name="그룹 595">
            <a:extLst>
              <a:ext uri="{FF2B5EF4-FFF2-40B4-BE49-F238E27FC236}">
                <a16:creationId xmlns:a16="http://schemas.microsoft.com/office/drawing/2014/main" id="{69256AA2-8530-4785-F961-1B57523F21C7}"/>
              </a:ext>
            </a:extLst>
          </p:cNvPr>
          <p:cNvGrpSpPr/>
          <p:nvPr/>
        </p:nvGrpSpPr>
        <p:grpSpPr>
          <a:xfrm>
            <a:off x="8812278" y="5599521"/>
            <a:ext cx="719273" cy="216600"/>
            <a:chOff x="3622005" y="6106725"/>
            <a:chExt cx="719273" cy="216600"/>
          </a:xfrm>
        </p:grpSpPr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AC873A99-C7C9-13FC-B51E-4211F9614748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598" name="TextBox 597">
              <a:extLst>
                <a:ext uri="{FF2B5EF4-FFF2-40B4-BE49-F238E27FC236}">
                  <a16:creationId xmlns:a16="http://schemas.microsoft.com/office/drawing/2014/main" id="{259363F0-91A7-A4D8-825B-3BFEEB714509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4E5BE550-2323-0E05-9083-5166FD5A6F27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00" name="TextBox 599">
              <a:extLst>
                <a:ext uri="{FF2B5EF4-FFF2-40B4-BE49-F238E27FC236}">
                  <a16:creationId xmlns:a16="http://schemas.microsoft.com/office/drawing/2014/main" id="{E68FC55D-5615-ED03-1B01-2782EC0A6BFB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76B7C733-408F-6B96-F0F2-6CC952CBFA75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632FEB70-CB64-2C9D-83EA-AA58BB2D3351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03" name="TextBox 602">
              <a:extLst>
                <a:ext uri="{FF2B5EF4-FFF2-40B4-BE49-F238E27FC236}">
                  <a16:creationId xmlns:a16="http://schemas.microsoft.com/office/drawing/2014/main" id="{59B4603E-B1A0-1301-BBEE-3AE0A80FFFE2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04" name="TextBox 603">
              <a:extLst>
                <a:ext uri="{FF2B5EF4-FFF2-40B4-BE49-F238E27FC236}">
                  <a16:creationId xmlns:a16="http://schemas.microsoft.com/office/drawing/2014/main" id="{F2AED46F-2849-5180-34C0-3E3CF9B2FCB7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</p:grpSp>
      <p:grpSp>
        <p:nvGrpSpPr>
          <p:cNvPr id="605" name="그룹 604">
            <a:extLst>
              <a:ext uri="{FF2B5EF4-FFF2-40B4-BE49-F238E27FC236}">
                <a16:creationId xmlns:a16="http://schemas.microsoft.com/office/drawing/2014/main" id="{7A3ACD65-1328-19D7-5E9D-C89EEE5287EB}"/>
              </a:ext>
            </a:extLst>
          </p:cNvPr>
          <p:cNvGrpSpPr/>
          <p:nvPr/>
        </p:nvGrpSpPr>
        <p:grpSpPr>
          <a:xfrm>
            <a:off x="8057779" y="5598943"/>
            <a:ext cx="719273" cy="216600"/>
            <a:chOff x="3622005" y="6106725"/>
            <a:chExt cx="719273" cy="216600"/>
          </a:xfrm>
        </p:grpSpPr>
        <p:sp>
          <p:nvSpPr>
            <p:cNvPr id="606" name="TextBox 605">
              <a:extLst>
                <a:ext uri="{FF2B5EF4-FFF2-40B4-BE49-F238E27FC236}">
                  <a16:creationId xmlns:a16="http://schemas.microsoft.com/office/drawing/2014/main" id="{770D928D-1CB6-668C-CB02-7A40E7C50ED6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07" name="TextBox 606">
              <a:extLst>
                <a:ext uri="{FF2B5EF4-FFF2-40B4-BE49-F238E27FC236}">
                  <a16:creationId xmlns:a16="http://schemas.microsoft.com/office/drawing/2014/main" id="{D6652AB7-2B7E-21A2-72E3-ECA8BA3B5041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08" name="TextBox 607">
              <a:extLst>
                <a:ext uri="{FF2B5EF4-FFF2-40B4-BE49-F238E27FC236}">
                  <a16:creationId xmlns:a16="http://schemas.microsoft.com/office/drawing/2014/main" id="{131F870D-3873-10C3-3B6E-231BC291958A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09" name="TextBox 608">
              <a:extLst>
                <a:ext uri="{FF2B5EF4-FFF2-40B4-BE49-F238E27FC236}">
                  <a16:creationId xmlns:a16="http://schemas.microsoft.com/office/drawing/2014/main" id="{AC6A34BF-AA95-14A1-B711-C0379B524FCC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10" name="TextBox 609">
              <a:extLst>
                <a:ext uri="{FF2B5EF4-FFF2-40B4-BE49-F238E27FC236}">
                  <a16:creationId xmlns:a16="http://schemas.microsoft.com/office/drawing/2014/main" id="{3AEC4A60-289B-1F12-5760-36988B5E0FDB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11" name="TextBox 610">
              <a:extLst>
                <a:ext uri="{FF2B5EF4-FFF2-40B4-BE49-F238E27FC236}">
                  <a16:creationId xmlns:a16="http://schemas.microsoft.com/office/drawing/2014/main" id="{48B1BD90-E5AA-2B7E-E1F8-90EAAF696156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12" name="TextBox 611">
              <a:extLst>
                <a:ext uri="{FF2B5EF4-FFF2-40B4-BE49-F238E27FC236}">
                  <a16:creationId xmlns:a16="http://schemas.microsoft.com/office/drawing/2014/main" id="{89D68E9C-90E0-3321-E1EC-55026E400AFD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13" name="TextBox 612">
              <a:extLst>
                <a:ext uri="{FF2B5EF4-FFF2-40B4-BE49-F238E27FC236}">
                  <a16:creationId xmlns:a16="http://schemas.microsoft.com/office/drawing/2014/main" id="{94FDC17D-A517-C5B1-0875-59EBC458A56E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</p:grpSp>
      <p:grpSp>
        <p:nvGrpSpPr>
          <p:cNvPr id="614" name="그룹 613">
            <a:extLst>
              <a:ext uri="{FF2B5EF4-FFF2-40B4-BE49-F238E27FC236}">
                <a16:creationId xmlns:a16="http://schemas.microsoft.com/office/drawing/2014/main" id="{37568D1B-D304-3E8C-3593-3E2DB47C8F25}"/>
              </a:ext>
            </a:extLst>
          </p:cNvPr>
          <p:cNvGrpSpPr/>
          <p:nvPr/>
        </p:nvGrpSpPr>
        <p:grpSpPr>
          <a:xfrm>
            <a:off x="7299061" y="5599664"/>
            <a:ext cx="719273" cy="216600"/>
            <a:chOff x="3622005" y="6106725"/>
            <a:chExt cx="719273" cy="216600"/>
          </a:xfrm>
        </p:grpSpPr>
        <p:sp>
          <p:nvSpPr>
            <p:cNvPr id="615" name="TextBox 614">
              <a:extLst>
                <a:ext uri="{FF2B5EF4-FFF2-40B4-BE49-F238E27FC236}">
                  <a16:creationId xmlns:a16="http://schemas.microsoft.com/office/drawing/2014/main" id="{E9625205-BB19-73BD-E96C-E23E4BB8CAFE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16" name="TextBox 615">
              <a:extLst>
                <a:ext uri="{FF2B5EF4-FFF2-40B4-BE49-F238E27FC236}">
                  <a16:creationId xmlns:a16="http://schemas.microsoft.com/office/drawing/2014/main" id="{CCFA105C-9557-B100-3D61-2A2DD44D9ED1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17" name="TextBox 616">
              <a:extLst>
                <a:ext uri="{FF2B5EF4-FFF2-40B4-BE49-F238E27FC236}">
                  <a16:creationId xmlns:a16="http://schemas.microsoft.com/office/drawing/2014/main" id="{196628DB-BAD8-1F99-F351-8C9074C13E5F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18" name="TextBox 617">
              <a:extLst>
                <a:ext uri="{FF2B5EF4-FFF2-40B4-BE49-F238E27FC236}">
                  <a16:creationId xmlns:a16="http://schemas.microsoft.com/office/drawing/2014/main" id="{801B3E36-AA30-770A-A2A7-DDAEFDAD9E0F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19" name="TextBox 618">
              <a:extLst>
                <a:ext uri="{FF2B5EF4-FFF2-40B4-BE49-F238E27FC236}">
                  <a16:creationId xmlns:a16="http://schemas.microsoft.com/office/drawing/2014/main" id="{98382F05-155E-033F-4BF1-EAB417B16178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20" name="TextBox 619">
              <a:extLst>
                <a:ext uri="{FF2B5EF4-FFF2-40B4-BE49-F238E27FC236}">
                  <a16:creationId xmlns:a16="http://schemas.microsoft.com/office/drawing/2014/main" id="{1994F953-D00A-CF61-5883-4897C5C74E48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21" name="TextBox 620">
              <a:extLst>
                <a:ext uri="{FF2B5EF4-FFF2-40B4-BE49-F238E27FC236}">
                  <a16:creationId xmlns:a16="http://schemas.microsoft.com/office/drawing/2014/main" id="{35D58E38-EC05-F4FA-7BC9-7A11A114AD29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622" name="TextBox 621">
              <a:extLst>
                <a:ext uri="{FF2B5EF4-FFF2-40B4-BE49-F238E27FC236}">
                  <a16:creationId xmlns:a16="http://schemas.microsoft.com/office/drawing/2014/main" id="{BB609D80-1350-519F-5732-D200B8C6F2FC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</p:grpSp>
      <p:grpSp>
        <p:nvGrpSpPr>
          <p:cNvPr id="623" name="그룹 622">
            <a:extLst>
              <a:ext uri="{FF2B5EF4-FFF2-40B4-BE49-F238E27FC236}">
                <a16:creationId xmlns:a16="http://schemas.microsoft.com/office/drawing/2014/main" id="{764A5D56-25BD-1671-E4DD-B3FAA10D31E1}"/>
              </a:ext>
            </a:extLst>
          </p:cNvPr>
          <p:cNvGrpSpPr/>
          <p:nvPr/>
        </p:nvGrpSpPr>
        <p:grpSpPr>
          <a:xfrm>
            <a:off x="6544562" y="5599086"/>
            <a:ext cx="719273" cy="216600"/>
            <a:chOff x="3622005" y="6106725"/>
            <a:chExt cx="719273" cy="216600"/>
          </a:xfrm>
          <a:solidFill>
            <a:schemeClr val="accent1">
              <a:alpha val="50000"/>
            </a:schemeClr>
          </a:solidFill>
        </p:grpSpPr>
        <p:sp>
          <p:nvSpPr>
            <p:cNvPr id="624" name="TextBox 623">
              <a:extLst>
                <a:ext uri="{FF2B5EF4-FFF2-40B4-BE49-F238E27FC236}">
                  <a16:creationId xmlns:a16="http://schemas.microsoft.com/office/drawing/2014/main" id="{9C63FBD8-A44C-FADB-8FCA-E43781975D7C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25" name="TextBox 624">
              <a:extLst>
                <a:ext uri="{FF2B5EF4-FFF2-40B4-BE49-F238E27FC236}">
                  <a16:creationId xmlns:a16="http://schemas.microsoft.com/office/drawing/2014/main" id="{C2C3998F-E348-655C-2CE8-8FF577A2DFE1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26" name="TextBox 625">
              <a:extLst>
                <a:ext uri="{FF2B5EF4-FFF2-40B4-BE49-F238E27FC236}">
                  <a16:creationId xmlns:a16="http://schemas.microsoft.com/office/drawing/2014/main" id="{164D1CCA-614B-F126-D6C1-5ED527A7D05E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27" name="TextBox 626">
              <a:extLst>
                <a:ext uri="{FF2B5EF4-FFF2-40B4-BE49-F238E27FC236}">
                  <a16:creationId xmlns:a16="http://schemas.microsoft.com/office/drawing/2014/main" id="{DC68D75E-A9AE-7E8D-6B3B-7862958ED80B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28" name="TextBox 627">
              <a:extLst>
                <a:ext uri="{FF2B5EF4-FFF2-40B4-BE49-F238E27FC236}">
                  <a16:creationId xmlns:a16="http://schemas.microsoft.com/office/drawing/2014/main" id="{9BEAF7D0-71FD-1CA6-D5A8-5286B5EB8F69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29" name="TextBox 628">
              <a:extLst>
                <a:ext uri="{FF2B5EF4-FFF2-40B4-BE49-F238E27FC236}">
                  <a16:creationId xmlns:a16="http://schemas.microsoft.com/office/drawing/2014/main" id="{C6FC4703-D626-50D0-C36B-35B8F87E457B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30" name="TextBox 629">
              <a:extLst>
                <a:ext uri="{FF2B5EF4-FFF2-40B4-BE49-F238E27FC236}">
                  <a16:creationId xmlns:a16="http://schemas.microsoft.com/office/drawing/2014/main" id="{8795F6B2-AA2C-06D3-BE5B-B062C234CFEB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31" name="TextBox 630">
              <a:extLst>
                <a:ext uri="{FF2B5EF4-FFF2-40B4-BE49-F238E27FC236}">
                  <a16:creationId xmlns:a16="http://schemas.microsoft.com/office/drawing/2014/main" id="{2E805306-19A8-56A8-F7F7-9515F8EF8AB3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</p:grpSp>
      <p:grpSp>
        <p:nvGrpSpPr>
          <p:cNvPr id="632" name="그룹 631">
            <a:extLst>
              <a:ext uri="{FF2B5EF4-FFF2-40B4-BE49-F238E27FC236}">
                <a16:creationId xmlns:a16="http://schemas.microsoft.com/office/drawing/2014/main" id="{E64755A8-C576-F31C-348F-57E16AA08231}"/>
              </a:ext>
            </a:extLst>
          </p:cNvPr>
          <p:cNvGrpSpPr/>
          <p:nvPr/>
        </p:nvGrpSpPr>
        <p:grpSpPr>
          <a:xfrm>
            <a:off x="8812278" y="5891611"/>
            <a:ext cx="719273" cy="216600"/>
            <a:chOff x="3622005" y="6106725"/>
            <a:chExt cx="719273" cy="216600"/>
          </a:xfrm>
        </p:grpSpPr>
        <p:sp>
          <p:nvSpPr>
            <p:cNvPr id="633" name="TextBox 632">
              <a:extLst>
                <a:ext uri="{FF2B5EF4-FFF2-40B4-BE49-F238E27FC236}">
                  <a16:creationId xmlns:a16="http://schemas.microsoft.com/office/drawing/2014/main" id="{C06FE0D0-DAC1-4D67-FB5C-E48C46ED3810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634" name="TextBox 633">
              <a:extLst>
                <a:ext uri="{FF2B5EF4-FFF2-40B4-BE49-F238E27FC236}">
                  <a16:creationId xmlns:a16="http://schemas.microsoft.com/office/drawing/2014/main" id="{BFA970E7-0E42-6938-1EDB-BF18035F1034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635" name="TextBox 634">
              <a:extLst>
                <a:ext uri="{FF2B5EF4-FFF2-40B4-BE49-F238E27FC236}">
                  <a16:creationId xmlns:a16="http://schemas.microsoft.com/office/drawing/2014/main" id="{26053B04-F73D-0247-FE2E-B05D6CD021AC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36" name="TextBox 635">
              <a:extLst>
                <a:ext uri="{FF2B5EF4-FFF2-40B4-BE49-F238E27FC236}">
                  <a16:creationId xmlns:a16="http://schemas.microsoft.com/office/drawing/2014/main" id="{8DB9A0B4-D201-9CE1-C563-A6BE7C348CB1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37" name="TextBox 636">
              <a:extLst>
                <a:ext uri="{FF2B5EF4-FFF2-40B4-BE49-F238E27FC236}">
                  <a16:creationId xmlns:a16="http://schemas.microsoft.com/office/drawing/2014/main" id="{D8730A7F-521D-10B5-22C4-7B25249E60C9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38" name="TextBox 637">
              <a:extLst>
                <a:ext uri="{FF2B5EF4-FFF2-40B4-BE49-F238E27FC236}">
                  <a16:creationId xmlns:a16="http://schemas.microsoft.com/office/drawing/2014/main" id="{FB371A6A-A3E3-C7CE-F996-2BF6DCB20DD8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39" name="TextBox 638">
              <a:extLst>
                <a:ext uri="{FF2B5EF4-FFF2-40B4-BE49-F238E27FC236}">
                  <a16:creationId xmlns:a16="http://schemas.microsoft.com/office/drawing/2014/main" id="{951CD498-1F6C-8561-75A2-0DC67E425E61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40" name="TextBox 639">
              <a:extLst>
                <a:ext uri="{FF2B5EF4-FFF2-40B4-BE49-F238E27FC236}">
                  <a16:creationId xmlns:a16="http://schemas.microsoft.com/office/drawing/2014/main" id="{E400008F-A428-CB17-D70A-8F296F8B897F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</p:grpSp>
      <p:grpSp>
        <p:nvGrpSpPr>
          <p:cNvPr id="641" name="그룹 640">
            <a:extLst>
              <a:ext uri="{FF2B5EF4-FFF2-40B4-BE49-F238E27FC236}">
                <a16:creationId xmlns:a16="http://schemas.microsoft.com/office/drawing/2014/main" id="{5FAEDD8A-A032-CEA4-503E-BE0861FA8DCB}"/>
              </a:ext>
            </a:extLst>
          </p:cNvPr>
          <p:cNvGrpSpPr/>
          <p:nvPr/>
        </p:nvGrpSpPr>
        <p:grpSpPr>
          <a:xfrm>
            <a:off x="8057779" y="5891033"/>
            <a:ext cx="719273" cy="216600"/>
            <a:chOff x="3622005" y="6106725"/>
            <a:chExt cx="719273" cy="216600"/>
          </a:xfrm>
        </p:grpSpPr>
        <p:sp>
          <p:nvSpPr>
            <p:cNvPr id="642" name="TextBox 641">
              <a:extLst>
                <a:ext uri="{FF2B5EF4-FFF2-40B4-BE49-F238E27FC236}">
                  <a16:creationId xmlns:a16="http://schemas.microsoft.com/office/drawing/2014/main" id="{14113525-80F5-0484-6186-ABB60CAFCB10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643" name="TextBox 642">
              <a:extLst>
                <a:ext uri="{FF2B5EF4-FFF2-40B4-BE49-F238E27FC236}">
                  <a16:creationId xmlns:a16="http://schemas.microsoft.com/office/drawing/2014/main" id="{177F01CA-D8DE-7AB6-23FD-5200925D0093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644" name="TextBox 643">
              <a:extLst>
                <a:ext uri="{FF2B5EF4-FFF2-40B4-BE49-F238E27FC236}">
                  <a16:creationId xmlns:a16="http://schemas.microsoft.com/office/drawing/2014/main" id="{228FB8C1-3F32-9F59-8BA2-C00144F18BFC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645" name="TextBox 644">
              <a:extLst>
                <a:ext uri="{FF2B5EF4-FFF2-40B4-BE49-F238E27FC236}">
                  <a16:creationId xmlns:a16="http://schemas.microsoft.com/office/drawing/2014/main" id="{2C5BED68-7818-E6C8-B4EE-D8D5C1B429BC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646" name="TextBox 645">
              <a:extLst>
                <a:ext uri="{FF2B5EF4-FFF2-40B4-BE49-F238E27FC236}">
                  <a16:creationId xmlns:a16="http://schemas.microsoft.com/office/drawing/2014/main" id="{6177B7AC-59E4-346C-AF1C-2502354B9FCE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47" name="TextBox 646">
              <a:extLst>
                <a:ext uri="{FF2B5EF4-FFF2-40B4-BE49-F238E27FC236}">
                  <a16:creationId xmlns:a16="http://schemas.microsoft.com/office/drawing/2014/main" id="{902F4A9C-C1FC-AE50-9353-77A2409D9F1D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89EC8524-DD95-7A31-526B-DF47B1821098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6D99AD22-0EAC-FAD3-A07E-1B7C0F1C6070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</p:grpSp>
      <p:grpSp>
        <p:nvGrpSpPr>
          <p:cNvPr id="650" name="그룹 649">
            <a:extLst>
              <a:ext uri="{FF2B5EF4-FFF2-40B4-BE49-F238E27FC236}">
                <a16:creationId xmlns:a16="http://schemas.microsoft.com/office/drawing/2014/main" id="{6D84CC1E-106B-9E96-7AE9-43E7BCAFE9FB}"/>
              </a:ext>
            </a:extLst>
          </p:cNvPr>
          <p:cNvGrpSpPr/>
          <p:nvPr/>
        </p:nvGrpSpPr>
        <p:grpSpPr>
          <a:xfrm>
            <a:off x="7299061" y="5891754"/>
            <a:ext cx="719273" cy="216600"/>
            <a:chOff x="3622005" y="6106725"/>
            <a:chExt cx="719273" cy="216600"/>
          </a:xfrm>
        </p:grpSpPr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B0684746-41D6-FAFF-BC95-A74042053419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959983D5-9D3C-43D8-3330-5BB987621687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5E74D9C1-BCD2-BD7F-EA82-B4F4A172BEB4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2E8553A2-FA6D-F28F-CA0D-2A571BB87390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E0B7FA04-D1C6-ACE9-9AC0-C84E07FAC340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0045F6E7-81DD-73F6-7469-A2EBD46ECF95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57" name="TextBox 656">
              <a:extLst>
                <a:ext uri="{FF2B5EF4-FFF2-40B4-BE49-F238E27FC236}">
                  <a16:creationId xmlns:a16="http://schemas.microsoft.com/office/drawing/2014/main" id="{157C76F1-4316-A740-8062-7524DCED2802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EEDC4EDF-CDCA-2849-D57F-F9EDAB059D09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</p:grpSp>
      <p:grpSp>
        <p:nvGrpSpPr>
          <p:cNvPr id="659" name="그룹 658">
            <a:extLst>
              <a:ext uri="{FF2B5EF4-FFF2-40B4-BE49-F238E27FC236}">
                <a16:creationId xmlns:a16="http://schemas.microsoft.com/office/drawing/2014/main" id="{DD782CED-8ABB-10D8-4707-2FAD73CF7C9B}"/>
              </a:ext>
            </a:extLst>
          </p:cNvPr>
          <p:cNvGrpSpPr/>
          <p:nvPr/>
        </p:nvGrpSpPr>
        <p:grpSpPr>
          <a:xfrm>
            <a:off x="6544562" y="5891176"/>
            <a:ext cx="719273" cy="216600"/>
            <a:chOff x="3622005" y="6106725"/>
            <a:chExt cx="719273" cy="216600"/>
          </a:xfrm>
          <a:solidFill>
            <a:schemeClr val="accent1">
              <a:alpha val="50000"/>
            </a:schemeClr>
          </a:solidFill>
        </p:grpSpPr>
        <p:sp>
          <p:nvSpPr>
            <p:cNvPr id="660" name="TextBox 659">
              <a:extLst>
                <a:ext uri="{FF2B5EF4-FFF2-40B4-BE49-F238E27FC236}">
                  <a16:creationId xmlns:a16="http://schemas.microsoft.com/office/drawing/2014/main" id="{3E3A3853-7F7B-1CC5-1E0D-E556E297D887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61" name="TextBox 660">
              <a:extLst>
                <a:ext uri="{FF2B5EF4-FFF2-40B4-BE49-F238E27FC236}">
                  <a16:creationId xmlns:a16="http://schemas.microsoft.com/office/drawing/2014/main" id="{5FA11F52-8B8F-D793-E37E-8E22146DCB29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62" name="TextBox 661">
              <a:extLst>
                <a:ext uri="{FF2B5EF4-FFF2-40B4-BE49-F238E27FC236}">
                  <a16:creationId xmlns:a16="http://schemas.microsoft.com/office/drawing/2014/main" id="{9A0893CB-8417-52A9-0A39-2513CD04600E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63" name="TextBox 662">
              <a:extLst>
                <a:ext uri="{FF2B5EF4-FFF2-40B4-BE49-F238E27FC236}">
                  <a16:creationId xmlns:a16="http://schemas.microsoft.com/office/drawing/2014/main" id="{DD30D1F1-E64C-CCBE-956C-CFF5E54AF395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64" name="TextBox 663">
              <a:extLst>
                <a:ext uri="{FF2B5EF4-FFF2-40B4-BE49-F238E27FC236}">
                  <a16:creationId xmlns:a16="http://schemas.microsoft.com/office/drawing/2014/main" id="{B417FB3A-3BC7-2218-78E0-816854CDB896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65" name="TextBox 664">
              <a:extLst>
                <a:ext uri="{FF2B5EF4-FFF2-40B4-BE49-F238E27FC236}">
                  <a16:creationId xmlns:a16="http://schemas.microsoft.com/office/drawing/2014/main" id="{36DF8C2D-5E6D-814A-BC68-3C610671AFAB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66" name="TextBox 665">
              <a:extLst>
                <a:ext uri="{FF2B5EF4-FFF2-40B4-BE49-F238E27FC236}">
                  <a16:creationId xmlns:a16="http://schemas.microsoft.com/office/drawing/2014/main" id="{C02D225B-6914-259A-7725-7A2EC2C621B2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667" name="TextBox 666">
              <a:extLst>
                <a:ext uri="{FF2B5EF4-FFF2-40B4-BE49-F238E27FC236}">
                  <a16:creationId xmlns:a16="http://schemas.microsoft.com/office/drawing/2014/main" id="{0E874808-5709-3D36-F72E-1477D99A0406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598E09F-3D59-8ED0-5F53-DE8186D916D1}"/>
              </a:ext>
            </a:extLst>
          </p:cNvPr>
          <p:cNvCxnSpPr>
            <a:cxnSpLocks/>
          </p:cNvCxnSpPr>
          <p:nvPr/>
        </p:nvCxnSpPr>
        <p:spPr>
          <a:xfrm>
            <a:off x="5654364" y="2865606"/>
            <a:ext cx="0" cy="58339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97E83D8-2235-B778-79DB-E50540618748}"/>
              </a:ext>
            </a:extLst>
          </p:cNvPr>
          <p:cNvCxnSpPr>
            <a:cxnSpLocks/>
          </p:cNvCxnSpPr>
          <p:nvPr/>
        </p:nvCxnSpPr>
        <p:spPr>
          <a:xfrm>
            <a:off x="7641914" y="3222878"/>
            <a:ext cx="0" cy="21086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EB33D29-DFB2-A372-F790-B9FF5AAB6B04}"/>
              </a:ext>
            </a:extLst>
          </p:cNvPr>
          <p:cNvCxnSpPr>
            <a:cxnSpLocks/>
          </p:cNvCxnSpPr>
          <p:nvPr/>
        </p:nvCxnSpPr>
        <p:spPr>
          <a:xfrm>
            <a:off x="6581775" y="2931181"/>
            <a:ext cx="1060139" cy="291697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B3C0F470-62EC-9AA4-AF7A-8D5202701BF3}"/>
              </a:ext>
            </a:extLst>
          </p:cNvPr>
          <p:cNvCxnSpPr>
            <a:cxnSpLocks/>
          </p:cNvCxnSpPr>
          <p:nvPr/>
        </p:nvCxnSpPr>
        <p:spPr>
          <a:xfrm>
            <a:off x="6581775" y="2823535"/>
            <a:ext cx="0" cy="107646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D1542D-6021-392C-F372-67B57AF6CD79}"/>
              </a:ext>
            </a:extLst>
          </p:cNvPr>
          <p:cNvSpPr txBox="1"/>
          <p:nvPr/>
        </p:nvSpPr>
        <p:spPr>
          <a:xfrm>
            <a:off x="7770138" y="3309668"/>
            <a:ext cx="143730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Scaling </a:t>
            </a:r>
            <a:r>
              <a:rPr lang="ko-KR" altLang="en-US" sz="800" b="1" dirty="0">
                <a:solidFill>
                  <a:srgbClr val="FF0000"/>
                </a:solidFill>
                <a:latin typeface="+mn-ea"/>
              </a:rPr>
              <a:t>일치를 위해 </a:t>
            </a:r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x64</a:t>
            </a:r>
            <a:endParaRPr lang="ko-KR" altLang="en-US" sz="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B46E94-387A-56D0-D6EC-2E76860B2A00}"/>
              </a:ext>
            </a:extLst>
          </p:cNvPr>
          <p:cNvSpPr txBox="1"/>
          <p:nvPr/>
        </p:nvSpPr>
        <p:spPr>
          <a:xfrm>
            <a:off x="5546986" y="3649222"/>
            <a:ext cx="60670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0x00_0000</a:t>
            </a:r>
            <a:endParaRPr lang="ko-KR" altLang="en-US" sz="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22FAED-B4D7-9522-4118-8FD1ED8FEE09}"/>
              </a:ext>
            </a:extLst>
          </p:cNvPr>
          <p:cNvSpPr txBox="1"/>
          <p:nvPr/>
        </p:nvSpPr>
        <p:spPr>
          <a:xfrm>
            <a:off x="6668444" y="3643821"/>
            <a:ext cx="60670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0x00_4000</a:t>
            </a:r>
            <a:endParaRPr lang="ko-KR" altLang="en-US" sz="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6249662-7220-2ECF-1230-71172A5C51C3}"/>
              </a:ext>
            </a:extLst>
          </p:cNvPr>
          <p:cNvSpPr txBox="1"/>
          <p:nvPr/>
        </p:nvSpPr>
        <p:spPr>
          <a:xfrm>
            <a:off x="10268651" y="3651456"/>
            <a:ext cx="60670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0x14_0000</a:t>
            </a:r>
            <a:endParaRPr lang="ko-KR" altLang="en-US" sz="8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29F43E63-6DBC-12E2-7D73-D824ED376D69}"/>
              </a:ext>
            </a:extLst>
          </p:cNvPr>
          <p:cNvCxnSpPr>
            <a:cxnSpLocks/>
          </p:cNvCxnSpPr>
          <p:nvPr/>
        </p:nvCxnSpPr>
        <p:spPr>
          <a:xfrm>
            <a:off x="10562480" y="3265597"/>
            <a:ext cx="0" cy="28595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왼쪽 중괄호 453">
            <a:extLst>
              <a:ext uri="{FF2B5EF4-FFF2-40B4-BE49-F238E27FC236}">
                <a16:creationId xmlns:a16="http://schemas.microsoft.com/office/drawing/2014/main" id="{DCFF5A75-4090-A4DD-7354-9DF0C8DADA6F}"/>
              </a:ext>
            </a:extLst>
          </p:cNvPr>
          <p:cNvSpPr/>
          <p:nvPr/>
        </p:nvSpPr>
        <p:spPr>
          <a:xfrm rot="16200000">
            <a:off x="7963270" y="1373367"/>
            <a:ext cx="183738" cy="5033737"/>
          </a:xfrm>
          <a:prstGeom prst="leftBrace">
            <a:avLst>
              <a:gd name="adj1" fmla="val 29522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5" name="TextBox 454">
            <a:extLst>
              <a:ext uri="{FF2B5EF4-FFF2-40B4-BE49-F238E27FC236}">
                <a16:creationId xmlns:a16="http://schemas.microsoft.com/office/drawing/2014/main" id="{46F4DEC4-9852-362C-2682-32C03A7A500A}"/>
              </a:ext>
            </a:extLst>
          </p:cNvPr>
          <p:cNvSpPr txBox="1"/>
          <p:nvPr/>
        </p:nvSpPr>
        <p:spPr>
          <a:xfrm>
            <a:off x="6476460" y="4045551"/>
            <a:ext cx="325841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H-sensor PD voltage = </a:t>
            </a:r>
            <a:r>
              <a:rPr lang="en-US" altLang="ko-KR" sz="1000" b="1" dirty="0" err="1">
                <a:solidFill>
                  <a:srgbClr val="FF0000"/>
                </a:solidFill>
                <a:latin typeface="+mn-ea"/>
              </a:rPr>
              <a:t>ADC_val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 x 0.763 </a:t>
            </a:r>
            <a:r>
              <a:rPr lang="en-US" altLang="ko-KR" sz="1000" b="1" dirty="0" err="1">
                <a:solidFill>
                  <a:srgbClr val="FF0000"/>
                </a:solidFill>
                <a:latin typeface="+mn-ea"/>
              </a:rPr>
              <a:t>uV</a:t>
            </a:r>
            <a:endParaRPr lang="en-US" altLang="ko-KR" sz="1000" b="1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463" name="그룹 462">
            <a:extLst>
              <a:ext uri="{FF2B5EF4-FFF2-40B4-BE49-F238E27FC236}">
                <a16:creationId xmlns:a16="http://schemas.microsoft.com/office/drawing/2014/main" id="{78E97C05-1D54-CE46-AC6E-E04244869ADB}"/>
              </a:ext>
            </a:extLst>
          </p:cNvPr>
          <p:cNvGrpSpPr/>
          <p:nvPr/>
        </p:nvGrpSpPr>
        <p:grpSpPr>
          <a:xfrm>
            <a:off x="8814495" y="6193787"/>
            <a:ext cx="719273" cy="216600"/>
            <a:chOff x="3622005" y="6106725"/>
            <a:chExt cx="719273" cy="216600"/>
          </a:xfrm>
        </p:grpSpPr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B8BF7268-CF3D-7E22-7931-EDC18B1E6FA5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02A381AB-9BA0-6DD0-931D-EB86B570DA23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0967397B-31B9-8AED-6454-5ECC09815F50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3D58965F-DE81-BB70-551C-BF52D1772E45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9887B169-0BE2-E33B-3B21-EC1239F37555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16D9FD3B-4FED-457C-9203-F706E0BD0CC9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C6A89865-6E93-D263-6F18-14182E27D060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18313DF3-A353-C73C-0716-69F32AFD3BF4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</p:grp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6E4026F8-A41B-2E28-0C8B-E8E8E2BC5DE1}"/>
              </a:ext>
            </a:extLst>
          </p:cNvPr>
          <p:cNvGrpSpPr/>
          <p:nvPr/>
        </p:nvGrpSpPr>
        <p:grpSpPr>
          <a:xfrm>
            <a:off x="8059996" y="6193209"/>
            <a:ext cx="719273" cy="216600"/>
            <a:chOff x="3622005" y="6106725"/>
            <a:chExt cx="719273" cy="216600"/>
          </a:xfrm>
        </p:grpSpPr>
        <p:sp>
          <p:nvSpPr>
            <p:cNvPr id="477" name="TextBox 476">
              <a:extLst>
                <a:ext uri="{FF2B5EF4-FFF2-40B4-BE49-F238E27FC236}">
                  <a16:creationId xmlns:a16="http://schemas.microsoft.com/office/drawing/2014/main" id="{7D1952B8-6D3E-153E-62FA-D8BAD462C4C7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B3E64EB7-7EBF-68D5-B674-1791A5793FE9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D3DC73D5-A75F-5EF7-3284-99688839AC38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BABD807A-BCF4-C1FC-32C9-FB74C86B2369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097AB4C9-70CE-36BC-2D4B-EF67B34876E1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88FCE548-9175-DDB2-8DBF-FC0007449D86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615B6149-C0BE-9C69-679D-A1357A1AB59E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799D1E18-D7BD-D63D-B8E4-862B20AF285B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1</a:t>
              </a:r>
              <a:endParaRPr lang="ko-KR" altLang="en-US" sz="800" b="1" dirty="0"/>
            </a:p>
          </p:txBody>
        </p:sp>
      </p:grpSp>
      <p:grpSp>
        <p:nvGrpSpPr>
          <p:cNvPr id="485" name="그룹 484">
            <a:extLst>
              <a:ext uri="{FF2B5EF4-FFF2-40B4-BE49-F238E27FC236}">
                <a16:creationId xmlns:a16="http://schemas.microsoft.com/office/drawing/2014/main" id="{FCC8027F-F80A-2C82-C0DA-F7F8CCA78400}"/>
              </a:ext>
            </a:extLst>
          </p:cNvPr>
          <p:cNvGrpSpPr/>
          <p:nvPr/>
        </p:nvGrpSpPr>
        <p:grpSpPr>
          <a:xfrm>
            <a:off x="7301278" y="6193930"/>
            <a:ext cx="719273" cy="216600"/>
            <a:chOff x="3622005" y="6106725"/>
            <a:chExt cx="719273" cy="216600"/>
          </a:xfrm>
        </p:grpSpPr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92BF74A8-F88B-9617-6620-27FA204D8103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E88D4182-344B-7DAF-8C6A-1C204AE3B2C1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B084E8F1-CD11-7252-D0E4-8E2DFA16EA04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89" name="TextBox 488">
              <a:extLst>
                <a:ext uri="{FF2B5EF4-FFF2-40B4-BE49-F238E27FC236}">
                  <a16:creationId xmlns:a16="http://schemas.microsoft.com/office/drawing/2014/main" id="{3A67CB34-14EE-530F-A5D9-20CCE82C055E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91" name="TextBox 490">
              <a:extLst>
                <a:ext uri="{FF2B5EF4-FFF2-40B4-BE49-F238E27FC236}">
                  <a16:creationId xmlns:a16="http://schemas.microsoft.com/office/drawing/2014/main" id="{2A30C9FC-0203-BF32-2627-4D6D7292BC48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214CFD0B-B0D3-CB1A-2DF4-C4BBA3173001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93" name="TextBox 492">
              <a:extLst>
                <a:ext uri="{FF2B5EF4-FFF2-40B4-BE49-F238E27FC236}">
                  <a16:creationId xmlns:a16="http://schemas.microsoft.com/office/drawing/2014/main" id="{689D0D3F-7D20-1C67-B377-1E2FFA222265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86FDF20A-9EED-BC2C-4267-2CFC2AA813E2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</p:grpSp>
      <p:grpSp>
        <p:nvGrpSpPr>
          <p:cNvPr id="495" name="그룹 494">
            <a:extLst>
              <a:ext uri="{FF2B5EF4-FFF2-40B4-BE49-F238E27FC236}">
                <a16:creationId xmlns:a16="http://schemas.microsoft.com/office/drawing/2014/main" id="{E2643451-AC2A-4D57-BF39-AA108795F6BD}"/>
              </a:ext>
            </a:extLst>
          </p:cNvPr>
          <p:cNvGrpSpPr/>
          <p:nvPr/>
        </p:nvGrpSpPr>
        <p:grpSpPr>
          <a:xfrm>
            <a:off x="6546779" y="6193352"/>
            <a:ext cx="719273" cy="216600"/>
            <a:chOff x="3622005" y="6106725"/>
            <a:chExt cx="719273" cy="216600"/>
          </a:xfrm>
          <a:solidFill>
            <a:schemeClr val="accent1">
              <a:alpha val="50000"/>
            </a:schemeClr>
          </a:solidFill>
        </p:grpSpPr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972BF297-C74E-C0E8-9A55-E9F301C35F6A}"/>
                </a:ext>
              </a:extLst>
            </p:cNvPr>
            <p:cNvSpPr txBox="1"/>
            <p:nvPr/>
          </p:nvSpPr>
          <p:spPr>
            <a:xfrm>
              <a:off x="3622005" y="6106725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97" name="TextBox 496">
              <a:extLst>
                <a:ext uri="{FF2B5EF4-FFF2-40B4-BE49-F238E27FC236}">
                  <a16:creationId xmlns:a16="http://schemas.microsoft.com/office/drawing/2014/main" id="{F5F34483-EA06-F2DC-7E79-75C57DE4B976}"/>
                </a:ext>
              </a:extLst>
            </p:cNvPr>
            <p:cNvSpPr txBox="1"/>
            <p:nvPr/>
          </p:nvSpPr>
          <p:spPr>
            <a:xfrm>
              <a:off x="3711604" y="6106907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98" name="TextBox 497">
              <a:extLst>
                <a:ext uri="{FF2B5EF4-FFF2-40B4-BE49-F238E27FC236}">
                  <a16:creationId xmlns:a16="http://schemas.microsoft.com/office/drawing/2014/main" id="{9A09F4DD-A5DA-3139-6E88-6369B576874E}"/>
                </a:ext>
              </a:extLst>
            </p:cNvPr>
            <p:cNvSpPr txBox="1"/>
            <p:nvPr/>
          </p:nvSpPr>
          <p:spPr>
            <a:xfrm>
              <a:off x="3801604" y="6106725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17EACE78-9CE6-747A-3F74-3F8263125C85}"/>
                </a:ext>
              </a:extLst>
            </p:cNvPr>
            <p:cNvSpPr txBox="1"/>
            <p:nvPr/>
          </p:nvSpPr>
          <p:spPr>
            <a:xfrm>
              <a:off x="3891203" y="6106907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330BBC07-2CAF-C5F5-B5A1-6291135DC112}"/>
                </a:ext>
              </a:extLst>
            </p:cNvPr>
            <p:cNvSpPr txBox="1"/>
            <p:nvPr/>
          </p:nvSpPr>
          <p:spPr>
            <a:xfrm>
              <a:off x="3982080" y="6107699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BD5E3430-6663-5DF3-72CD-6E814E086531}"/>
                </a:ext>
              </a:extLst>
            </p:cNvPr>
            <p:cNvSpPr txBox="1"/>
            <p:nvPr/>
          </p:nvSpPr>
          <p:spPr>
            <a:xfrm>
              <a:off x="4071679" y="6107881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CE0FBDAF-278A-8AE0-475A-84ECAE210620}"/>
                </a:ext>
              </a:extLst>
            </p:cNvPr>
            <p:cNvSpPr txBox="1"/>
            <p:nvPr/>
          </p:nvSpPr>
          <p:spPr>
            <a:xfrm>
              <a:off x="4161679" y="6107699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28D1FE29-F973-26F2-B465-653FFF312891}"/>
                </a:ext>
              </a:extLst>
            </p:cNvPr>
            <p:cNvSpPr txBox="1"/>
            <p:nvPr/>
          </p:nvSpPr>
          <p:spPr>
            <a:xfrm>
              <a:off x="4251278" y="6107881"/>
              <a:ext cx="90000" cy="215444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0</a:t>
              </a:r>
              <a:endParaRPr lang="ko-KR" altLang="en-US" sz="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03567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</a:spPr>
      <a:bodyPr wrap="square" rtlCol="0">
        <a:spAutoFit/>
      </a:bodyPr>
      <a:lstStyle>
        <a:defPPr algn="l">
          <a:defRPr sz="1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77016</TotalTime>
  <Words>1174</Words>
  <Application>Microsoft Office PowerPoint</Application>
  <PresentationFormat>와이드스크린</PresentationFormat>
  <Paragraphs>417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Arial</vt:lpstr>
      <vt:lpstr>Calibri</vt:lpstr>
      <vt:lpstr>Wingdings</vt:lpstr>
      <vt:lpstr>Tahoma</vt:lpstr>
      <vt:lpstr>맑은 고딕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infiTOF MS  Introduction</dc:title>
  <dc:creator>최 현식</dc:creator>
  <cp:lastModifiedBy>동철 이</cp:lastModifiedBy>
  <cp:revision>1073</cp:revision>
  <cp:lastPrinted>2022-05-19T07:52:10Z</cp:lastPrinted>
  <dcterms:created xsi:type="dcterms:W3CDTF">2019-08-20T06:02:41Z</dcterms:created>
  <dcterms:modified xsi:type="dcterms:W3CDTF">2023-05-31T23:45:11Z</dcterms:modified>
</cp:coreProperties>
</file>