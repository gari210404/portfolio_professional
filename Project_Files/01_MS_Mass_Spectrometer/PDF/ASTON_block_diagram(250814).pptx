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"/>
  </p:notesMasterIdLst>
  <p:handoutMasterIdLst>
    <p:handoutMasterId r:id="rId14"/>
  </p:handoutMasterIdLst>
  <p:sldIdLst>
    <p:sldId id="417" r:id="rId2"/>
    <p:sldId id="426" r:id="rId3"/>
    <p:sldId id="416" r:id="rId4"/>
    <p:sldId id="418" r:id="rId5"/>
    <p:sldId id="420" r:id="rId6"/>
    <p:sldId id="422" r:id="rId7"/>
    <p:sldId id="421" r:id="rId8"/>
    <p:sldId id="424" r:id="rId9"/>
    <p:sldId id="412" r:id="rId10"/>
    <p:sldId id="413" r:id="rId11"/>
    <p:sldId id="415" r:id="rId12"/>
  </p:sldIdLst>
  <p:sldSz cx="12192000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2975" autoAdjust="0"/>
  </p:normalViewPr>
  <p:slideViewPr>
    <p:cSldViewPr snapToGrid="0">
      <p:cViewPr varScale="1">
        <p:scale>
          <a:sx n="103" d="100"/>
          <a:sy n="103" d="100"/>
        </p:scale>
        <p:origin x="17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3" d="100"/>
          <a:sy n="123" d="100"/>
        </p:scale>
        <p:origin x="41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FB847D4-2574-BB92-2CB6-61D442F71B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5687" tIns="47844" rIns="95687" bIns="47844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11045DF-2286-A873-30E7-7D2F89E67C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5687" tIns="47844" rIns="95687" bIns="47844" rtlCol="0"/>
          <a:lstStyle>
            <a:lvl1pPr algn="r">
              <a:defRPr sz="1300"/>
            </a:lvl1pPr>
          </a:lstStyle>
          <a:p>
            <a:fld id="{6DD0C0AE-E655-41CE-B15B-4D7AB79BEDA1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2CA430-D583-BEBE-1563-512EFD5D38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5687" tIns="47844" rIns="95687" bIns="47844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D1F1D0-1576-75AF-CDEA-58B17454DD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5687" tIns="47844" rIns="95687" bIns="47844" rtlCol="0" anchor="b"/>
          <a:lstStyle>
            <a:lvl1pPr algn="r">
              <a:defRPr sz="1300"/>
            </a:lvl1pPr>
          </a:lstStyle>
          <a:p>
            <a:fld id="{09207F5C-D0E7-40AB-B8EB-FA889C4DC4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665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8693"/>
          </a:xfrm>
          <a:prstGeom prst="rect">
            <a:avLst/>
          </a:prstGeom>
        </p:spPr>
        <p:txBody>
          <a:bodyPr vert="horz" lIns="95687" tIns="47844" rIns="95687" bIns="47844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8693"/>
          </a:xfrm>
          <a:prstGeom prst="rect">
            <a:avLst/>
          </a:prstGeom>
        </p:spPr>
        <p:txBody>
          <a:bodyPr vert="horz" lIns="95687" tIns="47844" rIns="95687" bIns="47844" rtlCol="0"/>
          <a:lstStyle>
            <a:lvl1pPr algn="r">
              <a:defRPr sz="1300"/>
            </a:lvl1pPr>
          </a:lstStyle>
          <a:p>
            <a:fld id="{602E827B-E75B-4F38-97E4-FAC0AFDF0F28}" type="datetimeFigureOut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61062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687" tIns="47844" rIns="95687" bIns="4784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5687" tIns="47844" rIns="95687" bIns="47844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8692"/>
          </a:xfrm>
          <a:prstGeom prst="rect">
            <a:avLst/>
          </a:prstGeom>
        </p:spPr>
        <p:txBody>
          <a:bodyPr vert="horz" lIns="95687" tIns="47844" rIns="95687" bIns="47844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5687" tIns="47844" rIns="95687" bIns="47844" rtlCol="0" anchor="b"/>
          <a:lstStyle>
            <a:lvl1pPr algn="r">
              <a:defRPr sz="1300"/>
            </a:lvl1pPr>
          </a:lstStyle>
          <a:p>
            <a:fld id="{AF7BF050-A8BB-4FEC-9E5E-C237CC33DB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68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C7068-577F-7BF9-0519-44A100BD8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4BC62B-4E33-84A2-3D5D-D08BC9136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7FDA96-4E19-6281-A915-3E7BE6DF0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Femto</a:t>
            </a:r>
            <a:r>
              <a:rPr lang="en-US" altLang="ko-KR" dirty="0"/>
              <a:t> : 10^(-15) ,,  Mili </a:t>
            </a:r>
            <a:r>
              <a:rPr lang="en-US" altLang="ko-KR" dirty="0">
                <a:sym typeface="Wingdings" panose="05000000000000000000" pitchFamily="2" charset="2"/>
              </a:rPr>
              <a:t> Micro  </a:t>
            </a:r>
            <a:r>
              <a:rPr lang="en-US" altLang="ko-KR" dirty="0"/>
              <a:t>Nano </a:t>
            </a:r>
            <a:r>
              <a:rPr lang="en-US" altLang="ko-KR" dirty="0">
                <a:sym typeface="Wingdings" panose="05000000000000000000" pitchFamily="2" charset="2"/>
              </a:rPr>
              <a:t> Pico  </a:t>
            </a:r>
            <a:r>
              <a:rPr lang="en-US" altLang="ko-KR" dirty="0" err="1">
                <a:sym typeface="Wingdings" panose="05000000000000000000" pitchFamily="2" charset="2"/>
              </a:rPr>
              <a:t>Femto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250fA  250uA ( 10^(9)) 10</a:t>
            </a:r>
            <a:r>
              <a:rPr lang="ko-KR" altLang="en-US" dirty="0" err="1">
                <a:sym typeface="Wingdings" panose="05000000000000000000" pitchFamily="2" charset="2"/>
              </a:rPr>
              <a:t>억배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F6CB49-8F3D-15CC-8488-340DCC3169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BF050-A8BB-4FEC-9E5E-C237CC33DB4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06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AD936-A202-3835-9C0A-F65FD27AA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94456F-EDF6-D28F-C126-5B9BF19FF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BBFD7F-5E68-8FB4-61A7-0602BB910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Femto</a:t>
            </a:r>
            <a:r>
              <a:rPr lang="en-US" altLang="ko-KR" dirty="0"/>
              <a:t> : 10^(-15) ,,  Mili </a:t>
            </a:r>
            <a:r>
              <a:rPr lang="en-US" altLang="ko-KR" dirty="0">
                <a:sym typeface="Wingdings" panose="05000000000000000000" pitchFamily="2" charset="2"/>
              </a:rPr>
              <a:t> Micro  </a:t>
            </a:r>
            <a:r>
              <a:rPr lang="en-US" altLang="ko-KR" dirty="0"/>
              <a:t>Nano </a:t>
            </a:r>
            <a:r>
              <a:rPr lang="en-US" altLang="ko-KR" dirty="0">
                <a:sym typeface="Wingdings" panose="05000000000000000000" pitchFamily="2" charset="2"/>
              </a:rPr>
              <a:t> Pico  </a:t>
            </a:r>
            <a:r>
              <a:rPr lang="en-US" altLang="ko-KR" dirty="0" err="1">
                <a:sym typeface="Wingdings" panose="05000000000000000000" pitchFamily="2" charset="2"/>
              </a:rPr>
              <a:t>Femto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250fA  250uA ( 10^(9)) 10</a:t>
            </a:r>
            <a:r>
              <a:rPr lang="ko-KR" altLang="en-US" dirty="0" err="1">
                <a:sym typeface="Wingdings" panose="05000000000000000000" pitchFamily="2" charset="2"/>
              </a:rPr>
              <a:t>억배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14A73E-58B1-4BF6-9837-84BD50790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BF050-A8BB-4FEC-9E5E-C237CC33DB4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96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F69DE-E91F-1F32-4075-47F369930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D65E6C-BB2E-9DFF-072B-241916B82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35EABC-C8CF-0422-FDF8-D93D7B92A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Femto</a:t>
            </a:r>
            <a:r>
              <a:rPr lang="en-US" altLang="ko-KR" dirty="0"/>
              <a:t> : 10^(-15) ,,  Mili </a:t>
            </a:r>
            <a:r>
              <a:rPr lang="en-US" altLang="ko-KR" dirty="0">
                <a:sym typeface="Wingdings" panose="05000000000000000000" pitchFamily="2" charset="2"/>
              </a:rPr>
              <a:t> Micro  </a:t>
            </a:r>
            <a:r>
              <a:rPr lang="en-US" altLang="ko-KR" dirty="0"/>
              <a:t>Nano </a:t>
            </a:r>
            <a:r>
              <a:rPr lang="en-US" altLang="ko-KR" dirty="0">
                <a:sym typeface="Wingdings" panose="05000000000000000000" pitchFamily="2" charset="2"/>
              </a:rPr>
              <a:t> Pico  </a:t>
            </a:r>
            <a:r>
              <a:rPr lang="en-US" altLang="ko-KR" dirty="0" err="1">
                <a:sym typeface="Wingdings" panose="05000000000000000000" pitchFamily="2" charset="2"/>
              </a:rPr>
              <a:t>Femto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250fA  250uA ( 10^(9)) 10</a:t>
            </a:r>
            <a:r>
              <a:rPr lang="ko-KR" altLang="en-US" dirty="0" err="1">
                <a:sym typeface="Wingdings" panose="05000000000000000000" pitchFamily="2" charset="2"/>
              </a:rPr>
              <a:t>억배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D1C5B1-95E4-7925-8651-78BC7DAFF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BF050-A8BB-4FEC-9E5E-C237CC33DB4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931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01F0C-DABF-4D1D-B950-738F9795C2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ACFC98-B669-4E76-A8F9-13DE8E2BD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4D5E28-0C02-4326-A709-A50AC1E6E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2946-5769-4E0B-8242-DB07B26F5C07}" type="datetime1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83DB21-C12E-4AF9-9158-2C440B7A6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058C32-40FA-4D30-8B91-45A40179A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DEAC-C9DC-4BBD-BC35-02F775DA5CD2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3FAB15C-1B55-4001-98E0-4B41457CC43B}"/>
              </a:ext>
            </a:extLst>
          </p:cNvPr>
          <p:cNvGrpSpPr/>
          <p:nvPr/>
        </p:nvGrpSpPr>
        <p:grpSpPr>
          <a:xfrm>
            <a:off x="5626735" y="-1207009"/>
            <a:ext cx="7718602" cy="7635545"/>
            <a:chOff x="5626735" y="-1207009"/>
            <a:chExt cx="7718602" cy="7635545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7AEADA3-4BFA-49AE-A746-D8537719C74B}"/>
                </a:ext>
              </a:extLst>
            </p:cNvPr>
            <p:cNvSpPr/>
            <p:nvPr/>
          </p:nvSpPr>
          <p:spPr>
            <a:xfrm rot="2646517">
              <a:off x="11562266" y="5960536"/>
              <a:ext cx="468000" cy="468000"/>
            </a:xfrm>
            <a:prstGeom prst="rect">
              <a:avLst/>
            </a:pr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722F166-3E21-48E0-B51E-68920BC87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592961">
              <a:off x="8275871" y="1483451"/>
              <a:ext cx="2394000" cy="2442285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7EDE23C8-BC54-44EF-ABD6-BE8DF2A74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3151"/>
            <a:stretch>
              <a:fillRect/>
            </a:stretch>
          </p:blipFill>
          <p:spPr>
            <a:xfrm rot="2695427">
              <a:off x="9101732" y="-1207009"/>
              <a:ext cx="2434837" cy="2394000"/>
            </a:xfrm>
            <a:custGeom>
              <a:avLst/>
              <a:gdLst>
                <a:gd name="connsiteX0" fmla="*/ 0 w 2434837"/>
                <a:gd name="connsiteY0" fmla="*/ 2394000 h 2394000"/>
                <a:gd name="connsiteX1" fmla="*/ 2400378 w 2434837"/>
                <a:gd name="connsiteY1" fmla="*/ 0 h 2394000"/>
                <a:gd name="connsiteX2" fmla="*/ 2434837 w 2434837"/>
                <a:gd name="connsiteY2" fmla="*/ 0 h 2394000"/>
                <a:gd name="connsiteX3" fmla="*/ 2434837 w 2434837"/>
                <a:gd name="connsiteY3" fmla="*/ 2394000 h 239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4837" h="2394000">
                  <a:moveTo>
                    <a:pt x="0" y="2394000"/>
                  </a:moveTo>
                  <a:lnTo>
                    <a:pt x="2400378" y="0"/>
                  </a:lnTo>
                  <a:lnTo>
                    <a:pt x="2434837" y="0"/>
                  </a:lnTo>
                  <a:lnTo>
                    <a:pt x="2434837" y="2394000"/>
                  </a:lnTo>
                  <a:close/>
                </a:path>
              </a:pathLst>
            </a:custGeom>
          </p:spPr>
        </p:pic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FFAD1294-FCE1-400F-8DE7-5C1F7F29AA89}"/>
                </a:ext>
              </a:extLst>
            </p:cNvPr>
            <p:cNvSpPr/>
            <p:nvPr/>
          </p:nvSpPr>
          <p:spPr>
            <a:xfrm rot="2631424">
              <a:off x="6474795" y="-231594"/>
              <a:ext cx="2394284" cy="2394000"/>
            </a:xfrm>
            <a:custGeom>
              <a:avLst/>
              <a:gdLst>
                <a:gd name="connsiteX0" fmla="*/ 0 w 2394284"/>
                <a:gd name="connsiteY0" fmla="*/ 977703 h 2394000"/>
                <a:gd name="connsiteX1" fmla="*/ 1017509 w 2394284"/>
                <a:gd name="connsiteY1" fmla="*/ 0 h 2394000"/>
                <a:gd name="connsiteX2" fmla="*/ 2394284 w 2394284"/>
                <a:gd name="connsiteY2" fmla="*/ 0 h 2394000"/>
                <a:gd name="connsiteX3" fmla="*/ 2394284 w 2394284"/>
                <a:gd name="connsiteY3" fmla="*/ 2394000 h 2394000"/>
                <a:gd name="connsiteX4" fmla="*/ 0 w 2394284"/>
                <a:gd name="connsiteY4" fmla="*/ 2394000 h 239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4284" h="2394000">
                  <a:moveTo>
                    <a:pt x="0" y="977703"/>
                  </a:moveTo>
                  <a:lnTo>
                    <a:pt x="1017509" y="0"/>
                  </a:lnTo>
                  <a:lnTo>
                    <a:pt x="2394284" y="0"/>
                  </a:lnTo>
                  <a:lnTo>
                    <a:pt x="2394284" y="2394000"/>
                  </a:lnTo>
                  <a:lnTo>
                    <a:pt x="0" y="2394000"/>
                  </a:lnTo>
                  <a:close/>
                </a:path>
              </a:pathLst>
            </a:custGeom>
            <a:solidFill>
              <a:srgbClr val="2F5597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605760D9-DA3B-4136-8391-0ECD272DAD7F}"/>
                </a:ext>
              </a:extLst>
            </p:cNvPr>
            <p:cNvSpPr/>
            <p:nvPr/>
          </p:nvSpPr>
          <p:spPr>
            <a:xfrm rot="2568728">
              <a:off x="10139133" y="3209080"/>
              <a:ext cx="2394284" cy="2394000"/>
            </a:xfrm>
            <a:custGeom>
              <a:avLst/>
              <a:gdLst>
                <a:gd name="connsiteX0" fmla="*/ 1 w 2394284"/>
                <a:gd name="connsiteY0" fmla="*/ 0 h 2394000"/>
                <a:gd name="connsiteX1" fmla="*/ 1254733 w 2394284"/>
                <a:gd name="connsiteY1" fmla="*/ 0 h 2394000"/>
                <a:gd name="connsiteX2" fmla="*/ 2394284 w 2394284"/>
                <a:gd name="connsiteY2" fmla="*/ 1230081 h 2394000"/>
                <a:gd name="connsiteX3" fmla="*/ 2394284 w 2394284"/>
                <a:gd name="connsiteY3" fmla="*/ 2394000 h 2394000"/>
                <a:gd name="connsiteX4" fmla="*/ 0 w 2394284"/>
                <a:gd name="connsiteY4" fmla="*/ 2394000 h 239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94284" h="2394000">
                  <a:moveTo>
                    <a:pt x="1" y="0"/>
                  </a:moveTo>
                  <a:lnTo>
                    <a:pt x="1254733" y="0"/>
                  </a:lnTo>
                  <a:lnTo>
                    <a:pt x="2394284" y="1230081"/>
                  </a:lnTo>
                  <a:lnTo>
                    <a:pt x="2394284" y="2394000"/>
                  </a:lnTo>
                  <a:lnTo>
                    <a:pt x="0" y="2394000"/>
                  </a:lnTo>
                  <a:close/>
                </a:path>
              </a:pathLst>
            </a:custGeom>
            <a:solidFill>
              <a:srgbClr val="27467C"/>
            </a:solidFill>
            <a:ln>
              <a:solidFill>
                <a:srgbClr val="2746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2BF9E4A5-995F-4C8B-A11C-B5C274272A93}"/>
                </a:ext>
              </a:extLst>
            </p:cNvPr>
            <p:cNvSpPr/>
            <p:nvPr/>
          </p:nvSpPr>
          <p:spPr>
            <a:xfrm rot="8098648">
              <a:off x="10907725" y="534249"/>
              <a:ext cx="2496384" cy="2378840"/>
            </a:xfrm>
            <a:custGeom>
              <a:avLst/>
              <a:gdLst>
                <a:gd name="connsiteX0" fmla="*/ 0 w 2394285"/>
                <a:gd name="connsiteY0" fmla="*/ 2363679 h 2378840"/>
                <a:gd name="connsiteX1" fmla="*/ 2394284 w 2394285"/>
                <a:gd name="connsiteY1" fmla="*/ 0 h 2378840"/>
                <a:gd name="connsiteX2" fmla="*/ 2394285 w 2394285"/>
                <a:gd name="connsiteY2" fmla="*/ 2378840 h 2378840"/>
                <a:gd name="connsiteX3" fmla="*/ 0 w 2394285"/>
                <a:gd name="connsiteY3" fmla="*/ 2378840 h 2378840"/>
                <a:gd name="connsiteX4" fmla="*/ 0 w 2394285"/>
                <a:gd name="connsiteY4" fmla="*/ 2363679 h 2378840"/>
                <a:gd name="connsiteX0" fmla="*/ 0 w 2496384"/>
                <a:gd name="connsiteY0" fmla="*/ 2363679 h 2378840"/>
                <a:gd name="connsiteX1" fmla="*/ 2394284 w 2496384"/>
                <a:gd name="connsiteY1" fmla="*/ 0 h 2378840"/>
                <a:gd name="connsiteX2" fmla="*/ 2496384 w 2496384"/>
                <a:gd name="connsiteY2" fmla="*/ 2361865 h 2378840"/>
                <a:gd name="connsiteX3" fmla="*/ 0 w 2496384"/>
                <a:gd name="connsiteY3" fmla="*/ 2378840 h 2378840"/>
                <a:gd name="connsiteX4" fmla="*/ 0 w 2496384"/>
                <a:gd name="connsiteY4" fmla="*/ 2363679 h 2378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6384" h="2378840">
                  <a:moveTo>
                    <a:pt x="0" y="2363679"/>
                  </a:moveTo>
                  <a:lnTo>
                    <a:pt x="2394284" y="0"/>
                  </a:lnTo>
                  <a:lnTo>
                    <a:pt x="2496384" y="2361865"/>
                  </a:lnTo>
                  <a:lnTo>
                    <a:pt x="0" y="2378840"/>
                  </a:lnTo>
                  <a:lnTo>
                    <a:pt x="0" y="2363679"/>
                  </a:lnTo>
                  <a:close/>
                </a:path>
              </a:pathLst>
            </a:custGeom>
            <a:solidFill>
              <a:srgbClr val="F7941E"/>
            </a:solidFill>
            <a:ln>
              <a:solidFill>
                <a:srgbClr val="F7941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10DAF33-33F5-4A5C-A70E-7D4A397F3DED}"/>
                </a:ext>
              </a:extLst>
            </p:cNvPr>
            <p:cNvSpPr/>
            <p:nvPr/>
          </p:nvSpPr>
          <p:spPr>
            <a:xfrm rot="2646516">
              <a:off x="5626735" y="277816"/>
              <a:ext cx="540000" cy="540000"/>
            </a:xfrm>
            <a:prstGeom prst="rect">
              <a:avLst/>
            </a:prstGeom>
            <a:noFill/>
            <a:ln w="57150"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45B8C55-DFB0-4144-A703-A9978BA4ED03}"/>
                </a:ext>
              </a:extLst>
            </p:cNvPr>
            <p:cNvSpPr/>
            <p:nvPr/>
          </p:nvSpPr>
          <p:spPr>
            <a:xfrm rot="2646517">
              <a:off x="9030391" y="4389653"/>
              <a:ext cx="468000" cy="468000"/>
            </a:xfrm>
            <a:prstGeom prst="rect">
              <a:avLst/>
            </a:prstGeom>
            <a:solidFill>
              <a:srgbClr val="C6C6C6"/>
            </a:solidFill>
            <a:ln>
              <a:solidFill>
                <a:srgbClr val="C6C6C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1A74974-8501-4E70-8A86-22F3BE8AD7CC}"/>
                </a:ext>
              </a:extLst>
            </p:cNvPr>
            <p:cNvSpPr/>
            <p:nvPr/>
          </p:nvSpPr>
          <p:spPr>
            <a:xfrm rot="2646517">
              <a:off x="8011517" y="3809862"/>
              <a:ext cx="864000" cy="864000"/>
            </a:xfrm>
            <a:prstGeom prst="rect">
              <a:avLst/>
            </a:prstGeom>
            <a:noFill/>
            <a:ln w="57150"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7" name="그림 16" descr="그리기, 표지판, 시계이(가) 표시된 사진&#10;&#10;자동 생성된 설명">
            <a:extLst>
              <a:ext uri="{FF2B5EF4-FFF2-40B4-BE49-F238E27FC236}">
                <a16:creationId xmlns:a16="http://schemas.microsoft.com/office/drawing/2014/main" id="{1D6EF6B4-EC7A-4897-8928-F3853C2822D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28"/>
          <a:stretch/>
        </p:blipFill>
        <p:spPr>
          <a:xfrm>
            <a:off x="774236" y="166024"/>
            <a:ext cx="1903613" cy="557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04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618A6-E00D-49E5-AD52-7DB8844D8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5CBE05-F42C-494E-9F7F-E25CB6644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7258B6-0495-4376-A53A-BF1599C7D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C2270-3FEB-4325-87E3-8A4B7A202930}" type="datetime1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7DDF48-3AC9-478A-9DAC-94543D67F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04076B-206F-43E6-BF7A-B25C779CD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9DEAC-C9DC-4BBD-BC35-02F775DA5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363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6E178FD-22CC-4336-81E4-66BF899D8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260053-0F94-49C5-8D4C-57788235D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DDD859-F666-488C-8F16-356E6A0586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42B0F-CDAE-48A4-864C-D99C2FD0F874}" type="datetime1">
              <a:rPr lang="ko-KR" altLang="en-US" smtClean="0"/>
              <a:t>2025-08-14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29FC99-312F-4B34-83E1-D93D3231CE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5086BD-58AD-41C5-8A67-2DE06D16D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9DEAC-C9DC-4BBD-BC35-02F775DA5C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869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5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8" Type="http://schemas.openxmlformats.org/officeDocument/2006/relationships/image" Target="../media/image210.png"/><Relationship Id="rId26" Type="http://schemas.openxmlformats.org/officeDocument/2006/relationships/image" Target="../media/image150.png"/><Relationship Id="rId3" Type="http://schemas.openxmlformats.org/officeDocument/2006/relationships/image" Target="../media/image33.png"/><Relationship Id="rId21" Type="http://schemas.openxmlformats.org/officeDocument/2006/relationships/image" Target="../media/image230.png"/><Relationship Id="rId7" Type="http://schemas.openxmlformats.org/officeDocument/2006/relationships/image" Target="../media/image110.png"/><Relationship Id="rId17" Type="http://schemas.openxmlformats.org/officeDocument/2006/relationships/image" Target="../media/image20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0.png"/><Relationship Id="rId20" Type="http://schemas.openxmlformats.org/officeDocument/2006/relationships/image" Target="../media/image220.png"/><Relationship Id="rId29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24" Type="http://schemas.openxmlformats.org/officeDocument/2006/relationships/image" Target="../media/image260.png"/><Relationship Id="rId5" Type="http://schemas.openxmlformats.org/officeDocument/2006/relationships/image" Target="../media/image90.png"/><Relationship Id="rId15" Type="http://schemas.openxmlformats.org/officeDocument/2006/relationships/image" Target="../media/image180.png"/><Relationship Id="rId23" Type="http://schemas.openxmlformats.org/officeDocument/2006/relationships/image" Target="../media/image250.png"/><Relationship Id="rId28" Type="http://schemas.openxmlformats.org/officeDocument/2006/relationships/image" Target="../media/image280.png"/><Relationship Id="rId10" Type="http://schemas.openxmlformats.org/officeDocument/2006/relationships/image" Target="../media/image140.png"/><Relationship Id="rId19" Type="http://schemas.openxmlformats.org/officeDocument/2006/relationships/image" Target="../media/image130.png"/><Relationship Id="rId4" Type="http://schemas.openxmlformats.org/officeDocument/2006/relationships/image" Target="../media/image80.png"/><Relationship Id="rId22" Type="http://schemas.openxmlformats.org/officeDocument/2006/relationships/image" Target="../media/image240.png"/><Relationship Id="rId27" Type="http://schemas.openxmlformats.org/officeDocument/2006/relationships/image" Target="../media/image160.png"/><Relationship Id="rId30" Type="http://schemas.openxmlformats.org/officeDocument/2006/relationships/image" Target="../media/image27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3" Type="http://schemas.openxmlformats.org/officeDocument/2006/relationships/image" Target="../media/image290.png"/><Relationship Id="rId7" Type="http://schemas.openxmlformats.org/officeDocument/2006/relationships/image" Target="../media/image3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11" Type="http://schemas.openxmlformats.org/officeDocument/2006/relationships/image" Target="../media/image37.png"/><Relationship Id="rId5" Type="http://schemas.openxmlformats.org/officeDocument/2006/relationships/image" Target="../media/image35.png"/><Relationship Id="rId10" Type="http://schemas.openxmlformats.org/officeDocument/2006/relationships/image" Target="../media/image36.png"/><Relationship Id="rId4" Type="http://schemas.openxmlformats.org/officeDocument/2006/relationships/image" Target="../media/image300.png"/><Relationship Id="rId9" Type="http://schemas.openxmlformats.org/officeDocument/2006/relationships/image" Target="../media/image3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6A8AE-E24D-52B2-4F1F-73570D1AA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9FEF9F4E-63A7-D20C-3AAC-D0865C0C69B1}"/>
              </a:ext>
            </a:extLst>
          </p:cNvPr>
          <p:cNvGrpSpPr/>
          <p:nvPr/>
        </p:nvGrpSpPr>
        <p:grpSpPr>
          <a:xfrm>
            <a:off x="2762900" y="6032337"/>
            <a:ext cx="318565" cy="379383"/>
            <a:chOff x="9751401" y="1235097"/>
            <a:chExt cx="318565" cy="379383"/>
          </a:xfrm>
        </p:grpSpPr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C4551549-3218-D0BB-EB71-0320A6ED72ED}"/>
                </a:ext>
              </a:extLst>
            </p:cNvPr>
            <p:cNvCxnSpPr/>
            <p:nvPr/>
          </p:nvCxnSpPr>
          <p:spPr>
            <a:xfrm flipH="1">
              <a:off x="9910683" y="1235097"/>
              <a:ext cx="1" cy="25555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6C51FA13-3B4D-1969-21BB-819797C44D74}"/>
                </a:ext>
              </a:extLst>
            </p:cNvPr>
            <p:cNvCxnSpPr/>
            <p:nvPr/>
          </p:nvCxnSpPr>
          <p:spPr>
            <a:xfrm>
              <a:off x="9751401" y="1490655"/>
              <a:ext cx="31856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2D7944B1-1B36-78A0-8077-A72B90CDDF0F}"/>
                </a:ext>
              </a:extLst>
            </p:cNvPr>
            <p:cNvCxnSpPr>
              <a:cxnSpLocks/>
            </p:cNvCxnSpPr>
            <p:nvPr/>
          </p:nvCxnSpPr>
          <p:spPr>
            <a:xfrm>
              <a:off x="9824234" y="1558696"/>
              <a:ext cx="1978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775616F2-6CD7-985A-BE86-EC796FC9F407}"/>
                </a:ext>
              </a:extLst>
            </p:cNvPr>
            <p:cNvCxnSpPr>
              <a:cxnSpLocks/>
            </p:cNvCxnSpPr>
            <p:nvPr/>
          </p:nvCxnSpPr>
          <p:spPr>
            <a:xfrm>
              <a:off x="9881384" y="1614480"/>
              <a:ext cx="889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1" name="그림 90">
            <a:extLst>
              <a:ext uri="{FF2B5EF4-FFF2-40B4-BE49-F238E27FC236}">
                <a16:creationId xmlns:a16="http://schemas.microsoft.com/office/drawing/2014/main" id="{D107466C-33E1-9105-95D0-08C6D1C20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197" y="1758405"/>
            <a:ext cx="403384" cy="560070"/>
          </a:xfrm>
          <a:prstGeom prst="rect">
            <a:avLst/>
          </a:prstGeom>
        </p:spPr>
      </p:pic>
      <p:grpSp>
        <p:nvGrpSpPr>
          <p:cNvPr id="43" name="그룹 42">
            <a:extLst>
              <a:ext uri="{FF2B5EF4-FFF2-40B4-BE49-F238E27FC236}">
                <a16:creationId xmlns:a16="http://schemas.microsoft.com/office/drawing/2014/main" id="{D659A5C5-8C90-D22D-DC56-053BDA8357C3}"/>
              </a:ext>
            </a:extLst>
          </p:cNvPr>
          <p:cNvGrpSpPr/>
          <p:nvPr/>
        </p:nvGrpSpPr>
        <p:grpSpPr>
          <a:xfrm>
            <a:off x="8929202" y="1359080"/>
            <a:ext cx="1459937" cy="1344143"/>
            <a:chOff x="3895552" y="1422416"/>
            <a:chExt cx="1459937" cy="13441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F48B675-53F8-4489-713B-FDF50D53CA1A}"/>
                </a:ext>
              </a:extLst>
            </p:cNvPr>
            <p:cNvSpPr txBox="1"/>
            <p:nvPr/>
          </p:nvSpPr>
          <p:spPr>
            <a:xfrm>
              <a:off x="4733102" y="2445436"/>
              <a:ext cx="318565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ko-KR" altLang="en-US" sz="1400" dirty="0"/>
                <a:t>③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8716402-EBC4-EE9F-6927-DC04AF2AFB24}"/>
                </a:ext>
              </a:extLst>
            </p:cNvPr>
            <p:cNvSpPr txBox="1"/>
            <p:nvPr/>
          </p:nvSpPr>
          <p:spPr>
            <a:xfrm>
              <a:off x="5036924" y="1925825"/>
              <a:ext cx="318565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ko-KR" altLang="en-US" sz="1400" dirty="0"/>
                <a:t>①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45E88D-1FB5-0F41-E9F1-8751EB49C520}"/>
                </a:ext>
              </a:extLst>
            </p:cNvPr>
            <p:cNvSpPr txBox="1"/>
            <p:nvPr/>
          </p:nvSpPr>
          <p:spPr>
            <a:xfrm>
              <a:off x="4142197" y="2436349"/>
              <a:ext cx="318565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ko-KR" altLang="en-US" sz="1400" dirty="0"/>
                <a:t>④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6685E66-6AFC-4EFC-D558-16408886BB9B}"/>
                </a:ext>
              </a:extLst>
            </p:cNvPr>
            <p:cNvSpPr txBox="1"/>
            <p:nvPr/>
          </p:nvSpPr>
          <p:spPr>
            <a:xfrm>
              <a:off x="4733102" y="1422416"/>
              <a:ext cx="318565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ko-KR" altLang="en-US" sz="1400" dirty="0"/>
                <a:t>⑧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ECF9FF0-0056-6D2C-1C1E-90BA5A4FA19D}"/>
                </a:ext>
              </a:extLst>
            </p:cNvPr>
            <p:cNvSpPr txBox="1"/>
            <p:nvPr/>
          </p:nvSpPr>
          <p:spPr>
            <a:xfrm>
              <a:off x="4958213" y="2227877"/>
              <a:ext cx="318565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ko-KR" altLang="en-US" sz="1400" dirty="0"/>
                <a:t>②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AC94A97-CA4D-7F89-160F-021E6AC6400D}"/>
                </a:ext>
              </a:extLst>
            </p:cNvPr>
            <p:cNvSpPr txBox="1"/>
            <p:nvPr/>
          </p:nvSpPr>
          <p:spPr>
            <a:xfrm>
              <a:off x="3932253" y="2216873"/>
              <a:ext cx="318565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ko-KR" altLang="en-US" sz="1400" dirty="0"/>
                <a:t>⑤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6A51D60-4224-0488-E784-BBD3EB411A07}"/>
                </a:ext>
              </a:extLst>
            </p:cNvPr>
            <p:cNvSpPr txBox="1"/>
            <p:nvPr/>
          </p:nvSpPr>
          <p:spPr>
            <a:xfrm>
              <a:off x="3895552" y="1925825"/>
              <a:ext cx="245798" cy="3169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ko-KR" altLang="en-US" sz="1400" dirty="0"/>
                <a:t>⑥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30DEAE-CFD9-13E6-1F5B-9F883890B49D}"/>
                </a:ext>
              </a:extLst>
            </p:cNvPr>
            <p:cNvSpPr txBox="1"/>
            <p:nvPr/>
          </p:nvSpPr>
          <p:spPr>
            <a:xfrm>
              <a:off x="4147874" y="1426318"/>
              <a:ext cx="318565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ko-KR" altLang="en-US" sz="1400" dirty="0"/>
                <a:t>⑦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F8F3C34-48AD-EAD2-E4C1-4AD83A8BE5F4}"/>
                </a:ext>
              </a:extLst>
            </p:cNvPr>
            <p:cNvSpPr txBox="1"/>
            <p:nvPr/>
          </p:nvSpPr>
          <p:spPr>
            <a:xfrm>
              <a:off x="4909597" y="1923296"/>
              <a:ext cx="245596" cy="33855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800" dirty="0"/>
                <a:t>ION</a:t>
              </a:r>
            </a:p>
            <a:p>
              <a:r>
                <a:rPr lang="en-US" altLang="ko-KR" sz="800" dirty="0"/>
                <a:t>BOX</a:t>
              </a:r>
              <a:endParaRPr lang="ko-KR" altLang="en-US" sz="8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E0EBDAC-1EA0-B3F7-0E4E-637C3385CC41}"/>
                </a:ext>
              </a:extLst>
            </p:cNvPr>
            <p:cNvSpPr txBox="1"/>
            <p:nvPr/>
          </p:nvSpPr>
          <p:spPr>
            <a:xfrm>
              <a:off x="4792435" y="1615821"/>
              <a:ext cx="381569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800" dirty="0"/>
                <a:t>FIL1_V</a:t>
              </a:r>
              <a:endParaRPr lang="ko-KR" altLang="en-US" sz="8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0D05058-7DC4-59E0-C617-05B27DCE3B44}"/>
                </a:ext>
              </a:extLst>
            </p:cNvPr>
            <p:cNvSpPr txBox="1"/>
            <p:nvPr/>
          </p:nvSpPr>
          <p:spPr>
            <a:xfrm>
              <a:off x="4665019" y="2374793"/>
              <a:ext cx="312177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800" dirty="0"/>
                <a:t>FIL2_V</a:t>
              </a:r>
              <a:endParaRPr lang="ko-KR" altLang="en-US" sz="8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18933AF-7A8F-26F3-4B8E-786218A2364C}"/>
                </a:ext>
              </a:extLst>
            </p:cNvPr>
            <p:cNvSpPr txBox="1"/>
            <p:nvPr/>
          </p:nvSpPr>
          <p:spPr>
            <a:xfrm>
              <a:off x="4888278" y="2227877"/>
              <a:ext cx="232972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800" dirty="0"/>
                <a:t>EL3</a:t>
              </a:r>
              <a:endParaRPr lang="ko-KR" altLang="en-US" sz="8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29E9378-EC59-9129-C3C1-8B23673E10BC}"/>
                </a:ext>
              </a:extLst>
            </p:cNvPr>
            <p:cNvSpPr txBox="1"/>
            <p:nvPr/>
          </p:nvSpPr>
          <p:spPr>
            <a:xfrm>
              <a:off x="4228129" y="1598934"/>
              <a:ext cx="331528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800" dirty="0"/>
                <a:t>Q-</a:t>
              </a:r>
              <a:endParaRPr lang="ko-KR" altLang="en-US" sz="8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453B0A5-7499-760F-F375-C48B0E261D5E}"/>
                </a:ext>
              </a:extLst>
            </p:cNvPr>
            <p:cNvSpPr txBox="1"/>
            <p:nvPr/>
          </p:nvSpPr>
          <p:spPr>
            <a:xfrm>
              <a:off x="4010629" y="1984851"/>
              <a:ext cx="358499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800" dirty="0"/>
                <a:t>Q+</a:t>
              </a:r>
              <a:endParaRPr lang="ko-KR" altLang="en-US" sz="800" dirty="0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68A45EEE-5421-C1BA-D0BC-C9812FF100B5}"/>
                </a:ext>
              </a:extLst>
            </p:cNvPr>
            <p:cNvSpPr/>
            <p:nvPr/>
          </p:nvSpPr>
          <p:spPr>
            <a:xfrm>
              <a:off x="3932507" y="1427753"/>
              <a:ext cx="1338806" cy="133880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BDDCD71-EF2A-A563-E9D5-6098E36F015D}"/>
                </a:ext>
              </a:extLst>
            </p:cNvPr>
            <p:cNvSpPr txBox="1"/>
            <p:nvPr/>
          </p:nvSpPr>
          <p:spPr>
            <a:xfrm>
              <a:off x="4214077" y="2361909"/>
              <a:ext cx="418672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800" dirty="0"/>
                <a:t>FIL_GND</a:t>
              </a:r>
              <a:endParaRPr lang="ko-KR" altLang="en-US" sz="8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3B979F8-4008-6572-2546-996BEA56C36F}"/>
                </a:ext>
              </a:extLst>
            </p:cNvPr>
            <p:cNvSpPr txBox="1"/>
            <p:nvPr/>
          </p:nvSpPr>
          <p:spPr>
            <a:xfrm>
              <a:off x="4178872" y="2220905"/>
              <a:ext cx="375177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800" dirty="0"/>
                <a:t>BODY</a:t>
              </a:r>
              <a:endParaRPr lang="ko-KR" altLang="en-US" sz="800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7245D6F0-49C3-51F5-6E2F-87647C215C7A}"/>
                </a:ext>
              </a:extLst>
            </p:cNvPr>
            <p:cNvSpPr txBox="1"/>
            <p:nvPr/>
          </p:nvSpPr>
          <p:spPr>
            <a:xfrm>
              <a:off x="4466439" y="1925346"/>
              <a:ext cx="318565" cy="30777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⑨</a:t>
              </a:r>
              <a:endParaRPr lang="ko-KR" altLang="en-US" sz="1400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ED347E3E-04D8-B93C-5F38-D995F2570D28}"/>
                </a:ext>
              </a:extLst>
            </p:cNvPr>
            <p:cNvSpPr txBox="1"/>
            <p:nvPr/>
          </p:nvSpPr>
          <p:spPr>
            <a:xfrm>
              <a:off x="4500395" y="2117844"/>
              <a:ext cx="381920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800" dirty="0"/>
                <a:t>FC/SEM</a:t>
              </a:r>
              <a:endParaRPr lang="ko-KR" altLang="en-US" sz="800" dirty="0"/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A7A112B1-BCBA-B327-1B91-58F6F1FAD67E}"/>
              </a:ext>
            </a:extLst>
          </p:cNvPr>
          <p:cNvGrpSpPr/>
          <p:nvPr/>
        </p:nvGrpSpPr>
        <p:grpSpPr>
          <a:xfrm>
            <a:off x="4907385" y="1429662"/>
            <a:ext cx="2148107" cy="1194923"/>
            <a:chOff x="3615808" y="2155951"/>
            <a:chExt cx="2148107" cy="1194923"/>
          </a:xfrm>
        </p:grpSpPr>
        <p:sp>
          <p:nvSpPr>
            <p:cNvPr id="44" name="원통형 43">
              <a:extLst>
                <a:ext uri="{FF2B5EF4-FFF2-40B4-BE49-F238E27FC236}">
                  <a16:creationId xmlns:a16="http://schemas.microsoft.com/office/drawing/2014/main" id="{AC5FF79E-D6E3-065E-AE4F-F39821A1D9C0}"/>
                </a:ext>
              </a:extLst>
            </p:cNvPr>
            <p:cNvSpPr/>
            <p:nvPr/>
          </p:nvSpPr>
          <p:spPr>
            <a:xfrm rot="16200000">
              <a:off x="4118753" y="2033413"/>
              <a:ext cx="434109" cy="1440000"/>
            </a:xfrm>
            <a:prstGeom prst="can">
              <a:avLst>
                <a:gd name="adj" fmla="val 70638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원통형 45">
              <a:extLst>
                <a:ext uri="{FF2B5EF4-FFF2-40B4-BE49-F238E27FC236}">
                  <a16:creationId xmlns:a16="http://schemas.microsoft.com/office/drawing/2014/main" id="{91C21BFE-371F-BE3E-363C-DBDB2EB7B2F6}"/>
                </a:ext>
              </a:extLst>
            </p:cNvPr>
            <p:cNvSpPr/>
            <p:nvPr/>
          </p:nvSpPr>
          <p:spPr>
            <a:xfrm rot="16200000">
              <a:off x="4482494" y="1653006"/>
              <a:ext cx="434109" cy="1440000"/>
            </a:xfrm>
            <a:prstGeom prst="can">
              <a:avLst>
                <a:gd name="adj" fmla="val 70638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원통형 46">
              <a:extLst>
                <a:ext uri="{FF2B5EF4-FFF2-40B4-BE49-F238E27FC236}">
                  <a16:creationId xmlns:a16="http://schemas.microsoft.com/office/drawing/2014/main" id="{35A5DF6B-6DEE-FF57-3A2A-A7B464966BEC}"/>
                </a:ext>
              </a:extLst>
            </p:cNvPr>
            <p:cNvSpPr/>
            <p:nvPr/>
          </p:nvSpPr>
          <p:spPr>
            <a:xfrm rot="16200000">
              <a:off x="4483701" y="2413820"/>
              <a:ext cx="434109" cy="1440000"/>
            </a:xfrm>
            <a:prstGeom prst="can">
              <a:avLst>
                <a:gd name="adj" fmla="val 70638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" name="원통형 47">
              <a:extLst>
                <a:ext uri="{FF2B5EF4-FFF2-40B4-BE49-F238E27FC236}">
                  <a16:creationId xmlns:a16="http://schemas.microsoft.com/office/drawing/2014/main" id="{C04B9F67-0F6C-B1F0-D4EF-F3C62D643EE4}"/>
                </a:ext>
              </a:extLst>
            </p:cNvPr>
            <p:cNvSpPr/>
            <p:nvPr/>
          </p:nvSpPr>
          <p:spPr>
            <a:xfrm rot="16200000">
              <a:off x="4826860" y="2035776"/>
              <a:ext cx="434109" cy="1440000"/>
            </a:xfrm>
            <a:prstGeom prst="can">
              <a:avLst>
                <a:gd name="adj" fmla="val 70638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4EABBE73-DD0F-A0E7-CC29-2403673E334F}"/>
              </a:ext>
            </a:extLst>
          </p:cNvPr>
          <p:cNvGrpSpPr/>
          <p:nvPr/>
        </p:nvGrpSpPr>
        <p:grpSpPr>
          <a:xfrm>
            <a:off x="3466332" y="1142745"/>
            <a:ext cx="92573" cy="1784700"/>
            <a:chOff x="2747875" y="1124084"/>
            <a:chExt cx="92573" cy="1784700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A6BF5606-F501-2841-958E-CBB131217170}"/>
                </a:ext>
              </a:extLst>
            </p:cNvPr>
            <p:cNvSpPr/>
            <p:nvPr/>
          </p:nvSpPr>
          <p:spPr>
            <a:xfrm>
              <a:off x="2747875" y="1124084"/>
              <a:ext cx="91531" cy="720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259B4B7-2072-C126-5135-4D004E8EC8F0}"/>
                </a:ext>
              </a:extLst>
            </p:cNvPr>
            <p:cNvSpPr/>
            <p:nvPr/>
          </p:nvSpPr>
          <p:spPr>
            <a:xfrm>
              <a:off x="2748917" y="2188784"/>
              <a:ext cx="91531" cy="7200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CA2D80D9-BCDD-538E-7E26-605392EC315F}"/>
              </a:ext>
            </a:extLst>
          </p:cNvPr>
          <p:cNvGrpSpPr/>
          <p:nvPr/>
        </p:nvGrpSpPr>
        <p:grpSpPr>
          <a:xfrm>
            <a:off x="3781111" y="1322903"/>
            <a:ext cx="146424" cy="1423887"/>
            <a:chOff x="2969345" y="1304242"/>
            <a:chExt cx="146424" cy="1423887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241D8D2A-18EF-C579-FBAA-36E728FDE73B}"/>
                </a:ext>
              </a:extLst>
            </p:cNvPr>
            <p:cNvSpPr/>
            <p:nvPr/>
          </p:nvSpPr>
          <p:spPr>
            <a:xfrm>
              <a:off x="2969617" y="1304242"/>
              <a:ext cx="146152" cy="540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F38EEC86-8450-68EA-4275-42C766630275}"/>
                </a:ext>
              </a:extLst>
            </p:cNvPr>
            <p:cNvSpPr/>
            <p:nvPr/>
          </p:nvSpPr>
          <p:spPr>
            <a:xfrm>
              <a:off x="2969345" y="2188129"/>
              <a:ext cx="146152" cy="540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91241D6D-CCE0-25E9-0076-1CEC6CD0DB82}"/>
              </a:ext>
            </a:extLst>
          </p:cNvPr>
          <p:cNvGrpSpPr/>
          <p:nvPr/>
        </p:nvGrpSpPr>
        <p:grpSpPr>
          <a:xfrm>
            <a:off x="4131457" y="1322903"/>
            <a:ext cx="60191" cy="1423887"/>
            <a:chOff x="3235717" y="1304242"/>
            <a:chExt cx="60191" cy="1423887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78DE4A6D-C985-4E30-B7FD-D0A625202CFA}"/>
                </a:ext>
              </a:extLst>
            </p:cNvPr>
            <p:cNvSpPr/>
            <p:nvPr/>
          </p:nvSpPr>
          <p:spPr>
            <a:xfrm>
              <a:off x="3235717" y="1304242"/>
              <a:ext cx="59335" cy="540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2CE5286E-BCD9-5AEC-5E17-C11B13BBBA46}"/>
                </a:ext>
              </a:extLst>
            </p:cNvPr>
            <p:cNvSpPr/>
            <p:nvPr/>
          </p:nvSpPr>
          <p:spPr>
            <a:xfrm>
              <a:off x="3236573" y="2188129"/>
              <a:ext cx="59335" cy="540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04DC387F-80EF-6C19-65AF-F85985CA6731}"/>
              </a:ext>
            </a:extLst>
          </p:cNvPr>
          <p:cNvGrpSpPr/>
          <p:nvPr/>
        </p:nvGrpSpPr>
        <p:grpSpPr>
          <a:xfrm>
            <a:off x="4445172" y="1142139"/>
            <a:ext cx="273844" cy="1785941"/>
            <a:chOff x="3409467" y="1123478"/>
            <a:chExt cx="273844" cy="1785941"/>
          </a:xfrm>
        </p:grpSpPr>
        <p:sp>
          <p:nvSpPr>
            <p:cNvPr id="71" name="자유형: 도형 70">
              <a:extLst>
                <a:ext uri="{FF2B5EF4-FFF2-40B4-BE49-F238E27FC236}">
                  <a16:creationId xmlns:a16="http://schemas.microsoft.com/office/drawing/2014/main" id="{37B12C4A-1F2C-0890-8F9E-A98A55689051}"/>
                </a:ext>
              </a:extLst>
            </p:cNvPr>
            <p:cNvSpPr/>
            <p:nvPr/>
          </p:nvSpPr>
          <p:spPr>
            <a:xfrm>
              <a:off x="3409467" y="1123478"/>
              <a:ext cx="273844" cy="720000"/>
            </a:xfrm>
            <a:custGeom>
              <a:avLst/>
              <a:gdLst>
                <a:gd name="connsiteX0" fmla="*/ 0 w 273844"/>
                <a:gd name="connsiteY0" fmla="*/ 0 h 890588"/>
                <a:gd name="connsiteX1" fmla="*/ 0 w 273844"/>
                <a:gd name="connsiteY1" fmla="*/ 890588 h 890588"/>
                <a:gd name="connsiteX2" fmla="*/ 273844 w 273844"/>
                <a:gd name="connsiteY2" fmla="*/ 890588 h 890588"/>
                <a:gd name="connsiteX3" fmla="*/ 273844 w 273844"/>
                <a:gd name="connsiteY3" fmla="*/ 2382 h 890588"/>
                <a:gd name="connsiteX4" fmla="*/ 183356 w 273844"/>
                <a:gd name="connsiteY4" fmla="*/ 2382 h 890588"/>
                <a:gd name="connsiteX5" fmla="*/ 183356 w 273844"/>
                <a:gd name="connsiteY5" fmla="*/ 452438 h 890588"/>
                <a:gd name="connsiteX6" fmla="*/ 92869 w 273844"/>
                <a:gd name="connsiteY6" fmla="*/ 452438 h 890588"/>
                <a:gd name="connsiteX7" fmla="*/ 92869 w 273844"/>
                <a:gd name="connsiteY7" fmla="*/ 2382 h 890588"/>
                <a:gd name="connsiteX8" fmla="*/ 0 w 273844"/>
                <a:gd name="connsiteY8" fmla="*/ 0 h 890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3844" h="890588">
                  <a:moveTo>
                    <a:pt x="0" y="0"/>
                  </a:moveTo>
                  <a:lnTo>
                    <a:pt x="0" y="890588"/>
                  </a:lnTo>
                  <a:lnTo>
                    <a:pt x="273844" y="890588"/>
                  </a:lnTo>
                  <a:lnTo>
                    <a:pt x="273844" y="2382"/>
                  </a:lnTo>
                  <a:lnTo>
                    <a:pt x="183356" y="2382"/>
                  </a:lnTo>
                  <a:lnTo>
                    <a:pt x="183356" y="452438"/>
                  </a:lnTo>
                  <a:lnTo>
                    <a:pt x="92869" y="452438"/>
                  </a:lnTo>
                  <a:lnTo>
                    <a:pt x="92869" y="23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055E16E5-12A6-D90A-6928-ACEA39C7207C}"/>
                </a:ext>
              </a:extLst>
            </p:cNvPr>
            <p:cNvSpPr/>
            <p:nvPr/>
          </p:nvSpPr>
          <p:spPr>
            <a:xfrm rot="10800000">
              <a:off x="3409467" y="2189419"/>
              <a:ext cx="273844" cy="720000"/>
            </a:xfrm>
            <a:custGeom>
              <a:avLst/>
              <a:gdLst>
                <a:gd name="connsiteX0" fmla="*/ 0 w 273844"/>
                <a:gd name="connsiteY0" fmla="*/ 0 h 890588"/>
                <a:gd name="connsiteX1" fmla="*/ 0 w 273844"/>
                <a:gd name="connsiteY1" fmla="*/ 890588 h 890588"/>
                <a:gd name="connsiteX2" fmla="*/ 273844 w 273844"/>
                <a:gd name="connsiteY2" fmla="*/ 890588 h 890588"/>
                <a:gd name="connsiteX3" fmla="*/ 273844 w 273844"/>
                <a:gd name="connsiteY3" fmla="*/ 2382 h 890588"/>
                <a:gd name="connsiteX4" fmla="*/ 183356 w 273844"/>
                <a:gd name="connsiteY4" fmla="*/ 2382 h 890588"/>
                <a:gd name="connsiteX5" fmla="*/ 183356 w 273844"/>
                <a:gd name="connsiteY5" fmla="*/ 452438 h 890588"/>
                <a:gd name="connsiteX6" fmla="*/ 92869 w 273844"/>
                <a:gd name="connsiteY6" fmla="*/ 452438 h 890588"/>
                <a:gd name="connsiteX7" fmla="*/ 92869 w 273844"/>
                <a:gd name="connsiteY7" fmla="*/ 2382 h 890588"/>
                <a:gd name="connsiteX8" fmla="*/ 0 w 273844"/>
                <a:gd name="connsiteY8" fmla="*/ 0 h 890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3844" h="890588">
                  <a:moveTo>
                    <a:pt x="0" y="0"/>
                  </a:moveTo>
                  <a:lnTo>
                    <a:pt x="0" y="890588"/>
                  </a:lnTo>
                  <a:lnTo>
                    <a:pt x="273844" y="890588"/>
                  </a:lnTo>
                  <a:lnTo>
                    <a:pt x="273844" y="2382"/>
                  </a:lnTo>
                  <a:lnTo>
                    <a:pt x="183356" y="2382"/>
                  </a:lnTo>
                  <a:lnTo>
                    <a:pt x="183356" y="452438"/>
                  </a:lnTo>
                  <a:lnTo>
                    <a:pt x="92869" y="452438"/>
                  </a:lnTo>
                  <a:lnTo>
                    <a:pt x="92869" y="23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80" name="자유형: 도형 79">
            <a:extLst>
              <a:ext uri="{FF2B5EF4-FFF2-40B4-BE49-F238E27FC236}">
                <a16:creationId xmlns:a16="http://schemas.microsoft.com/office/drawing/2014/main" id="{7A9274FE-D298-EF61-4DA4-4C5A44EA7334}"/>
              </a:ext>
            </a:extLst>
          </p:cNvPr>
          <p:cNvSpPr/>
          <p:nvPr/>
        </p:nvSpPr>
        <p:spPr>
          <a:xfrm>
            <a:off x="7049599" y="1068209"/>
            <a:ext cx="273050" cy="792000"/>
          </a:xfrm>
          <a:custGeom>
            <a:avLst/>
            <a:gdLst>
              <a:gd name="connsiteX0" fmla="*/ 0 w 273050"/>
              <a:gd name="connsiteY0" fmla="*/ 133350 h 1025525"/>
              <a:gd name="connsiteX1" fmla="*/ 0 w 273050"/>
              <a:gd name="connsiteY1" fmla="*/ 1025525 h 1025525"/>
              <a:gd name="connsiteX2" fmla="*/ 273050 w 273050"/>
              <a:gd name="connsiteY2" fmla="*/ 1025525 h 1025525"/>
              <a:gd name="connsiteX3" fmla="*/ 273050 w 273050"/>
              <a:gd name="connsiteY3" fmla="*/ 0 h 1025525"/>
              <a:gd name="connsiteX4" fmla="*/ 180975 w 273050"/>
              <a:gd name="connsiteY4" fmla="*/ 0 h 1025525"/>
              <a:gd name="connsiteX5" fmla="*/ 180975 w 273050"/>
              <a:gd name="connsiteY5" fmla="*/ 584200 h 1025525"/>
              <a:gd name="connsiteX6" fmla="*/ 92075 w 273050"/>
              <a:gd name="connsiteY6" fmla="*/ 584200 h 1025525"/>
              <a:gd name="connsiteX7" fmla="*/ 92075 w 273050"/>
              <a:gd name="connsiteY7" fmla="*/ 136525 h 1025525"/>
              <a:gd name="connsiteX8" fmla="*/ 0 w 273050"/>
              <a:gd name="connsiteY8" fmla="*/ 133350 h 1025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050" h="1025525">
                <a:moveTo>
                  <a:pt x="0" y="133350"/>
                </a:moveTo>
                <a:lnTo>
                  <a:pt x="0" y="1025525"/>
                </a:lnTo>
                <a:lnTo>
                  <a:pt x="273050" y="1025525"/>
                </a:lnTo>
                <a:lnTo>
                  <a:pt x="273050" y="0"/>
                </a:lnTo>
                <a:lnTo>
                  <a:pt x="180975" y="0"/>
                </a:lnTo>
                <a:lnTo>
                  <a:pt x="180975" y="584200"/>
                </a:lnTo>
                <a:lnTo>
                  <a:pt x="92075" y="584200"/>
                </a:lnTo>
                <a:lnTo>
                  <a:pt x="92075" y="136525"/>
                </a:lnTo>
                <a:lnTo>
                  <a:pt x="0" y="1333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1" name="자유형: 도형 80">
            <a:extLst>
              <a:ext uri="{FF2B5EF4-FFF2-40B4-BE49-F238E27FC236}">
                <a16:creationId xmlns:a16="http://schemas.microsoft.com/office/drawing/2014/main" id="{5D093AED-598F-CFC1-CBE8-B3C679C13055}"/>
              </a:ext>
            </a:extLst>
          </p:cNvPr>
          <p:cNvSpPr/>
          <p:nvPr/>
        </p:nvSpPr>
        <p:spPr>
          <a:xfrm flipV="1">
            <a:off x="7049599" y="2208044"/>
            <a:ext cx="273050" cy="792000"/>
          </a:xfrm>
          <a:custGeom>
            <a:avLst/>
            <a:gdLst>
              <a:gd name="connsiteX0" fmla="*/ 0 w 273050"/>
              <a:gd name="connsiteY0" fmla="*/ 133350 h 1025525"/>
              <a:gd name="connsiteX1" fmla="*/ 0 w 273050"/>
              <a:gd name="connsiteY1" fmla="*/ 1025525 h 1025525"/>
              <a:gd name="connsiteX2" fmla="*/ 273050 w 273050"/>
              <a:gd name="connsiteY2" fmla="*/ 1025525 h 1025525"/>
              <a:gd name="connsiteX3" fmla="*/ 273050 w 273050"/>
              <a:gd name="connsiteY3" fmla="*/ 0 h 1025525"/>
              <a:gd name="connsiteX4" fmla="*/ 180975 w 273050"/>
              <a:gd name="connsiteY4" fmla="*/ 0 h 1025525"/>
              <a:gd name="connsiteX5" fmla="*/ 180975 w 273050"/>
              <a:gd name="connsiteY5" fmla="*/ 584200 h 1025525"/>
              <a:gd name="connsiteX6" fmla="*/ 92075 w 273050"/>
              <a:gd name="connsiteY6" fmla="*/ 584200 h 1025525"/>
              <a:gd name="connsiteX7" fmla="*/ 92075 w 273050"/>
              <a:gd name="connsiteY7" fmla="*/ 136525 h 1025525"/>
              <a:gd name="connsiteX8" fmla="*/ 0 w 273050"/>
              <a:gd name="connsiteY8" fmla="*/ 133350 h 1025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3050" h="1025525">
                <a:moveTo>
                  <a:pt x="0" y="133350"/>
                </a:moveTo>
                <a:lnTo>
                  <a:pt x="0" y="1025525"/>
                </a:lnTo>
                <a:lnTo>
                  <a:pt x="273050" y="1025525"/>
                </a:lnTo>
                <a:lnTo>
                  <a:pt x="273050" y="0"/>
                </a:lnTo>
                <a:lnTo>
                  <a:pt x="180975" y="0"/>
                </a:lnTo>
                <a:lnTo>
                  <a:pt x="180975" y="584200"/>
                </a:lnTo>
                <a:lnTo>
                  <a:pt x="92075" y="584200"/>
                </a:lnTo>
                <a:lnTo>
                  <a:pt x="92075" y="136525"/>
                </a:lnTo>
                <a:lnTo>
                  <a:pt x="0" y="1333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5" name="자유형: 도형 84">
            <a:extLst>
              <a:ext uri="{FF2B5EF4-FFF2-40B4-BE49-F238E27FC236}">
                <a16:creationId xmlns:a16="http://schemas.microsoft.com/office/drawing/2014/main" id="{AE3B55C0-ECC7-ADAD-F184-CF2479FA9293}"/>
              </a:ext>
            </a:extLst>
          </p:cNvPr>
          <p:cNvSpPr/>
          <p:nvPr/>
        </p:nvSpPr>
        <p:spPr>
          <a:xfrm>
            <a:off x="7502372" y="1044032"/>
            <a:ext cx="578356" cy="720000"/>
          </a:xfrm>
          <a:custGeom>
            <a:avLst/>
            <a:gdLst>
              <a:gd name="connsiteX0" fmla="*/ 0 w 957263"/>
              <a:gd name="connsiteY0" fmla="*/ 0 h 1023937"/>
              <a:gd name="connsiteX1" fmla="*/ 0 w 957263"/>
              <a:gd name="connsiteY1" fmla="*/ 1023937 h 1023937"/>
              <a:gd name="connsiteX2" fmla="*/ 957263 w 957263"/>
              <a:gd name="connsiteY2" fmla="*/ 1023937 h 1023937"/>
              <a:gd name="connsiteX3" fmla="*/ 957263 w 957263"/>
              <a:gd name="connsiteY3" fmla="*/ 0 h 1023937"/>
              <a:gd name="connsiteX4" fmla="*/ 297656 w 957263"/>
              <a:gd name="connsiteY4" fmla="*/ 0 h 1023937"/>
              <a:gd name="connsiteX5" fmla="*/ 297656 w 957263"/>
              <a:gd name="connsiteY5" fmla="*/ 381000 h 1023937"/>
              <a:gd name="connsiteX6" fmla="*/ 95250 w 957263"/>
              <a:gd name="connsiteY6" fmla="*/ 381000 h 1023937"/>
              <a:gd name="connsiteX7" fmla="*/ 95250 w 957263"/>
              <a:gd name="connsiteY7" fmla="*/ 0 h 1023937"/>
              <a:gd name="connsiteX8" fmla="*/ 0 w 957263"/>
              <a:gd name="connsiteY8" fmla="*/ 0 h 1023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7263" h="1023937">
                <a:moveTo>
                  <a:pt x="0" y="0"/>
                </a:moveTo>
                <a:lnTo>
                  <a:pt x="0" y="1023937"/>
                </a:lnTo>
                <a:lnTo>
                  <a:pt x="957263" y="1023937"/>
                </a:lnTo>
                <a:lnTo>
                  <a:pt x="957263" y="0"/>
                </a:lnTo>
                <a:lnTo>
                  <a:pt x="297656" y="0"/>
                </a:lnTo>
                <a:lnTo>
                  <a:pt x="297656" y="381000"/>
                </a:lnTo>
                <a:lnTo>
                  <a:pt x="95250" y="381000"/>
                </a:ln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6" name="자유형: 도형 85">
            <a:extLst>
              <a:ext uri="{FF2B5EF4-FFF2-40B4-BE49-F238E27FC236}">
                <a16:creationId xmlns:a16="http://schemas.microsoft.com/office/drawing/2014/main" id="{F166A1E4-BD54-EC48-29C0-E85B03B2C8AB}"/>
              </a:ext>
            </a:extLst>
          </p:cNvPr>
          <p:cNvSpPr/>
          <p:nvPr/>
        </p:nvSpPr>
        <p:spPr>
          <a:xfrm flipV="1">
            <a:off x="7502371" y="2290524"/>
            <a:ext cx="578357" cy="720000"/>
          </a:xfrm>
          <a:custGeom>
            <a:avLst/>
            <a:gdLst>
              <a:gd name="connsiteX0" fmla="*/ 0 w 957263"/>
              <a:gd name="connsiteY0" fmla="*/ 0 h 1023937"/>
              <a:gd name="connsiteX1" fmla="*/ 0 w 957263"/>
              <a:gd name="connsiteY1" fmla="*/ 1023937 h 1023937"/>
              <a:gd name="connsiteX2" fmla="*/ 957263 w 957263"/>
              <a:gd name="connsiteY2" fmla="*/ 1023937 h 1023937"/>
              <a:gd name="connsiteX3" fmla="*/ 957263 w 957263"/>
              <a:gd name="connsiteY3" fmla="*/ 0 h 1023937"/>
              <a:gd name="connsiteX4" fmla="*/ 297656 w 957263"/>
              <a:gd name="connsiteY4" fmla="*/ 0 h 1023937"/>
              <a:gd name="connsiteX5" fmla="*/ 297656 w 957263"/>
              <a:gd name="connsiteY5" fmla="*/ 381000 h 1023937"/>
              <a:gd name="connsiteX6" fmla="*/ 95250 w 957263"/>
              <a:gd name="connsiteY6" fmla="*/ 381000 h 1023937"/>
              <a:gd name="connsiteX7" fmla="*/ 95250 w 957263"/>
              <a:gd name="connsiteY7" fmla="*/ 0 h 1023937"/>
              <a:gd name="connsiteX8" fmla="*/ 0 w 957263"/>
              <a:gd name="connsiteY8" fmla="*/ 0 h 1023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57263" h="1023937">
                <a:moveTo>
                  <a:pt x="0" y="0"/>
                </a:moveTo>
                <a:lnTo>
                  <a:pt x="0" y="1023937"/>
                </a:lnTo>
                <a:lnTo>
                  <a:pt x="957263" y="1023937"/>
                </a:lnTo>
                <a:lnTo>
                  <a:pt x="957263" y="0"/>
                </a:lnTo>
                <a:lnTo>
                  <a:pt x="297656" y="0"/>
                </a:lnTo>
                <a:lnTo>
                  <a:pt x="297656" y="381000"/>
                </a:lnTo>
                <a:lnTo>
                  <a:pt x="95250" y="381000"/>
                </a:ln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24F6BAA4-7657-0646-3E0E-F70425D86DF6}"/>
              </a:ext>
            </a:extLst>
          </p:cNvPr>
          <p:cNvCxnSpPr>
            <a:cxnSpLocks/>
          </p:cNvCxnSpPr>
          <p:nvPr/>
        </p:nvCxnSpPr>
        <p:spPr>
          <a:xfrm>
            <a:off x="4159432" y="2746790"/>
            <a:ext cx="0" cy="178711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7E86D442-7DC2-1EF0-5615-13A29FF35889}"/>
              </a:ext>
            </a:extLst>
          </p:cNvPr>
          <p:cNvCxnSpPr>
            <a:cxnSpLocks/>
          </p:cNvCxnSpPr>
          <p:nvPr/>
        </p:nvCxnSpPr>
        <p:spPr>
          <a:xfrm>
            <a:off x="3856983" y="2746790"/>
            <a:ext cx="0" cy="2171567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F7D1A4B2-CF47-21F9-704B-E7077BF8E3DA}"/>
              </a:ext>
            </a:extLst>
          </p:cNvPr>
          <p:cNvSpPr/>
          <p:nvPr/>
        </p:nvSpPr>
        <p:spPr>
          <a:xfrm>
            <a:off x="2770075" y="1702151"/>
            <a:ext cx="695009" cy="66859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0C10F4C6-89FA-A621-8A59-DA6D3A6C47D1}"/>
              </a:ext>
            </a:extLst>
          </p:cNvPr>
          <p:cNvCxnSpPr>
            <a:cxnSpLocks/>
          </p:cNvCxnSpPr>
          <p:nvPr/>
        </p:nvCxnSpPr>
        <p:spPr>
          <a:xfrm flipH="1">
            <a:off x="2578548" y="1322294"/>
            <a:ext cx="29289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E1E23D94-E1F2-8DB9-68DD-F13FFD3E0D8A}"/>
              </a:ext>
            </a:extLst>
          </p:cNvPr>
          <p:cNvCxnSpPr>
            <a:cxnSpLocks/>
          </p:cNvCxnSpPr>
          <p:nvPr/>
        </p:nvCxnSpPr>
        <p:spPr>
          <a:xfrm flipV="1">
            <a:off x="2578548" y="1321940"/>
            <a:ext cx="0" cy="145125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EDBC7C69-B8C3-731E-E50B-337BDD6F7DBF}"/>
              </a:ext>
            </a:extLst>
          </p:cNvPr>
          <p:cNvCxnSpPr>
            <a:cxnSpLocks/>
          </p:cNvCxnSpPr>
          <p:nvPr/>
        </p:nvCxnSpPr>
        <p:spPr>
          <a:xfrm flipH="1">
            <a:off x="2578548" y="2773190"/>
            <a:ext cx="29289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8186C827-08CD-529E-67AA-218AE33F0D18}"/>
              </a:ext>
            </a:extLst>
          </p:cNvPr>
          <p:cNvGrpSpPr/>
          <p:nvPr/>
        </p:nvGrpSpPr>
        <p:grpSpPr>
          <a:xfrm>
            <a:off x="2760143" y="2452490"/>
            <a:ext cx="596739" cy="374700"/>
            <a:chOff x="2603661" y="3178779"/>
            <a:chExt cx="596739" cy="374700"/>
          </a:xfrm>
        </p:grpSpPr>
        <p:pic>
          <p:nvPicPr>
            <p:cNvPr id="119" name="그림 118">
              <a:extLst>
                <a:ext uri="{FF2B5EF4-FFF2-40B4-BE49-F238E27FC236}">
                  <a16:creationId xmlns:a16="http://schemas.microsoft.com/office/drawing/2014/main" id="{B79E2CF5-5CE1-168A-01AC-7DC314BB2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41874" y="3178779"/>
              <a:ext cx="371475" cy="266700"/>
            </a:xfrm>
            <a:prstGeom prst="rect">
              <a:avLst/>
            </a:prstGeom>
          </p:spPr>
        </p:pic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03B80471-E1C2-25E9-4D9E-9C5885A984B4}"/>
                </a:ext>
              </a:extLst>
            </p:cNvPr>
            <p:cNvSpPr>
              <a:spLocks/>
            </p:cNvSpPr>
            <p:nvPr/>
          </p:nvSpPr>
          <p:spPr>
            <a:xfrm>
              <a:off x="2715228" y="3445479"/>
              <a:ext cx="108000" cy="10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19A7A494-7576-9A8A-415D-C6D190C7423D}"/>
                </a:ext>
              </a:extLst>
            </p:cNvPr>
            <p:cNvSpPr>
              <a:spLocks/>
            </p:cNvSpPr>
            <p:nvPr/>
          </p:nvSpPr>
          <p:spPr>
            <a:xfrm>
              <a:off x="3041170" y="3445479"/>
              <a:ext cx="108000" cy="10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9E42D10A-5CF4-7F13-D4C6-ACB5458610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8900" y="3328492"/>
              <a:ext cx="571500" cy="0"/>
            </a:xfrm>
            <a:prstGeom prst="line">
              <a:avLst/>
            </a:prstGeom>
            <a:ln w="158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3028BF07-9A73-4E13-DD39-F526139BB5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00400" y="3220550"/>
              <a:ext cx="0" cy="107942"/>
            </a:xfrm>
            <a:prstGeom prst="line">
              <a:avLst/>
            </a:prstGeom>
            <a:ln w="158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F2209228-AED7-81B8-78C3-995B391C7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8900" y="3328492"/>
              <a:ext cx="0" cy="170987"/>
            </a:xfrm>
            <a:prstGeom prst="line">
              <a:avLst/>
            </a:prstGeom>
            <a:ln w="158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31CBA907-946C-CABB-F528-D6BB0D3D7AC6}"/>
                </a:ext>
              </a:extLst>
            </p:cNvPr>
            <p:cNvSpPr>
              <a:spLocks/>
            </p:cNvSpPr>
            <p:nvPr/>
          </p:nvSpPr>
          <p:spPr>
            <a:xfrm>
              <a:off x="2603661" y="3472086"/>
              <a:ext cx="54788" cy="547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E09F97D7-77A8-D76C-35AA-5B4DE616B3BB}"/>
              </a:ext>
            </a:extLst>
          </p:cNvPr>
          <p:cNvGrpSpPr/>
          <p:nvPr/>
        </p:nvGrpSpPr>
        <p:grpSpPr>
          <a:xfrm flipV="1">
            <a:off x="2758921" y="1269018"/>
            <a:ext cx="596739" cy="374700"/>
            <a:chOff x="2603661" y="3178779"/>
            <a:chExt cx="596739" cy="374700"/>
          </a:xfrm>
        </p:grpSpPr>
        <p:pic>
          <p:nvPicPr>
            <p:cNvPr id="132" name="그림 131">
              <a:extLst>
                <a:ext uri="{FF2B5EF4-FFF2-40B4-BE49-F238E27FC236}">
                  <a16:creationId xmlns:a16="http://schemas.microsoft.com/office/drawing/2014/main" id="{73AA8057-68BE-D413-2590-98E2504C6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41874" y="3178779"/>
              <a:ext cx="371475" cy="266700"/>
            </a:xfrm>
            <a:prstGeom prst="rect">
              <a:avLst/>
            </a:prstGeom>
          </p:spPr>
        </p:pic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FF8FE7E0-7125-C7CC-8FFE-CC0CA6D1AB34}"/>
                </a:ext>
              </a:extLst>
            </p:cNvPr>
            <p:cNvSpPr>
              <a:spLocks/>
            </p:cNvSpPr>
            <p:nvPr/>
          </p:nvSpPr>
          <p:spPr>
            <a:xfrm>
              <a:off x="2715228" y="3445479"/>
              <a:ext cx="108000" cy="10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15CC3911-126F-16E2-C3B0-8A6FC2A0E10B}"/>
                </a:ext>
              </a:extLst>
            </p:cNvPr>
            <p:cNvSpPr>
              <a:spLocks/>
            </p:cNvSpPr>
            <p:nvPr/>
          </p:nvSpPr>
          <p:spPr>
            <a:xfrm>
              <a:off x="3041170" y="3445479"/>
              <a:ext cx="108000" cy="10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23240BD7-9B08-935E-98E8-B93210CBF4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8900" y="3331667"/>
              <a:ext cx="571500" cy="0"/>
            </a:xfrm>
            <a:prstGeom prst="line">
              <a:avLst/>
            </a:prstGeom>
            <a:ln w="158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BD25E423-85C8-8959-A5F8-E75D37E529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00400" y="3223725"/>
              <a:ext cx="0" cy="107942"/>
            </a:xfrm>
            <a:prstGeom prst="line">
              <a:avLst/>
            </a:prstGeom>
            <a:ln w="158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983366D6-BFD2-179B-C231-7A2FCA0DD0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4028" y="3328988"/>
              <a:ext cx="0" cy="158287"/>
            </a:xfrm>
            <a:prstGeom prst="line">
              <a:avLst/>
            </a:prstGeom>
            <a:ln w="158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타원 137">
              <a:extLst>
                <a:ext uri="{FF2B5EF4-FFF2-40B4-BE49-F238E27FC236}">
                  <a16:creationId xmlns:a16="http://schemas.microsoft.com/office/drawing/2014/main" id="{A889E10E-3B8D-9B7C-A1EE-D0503308B577}"/>
                </a:ext>
              </a:extLst>
            </p:cNvPr>
            <p:cNvSpPr>
              <a:spLocks/>
            </p:cNvSpPr>
            <p:nvPr/>
          </p:nvSpPr>
          <p:spPr>
            <a:xfrm>
              <a:off x="2603661" y="3472086"/>
              <a:ext cx="54788" cy="5478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E470EF7C-C1C9-DD5F-287F-CE433B0B1A1B}"/>
              </a:ext>
            </a:extLst>
          </p:cNvPr>
          <p:cNvSpPr txBox="1"/>
          <p:nvPr/>
        </p:nvSpPr>
        <p:spPr>
          <a:xfrm>
            <a:off x="3010142" y="2566790"/>
            <a:ext cx="3714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/>
              <a:t>FIL2</a:t>
            </a:r>
            <a:endParaRPr lang="ko-KR" altLang="en-US" sz="8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435510B4-A775-0E1B-03D7-02E64CBF8155}"/>
              </a:ext>
            </a:extLst>
          </p:cNvPr>
          <p:cNvSpPr txBox="1"/>
          <p:nvPr/>
        </p:nvSpPr>
        <p:spPr>
          <a:xfrm>
            <a:off x="3013522" y="1304709"/>
            <a:ext cx="3714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/>
              <a:t>FIL1</a:t>
            </a:r>
            <a:endParaRPr lang="ko-KR" altLang="en-US" sz="800" dirty="0"/>
          </a:p>
        </p:txBody>
      </p: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2E6E7CA3-42C8-149F-A4F7-7EE53B46D0C3}"/>
              </a:ext>
            </a:extLst>
          </p:cNvPr>
          <p:cNvCxnSpPr>
            <a:cxnSpLocks/>
          </p:cNvCxnSpPr>
          <p:nvPr/>
        </p:nvCxnSpPr>
        <p:spPr>
          <a:xfrm>
            <a:off x="7402359" y="2234686"/>
            <a:ext cx="0" cy="2367794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62C100B3-F685-1BEC-7B93-172ECCC8307C}"/>
              </a:ext>
            </a:extLst>
          </p:cNvPr>
          <p:cNvCxnSpPr>
            <a:cxnSpLocks/>
          </p:cNvCxnSpPr>
          <p:nvPr/>
        </p:nvCxnSpPr>
        <p:spPr>
          <a:xfrm>
            <a:off x="7402359" y="899806"/>
            <a:ext cx="0" cy="868123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64831627-633F-F64D-2124-D4E8E0F32FA3}"/>
              </a:ext>
            </a:extLst>
          </p:cNvPr>
          <p:cNvCxnSpPr>
            <a:cxnSpLocks/>
          </p:cNvCxnSpPr>
          <p:nvPr/>
        </p:nvCxnSpPr>
        <p:spPr>
          <a:xfrm flipV="1">
            <a:off x="9957393" y="2613376"/>
            <a:ext cx="0" cy="1447535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B36FD972-C391-3E87-F1D7-770F8D42630E}"/>
              </a:ext>
            </a:extLst>
          </p:cNvPr>
          <p:cNvCxnSpPr>
            <a:cxnSpLocks/>
          </p:cNvCxnSpPr>
          <p:nvPr/>
        </p:nvCxnSpPr>
        <p:spPr>
          <a:xfrm flipH="1">
            <a:off x="3239856" y="4060911"/>
            <a:ext cx="6710051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CBFB7018-CA03-A059-C9B9-09E78D1CB0A2}"/>
              </a:ext>
            </a:extLst>
          </p:cNvPr>
          <p:cNvCxnSpPr>
            <a:cxnSpLocks/>
          </p:cNvCxnSpPr>
          <p:nvPr/>
        </p:nvCxnSpPr>
        <p:spPr>
          <a:xfrm flipV="1">
            <a:off x="3253576" y="2827190"/>
            <a:ext cx="0" cy="1270088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9061B971-420D-2CA0-A0FB-DAF13EDF7E5C}"/>
              </a:ext>
            </a:extLst>
          </p:cNvPr>
          <p:cNvCxnSpPr>
            <a:cxnSpLocks/>
          </p:cNvCxnSpPr>
          <p:nvPr/>
        </p:nvCxnSpPr>
        <p:spPr>
          <a:xfrm flipH="1">
            <a:off x="2920071" y="4204572"/>
            <a:ext cx="6377096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AAE04ADE-F1EB-33FA-10E3-0ACA303DF957}"/>
              </a:ext>
            </a:extLst>
          </p:cNvPr>
          <p:cNvCxnSpPr>
            <a:cxnSpLocks/>
          </p:cNvCxnSpPr>
          <p:nvPr/>
        </p:nvCxnSpPr>
        <p:spPr>
          <a:xfrm flipV="1">
            <a:off x="2925363" y="2824938"/>
            <a:ext cx="0" cy="137963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B4957C2B-32C3-C028-4976-E2E6B07547F7}"/>
              </a:ext>
            </a:extLst>
          </p:cNvPr>
          <p:cNvCxnSpPr>
            <a:cxnSpLocks/>
          </p:cNvCxnSpPr>
          <p:nvPr/>
        </p:nvCxnSpPr>
        <p:spPr>
          <a:xfrm flipV="1">
            <a:off x="9298756" y="2613376"/>
            <a:ext cx="0" cy="159119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F619733A-B862-FB98-1F88-AF4B9AED0539}"/>
              </a:ext>
            </a:extLst>
          </p:cNvPr>
          <p:cNvCxnSpPr>
            <a:cxnSpLocks/>
          </p:cNvCxnSpPr>
          <p:nvPr/>
        </p:nvCxnSpPr>
        <p:spPr>
          <a:xfrm flipV="1">
            <a:off x="3250430" y="396543"/>
            <a:ext cx="0" cy="872475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0F95FBB0-862D-38AE-FA31-66DA76906FC5}"/>
              </a:ext>
            </a:extLst>
          </p:cNvPr>
          <p:cNvCxnSpPr>
            <a:cxnSpLocks/>
          </p:cNvCxnSpPr>
          <p:nvPr/>
        </p:nvCxnSpPr>
        <p:spPr>
          <a:xfrm flipV="1">
            <a:off x="9943247" y="396543"/>
            <a:ext cx="0" cy="1050976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D2B6B7BC-C908-821F-7AD5-71C516C7FC9D}"/>
              </a:ext>
            </a:extLst>
          </p:cNvPr>
          <p:cNvCxnSpPr>
            <a:cxnSpLocks/>
          </p:cNvCxnSpPr>
          <p:nvPr/>
        </p:nvCxnSpPr>
        <p:spPr>
          <a:xfrm flipH="1">
            <a:off x="3256868" y="396543"/>
            <a:ext cx="6700525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FE78CC07-E7F9-EAEF-031A-87CB0C1B3847}"/>
              </a:ext>
            </a:extLst>
          </p:cNvPr>
          <p:cNvCxnSpPr>
            <a:cxnSpLocks/>
          </p:cNvCxnSpPr>
          <p:nvPr/>
        </p:nvCxnSpPr>
        <p:spPr>
          <a:xfrm flipH="1">
            <a:off x="7402359" y="901395"/>
            <a:ext cx="225483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6D3BAF4B-4371-9EE6-78AB-38BE784E7839}"/>
              </a:ext>
            </a:extLst>
          </p:cNvPr>
          <p:cNvCxnSpPr>
            <a:cxnSpLocks/>
          </p:cNvCxnSpPr>
          <p:nvPr/>
        </p:nvCxnSpPr>
        <p:spPr>
          <a:xfrm>
            <a:off x="9659371" y="899806"/>
            <a:ext cx="0" cy="105944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F909EAE1-89B4-6FDE-AC5B-E6AAB022E3D8}"/>
              </a:ext>
            </a:extLst>
          </p:cNvPr>
          <p:cNvSpPr txBox="1"/>
          <p:nvPr/>
        </p:nvSpPr>
        <p:spPr>
          <a:xfrm>
            <a:off x="2974405" y="1862408"/>
            <a:ext cx="371476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/>
              <a:t>ION</a:t>
            </a:r>
          </a:p>
          <a:p>
            <a:r>
              <a:rPr lang="en-US" altLang="ko-KR" sz="800" dirty="0"/>
              <a:t>BOX</a:t>
            </a:r>
            <a:endParaRPr lang="ko-KR" altLang="en-US" sz="800" dirty="0"/>
          </a:p>
        </p:txBody>
      </p: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00CC5C9A-601D-EC0B-FA8A-5C70339F8259}"/>
              </a:ext>
            </a:extLst>
          </p:cNvPr>
          <p:cNvCxnSpPr>
            <a:cxnSpLocks/>
          </p:cNvCxnSpPr>
          <p:nvPr/>
        </p:nvCxnSpPr>
        <p:spPr>
          <a:xfrm flipH="1">
            <a:off x="10314927" y="2026413"/>
            <a:ext cx="61978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DFB8F5ED-B5EB-51D7-062B-8C0412ECB06A}"/>
              </a:ext>
            </a:extLst>
          </p:cNvPr>
          <p:cNvCxnSpPr>
            <a:cxnSpLocks/>
          </p:cNvCxnSpPr>
          <p:nvPr/>
        </p:nvCxnSpPr>
        <p:spPr>
          <a:xfrm flipV="1">
            <a:off x="10934708" y="2016139"/>
            <a:ext cx="0" cy="235991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타원 185">
            <a:extLst>
              <a:ext uri="{FF2B5EF4-FFF2-40B4-BE49-F238E27FC236}">
                <a16:creationId xmlns:a16="http://schemas.microsoft.com/office/drawing/2014/main" id="{4E9629E6-B288-B5B9-11B7-58A3D3A67257}"/>
              </a:ext>
            </a:extLst>
          </p:cNvPr>
          <p:cNvSpPr/>
          <p:nvPr/>
        </p:nvSpPr>
        <p:spPr>
          <a:xfrm>
            <a:off x="5364635" y="1995457"/>
            <a:ext cx="61911" cy="619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88" name="타원 187">
            <a:extLst>
              <a:ext uri="{FF2B5EF4-FFF2-40B4-BE49-F238E27FC236}">
                <a16:creationId xmlns:a16="http://schemas.microsoft.com/office/drawing/2014/main" id="{DF5FE9A2-FD3E-E26F-9528-08B2311F055D}"/>
              </a:ext>
            </a:extLst>
          </p:cNvPr>
          <p:cNvSpPr/>
          <p:nvPr/>
        </p:nvSpPr>
        <p:spPr>
          <a:xfrm>
            <a:off x="6871882" y="2013233"/>
            <a:ext cx="61911" cy="619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89" name="타원 188">
            <a:extLst>
              <a:ext uri="{FF2B5EF4-FFF2-40B4-BE49-F238E27FC236}">
                <a16:creationId xmlns:a16="http://schemas.microsoft.com/office/drawing/2014/main" id="{EC8A16E4-A2D7-C2FB-2E13-D63E0359CA36}"/>
              </a:ext>
            </a:extLst>
          </p:cNvPr>
          <p:cNvSpPr/>
          <p:nvPr/>
        </p:nvSpPr>
        <p:spPr>
          <a:xfrm>
            <a:off x="6053282" y="1590716"/>
            <a:ext cx="61911" cy="619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FDFFACC0-B996-78BB-96CF-9ACE9C2A6203}"/>
              </a:ext>
            </a:extLst>
          </p:cNvPr>
          <p:cNvSpPr/>
          <p:nvPr/>
        </p:nvSpPr>
        <p:spPr>
          <a:xfrm>
            <a:off x="6053282" y="2416259"/>
            <a:ext cx="61911" cy="6191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94" name="직선 연결선 193">
            <a:extLst>
              <a:ext uri="{FF2B5EF4-FFF2-40B4-BE49-F238E27FC236}">
                <a16:creationId xmlns:a16="http://schemas.microsoft.com/office/drawing/2014/main" id="{26337880-7BE9-7C98-C074-C2AF50823CD8}"/>
              </a:ext>
            </a:extLst>
          </p:cNvPr>
          <p:cNvCxnSpPr>
            <a:cxnSpLocks/>
          </p:cNvCxnSpPr>
          <p:nvPr/>
        </p:nvCxnSpPr>
        <p:spPr>
          <a:xfrm flipH="1">
            <a:off x="5986606" y="1621671"/>
            <a:ext cx="9763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>
            <a:extLst>
              <a:ext uri="{FF2B5EF4-FFF2-40B4-BE49-F238E27FC236}">
                <a16:creationId xmlns:a16="http://schemas.microsoft.com/office/drawing/2014/main" id="{2C0E963C-2299-9CFD-18CB-FBBC5DC77E98}"/>
              </a:ext>
            </a:extLst>
          </p:cNvPr>
          <p:cNvCxnSpPr>
            <a:cxnSpLocks/>
          </p:cNvCxnSpPr>
          <p:nvPr/>
        </p:nvCxnSpPr>
        <p:spPr>
          <a:xfrm flipH="1">
            <a:off x="5979458" y="2444880"/>
            <a:ext cx="9763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0D28694F-2702-1F93-2BDE-696A911EC5F5}"/>
              </a:ext>
            </a:extLst>
          </p:cNvPr>
          <p:cNvCxnSpPr>
            <a:cxnSpLocks/>
          </p:cNvCxnSpPr>
          <p:nvPr/>
        </p:nvCxnSpPr>
        <p:spPr>
          <a:xfrm flipV="1">
            <a:off x="5985018" y="615425"/>
            <a:ext cx="0" cy="182707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251C9CA8-44E2-2A88-04B0-213F3766FAD8}"/>
              </a:ext>
            </a:extLst>
          </p:cNvPr>
          <p:cNvCxnSpPr>
            <a:cxnSpLocks/>
          </p:cNvCxnSpPr>
          <p:nvPr/>
        </p:nvCxnSpPr>
        <p:spPr>
          <a:xfrm flipH="1">
            <a:off x="5984239" y="615425"/>
            <a:ext cx="3312928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 199">
            <a:extLst>
              <a:ext uri="{FF2B5EF4-FFF2-40B4-BE49-F238E27FC236}">
                <a16:creationId xmlns:a16="http://schemas.microsoft.com/office/drawing/2014/main" id="{89CBF401-795E-48C3-BF83-3E97A2B8F0D9}"/>
              </a:ext>
            </a:extLst>
          </p:cNvPr>
          <p:cNvCxnSpPr>
            <a:cxnSpLocks/>
          </p:cNvCxnSpPr>
          <p:nvPr/>
        </p:nvCxnSpPr>
        <p:spPr>
          <a:xfrm flipV="1">
            <a:off x="9301584" y="615425"/>
            <a:ext cx="0" cy="82616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2A7DA555-495B-3937-24E1-991AC1BE4623}"/>
              </a:ext>
            </a:extLst>
          </p:cNvPr>
          <p:cNvCxnSpPr>
            <a:cxnSpLocks/>
          </p:cNvCxnSpPr>
          <p:nvPr/>
        </p:nvCxnSpPr>
        <p:spPr>
          <a:xfrm flipV="1">
            <a:off x="5395590" y="1937819"/>
            <a:ext cx="0" cy="75414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505A7E9C-DB9D-38EB-BED1-3537CD79B34C}"/>
              </a:ext>
            </a:extLst>
          </p:cNvPr>
          <p:cNvCxnSpPr>
            <a:cxnSpLocks/>
          </p:cNvCxnSpPr>
          <p:nvPr/>
        </p:nvCxnSpPr>
        <p:spPr>
          <a:xfrm flipH="1">
            <a:off x="5395590" y="1937820"/>
            <a:ext cx="1512201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1DD6FADE-50C6-F055-0D7D-B07FF314CF0C}"/>
              </a:ext>
            </a:extLst>
          </p:cNvPr>
          <p:cNvCxnSpPr>
            <a:cxnSpLocks/>
          </p:cNvCxnSpPr>
          <p:nvPr/>
        </p:nvCxnSpPr>
        <p:spPr>
          <a:xfrm flipV="1">
            <a:off x="6902841" y="727861"/>
            <a:ext cx="0" cy="1285371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직선 연결선 212">
            <a:extLst>
              <a:ext uri="{FF2B5EF4-FFF2-40B4-BE49-F238E27FC236}">
                <a16:creationId xmlns:a16="http://schemas.microsoft.com/office/drawing/2014/main" id="{B349AFD4-622E-DE1F-0D2B-472423890E39}"/>
              </a:ext>
            </a:extLst>
          </p:cNvPr>
          <p:cNvCxnSpPr>
            <a:cxnSpLocks/>
          </p:cNvCxnSpPr>
          <p:nvPr/>
        </p:nvCxnSpPr>
        <p:spPr>
          <a:xfrm flipH="1">
            <a:off x="6900605" y="727861"/>
            <a:ext cx="1832963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id="{15BD1E8E-30D0-9617-C263-0C9BD89F7EE6}"/>
              </a:ext>
            </a:extLst>
          </p:cNvPr>
          <p:cNvCxnSpPr>
            <a:cxnSpLocks/>
          </p:cNvCxnSpPr>
          <p:nvPr/>
        </p:nvCxnSpPr>
        <p:spPr>
          <a:xfrm flipV="1">
            <a:off x="8736395" y="727861"/>
            <a:ext cx="0" cy="1316327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연결선 217">
            <a:extLst>
              <a:ext uri="{FF2B5EF4-FFF2-40B4-BE49-F238E27FC236}">
                <a16:creationId xmlns:a16="http://schemas.microsoft.com/office/drawing/2014/main" id="{135E15D4-8E08-30B7-268A-ADC749DC6501}"/>
              </a:ext>
            </a:extLst>
          </p:cNvPr>
          <p:cNvCxnSpPr>
            <a:cxnSpLocks/>
          </p:cNvCxnSpPr>
          <p:nvPr/>
        </p:nvCxnSpPr>
        <p:spPr>
          <a:xfrm flipH="1">
            <a:off x="8736395" y="2031772"/>
            <a:ext cx="223837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직선 연결선 229">
            <a:extLst>
              <a:ext uri="{FF2B5EF4-FFF2-40B4-BE49-F238E27FC236}">
                <a16:creationId xmlns:a16="http://schemas.microsoft.com/office/drawing/2014/main" id="{804A5FFC-1784-6EA8-A4FF-A94E8A0F640C}"/>
              </a:ext>
            </a:extLst>
          </p:cNvPr>
          <p:cNvCxnSpPr>
            <a:cxnSpLocks/>
          </p:cNvCxnSpPr>
          <p:nvPr/>
        </p:nvCxnSpPr>
        <p:spPr>
          <a:xfrm flipV="1">
            <a:off x="4713547" y="2927445"/>
            <a:ext cx="0" cy="33360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90C28650-9DC6-B1A2-0EC2-25E12FF5067F}"/>
              </a:ext>
            </a:extLst>
          </p:cNvPr>
          <p:cNvCxnSpPr>
            <a:cxnSpLocks/>
          </p:cNvCxnSpPr>
          <p:nvPr/>
        </p:nvCxnSpPr>
        <p:spPr>
          <a:xfrm flipV="1">
            <a:off x="7270488" y="2994715"/>
            <a:ext cx="0" cy="221094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직선 연결선 232">
            <a:extLst>
              <a:ext uri="{FF2B5EF4-FFF2-40B4-BE49-F238E27FC236}">
                <a16:creationId xmlns:a16="http://schemas.microsoft.com/office/drawing/2014/main" id="{7412F805-6361-0CF8-4FF2-261F4A6B5F56}"/>
              </a:ext>
            </a:extLst>
          </p:cNvPr>
          <p:cNvCxnSpPr>
            <a:cxnSpLocks/>
          </p:cNvCxnSpPr>
          <p:nvPr/>
        </p:nvCxnSpPr>
        <p:spPr>
          <a:xfrm flipH="1">
            <a:off x="4713547" y="3218502"/>
            <a:ext cx="550365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직선 연결선 236">
            <a:extLst>
              <a:ext uri="{FF2B5EF4-FFF2-40B4-BE49-F238E27FC236}">
                <a16:creationId xmlns:a16="http://schemas.microsoft.com/office/drawing/2014/main" id="{A2C186DF-702B-106F-07CE-9E5194F519A5}"/>
              </a:ext>
            </a:extLst>
          </p:cNvPr>
          <p:cNvCxnSpPr>
            <a:cxnSpLocks/>
          </p:cNvCxnSpPr>
          <p:nvPr/>
        </p:nvCxnSpPr>
        <p:spPr>
          <a:xfrm flipV="1">
            <a:off x="10217206" y="2370743"/>
            <a:ext cx="0" cy="84506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직선 연결선 243">
            <a:extLst>
              <a:ext uri="{FF2B5EF4-FFF2-40B4-BE49-F238E27FC236}">
                <a16:creationId xmlns:a16="http://schemas.microsoft.com/office/drawing/2014/main" id="{7D88E14D-1126-3C4D-ACCC-F295520208B9}"/>
              </a:ext>
            </a:extLst>
          </p:cNvPr>
          <p:cNvCxnSpPr>
            <a:cxnSpLocks/>
          </p:cNvCxnSpPr>
          <p:nvPr/>
        </p:nvCxnSpPr>
        <p:spPr>
          <a:xfrm flipH="1">
            <a:off x="8067027" y="2360736"/>
            <a:ext cx="9779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타원 77">
            <a:extLst>
              <a:ext uri="{FF2B5EF4-FFF2-40B4-BE49-F238E27FC236}">
                <a16:creationId xmlns:a16="http://schemas.microsoft.com/office/drawing/2014/main" id="{2237B4B1-283D-A522-D6ED-B40EA45C4018}"/>
              </a:ext>
            </a:extLst>
          </p:cNvPr>
          <p:cNvSpPr/>
          <p:nvPr/>
        </p:nvSpPr>
        <p:spPr>
          <a:xfrm>
            <a:off x="2872667" y="4152403"/>
            <a:ext cx="104775" cy="1047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1B5D89AD-D58C-76C3-514A-76419D381B28}"/>
              </a:ext>
            </a:extLst>
          </p:cNvPr>
          <p:cNvSpPr/>
          <p:nvPr/>
        </p:nvSpPr>
        <p:spPr>
          <a:xfrm>
            <a:off x="3196740" y="4008524"/>
            <a:ext cx="104775" cy="1047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2A1E503F-9E7B-63AC-C9DA-FECECC69A1E5}"/>
              </a:ext>
            </a:extLst>
          </p:cNvPr>
          <p:cNvSpPr/>
          <p:nvPr/>
        </p:nvSpPr>
        <p:spPr>
          <a:xfrm>
            <a:off x="2859996" y="5489959"/>
            <a:ext cx="104775" cy="1047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A31E29-9159-9ECA-C3FD-19355345F7CD}"/>
              </a:ext>
            </a:extLst>
          </p:cNvPr>
          <p:cNvSpPr txBox="1"/>
          <p:nvPr/>
        </p:nvSpPr>
        <p:spPr>
          <a:xfrm>
            <a:off x="7067626" y="5770567"/>
            <a:ext cx="43964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000" b="1" dirty="0"/>
              <a:t>Q_DC+</a:t>
            </a:r>
            <a:endParaRPr lang="ko-KR" altLang="en-US" sz="1000" b="1" dirty="0"/>
          </a:p>
        </p:txBody>
      </p: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588FF718-C394-B06A-7B4D-043766E089DF}"/>
              </a:ext>
            </a:extLst>
          </p:cNvPr>
          <p:cNvCxnSpPr>
            <a:cxnSpLocks/>
          </p:cNvCxnSpPr>
          <p:nvPr/>
        </p:nvCxnSpPr>
        <p:spPr>
          <a:xfrm>
            <a:off x="3505126" y="4376057"/>
            <a:ext cx="0" cy="937889"/>
          </a:xfrm>
          <a:prstGeom prst="line">
            <a:avLst/>
          </a:prstGeom>
          <a:ln w="158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D1B98616-68CF-B7BA-5B0B-18F86A75DA20}"/>
              </a:ext>
            </a:extLst>
          </p:cNvPr>
          <p:cNvCxnSpPr>
            <a:cxnSpLocks/>
          </p:cNvCxnSpPr>
          <p:nvPr/>
        </p:nvCxnSpPr>
        <p:spPr>
          <a:xfrm>
            <a:off x="3505126" y="5563215"/>
            <a:ext cx="506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>
            <a:extLst>
              <a:ext uri="{FF2B5EF4-FFF2-40B4-BE49-F238E27FC236}">
                <a16:creationId xmlns:a16="http://schemas.microsoft.com/office/drawing/2014/main" id="{FD115CC7-B869-2AF3-7C8E-2E61F34F6245}"/>
              </a:ext>
            </a:extLst>
          </p:cNvPr>
          <p:cNvCxnSpPr>
            <a:cxnSpLocks/>
          </p:cNvCxnSpPr>
          <p:nvPr/>
        </p:nvCxnSpPr>
        <p:spPr>
          <a:xfrm>
            <a:off x="2925287" y="4257178"/>
            <a:ext cx="0" cy="1511120"/>
          </a:xfrm>
          <a:prstGeom prst="line">
            <a:avLst/>
          </a:prstGeom>
          <a:ln w="158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2" name="타원 281">
            <a:extLst>
              <a:ext uri="{FF2B5EF4-FFF2-40B4-BE49-F238E27FC236}">
                <a16:creationId xmlns:a16="http://schemas.microsoft.com/office/drawing/2014/main" id="{E4AAE70D-10AA-15E4-7478-E4968221FE0B}"/>
              </a:ext>
            </a:extLst>
          </p:cNvPr>
          <p:cNvSpPr/>
          <p:nvPr/>
        </p:nvSpPr>
        <p:spPr>
          <a:xfrm>
            <a:off x="1881105" y="4792134"/>
            <a:ext cx="252447" cy="252447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</a:rPr>
              <a:t>A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4E37C368-A82D-7505-1574-621E0BF14029}"/>
              </a:ext>
            </a:extLst>
          </p:cNvPr>
          <p:cNvSpPr txBox="1"/>
          <p:nvPr/>
        </p:nvSpPr>
        <p:spPr>
          <a:xfrm>
            <a:off x="448871" y="4740638"/>
            <a:ext cx="1205082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</a:rPr>
              <a:t>Filament current measure</a:t>
            </a:r>
          </a:p>
          <a:p>
            <a:r>
              <a:rPr lang="en-US" altLang="ko-KR" sz="800" dirty="0">
                <a:solidFill>
                  <a:srgbClr val="0070C0"/>
                </a:solidFill>
              </a:rPr>
              <a:t>0.5V/A</a:t>
            </a:r>
          </a:p>
          <a:p>
            <a:r>
              <a:rPr lang="en-US" altLang="ko-KR" sz="800" dirty="0" err="1">
                <a:solidFill>
                  <a:srgbClr val="0070C0"/>
                </a:solidFill>
              </a:rPr>
              <a:t>meas</a:t>
            </a:r>
            <a:r>
              <a:rPr lang="en-US" altLang="ko-KR" sz="800" dirty="0">
                <a:solidFill>
                  <a:srgbClr val="0070C0"/>
                </a:solidFill>
              </a:rPr>
              <a:t> : max 6A</a:t>
            </a:r>
            <a:endParaRPr lang="ko-KR" altLang="en-US" sz="800" dirty="0">
              <a:solidFill>
                <a:srgbClr val="0070C0"/>
              </a:solidFill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CD434ECB-1BEC-01C9-6096-2F06362B8FC8}"/>
              </a:ext>
            </a:extLst>
          </p:cNvPr>
          <p:cNvSpPr txBox="1"/>
          <p:nvPr/>
        </p:nvSpPr>
        <p:spPr>
          <a:xfrm>
            <a:off x="3656337" y="553381"/>
            <a:ext cx="1109816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0070C0"/>
                </a:solidFill>
              </a:rPr>
              <a:t>ion focusing lens </a:t>
            </a:r>
          </a:p>
          <a:p>
            <a:pPr algn="ctr"/>
            <a:r>
              <a:rPr lang="en-US" altLang="ko-KR" sz="1000" dirty="0">
                <a:solidFill>
                  <a:srgbClr val="0070C0"/>
                </a:solidFill>
              </a:rPr>
              <a:t>(</a:t>
            </a:r>
            <a:r>
              <a:rPr lang="en-US" altLang="ko-KR" sz="1000" dirty="0" err="1">
                <a:solidFill>
                  <a:srgbClr val="0070C0"/>
                </a:solidFill>
              </a:rPr>
              <a:t>einzel</a:t>
            </a:r>
            <a:r>
              <a:rPr lang="en-US" altLang="ko-KR" sz="1000" dirty="0">
                <a:solidFill>
                  <a:srgbClr val="0070C0"/>
                </a:solidFill>
              </a:rPr>
              <a:t> lens)</a:t>
            </a:r>
            <a:endParaRPr lang="ko-KR" altLang="en-US" sz="1000" dirty="0">
              <a:solidFill>
                <a:srgbClr val="0070C0"/>
              </a:solidFill>
            </a:endParaRPr>
          </a:p>
        </p:txBody>
      </p:sp>
      <p:sp>
        <p:nvSpPr>
          <p:cNvPr id="295" name="타원 294">
            <a:extLst>
              <a:ext uri="{FF2B5EF4-FFF2-40B4-BE49-F238E27FC236}">
                <a16:creationId xmlns:a16="http://schemas.microsoft.com/office/drawing/2014/main" id="{D81883E4-3C46-8BFC-9D07-CB3C422CD639}"/>
              </a:ext>
            </a:extLst>
          </p:cNvPr>
          <p:cNvSpPr/>
          <p:nvPr/>
        </p:nvSpPr>
        <p:spPr>
          <a:xfrm>
            <a:off x="8531160" y="2306963"/>
            <a:ext cx="104775" cy="1047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7DE15B51-E0BE-BF29-5361-5BCC454FA9B9}"/>
              </a:ext>
            </a:extLst>
          </p:cNvPr>
          <p:cNvGrpSpPr/>
          <p:nvPr/>
        </p:nvGrpSpPr>
        <p:grpSpPr>
          <a:xfrm rot="5400000">
            <a:off x="2760863" y="5735964"/>
            <a:ext cx="329090" cy="265476"/>
            <a:chOff x="1902610" y="5982921"/>
            <a:chExt cx="329090" cy="265476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1318EB3D-913A-D3F5-1007-506906368670}"/>
                </a:ext>
              </a:extLst>
            </p:cNvPr>
            <p:cNvSpPr/>
            <p:nvPr/>
          </p:nvSpPr>
          <p:spPr>
            <a:xfrm>
              <a:off x="1966224" y="5982921"/>
              <a:ext cx="265476" cy="26547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3AE7149-7E4A-FF73-A717-1446CCFD400F}"/>
                </a:ext>
              </a:extLst>
            </p:cNvPr>
            <p:cNvSpPr txBox="1"/>
            <p:nvPr/>
          </p:nvSpPr>
          <p:spPr>
            <a:xfrm>
              <a:off x="2102443" y="5982921"/>
              <a:ext cx="129257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/>
                <a:t>+</a:t>
              </a:r>
              <a:endParaRPr lang="ko-KR" altLang="en-US" sz="1000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4C246FE-4134-64BB-65A9-EF176E0570AE}"/>
                </a:ext>
              </a:extLst>
            </p:cNvPr>
            <p:cNvSpPr txBox="1"/>
            <p:nvPr/>
          </p:nvSpPr>
          <p:spPr>
            <a:xfrm rot="5400000">
              <a:off x="1958252" y="5992445"/>
              <a:ext cx="134937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/>
                <a:t>-</a:t>
              </a:r>
              <a:endParaRPr lang="ko-KR" altLang="en-US" sz="1000" b="1" dirty="0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4A8282B0-FBCC-7DF2-F214-4846C16B1DC7}"/>
              </a:ext>
            </a:extLst>
          </p:cNvPr>
          <p:cNvSpPr txBox="1"/>
          <p:nvPr/>
        </p:nvSpPr>
        <p:spPr>
          <a:xfrm>
            <a:off x="2271037" y="5816828"/>
            <a:ext cx="51974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/>
              <a:t>FIL_OS</a:t>
            </a: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1A08524C-73D1-16B4-3087-3671ACF65AB8}"/>
              </a:ext>
            </a:extLst>
          </p:cNvPr>
          <p:cNvCxnSpPr>
            <a:cxnSpLocks/>
          </p:cNvCxnSpPr>
          <p:nvPr/>
        </p:nvCxnSpPr>
        <p:spPr>
          <a:xfrm>
            <a:off x="2003188" y="5541153"/>
            <a:ext cx="91574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EC6A33D6-FA9F-7B33-3179-13D588489223}"/>
              </a:ext>
            </a:extLst>
          </p:cNvPr>
          <p:cNvGrpSpPr/>
          <p:nvPr/>
        </p:nvGrpSpPr>
        <p:grpSpPr>
          <a:xfrm rot="16200000">
            <a:off x="3341236" y="5806692"/>
            <a:ext cx="333854" cy="265476"/>
            <a:chOff x="1897846" y="5982921"/>
            <a:chExt cx="333854" cy="265476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8FA24E6B-E412-DC2F-3297-75264BE3B801}"/>
                </a:ext>
              </a:extLst>
            </p:cNvPr>
            <p:cNvSpPr/>
            <p:nvPr/>
          </p:nvSpPr>
          <p:spPr>
            <a:xfrm>
              <a:off x="1966224" y="5982921"/>
              <a:ext cx="265476" cy="26547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5B6A5EF-13CF-99E6-2EDD-475D7FCFE84B}"/>
                </a:ext>
              </a:extLst>
            </p:cNvPr>
            <p:cNvSpPr txBox="1"/>
            <p:nvPr/>
          </p:nvSpPr>
          <p:spPr>
            <a:xfrm>
              <a:off x="2102443" y="5982921"/>
              <a:ext cx="129257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/>
                <a:t>+</a:t>
              </a:r>
              <a:endParaRPr lang="ko-KR" altLang="en-US" sz="1000" b="1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B6578B4E-DA67-97D1-3DDB-8EAAAD3BFE40}"/>
                </a:ext>
              </a:extLst>
            </p:cNvPr>
            <p:cNvSpPr txBox="1"/>
            <p:nvPr/>
          </p:nvSpPr>
          <p:spPr>
            <a:xfrm rot="5400000">
              <a:off x="1953488" y="5992448"/>
              <a:ext cx="134937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/>
                <a:t>-</a:t>
              </a:r>
              <a:endParaRPr lang="ko-KR" altLang="en-US" sz="1000" b="1" dirty="0"/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30D1A050-CF31-E270-682D-42F0D6076C13}"/>
              </a:ext>
            </a:extLst>
          </p:cNvPr>
          <p:cNvGrpSpPr/>
          <p:nvPr/>
        </p:nvGrpSpPr>
        <p:grpSpPr>
          <a:xfrm>
            <a:off x="3344770" y="6032601"/>
            <a:ext cx="318565" cy="379383"/>
            <a:chOff x="9751401" y="1235097"/>
            <a:chExt cx="318565" cy="379383"/>
          </a:xfrm>
        </p:grpSpPr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782688A3-6B5E-45A7-5825-43254C3EDBF2}"/>
                </a:ext>
              </a:extLst>
            </p:cNvPr>
            <p:cNvCxnSpPr/>
            <p:nvPr/>
          </p:nvCxnSpPr>
          <p:spPr>
            <a:xfrm flipH="1">
              <a:off x="9910683" y="1235097"/>
              <a:ext cx="1" cy="25555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8DC9FFAB-0C7C-8907-35F4-91A0E63F387A}"/>
                </a:ext>
              </a:extLst>
            </p:cNvPr>
            <p:cNvCxnSpPr/>
            <p:nvPr/>
          </p:nvCxnSpPr>
          <p:spPr>
            <a:xfrm>
              <a:off x="9751401" y="1490655"/>
              <a:ext cx="31856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4C3500C9-DA87-9B95-881A-DCEA780C2AEA}"/>
                </a:ext>
              </a:extLst>
            </p:cNvPr>
            <p:cNvCxnSpPr>
              <a:cxnSpLocks/>
            </p:cNvCxnSpPr>
            <p:nvPr/>
          </p:nvCxnSpPr>
          <p:spPr>
            <a:xfrm>
              <a:off x="9824234" y="1558696"/>
              <a:ext cx="1978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63E37F97-E044-7D37-4443-B0D512A701EA}"/>
                </a:ext>
              </a:extLst>
            </p:cNvPr>
            <p:cNvCxnSpPr>
              <a:cxnSpLocks/>
            </p:cNvCxnSpPr>
            <p:nvPr/>
          </p:nvCxnSpPr>
          <p:spPr>
            <a:xfrm>
              <a:off x="9881384" y="1614480"/>
              <a:ext cx="889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7BE806C3-8B22-2C99-616A-7D285F782D69}"/>
              </a:ext>
            </a:extLst>
          </p:cNvPr>
          <p:cNvGrpSpPr/>
          <p:nvPr/>
        </p:nvGrpSpPr>
        <p:grpSpPr>
          <a:xfrm>
            <a:off x="3795702" y="5218369"/>
            <a:ext cx="534650" cy="408345"/>
            <a:chOff x="6224588" y="434745"/>
            <a:chExt cx="534650" cy="408345"/>
          </a:xfrm>
        </p:grpSpPr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18B4CE4D-A797-05A8-E0A2-12F8BE9F4515}"/>
                </a:ext>
              </a:extLst>
            </p:cNvPr>
            <p:cNvSpPr txBox="1"/>
            <p:nvPr/>
          </p:nvSpPr>
          <p:spPr>
            <a:xfrm>
              <a:off x="6464639" y="455217"/>
              <a:ext cx="29459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n-ea"/>
                </a:rPr>
                <a:t>AD8236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26" name="이등변 삼각형 125">
              <a:extLst>
                <a:ext uri="{FF2B5EF4-FFF2-40B4-BE49-F238E27FC236}">
                  <a16:creationId xmlns:a16="http://schemas.microsoft.com/office/drawing/2014/main" id="{0E13DE57-5AD1-AE52-681C-DD6769188243}"/>
                </a:ext>
              </a:extLst>
            </p:cNvPr>
            <p:cNvSpPr/>
            <p:nvPr/>
          </p:nvSpPr>
          <p:spPr>
            <a:xfrm rot="5400000">
              <a:off x="6298144" y="483042"/>
              <a:ext cx="386718" cy="333378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AA100232-C1E5-59CB-61CF-810B5323071A}"/>
                </a:ext>
              </a:extLst>
            </p:cNvPr>
            <p:cNvSpPr txBox="1"/>
            <p:nvPr/>
          </p:nvSpPr>
          <p:spPr>
            <a:xfrm>
              <a:off x="6342464" y="714814"/>
              <a:ext cx="7722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-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F4BD102C-DD83-42F1-18A4-85F5EC50C966}"/>
                </a:ext>
              </a:extLst>
            </p:cNvPr>
            <p:cNvCxnSpPr>
              <a:cxnSpLocks/>
            </p:cNvCxnSpPr>
            <p:nvPr/>
          </p:nvCxnSpPr>
          <p:spPr>
            <a:xfrm>
              <a:off x="6451730" y="434745"/>
              <a:ext cx="0" cy="993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25E22915-F6FD-B89D-E499-78BD3C52073F}"/>
                </a:ext>
              </a:extLst>
            </p:cNvPr>
            <p:cNvCxnSpPr>
              <a:cxnSpLocks/>
            </p:cNvCxnSpPr>
            <p:nvPr/>
          </p:nvCxnSpPr>
          <p:spPr>
            <a:xfrm>
              <a:off x="6454111" y="770711"/>
              <a:ext cx="0" cy="620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D1527A5C-38BA-67FD-1D4B-ED878D990DE1}"/>
                </a:ext>
              </a:extLst>
            </p:cNvPr>
            <p:cNvCxnSpPr>
              <a:cxnSpLocks/>
            </p:cNvCxnSpPr>
            <p:nvPr/>
          </p:nvCxnSpPr>
          <p:spPr>
            <a:xfrm>
              <a:off x="6657334" y="650300"/>
              <a:ext cx="9827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BE3215CF-3E48-AC38-816C-6BBBB8460FE3}"/>
                </a:ext>
              </a:extLst>
            </p:cNvPr>
            <p:cNvCxnSpPr>
              <a:cxnSpLocks/>
            </p:cNvCxnSpPr>
            <p:nvPr/>
          </p:nvCxnSpPr>
          <p:spPr>
            <a:xfrm>
              <a:off x="6224588" y="531856"/>
              <a:ext cx="10049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3BEF46C6-40F0-3BA8-7539-CF2082E6F33D}"/>
                </a:ext>
              </a:extLst>
            </p:cNvPr>
            <p:cNvCxnSpPr>
              <a:cxnSpLocks/>
            </p:cNvCxnSpPr>
            <p:nvPr/>
          </p:nvCxnSpPr>
          <p:spPr>
            <a:xfrm>
              <a:off x="6241256" y="778754"/>
              <a:ext cx="8462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576D171D-9C48-5111-0F02-5C3248B05436}"/>
                </a:ext>
              </a:extLst>
            </p:cNvPr>
            <p:cNvSpPr txBox="1"/>
            <p:nvPr/>
          </p:nvSpPr>
          <p:spPr>
            <a:xfrm>
              <a:off x="6344909" y="483305"/>
              <a:ext cx="7958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+</a:t>
              </a:r>
              <a:endParaRPr lang="ko-KR" altLang="en-US" sz="600" dirty="0">
                <a:latin typeface="+mn-ea"/>
              </a:endParaRPr>
            </a:p>
          </p:txBody>
        </p: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E4569C6E-2E99-80C4-3853-07EFA4257A85}"/>
                </a:ext>
              </a:extLst>
            </p:cNvPr>
            <p:cNvCxnSpPr>
              <a:cxnSpLocks/>
            </p:cNvCxnSpPr>
            <p:nvPr/>
          </p:nvCxnSpPr>
          <p:spPr>
            <a:xfrm>
              <a:off x="6532691" y="723898"/>
              <a:ext cx="0" cy="10059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98FBD8D-68B8-1004-B298-0DB366CF7D08}"/>
                </a:ext>
              </a:extLst>
            </p:cNvPr>
            <p:cNvSpPr txBox="1"/>
            <p:nvPr/>
          </p:nvSpPr>
          <p:spPr>
            <a:xfrm rot="19859173">
              <a:off x="6455367" y="641201"/>
              <a:ext cx="13045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REF</a:t>
              </a:r>
              <a:endParaRPr lang="ko-KR" altLang="en-US" sz="600" dirty="0">
                <a:latin typeface="+mn-ea"/>
              </a:endParaRPr>
            </a:p>
          </p:txBody>
        </p:sp>
      </p:grpSp>
      <p:sp>
        <p:nvSpPr>
          <p:cNvPr id="170" name="TextBox 169">
            <a:extLst>
              <a:ext uri="{FF2B5EF4-FFF2-40B4-BE49-F238E27FC236}">
                <a16:creationId xmlns:a16="http://schemas.microsoft.com/office/drawing/2014/main" id="{138999DD-4F4E-A8E0-5E5F-CA47DAFFA3B2}"/>
              </a:ext>
            </a:extLst>
          </p:cNvPr>
          <p:cNvSpPr txBox="1"/>
          <p:nvPr/>
        </p:nvSpPr>
        <p:spPr>
          <a:xfrm>
            <a:off x="3614498" y="5775072"/>
            <a:ext cx="54493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/>
              <a:t>IB_OS</a:t>
            </a: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D2BB8AAC-CE7E-9781-9B76-26CD7D709FC8}"/>
              </a:ext>
            </a:extLst>
          </p:cNvPr>
          <p:cNvSpPr/>
          <p:nvPr/>
        </p:nvSpPr>
        <p:spPr>
          <a:xfrm flipH="1">
            <a:off x="3625638" y="5521793"/>
            <a:ext cx="162803" cy="8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  <a:latin typeface="+mn-ea"/>
              </a:rPr>
              <a:t>1K</a:t>
            </a:r>
            <a:endParaRPr lang="ko-KR" altLang="en-US" sz="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EB988270-47C6-7DDA-5728-82DED12B50E2}"/>
              </a:ext>
            </a:extLst>
          </p:cNvPr>
          <p:cNvCxnSpPr>
            <a:cxnSpLocks/>
          </p:cNvCxnSpPr>
          <p:nvPr/>
        </p:nvCxnSpPr>
        <p:spPr>
          <a:xfrm>
            <a:off x="3504041" y="5313946"/>
            <a:ext cx="506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8A108F67-D851-092C-A86B-454D389883D4}"/>
              </a:ext>
            </a:extLst>
          </p:cNvPr>
          <p:cNvSpPr/>
          <p:nvPr/>
        </p:nvSpPr>
        <p:spPr>
          <a:xfrm flipH="1">
            <a:off x="3625637" y="5274180"/>
            <a:ext cx="162803" cy="8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  <a:latin typeface="+mn-ea"/>
              </a:rPr>
              <a:t>1K</a:t>
            </a:r>
            <a:endParaRPr lang="ko-KR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9" name="타원 218">
            <a:extLst>
              <a:ext uri="{FF2B5EF4-FFF2-40B4-BE49-F238E27FC236}">
                <a16:creationId xmlns:a16="http://schemas.microsoft.com/office/drawing/2014/main" id="{7B7EF1BD-0A77-9515-60C6-CD1ECB85806A}"/>
              </a:ext>
            </a:extLst>
          </p:cNvPr>
          <p:cNvSpPr/>
          <p:nvPr/>
        </p:nvSpPr>
        <p:spPr>
          <a:xfrm>
            <a:off x="3479207" y="5288869"/>
            <a:ext cx="50154" cy="50154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20" name="타원 219">
            <a:extLst>
              <a:ext uri="{FF2B5EF4-FFF2-40B4-BE49-F238E27FC236}">
                <a16:creationId xmlns:a16="http://schemas.microsoft.com/office/drawing/2014/main" id="{F447BDB8-7037-E745-BDAC-472A32C74A63}"/>
              </a:ext>
            </a:extLst>
          </p:cNvPr>
          <p:cNvSpPr/>
          <p:nvPr/>
        </p:nvSpPr>
        <p:spPr>
          <a:xfrm>
            <a:off x="3479160" y="5537372"/>
            <a:ext cx="50154" cy="50154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77FC5E9E-A1B6-273D-98DF-8A8694B3B684}"/>
              </a:ext>
            </a:extLst>
          </p:cNvPr>
          <p:cNvSpPr txBox="1"/>
          <p:nvPr/>
        </p:nvSpPr>
        <p:spPr>
          <a:xfrm>
            <a:off x="4303163" y="5248972"/>
            <a:ext cx="608275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/>
              <a:t>Emission </a:t>
            </a:r>
          </a:p>
          <a:p>
            <a:r>
              <a:rPr lang="en-US" altLang="ko-KR" sz="800" dirty="0"/>
              <a:t>current</a:t>
            </a:r>
            <a:endParaRPr lang="ko-KR" altLang="en-US" sz="80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DF5DCEA3-75B4-6FEA-163E-7E2FE648CC22}"/>
              </a:ext>
            </a:extLst>
          </p:cNvPr>
          <p:cNvSpPr txBox="1"/>
          <p:nvPr/>
        </p:nvSpPr>
        <p:spPr>
          <a:xfrm>
            <a:off x="10207656" y="2283184"/>
            <a:ext cx="639572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/>
              <a:t>LENS_DC</a:t>
            </a:r>
          </a:p>
        </p:txBody>
      </p:sp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E30A59B3-545E-C963-1029-51B64A590CFC}"/>
              </a:ext>
            </a:extLst>
          </p:cNvPr>
          <p:cNvGrpSpPr/>
          <p:nvPr/>
        </p:nvGrpSpPr>
        <p:grpSpPr>
          <a:xfrm rot="16200000">
            <a:off x="4547862" y="5809445"/>
            <a:ext cx="333854" cy="265476"/>
            <a:chOff x="1897846" y="5982921"/>
            <a:chExt cx="333854" cy="265476"/>
          </a:xfrm>
        </p:grpSpPr>
        <p:sp>
          <p:nvSpPr>
            <p:cNvPr id="226" name="타원 225">
              <a:extLst>
                <a:ext uri="{FF2B5EF4-FFF2-40B4-BE49-F238E27FC236}">
                  <a16:creationId xmlns:a16="http://schemas.microsoft.com/office/drawing/2014/main" id="{5350E0DE-12EA-4254-50B8-31505DD0869C}"/>
                </a:ext>
              </a:extLst>
            </p:cNvPr>
            <p:cNvSpPr/>
            <p:nvPr/>
          </p:nvSpPr>
          <p:spPr>
            <a:xfrm>
              <a:off x="1966224" y="5982921"/>
              <a:ext cx="265476" cy="26547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2860F987-FE8E-1754-2D9F-0AD38B4DFBA1}"/>
                </a:ext>
              </a:extLst>
            </p:cNvPr>
            <p:cNvSpPr txBox="1"/>
            <p:nvPr/>
          </p:nvSpPr>
          <p:spPr>
            <a:xfrm>
              <a:off x="2102443" y="5982921"/>
              <a:ext cx="129257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/>
                <a:t>+</a:t>
              </a:r>
              <a:endParaRPr lang="ko-KR" altLang="en-US" sz="1000" b="1" dirty="0"/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1F86A325-7FD5-87BC-70E1-8A993C5525E3}"/>
                </a:ext>
              </a:extLst>
            </p:cNvPr>
            <p:cNvSpPr txBox="1"/>
            <p:nvPr/>
          </p:nvSpPr>
          <p:spPr>
            <a:xfrm rot="5400000">
              <a:off x="1953488" y="5992448"/>
              <a:ext cx="134937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/>
                <a:t>-</a:t>
              </a:r>
              <a:endParaRPr lang="ko-KR" altLang="en-US" sz="1000" b="1" dirty="0"/>
            </a:p>
          </p:txBody>
        </p:sp>
      </p:grpSp>
      <p:grpSp>
        <p:nvGrpSpPr>
          <p:cNvPr id="240" name="그룹 239">
            <a:extLst>
              <a:ext uri="{FF2B5EF4-FFF2-40B4-BE49-F238E27FC236}">
                <a16:creationId xmlns:a16="http://schemas.microsoft.com/office/drawing/2014/main" id="{778D058A-5A60-8F90-6B7B-F496157CD627}"/>
              </a:ext>
            </a:extLst>
          </p:cNvPr>
          <p:cNvGrpSpPr/>
          <p:nvPr/>
        </p:nvGrpSpPr>
        <p:grpSpPr>
          <a:xfrm>
            <a:off x="4551396" y="6030591"/>
            <a:ext cx="318565" cy="379383"/>
            <a:chOff x="9751401" y="1235097"/>
            <a:chExt cx="318565" cy="379383"/>
          </a:xfrm>
        </p:grpSpPr>
        <p:cxnSp>
          <p:nvCxnSpPr>
            <p:cNvPr id="242" name="직선 연결선 241">
              <a:extLst>
                <a:ext uri="{FF2B5EF4-FFF2-40B4-BE49-F238E27FC236}">
                  <a16:creationId xmlns:a16="http://schemas.microsoft.com/office/drawing/2014/main" id="{27F36E91-43AE-0040-2C5E-6F218D244B7E}"/>
                </a:ext>
              </a:extLst>
            </p:cNvPr>
            <p:cNvCxnSpPr/>
            <p:nvPr/>
          </p:nvCxnSpPr>
          <p:spPr>
            <a:xfrm flipH="1">
              <a:off x="9910683" y="1235097"/>
              <a:ext cx="1" cy="25555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3" name="직선 연결선 242">
              <a:extLst>
                <a:ext uri="{FF2B5EF4-FFF2-40B4-BE49-F238E27FC236}">
                  <a16:creationId xmlns:a16="http://schemas.microsoft.com/office/drawing/2014/main" id="{DC68A4FD-184A-0FE9-6D93-6B9A20459B39}"/>
                </a:ext>
              </a:extLst>
            </p:cNvPr>
            <p:cNvCxnSpPr/>
            <p:nvPr/>
          </p:nvCxnSpPr>
          <p:spPr>
            <a:xfrm>
              <a:off x="9751401" y="1490655"/>
              <a:ext cx="31856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직선 연결선 245">
              <a:extLst>
                <a:ext uri="{FF2B5EF4-FFF2-40B4-BE49-F238E27FC236}">
                  <a16:creationId xmlns:a16="http://schemas.microsoft.com/office/drawing/2014/main" id="{62A8CD9E-8063-9129-8B5B-328F4E5AF51C}"/>
                </a:ext>
              </a:extLst>
            </p:cNvPr>
            <p:cNvCxnSpPr>
              <a:cxnSpLocks/>
            </p:cNvCxnSpPr>
            <p:nvPr/>
          </p:nvCxnSpPr>
          <p:spPr>
            <a:xfrm>
              <a:off x="9824234" y="1558696"/>
              <a:ext cx="1978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직선 연결선 246">
              <a:extLst>
                <a:ext uri="{FF2B5EF4-FFF2-40B4-BE49-F238E27FC236}">
                  <a16:creationId xmlns:a16="http://schemas.microsoft.com/office/drawing/2014/main" id="{4D136631-1EAC-FF87-E793-2B48870CA2FF}"/>
                </a:ext>
              </a:extLst>
            </p:cNvPr>
            <p:cNvCxnSpPr>
              <a:cxnSpLocks/>
            </p:cNvCxnSpPr>
            <p:nvPr/>
          </p:nvCxnSpPr>
          <p:spPr>
            <a:xfrm>
              <a:off x="9881384" y="1614480"/>
              <a:ext cx="889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9" name="TextBox 248">
            <a:extLst>
              <a:ext uri="{FF2B5EF4-FFF2-40B4-BE49-F238E27FC236}">
                <a16:creationId xmlns:a16="http://schemas.microsoft.com/office/drawing/2014/main" id="{F68C76FF-8F6F-1E34-C3AF-888CB46DFBF0}"/>
              </a:ext>
            </a:extLst>
          </p:cNvPr>
          <p:cNvSpPr txBox="1"/>
          <p:nvPr/>
        </p:nvSpPr>
        <p:spPr>
          <a:xfrm>
            <a:off x="4826613" y="5732770"/>
            <a:ext cx="666392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/>
              <a:t>LENS_DC</a:t>
            </a:r>
          </a:p>
        </p:txBody>
      </p:sp>
      <p:sp>
        <p:nvSpPr>
          <p:cNvPr id="262" name="타원 261">
            <a:extLst>
              <a:ext uri="{FF2B5EF4-FFF2-40B4-BE49-F238E27FC236}">
                <a16:creationId xmlns:a16="http://schemas.microsoft.com/office/drawing/2014/main" id="{8F2AF17F-D055-40AB-9262-24676754DB25}"/>
              </a:ext>
            </a:extLst>
          </p:cNvPr>
          <p:cNvSpPr/>
          <p:nvPr/>
        </p:nvSpPr>
        <p:spPr>
          <a:xfrm>
            <a:off x="4661342" y="3156276"/>
            <a:ext cx="104775" cy="1047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</a:endParaRPr>
          </a:p>
        </p:txBody>
      </p:sp>
      <p:grpSp>
        <p:nvGrpSpPr>
          <p:cNvPr id="265" name="그룹 264">
            <a:extLst>
              <a:ext uri="{FF2B5EF4-FFF2-40B4-BE49-F238E27FC236}">
                <a16:creationId xmlns:a16="http://schemas.microsoft.com/office/drawing/2014/main" id="{BC735161-95D6-EE65-69C6-38B4B8FE92B5}"/>
              </a:ext>
            </a:extLst>
          </p:cNvPr>
          <p:cNvGrpSpPr/>
          <p:nvPr/>
        </p:nvGrpSpPr>
        <p:grpSpPr>
          <a:xfrm rot="16200000">
            <a:off x="6739901" y="5792297"/>
            <a:ext cx="333854" cy="265476"/>
            <a:chOff x="1897846" y="5982921"/>
            <a:chExt cx="333854" cy="265476"/>
          </a:xfrm>
        </p:grpSpPr>
        <p:sp>
          <p:nvSpPr>
            <p:cNvPr id="266" name="타원 265">
              <a:extLst>
                <a:ext uri="{FF2B5EF4-FFF2-40B4-BE49-F238E27FC236}">
                  <a16:creationId xmlns:a16="http://schemas.microsoft.com/office/drawing/2014/main" id="{358D15C1-B87B-86E5-7DD1-5470734C1DE9}"/>
                </a:ext>
              </a:extLst>
            </p:cNvPr>
            <p:cNvSpPr/>
            <p:nvPr/>
          </p:nvSpPr>
          <p:spPr>
            <a:xfrm>
              <a:off x="1966224" y="5982921"/>
              <a:ext cx="265476" cy="26547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E0F17802-7396-6ACF-B20F-8BB2E91E3813}"/>
                </a:ext>
              </a:extLst>
            </p:cNvPr>
            <p:cNvSpPr txBox="1"/>
            <p:nvPr/>
          </p:nvSpPr>
          <p:spPr>
            <a:xfrm>
              <a:off x="2102443" y="5982921"/>
              <a:ext cx="129257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/>
                <a:t>+</a:t>
              </a:r>
              <a:endParaRPr lang="ko-KR" altLang="en-US" sz="1000" b="1" dirty="0"/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F1B39660-29CE-C950-9CAD-A8FE7112BB0A}"/>
                </a:ext>
              </a:extLst>
            </p:cNvPr>
            <p:cNvSpPr txBox="1"/>
            <p:nvPr/>
          </p:nvSpPr>
          <p:spPr>
            <a:xfrm rot="5400000">
              <a:off x="1953488" y="5992448"/>
              <a:ext cx="134937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/>
                <a:t>-</a:t>
              </a:r>
              <a:endParaRPr lang="ko-KR" altLang="en-US" sz="1000" b="1" dirty="0"/>
            </a:p>
          </p:txBody>
        </p:sp>
      </p:grpSp>
      <p:grpSp>
        <p:nvGrpSpPr>
          <p:cNvPr id="278" name="그룹 277">
            <a:extLst>
              <a:ext uri="{FF2B5EF4-FFF2-40B4-BE49-F238E27FC236}">
                <a16:creationId xmlns:a16="http://schemas.microsoft.com/office/drawing/2014/main" id="{272391C8-B7F0-A3E9-A071-E2E516090AFE}"/>
              </a:ext>
            </a:extLst>
          </p:cNvPr>
          <p:cNvGrpSpPr/>
          <p:nvPr/>
        </p:nvGrpSpPr>
        <p:grpSpPr>
          <a:xfrm>
            <a:off x="6747476" y="6029104"/>
            <a:ext cx="318565" cy="379383"/>
            <a:chOff x="9751401" y="1235097"/>
            <a:chExt cx="318565" cy="379383"/>
          </a:xfrm>
        </p:grpSpPr>
        <p:cxnSp>
          <p:nvCxnSpPr>
            <p:cNvPr id="281" name="직선 연결선 280">
              <a:extLst>
                <a:ext uri="{FF2B5EF4-FFF2-40B4-BE49-F238E27FC236}">
                  <a16:creationId xmlns:a16="http://schemas.microsoft.com/office/drawing/2014/main" id="{789619A1-F929-A0A9-2F06-71B70697BCA8}"/>
                </a:ext>
              </a:extLst>
            </p:cNvPr>
            <p:cNvCxnSpPr/>
            <p:nvPr/>
          </p:nvCxnSpPr>
          <p:spPr>
            <a:xfrm flipH="1">
              <a:off x="9910683" y="1235097"/>
              <a:ext cx="1" cy="25555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0" name="직선 연결선 289">
              <a:extLst>
                <a:ext uri="{FF2B5EF4-FFF2-40B4-BE49-F238E27FC236}">
                  <a16:creationId xmlns:a16="http://schemas.microsoft.com/office/drawing/2014/main" id="{9FF718A4-1A97-8179-7E06-9D26FBBD6DA8}"/>
                </a:ext>
              </a:extLst>
            </p:cNvPr>
            <p:cNvCxnSpPr/>
            <p:nvPr/>
          </p:nvCxnSpPr>
          <p:spPr>
            <a:xfrm>
              <a:off x="9751401" y="1490655"/>
              <a:ext cx="31856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직선 연결선 291">
              <a:extLst>
                <a:ext uri="{FF2B5EF4-FFF2-40B4-BE49-F238E27FC236}">
                  <a16:creationId xmlns:a16="http://schemas.microsoft.com/office/drawing/2014/main" id="{09B481B7-9856-DF6B-F688-CEEA7C59FB17}"/>
                </a:ext>
              </a:extLst>
            </p:cNvPr>
            <p:cNvCxnSpPr>
              <a:cxnSpLocks/>
            </p:cNvCxnSpPr>
            <p:nvPr/>
          </p:nvCxnSpPr>
          <p:spPr>
            <a:xfrm>
              <a:off x="9824234" y="1558696"/>
              <a:ext cx="1978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직선 연결선 292">
              <a:extLst>
                <a:ext uri="{FF2B5EF4-FFF2-40B4-BE49-F238E27FC236}">
                  <a16:creationId xmlns:a16="http://schemas.microsoft.com/office/drawing/2014/main" id="{0D194CAE-E79E-CC11-06B1-0134134C7857}"/>
                </a:ext>
              </a:extLst>
            </p:cNvPr>
            <p:cNvCxnSpPr>
              <a:cxnSpLocks/>
            </p:cNvCxnSpPr>
            <p:nvPr/>
          </p:nvCxnSpPr>
          <p:spPr>
            <a:xfrm>
              <a:off x="9881384" y="1614480"/>
              <a:ext cx="889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6" name="그룹 295">
            <a:extLst>
              <a:ext uri="{FF2B5EF4-FFF2-40B4-BE49-F238E27FC236}">
                <a16:creationId xmlns:a16="http://schemas.microsoft.com/office/drawing/2014/main" id="{340A2A8A-80C4-66F8-8CEE-00CB677A9A44}"/>
              </a:ext>
            </a:extLst>
          </p:cNvPr>
          <p:cNvGrpSpPr/>
          <p:nvPr/>
        </p:nvGrpSpPr>
        <p:grpSpPr>
          <a:xfrm rot="5400000">
            <a:off x="5815812" y="5730293"/>
            <a:ext cx="333854" cy="265476"/>
            <a:chOff x="1897846" y="5982921"/>
            <a:chExt cx="333854" cy="265476"/>
          </a:xfrm>
        </p:grpSpPr>
        <p:sp>
          <p:nvSpPr>
            <p:cNvPr id="297" name="타원 296">
              <a:extLst>
                <a:ext uri="{FF2B5EF4-FFF2-40B4-BE49-F238E27FC236}">
                  <a16:creationId xmlns:a16="http://schemas.microsoft.com/office/drawing/2014/main" id="{9817A025-2E8B-4340-ECAB-0D4912F85480}"/>
                </a:ext>
              </a:extLst>
            </p:cNvPr>
            <p:cNvSpPr/>
            <p:nvPr/>
          </p:nvSpPr>
          <p:spPr>
            <a:xfrm>
              <a:off x="1966224" y="5982921"/>
              <a:ext cx="265476" cy="26547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74ED64B6-AAB0-F3C3-9AC3-648552DBB0DB}"/>
                </a:ext>
              </a:extLst>
            </p:cNvPr>
            <p:cNvSpPr txBox="1"/>
            <p:nvPr/>
          </p:nvSpPr>
          <p:spPr>
            <a:xfrm>
              <a:off x="2102443" y="5982921"/>
              <a:ext cx="129257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/>
                <a:t>+</a:t>
              </a:r>
              <a:endParaRPr lang="ko-KR" altLang="en-US" sz="1000" b="1" dirty="0"/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CD5705E5-2530-C9A4-C836-FCFFEBEC863D}"/>
                </a:ext>
              </a:extLst>
            </p:cNvPr>
            <p:cNvSpPr txBox="1"/>
            <p:nvPr/>
          </p:nvSpPr>
          <p:spPr>
            <a:xfrm rot="5400000">
              <a:off x="1953488" y="5992448"/>
              <a:ext cx="134937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/>
                <a:t>-</a:t>
              </a:r>
              <a:endParaRPr lang="ko-KR" altLang="en-US" sz="1000" b="1" dirty="0"/>
            </a:p>
          </p:txBody>
        </p:sp>
      </p:grpSp>
      <p:grpSp>
        <p:nvGrpSpPr>
          <p:cNvPr id="300" name="그룹 299">
            <a:extLst>
              <a:ext uri="{FF2B5EF4-FFF2-40B4-BE49-F238E27FC236}">
                <a16:creationId xmlns:a16="http://schemas.microsoft.com/office/drawing/2014/main" id="{E3E98771-4A7C-47E8-1D2E-FC51F6C8FBC3}"/>
              </a:ext>
            </a:extLst>
          </p:cNvPr>
          <p:cNvGrpSpPr/>
          <p:nvPr/>
        </p:nvGrpSpPr>
        <p:grpSpPr>
          <a:xfrm>
            <a:off x="5820200" y="6032367"/>
            <a:ext cx="318565" cy="379383"/>
            <a:chOff x="9751401" y="1235097"/>
            <a:chExt cx="318565" cy="379383"/>
          </a:xfrm>
        </p:grpSpPr>
        <p:cxnSp>
          <p:nvCxnSpPr>
            <p:cNvPr id="301" name="직선 연결선 300">
              <a:extLst>
                <a:ext uri="{FF2B5EF4-FFF2-40B4-BE49-F238E27FC236}">
                  <a16:creationId xmlns:a16="http://schemas.microsoft.com/office/drawing/2014/main" id="{03AE8EF2-124A-C32E-7DD9-DE14AC514F5D}"/>
                </a:ext>
              </a:extLst>
            </p:cNvPr>
            <p:cNvCxnSpPr/>
            <p:nvPr/>
          </p:nvCxnSpPr>
          <p:spPr>
            <a:xfrm flipH="1">
              <a:off x="9910683" y="1235097"/>
              <a:ext cx="1" cy="25555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2" name="직선 연결선 301">
              <a:extLst>
                <a:ext uri="{FF2B5EF4-FFF2-40B4-BE49-F238E27FC236}">
                  <a16:creationId xmlns:a16="http://schemas.microsoft.com/office/drawing/2014/main" id="{BA4673B7-515A-5629-44B5-F79A275A5AF8}"/>
                </a:ext>
              </a:extLst>
            </p:cNvPr>
            <p:cNvCxnSpPr/>
            <p:nvPr/>
          </p:nvCxnSpPr>
          <p:spPr>
            <a:xfrm>
              <a:off x="9751401" y="1490655"/>
              <a:ext cx="31856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A541C27C-F4A6-9CE4-AF57-CC34210EE635}"/>
                </a:ext>
              </a:extLst>
            </p:cNvPr>
            <p:cNvCxnSpPr>
              <a:cxnSpLocks/>
            </p:cNvCxnSpPr>
            <p:nvPr/>
          </p:nvCxnSpPr>
          <p:spPr>
            <a:xfrm>
              <a:off x="9824234" y="1558696"/>
              <a:ext cx="1978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직선 연결선 303">
              <a:extLst>
                <a:ext uri="{FF2B5EF4-FFF2-40B4-BE49-F238E27FC236}">
                  <a16:creationId xmlns:a16="http://schemas.microsoft.com/office/drawing/2014/main" id="{D4F7DA75-EC19-FBDA-B7D2-BDA0EB44B931}"/>
                </a:ext>
              </a:extLst>
            </p:cNvPr>
            <p:cNvCxnSpPr>
              <a:cxnSpLocks/>
            </p:cNvCxnSpPr>
            <p:nvPr/>
          </p:nvCxnSpPr>
          <p:spPr>
            <a:xfrm>
              <a:off x="9881384" y="1614480"/>
              <a:ext cx="889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5" name="그룹 304">
            <a:extLst>
              <a:ext uri="{FF2B5EF4-FFF2-40B4-BE49-F238E27FC236}">
                <a16:creationId xmlns:a16="http://schemas.microsoft.com/office/drawing/2014/main" id="{982D54FA-2B41-12F7-CFE0-21CF30B95655}"/>
              </a:ext>
            </a:extLst>
          </p:cNvPr>
          <p:cNvGrpSpPr/>
          <p:nvPr/>
        </p:nvGrpSpPr>
        <p:grpSpPr>
          <a:xfrm>
            <a:off x="6310168" y="5343391"/>
            <a:ext cx="273449" cy="309900"/>
            <a:chOff x="1958251" y="5938497"/>
            <a:chExt cx="273449" cy="309900"/>
          </a:xfrm>
        </p:grpSpPr>
        <p:sp>
          <p:nvSpPr>
            <p:cNvPr id="306" name="타원 305">
              <a:extLst>
                <a:ext uri="{FF2B5EF4-FFF2-40B4-BE49-F238E27FC236}">
                  <a16:creationId xmlns:a16="http://schemas.microsoft.com/office/drawing/2014/main" id="{85519DDB-48AD-5C68-387D-A7504B575AD4}"/>
                </a:ext>
              </a:extLst>
            </p:cNvPr>
            <p:cNvSpPr/>
            <p:nvPr/>
          </p:nvSpPr>
          <p:spPr>
            <a:xfrm>
              <a:off x="1966224" y="5982921"/>
              <a:ext cx="265476" cy="26547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D8E94643-42FA-F798-4BDD-F2CEB46D6CE5}"/>
                </a:ext>
              </a:extLst>
            </p:cNvPr>
            <p:cNvSpPr txBox="1"/>
            <p:nvPr/>
          </p:nvSpPr>
          <p:spPr>
            <a:xfrm>
              <a:off x="2148055" y="5982921"/>
              <a:ext cx="83645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/>
                <a:t>+</a:t>
              </a:r>
              <a:endParaRPr lang="ko-KR" altLang="en-US" sz="1000" b="1" dirty="0"/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9C0586F8-8847-92CD-C24B-3015DB6ED39F}"/>
                </a:ext>
              </a:extLst>
            </p:cNvPr>
            <p:cNvSpPr txBox="1"/>
            <p:nvPr/>
          </p:nvSpPr>
          <p:spPr>
            <a:xfrm>
              <a:off x="1958251" y="5982921"/>
              <a:ext cx="82301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/>
                <a:t>-</a:t>
              </a:r>
              <a:endParaRPr lang="ko-KR" altLang="en-US" sz="1000" b="1" dirty="0"/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10C3C6E0-1335-D8DA-C5B5-4DB44A66E4F6}"/>
                </a:ext>
              </a:extLst>
            </p:cNvPr>
            <p:cNvSpPr txBox="1"/>
            <p:nvPr/>
          </p:nvSpPr>
          <p:spPr>
            <a:xfrm>
              <a:off x="2011895" y="5938497"/>
              <a:ext cx="170961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/>
                <a:t>RF</a:t>
              </a:r>
              <a:endParaRPr lang="ko-KR" altLang="en-US" sz="1000" b="1" dirty="0"/>
            </a:p>
          </p:txBody>
        </p:sp>
      </p:grpSp>
      <p:grpSp>
        <p:nvGrpSpPr>
          <p:cNvPr id="310" name="그룹 309">
            <a:extLst>
              <a:ext uri="{FF2B5EF4-FFF2-40B4-BE49-F238E27FC236}">
                <a16:creationId xmlns:a16="http://schemas.microsoft.com/office/drawing/2014/main" id="{909004AB-2059-2C16-AB57-7B6C632E2312}"/>
              </a:ext>
            </a:extLst>
          </p:cNvPr>
          <p:cNvGrpSpPr/>
          <p:nvPr/>
        </p:nvGrpSpPr>
        <p:grpSpPr>
          <a:xfrm>
            <a:off x="6588834" y="5420573"/>
            <a:ext cx="326231" cy="184094"/>
            <a:chOff x="7798594" y="4999887"/>
            <a:chExt cx="326231" cy="184094"/>
          </a:xfrm>
        </p:grpSpPr>
        <p:cxnSp>
          <p:nvCxnSpPr>
            <p:cNvPr id="311" name="직선 연결선 310">
              <a:extLst>
                <a:ext uri="{FF2B5EF4-FFF2-40B4-BE49-F238E27FC236}">
                  <a16:creationId xmlns:a16="http://schemas.microsoft.com/office/drawing/2014/main" id="{DE57085B-7FED-EBED-97E1-087EBD770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36230" y="5003006"/>
              <a:ext cx="0" cy="1809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직선 연결선 311">
              <a:extLst>
                <a:ext uri="{FF2B5EF4-FFF2-40B4-BE49-F238E27FC236}">
                  <a16:creationId xmlns:a16="http://schemas.microsoft.com/office/drawing/2014/main" id="{9992FFE1-0BF7-A3CD-8ACB-C8A8550B00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8594" y="5097518"/>
              <a:ext cx="137636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직선 연결선 312">
              <a:extLst>
                <a:ext uri="{FF2B5EF4-FFF2-40B4-BE49-F238E27FC236}">
                  <a16:creationId xmlns:a16="http://schemas.microsoft.com/office/drawing/2014/main" id="{DED565DF-F86C-AF82-1CD3-6101B2C46B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8143" y="5097518"/>
              <a:ext cx="12668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직선 연결선 313">
              <a:extLst>
                <a:ext uri="{FF2B5EF4-FFF2-40B4-BE49-F238E27FC236}">
                  <a16:creationId xmlns:a16="http://schemas.microsoft.com/office/drawing/2014/main" id="{927B5CFC-35E7-CDF1-F2E5-F33D67E4B5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98143" y="4999887"/>
              <a:ext cx="0" cy="1809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5" name="그룹 314">
            <a:extLst>
              <a:ext uri="{FF2B5EF4-FFF2-40B4-BE49-F238E27FC236}">
                <a16:creationId xmlns:a16="http://schemas.microsoft.com/office/drawing/2014/main" id="{3D50F6F1-4B77-F938-FA17-3D7D846F8E4D}"/>
              </a:ext>
            </a:extLst>
          </p:cNvPr>
          <p:cNvGrpSpPr/>
          <p:nvPr/>
        </p:nvGrpSpPr>
        <p:grpSpPr>
          <a:xfrm>
            <a:off x="5981291" y="5419515"/>
            <a:ext cx="326231" cy="184094"/>
            <a:chOff x="7798594" y="4999887"/>
            <a:chExt cx="326231" cy="184094"/>
          </a:xfrm>
        </p:grpSpPr>
        <p:cxnSp>
          <p:nvCxnSpPr>
            <p:cNvPr id="316" name="직선 연결선 315">
              <a:extLst>
                <a:ext uri="{FF2B5EF4-FFF2-40B4-BE49-F238E27FC236}">
                  <a16:creationId xmlns:a16="http://schemas.microsoft.com/office/drawing/2014/main" id="{26B0EC40-5C9B-8230-8C07-26BFB76A72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36230" y="5003006"/>
              <a:ext cx="0" cy="1809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직선 연결선 316">
              <a:extLst>
                <a:ext uri="{FF2B5EF4-FFF2-40B4-BE49-F238E27FC236}">
                  <a16:creationId xmlns:a16="http://schemas.microsoft.com/office/drawing/2014/main" id="{6C7317FB-75C9-C23F-C887-B1C5E4C5F9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8594" y="5097518"/>
              <a:ext cx="137636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직선 연결선 317">
              <a:extLst>
                <a:ext uri="{FF2B5EF4-FFF2-40B4-BE49-F238E27FC236}">
                  <a16:creationId xmlns:a16="http://schemas.microsoft.com/office/drawing/2014/main" id="{7E773EEA-F3C4-7203-8C55-F47FBE5849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98143" y="5097518"/>
              <a:ext cx="12668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직선 연결선 318">
              <a:extLst>
                <a:ext uri="{FF2B5EF4-FFF2-40B4-BE49-F238E27FC236}">
                  <a16:creationId xmlns:a16="http://schemas.microsoft.com/office/drawing/2014/main" id="{E98298CA-51F1-C7B5-116A-5874E06FBB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98143" y="4999887"/>
              <a:ext cx="0" cy="1809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4" name="타원 323">
            <a:extLst>
              <a:ext uri="{FF2B5EF4-FFF2-40B4-BE49-F238E27FC236}">
                <a16:creationId xmlns:a16="http://schemas.microsoft.com/office/drawing/2014/main" id="{8AF7654A-7A49-4FDE-0230-A27FCA9A7D25}"/>
              </a:ext>
            </a:extLst>
          </p:cNvPr>
          <p:cNvSpPr/>
          <p:nvPr/>
        </p:nvSpPr>
        <p:spPr>
          <a:xfrm>
            <a:off x="5959318" y="5493410"/>
            <a:ext cx="50154" cy="50154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BA3C74E0-6D20-00A3-8F80-8EC31B45B99E}"/>
              </a:ext>
            </a:extLst>
          </p:cNvPr>
          <p:cNvSpPr txBox="1"/>
          <p:nvPr/>
        </p:nvSpPr>
        <p:spPr>
          <a:xfrm>
            <a:off x="6155234" y="5770567"/>
            <a:ext cx="439648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000" b="1" dirty="0"/>
              <a:t>Q_DC-</a:t>
            </a:r>
            <a:endParaRPr lang="ko-KR" altLang="en-US" sz="1000" b="1" dirty="0"/>
          </a:p>
        </p:txBody>
      </p:sp>
      <p:cxnSp>
        <p:nvCxnSpPr>
          <p:cNvPr id="326" name="직선 연결선 325">
            <a:extLst>
              <a:ext uri="{FF2B5EF4-FFF2-40B4-BE49-F238E27FC236}">
                <a16:creationId xmlns:a16="http://schemas.microsoft.com/office/drawing/2014/main" id="{0867E7FA-901C-35C2-D9DE-63E54232CB72}"/>
              </a:ext>
            </a:extLst>
          </p:cNvPr>
          <p:cNvCxnSpPr>
            <a:cxnSpLocks/>
          </p:cNvCxnSpPr>
          <p:nvPr/>
        </p:nvCxnSpPr>
        <p:spPr>
          <a:xfrm flipV="1">
            <a:off x="5981543" y="2457061"/>
            <a:ext cx="0" cy="3280434"/>
          </a:xfrm>
          <a:prstGeom prst="line">
            <a:avLst/>
          </a:prstGeom>
          <a:ln w="158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직선 연결선 328">
            <a:extLst>
              <a:ext uri="{FF2B5EF4-FFF2-40B4-BE49-F238E27FC236}">
                <a16:creationId xmlns:a16="http://schemas.microsoft.com/office/drawing/2014/main" id="{4FCF4A81-7695-C7C3-5B6D-C2A52B765DBF}"/>
              </a:ext>
            </a:extLst>
          </p:cNvPr>
          <p:cNvCxnSpPr>
            <a:cxnSpLocks/>
          </p:cNvCxnSpPr>
          <p:nvPr/>
        </p:nvCxnSpPr>
        <p:spPr>
          <a:xfrm flipV="1">
            <a:off x="6905373" y="2028066"/>
            <a:ext cx="0" cy="3709429"/>
          </a:xfrm>
          <a:prstGeom prst="line">
            <a:avLst/>
          </a:prstGeom>
          <a:ln w="158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6" name="그룹 335">
            <a:extLst>
              <a:ext uri="{FF2B5EF4-FFF2-40B4-BE49-F238E27FC236}">
                <a16:creationId xmlns:a16="http://schemas.microsoft.com/office/drawing/2014/main" id="{F3FE96BB-2527-8F79-F3EB-3A15335132C7}"/>
              </a:ext>
            </a:extLst>
          </p:cNvPr>
          <p:cNvGrpSpPr/>
          <p:nvPr/>
        </p:nvGrpSpPr>
        <p:grpSpPr>
          <a:xfrm>
            <a:off x="8421364" y="6030373"/>
            <a:ext cx="318565" cy="379383"/>
            <a:chOff x="9751401" y="1235097"/>
            <a:chExt cx="318565" cy="379383"/>
          </a:xfrm>
        </p:grpSpPr>
        <p:cxnSp>
          <p:nvCxnSpPr>
            <p:cNvPr id="337" name="직선 연결선 336">
              <a:extLst>
                <a:ext uri="{FF2B5EF4-FFF2-40B4-BE49-F238E27FC236}">
                  <a16:creationId xmlns:a16="http://schemas.microsoft.com/office/drawing/2014/main" id="{B73D8867-DAA8-7ABA-17E5-EC93EFE536B8}"/>
                </a:ext>
              </a:extLst>
            </p:cNvPr>
            <p:cNvCxnSpPr/>
            <p:nvPr/>
          </p:nvCxnSpPr>
          <p:spPr>
            <a:xfrm flipH="1">
              <a:off x="9910683" y="1235097"/>
              <a:ext cx="1" cy="25555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8" name="직선 연결선 337">
              <a:extLst>
                <a:ext uri="{FF2B5EF4-FFF2-40B4-BE49-F238E27FC236}">
                  <a16:creationId xmlns:a16="http://schemas.microsoft.com/office/drawing/2014/main" id="{0A70F0E8-C2CE-57A2-63A8-3308542FC708}"/>
                </a:ext>
              </a:extLst>
            </p:cNvPr>
            <p:cNvCxnSpPr/>
            <p:nvPr/>
          </p:nvCxnSpPr>
          <p:spPr>
            <a:xfrm>
              <a:off x="9751401" y="1490655"/>
              <a:ext cx="31856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직선 연결선 338">
              <a:extLst>
                <a:ext uri="{FF2B5EF4-FFF2-40B4-BE49-F238E27FC236}">
                  <a16:creationId xmlns:a16="http://schemas.microsoft.com/office/drawing/2014/main" id="{13935E0F-51B3-D727-85E6-F26A7B98F93F}"/>
                </a:ext>
              </a:extLst>
            </p:cNvPr>
            <p:cNvCxnSpPr>
              <a:cxnSpLocks/>
            </p:cNvCxnSpPr>
            <p:nvPr/>
          </p:nvCxnSpPr>
          <p:spPr>
            <a:xfrm>
              <a:off x="9824234" y="1558696"/>
              <a:ext cx="1978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직선 연결선 339">
              <a:extLst>
                <a:ext uri="{FF2B5EF4-FFF2-40B4-BE49-F238E27FC236}">
                  <a16:creationId xmlns:a16="http://schemas.microsoft.com/office/drawing/2014/main" id="{21DF57C1-4E72-FB53-B160-CCC865181313}"/>
                </a:ext>
              </a:extLst>
            </p:cNvPr>
            <p:cNvCxnSpPr>
              <a:cxnSpLocks/>
            </p:cNvCxnSpPr>
            <p:nvPr/>
          </p:nvCxnSpPr>
          <p:spPr>
            <a:xfrm>
              <a:off x="9881384" y="1614480"/>
              <a:ext cx="889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4" name="직선 연결선 343">
            <a:extLst>
              <a:ext uri="{FF2B5EF4-FFF2-40B4-BE49-F238E27FC236}">
                <a16:creationId xmlns:a16="http://schemas.microsoft.com/office/drawing/2014/main" id="{D5B984DA-5EC2-C9A9-8F90-7F92825F038B}"/>
              </a:ext>
            </a:extLst>
          </p:cNvPr>
          <p:cNvCxnSpPr>
            <a:cxnSpLocks/>
          </p:cNvCxnSpPr>
          <p:nvPr/>
        </p:nvCxnSpPr>
        <p:spPr>
          <a:xfrm flipV="1">
            <a:off x="8584852" y="2359350"/>
            <a:ext cx="0" cy="369461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TextBox 347">
            <a:extLst>
              <a:ext uri="{FF2B5EF4-FFF2-40B4-BE49-F238E27FC236}">
                <a16:creationId xmlns:a16="http://schemas.microsoft.com/office/drawing/2014/main" id="{9F6A93B4-79CE-0049-42DD-C347EF4098E5}"/>
              </a:ext>
            </a:extLst>
          </p:cNvPr>
          <p:cNvSpPr txBox="1"/>
          <p:nvPr/>
        </p:nvSpPr>
        <p:spPr>
          <a:xfrm>
            <a:off x="7067626" y="5994225"/>
            <a:ext cx="550669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b="1" dirty="0">
                <a:solidFill>
                  <a:srgbClr val="0070C0"/>
                </a:solidFill>
              </a:rPr>
              <a:t>0..+210V</a:t>
            </a: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38207F8B-A6B6-BF91-DE81-92D59F947AE2}"/>
              </a:ext>
            </a:extLst>
          </p:cNvPr>
          <p:cNvSpPr txBox="1"/>
          <p:nvPr/>
        </p:nvSpPr>
        <p:spPr>
          <a:xfrm>
            <a:off x="6039547" y="6004712"/>
            <a:ext cx="595958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b="1" dirty="0">
                <a:solidFill>
                  <a:srgbClr val="0070C0"/>
                </a:solidFill>
              </a:rPr>
              <a:t>-105..+105V</a:t>
            </a: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F462F176-B317-9E6C-CA9A-B430FFF62ED2}"/>
              </a:ext>
            </a:extLst>
          </p:cNvPr>
          <p:cNvSpPr txBox="1"/>
          <p:nvPr/>
        </p:nvSpPr>
        <p:spPr>
          <a:xfrm>
            <a:off x="3695236" y="5969533"/>
            <a:ext cx="534772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b="1" dirty="0">
                <a:solidFill>
                  <a:srgbClr val="0070C0"/>
                </a:solidFill>
              </a:rPr>
              <a:t>0..+105V</a:t>
            </a: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107A3BB8-7FA1-2181-AD31-3C8430B57AA3}"/>
              </a:ext>
            </a:extLst>
          </p:cNvPr>
          <p:cNvSpPr txBox="1"/>
          <p:nvPr/>
        </p:nvSpPr>
        <p:spPr>
          <a:xfrm>
            <a:off x="4879998" y="5886455"/>
            <a:ext cx="519744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b="1" dirty="0">
                <a:solidFill>
                  <a:srgbClr val="0070C0"/>
                </a:solidFill>
              </a:rPr>
              <a:t>0..+105V</a:t>
            </a: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74DF5DF8-9A63-0039-6AE0-4634DAF8B1F9}"/>
              </a:ext>
            </a:extLst>
          </p:cNvPr>
          <p:cNvSpPr txBox="1"/>
          <p:nvPr/>
        </p:nvSpPr>
        <p:spPr>
          <a:xfrm>
            <a:off x="2237781" y="6018065"/>
            <a:ext cx="68750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b="1" dirty="0">
                <a:solidFill>
                  <a:srgbClr val="0070C0"/>
                </a:solidFill>
              </a:rPr>
              <a:t>-105..+105V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1D43991F-4FFE-ABB2-C5CD-04EEE1D38D58}"/>
              </a:ext>
            </a:extLst>
          </p:cNvPr>
          <p:cNvSpPr txBox="1"/>
          <p:nvPr/>
        </p:nvSpPr>
        <p:spPr>
          <a:xfrm>
            <a:off x="1376471" y="5190835"/>
            <a:ext cx="51974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/>
              <a:t>FIL_3V</a:t>
            </a:r>
          </a:p>
        </p:txBody>
      </p:sp>
      <p:cxnSp>
        <p:nvCxnSpPr>
          <p:cNvPr id="359" name="직선 연결선 358">
            <a:extLst>
              <a:ext uri="{FF2B5EF4-FFF2-40B4-BE49-F238E27FC236}">
                <a16:creationId xmlns:a16="http://schemas.microsoft.com/office/drawing/2014/main" id="{64315300-946C-1F32-1530-4EC118F46C67}"/>
              </a:ext>
            </a:extLst>
          </p:cNvPr>
          <p:cNvCxnSpPr>
            <a:cxnSpLocks/>
          </p:cNvCxnSpPr>
          <p:nvPr/>
        </p:nvCxnSpPr>
        <p:spPr>
          <a:xfrm>
            <a:off x="2004425" y="5433624"/>
            <a:ext cx="0" cy="108722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4" name="그룹 353">
            <a:extLst>
              <a:ext uri="{FF2B5EF4-FFF2-40B4-BE49-F238E27FC236}">
                <a16:creationId xmlns:a16="http://schemas.microsoft.com/office/drawing/2014/main" id="{E8236BBA-CC69-86FF-A4EC-352445B09D80}"/>
              </a:ext>
            </a:extLst>
          </p:cNvPr>
          <p:cNvGrpSpPr/>
          <p:nvPr/>
        </p:nvGrpSpPr>
        <p:grpSpPr>
          <a:xfrm rot="16200000">
            <a:off x="1839195" y="5198406"/>
            <a:ext cx="333854" cy="265476"/>
            <a:chOff x="1897846" y="5982921"/>
            <a:chExt cx="333854" cy="265476"/>
          </a:xfrm>
        </p:grpSpPr>
        <p:sp>
          <p:nvSpPr>
            <p:cNvPr id="355" name="타원 354">
              <a:extLst>
                <a:ext uri="{FF2B5EF4-FFF2-40B4-BE49-F238E27FC236}">
                  <a16:creationId xmlns:a16="http://schemas.microsoft.com/office/drawing/2014/main" id="{6EF91655-373B-D187-BA6F-B7B1E92F6B52}"/>
                </a:ext>
              </a:extLst>
            </p:cNvPr>
            <p:cNvSpPr/>
            <p:nvPr/>
          </p:nvSpPr>
          <p:spPr>
            <a:xfrm>
              <a:off x="1966224" y="5982921"/>
              <a:ext cx="265476" cy="26547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43BD13B6-BC8D-093D-12D5-6F9F591403FE}"/>
                </a:ext>
              </a:extLst>
            </p:cNvPr>
            <p:cNvSpPr txBox="1"/>
            <p:nvPr/>
          </p:nvSpPr>
          <p:spPr>
            <a:xfrm>
              <a:off x="2102443" y="5982921"/>
              <a:ext cx="129257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/>
                <a:t>+</a:t>
              </a:r>
              <a:endParaRPr lang="ko-KR" altLang="en-US" sz="1000" b="1" dirty="0"/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29AC4714-C61C-9E4E-C4AD-F95EFC40F456}"/>
                </a:ext>
              </a:extLst>
            </p:cNvPr>
            <p:cNvSpPr txBox="1"/>
            <p:nvPr/>
          </p:nvSpPr>
          <p:spPr>
            <a:xfrm rot="5400000">
              <a:off x="1953488" y="5992448"/>
              <a:ext cx="134937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b="1" dirty="0"/>
                <a:t>-</a:t>
              </a:r>
              <a:endParaRPr lang="ko-KR" altLang="en-US" sz="1000" b="1" dirty="0"/>
            </a:p>
          </p:txBody>
        </p:sp>
      </p:grpSp>
      <p:cxnSp>
        <p:nvCxnSpPr>
          <p:cNvPr id="361" name="직선 연결선 360">
            <a:extLst>
              <a:ext uri="{FF2B5EF4-FFF2-40B4-BE49-F238E27FC236}">
                <a16:creationId xmlns:a16="http://schemas.microsoft.com/office/drawing/2014/main" id="{650A8998-5BB2-6606-08A2-EAD070615086}"/>
              </a:ext>
            </a:extLst>
          </p:cNvPr>
          <p:cNvCxnSpPr>
            <a:cxnSpLocks/>
          </p:cNvCxnSpPr>
          <p:nvPr/>
        </p:nvCxnSpPr>
        <p:spPr>
          <a:xfrm>
            <a:off x="2004425" y="5044581"/>
            <a:ext cx="0" cy="113532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" name="타원 321">
            <a:extLst>
              <a:ext uri="{FF2B5EF4-FFF2-40B4-BE49-F238E27FC236}">
                <a16:creationId xmlns:a16="http://schemas.microsoft.com/office/drawing/2014/main" id="{4EBDC379-1AE1-99E4-E0CE-667774615B58}"/>
              </a:ext>
            </a:extLst>
          </p:cNvPr>
          <p:cNvSpPr/>
          <p:nvPr/>
        </p:nvSpPr>
        <p:spPr>
          <a:xfrm>
            <a:off x="6882720" y="5498853"/>
            <a:ext cx="50154" cy="50154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</a:endParaRPr>
          </a:p>
        </p:txBody>
      </p:sp>
      <p:grpSp>
        <p:nvGrpSpPr>
          <p:cNvPr id="372" name="그룹 371">
            <a:extLst>
              <a:ext uri="{FF2B5EF4-FFF2-40B4-BE49-F238E27FC236}">
                <a16:creationId xmlns:a16="http://schemas.microsoft.com/office/drawing/2014/main" id="{BA95987C-179F-F4AB-83A3-235D9D4658CB}"/>
              </a:ext>
            </a:extLst>
          </p:cNvPr>
          <p:cNvGrpSpPr/>
          <p:nvPr/>
        </p:nvGrpSpPr>
        <p:grpSpPr>
          <a:xfrm>
            <a:off x="1723173" y="4179949"/>
            <a:ext cx="145127" cy="319289"/>
            <a:chOff x="818029" y="3340691"/>
            <a:chExt cx="145127" cy="319289"/>
          </a:xfrm>
        </p:grpSpPr>
        <p:sp>
          <p:nvSpPr>
            <p:cNvPr id="366" name="타원 365">
              <a:extLst>
                <a:ext uri="{FF2B5EF4-FFF2-40B4-BE49-F238E27FC236}">
                  <a16:creationId xmlns:a16="http://schemas.microsoft.com/office/drawing/2014/main" id="{84E9A5A1-5D50-C3B4-AFC6-577062D95BEE}"/>
                </a:ext>
              </a:extLst>
            </p:cNvPr>
            <p:cNvSpPr/>
            <p:nvPr/>
          </p:nvSpPr>
          <p:spPr>
            <a:xfrm>
              <a:off x="883529" y="3588139"/>
              <a:ext cx="71841" cy="7184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367" name="타원 366">
              <a:extLst>
                <a:ext uri="{FF2B5EF4-FFF2-40B4-BE49-F238E27FC236}">
                  <a16:creationId xmlns:a16="http://schemas.microsoft.com/office/drawing/2014/main" id="{E79FD6AD-AA7A-B4F3-BB56-9B7BADD1B391}"/>
                </a:ext>
              </a:extLst>
            </p:cNvPr>
            <p:cNvSpPr/>
            <p:nvPr/>
          </p:nvSpPr>
          <p:spPr>
            <a:xfrm>
              <a:off x="891315" y="3340691"/>
              <a:ext cx="71841" cy="7184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68" name="직선 연결선 367">
              <a:extLst>
                <a:ext uri="{FF2B5EF4-FFF2-40B4-BE49-F238E27FC236}">
                  <a16:creationId xmlns:a16="http://schemas.microsoft.com/office/drawing/2014/main" id="{5E88522F-C0BD-7628-5529-D525212ECB14}"/>
                </a:ext>
              </a:extLst>
            </p:cNvPr>
            <p:cNvCxnSpPr>
              <a:cxnSpLocks/>
              <a:endCxn id="366" idx="1"/>
            </p:cNvCxnSpPr>
            <p:nvPr/>
          </p:nvCxnSpPr>
          <p:spPr>
            <a:xfrm>
              <a:off x="818029" y="3366887"/>
              <a:ext cx="76021" cy="2317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DF477B86-AEF0-D6A6-4635-F3F01BE6F4FE}"/>
              </a:ext>
            </a:extLst>
          </p:cNvPr>
          <p:cNvCxnSpPr>
            <a:cxnSpLocks/>
          </p:cNvCxnSpPr>
          <p:nvPr/>
        </p:nvCxnSpPr>
        <p:spPr>
          <a:xfrm>
            <a:off x="1826025" y="4489061"/>
            <a:ext cx="0" cy="1322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3" name="그룹 372">
            <a:extLst>
              <a:ext uri="{FF2B5EF4-FFF2-40B4-BE49-F238E27FC236}">
                <a16:creationId xmlns:a16="http://schemas.microsoft.com/office/drawing/2014/main" id="{470CFFCD-0A03-B0FA-5987-4769939F3B10}"/>
              </a:ext>
            </a:extLst>
          </p:cNvPr>
          <p:cNvGrpSpPr/>
          <p:nvPr/>
        </p:nvGrpSpPr>
        <p:grpSpPr>
          <a:xfrm>
            <a:off x="2063878" y="4179949"/>
            <a:ext cx="145127" cy="319289"/>
            <a:chOff x="818029" y="3340691"/>
            <a:chExt cx="145127" cy="319289"/>
          </a:xfrm>
        </p:grpSpPr>
        <p:sp>
          <p:nvSpPr>
            <p:cNvPr id="374" name="타원 373">
              <a:extLst>
                <a:ext uri="{FF2B5EF4-FFF2-40B4-BE49-F238E27FC236}">
                  <a16:creationId xmlns:a16="http://schemas.microsoft.com/office/drawing/2014/main" id="{0801916C-05AF-555E-2CB5-997268095DC6}"/>
                </a:ext>
              </a:extLst>
            </p:cNvPr>
            <p:cNvSpPr/>
            <p:nvPr/>
          </p:nvSpPr>
          <p:spPr>
            <a:xfrm>
              <a:off x="883529" y="3588139"/>
              <a:ext cx="71841" cy="7184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375" name="타원 374">
              <a:extLst>
                <a:ext uri="{FF2B5EF4-FFF2-40B4-BE49-F238E27FC236}">
                  <a16:creationId xmlns:a16="http://schemas.microsoft.com/office/drawing/2014/main" id="{C6F30EC7-5AF4-3988-6E2D-E2691AD1E68A}"/>
                </a:ext>
              </a:extLst>
            </p:cNvPr>
            <p:cNvSpPr/>
            <p:nvPr/>
          </p:nvSpPr>
          <p:spPr>
            <a:xfrm>
              <a:off x="891315" y="3340691"/>
              <a:ext cx="71841" cy="7184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76" name="직선 연결선 375">
              <a:extLst>
                <a:ext uri="{FF2B5EF4-FFF2-40B4-BE49-F238E27FC236}">
                  <a16:creationId xmlns:a16="http://schemas.microsoft.com/office/drawing/2014/main" id="{3314CBBF-2D8F-B019-EFDB-D797220A97A9}"/>
                </a:ext>
              </a:extLst>
            </p:cNvPr>
            <p:cNvCxnSpPr>
              <a:cxnSpLocks/>
              <a:endCxn id="374" idx="1"/>
            </p:cNvCxnSpPr>
            <p:nvPr/>
          </p:nvCxnSpPr>
          <p:spPr>
            <a:xfrm>
              <a:off x="818029" y="3366887"/>
              <a:ext cx="76021" cy="2317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F0CE5D17-13C8-8735-1DBD-5ABEFDF834E7}"/>
              </a:ext>
            </a:extLst>
          </p:cNvPr>
          <p:cNvCxnSpPr>
            <a:cxnSpLocks/>
          </p:cNvCxnSpPr>
          <p:nvPr/>
        </p:nvCxnSpPr>
        <p:spPr>
          <a:xfrm>
            <a:off x="1827903" y="4621308"/>
            <a:ext cx="3395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BF0A2BAE-289C-BEFE-9DBB-DD73E7AC33AC}"/>
              </a:ext>
            </a:extLst>
          </p:cNvPr>
          <p:cNvCxnSpPr>
            <a:cxnSpLocks/>
          </p:cNvCxnSpPr>
          <p:nvPr/>
        </p:nvCxnSpPr>
        <p:spPr>
          <a:xfrm>
            <a:off x="2167427" y="4504936"/>
            <a:ext cx="0" cy="116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타원 379">
            <a:extLst>
              <a:ext uri="{FF2B5EF4-FFF2-40B4-BE49-F238E27FC236}">
                <a16:creationId xmlns:a16="http://schemas.microsoft.com/office/drawing/2014/main" id="{444268D6-3EF5-B09A-D5AC-56379049AB85}"/>
              </a:ext>
            </a:extLst>
          </p:cNvPr>
          <p:cNvSpPr/>
          <p:nvPr/>
        </p:nvSpPr>
        <p:spPr>
          <a:xfrm>
            <a:off x="1950800" y="4569348"/>
            <a:ext cx="104775" cy="1047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8A0603C1-8A34-5F7F-37F6-56FFF40061AE}"/>
              </a:ext>
            </a:extLst>
          </p:cNvPr>
          <p:cNvCxnSpPr>
            <a:cxnSpLocks/>
          </p:cNvCxnSpPr>
          <p:nvPr/>
        </p:nvCxnSpPr>
        <p:spPr>
          <a:xfrm>
            <a:off x="2003188" y="4599629"/>
            <a:ext cx="0" cy="192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EE91EE0F-7887-9E6C-7AE0-7187B5C4352D}"/>
              </a:ext>
            </a:extLst>
          </p:cNvPr>
          <p:cNvCxnSpPr>
            <a:cxnSpLocks/>
          </p:cNvCxnSpPr>
          <p:nvPr/>
        </p:nvCxnSpPr>
        <p:spPr>
          <a:xfrm flipV="1">
            <a:off x="1834118" y="397154"/>
            <a:ext cx="0" cy="3772407"/>
          </a:xfrm>
          <a:prstGeom prst="line">
            <a:avLst/>
          </a:prstGeom>
          <a:ln w="158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직선 연결선 388">
            <a:extLst>
              <a:ext uri="{FF2B5EF4-FFF2-40B4-BE49-F238E27FC236}">
                <a16:creationId xmlns:a16="http://schemas.microsoft.com/office/drawing/2014/main" id="{F29700E5-7CE5-273F-882D-5D4BD5BC6296}"/>
              </a:ext>
            </a:extLst>
          </p:cNvPr>
          <p:cNvCxnSpPr>
            <a:cxnSpLocks/>
          </p:cNvCxnSpPr>
          <p:nvPr/>
        </p:nvCxnSpPr>
        <p:spPr>
          <a:xfrm flipH="1">
            <a:off x="1834118" y="396543"/>
            <a:ext cx="1411329" cy="0"/>
          </a:xfrm>
          <a:prstGeom prst="line">
            <a:avLst/>
          </a:prstGeom>
          <a:ln w="158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2" name="타원 391">
            <a:extLst>
              <a:ext uri="{FF2B5EF4-FFF2-40B4-BE49-F238E27FC236}">
                <a16:creationId xmlns:a16="http://schemas.microsoft.com/office/drawing/2014/main" id="{BA736657-0C59-FE45-9FAB-9A2FD007C09F}"/>
              </a:ext>
            </a:extLst>
          </p:cNvPr>
          <p:cNvSpPr/>
          <p:nvPr/>
        </p:nvSpPr>
        <p:spPr>
          <a:xfrm>
            <a:off x="3205760" y="344155"/>
            <a:ext cx="104775" cy="1047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</a:endParaRPr>
          </a:p>
        </p:txBody>
      </p:sp>
      <p:cxnSp>
        <p:nvCxnSpPr>
          <p:cNvPr id="394" name="직선 연결선 393">
            <a:extLst>
              <a:ext uri="{FF2B5EF4-FFF2-40B4-BE49-F238E27FC236}">
                <a16:creationId xmlns:a16="http://schemas.microsoft.com/office/drawing/2014/main" id="{460A60AE-2E2A-D8FB-BACC-B3887C0FF594}"/>
              </a:ext>
            </a:extLst>
          </p:cNvPr>
          <p:cNvCxnSpPr>
            <a:cxnSpLocks/>
          </p:cNvCxnSpPr>
          <p:nvPr/>
        </p:nvCxnSpPr>
        <p:spPr>
          <a:xfrm flipV="1">
            <a:off x="2169014" y="4062413"/>
            <a:ext cx="0" cy="107148"/>
          </a:xfrm>
          <a:prstGeom prst="line">
            <a:avLst/>
          </a:prstGeom>
          <a:ln w="158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직선 연결선 395">
            <a:extLst>
              <a:ext uri="{FF2B5EF4-FFF2-40B4-BE49-F238E27FC236}">
                <a16:creationId xmlns:a16="http://schemas.microsoft.com/office/drawing/2014/main" id="{F070EB6B-ACEA-2BF7-6F39-7C358CD0C612}"/>
              </a:ext>
            </a:extLst>
          </p:cNvPr>
          <p:cNvCxnSpPr>
            <a:cxnSpLocks/>
          </p:cNvCxnSpPr>
          <p:nvPr/>
        </p:nvCxnSpPr>
        <p:spPr>
          <a:xfrm flipH="1">
            <a:off x="2173777" y="4067499"/>
            <a:ext cx="1070083" cy="0"/>
          </a:xfrm>
          <a:prstGeom prst="line">
            <a:avLst/>
          </a:prstGeom>
          <a:ln w="158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TextBox 398">
            <a:extLst>
              <a:ext uri="{FF2B5EF4-FFF2-40B4-BE49-F238E27FC236}">
                <a16:creationId xmlns:a16="http://schemas.microsoft.com/office/drawing/2014/main" id="{6054CDF6-C44B-4A9E-779B-ECBD798A8C74}"/>
              </a:ext>
            </a:extLst>
          </p:cNvPr>
          <p:cNvSpPr txBox="1"/>
          <p:nvPr/>
        </p:nvSpPr>
        <p:spPr>
          <a:xfrm>
            <a:off x="1430711" y="3881834"/>
            <a:ext cx="389380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70C0"/>
                </a:solidFill>
              </a:rPr>
              <a:t>FIL1_V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D3743B32-7D3C-7668-DF43-EA72542DCDA1}"/>
              </a:ext>
            </a:extLst>
          </p:cNvPr>
          <p:cNvSpPr txBox="1"/>
          <p:nvPr/>
        </p:nvSpPr>
        <p:spPr>
          <a:xfrm>
            <a:off x="2142632" y="3881834"/>
            <a:ext cx="389380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70C0"/>
                </a:solidFill>
              </a:rPr>
              <a:t>FIL2_V</a:t>
            </a:r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06E1C99C-32E0-9D04-2306-CEC845C956D6}"/>
              </a:ext>
            </a:extLst>
          </p:cNvPr>
          <p:cNvSpPr txBox="1"/>
          <p:nvPr/>
        </p:nvSpPr>
        <p:spPr>
          <a:xfrm>
            <a:off x="1509592" y="4242797"/>
            <a:ext cx="233972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0070C0"/>
                </a:solidFill>
              </a:rPr>
              <a:t>FET</a:t>
            </a:r>
            <a:endParaRPr lang="ko-KR" altLang="en-US" sz="1000" dirty="0">
              <a:solidFill>
                <a:srgbClr val="0070C0"/>
              </a:solidFill>
            </a:endParaRPr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35F90318-2C86-3F94-C4EA-DECA44574B9F}"/>
              </a:ext>
            </a:extLst>
          </p:cNvPr>
          <p:cNvSpPr txBox="1"/>
          <p:nvPr/>
        </p:nvSpPr>
        <p:spPr>
          <a:xfrm>
            <a:off x="2218345" y="4245138"/>
            <a:ext cx="233972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0070C0"/>
                </a:solidFill>
              </a:rPr>
              <a:t>FET</a:t>
            </a:r>
            <a:endParaRPr lang="ko-KR" altLang="en-US" sz="1000" dirty="0">
              <a:solidFill>
                <a:srgbClr val="0070C0"/>
              </a:solidFill>
            </a:endParaRPr>
          </a:p>
        </p:txBody>
      </p:sp>
      <p:cxnSp>
        <p:nvCxnSpPr>
          <p:cNvPr id="411" name="직선 연결선 410">
            <a:extLst>
              <a:ext uri="{FF2B5EF4-FFF2-40B4-BE49-F238E27FC236}">
                <a16:creationId xmlns:a16="http://schemas.microsoft.com/office/drawing/2014/main" id="{3509D5AE-B1E1-1AB9-F65A-88557C8CE58E}"/>
              </a:ext>
            </a:extLst>
          </p:cNvPr>
          <p:cNvCxnSpPr>
            <a:cxnSpLocks/>
          </p:cNvCxnSpPr>
          <p:nvPr/>
        </p:nvCxnSpPr>
        <p:spPr>
          <a:xfrm>
            <a:off x="3504041" y="5313946"/>
            <a:ext cx="0" cy="454352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E6A7A92F-26A7-EFE5-B5C6-0B3312B4DA56}"/>
              </a:ext>
            </a:extLst>
          </p:cNvPr>
          <p:cNvSpPr/>
          <p:nvPr/>
        </p:nvSpPr>
        <p:spPr>
          <a:xfrm rot="16200000" flipH="1">
            <a:off x="3445976" y="5393691"/>
            <a:ext cx="118300" cy="74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  <a:latin typeface="+mn-ea"/>
              </a:rPr>
              <a:t>50</a:t>
            </a:r>
            <a:endParaRPr lang="ko-KR" altLang="en-US" sz="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15" name="직선 연결선 414">
            <a:extLst>
              <a:ext uri="{FF2B5EF4-FFF2-40B4-BE49-F238E27FC236}">
                <a16:creationId xmlns:a16="http://schemas.microsoft.com/office/drawing/2014/main" id="{551DE33E-AE5E-5F4C-B9C4-7879DE5EEE26}"/>
              </a:ext>
            </a:extLst>
          </p:cNvPr>
          <p:cNvCxnSpPr>
            <a:cxnSpLocks/>
          </p:cNvCxnSpPr>
          <p:nvPr/>
        </p:nvCxnSpPr>
        <p:spPr>
          <a:xfrm>
            <a:off x="4709683" y="3215809"/>
            <a:ext cx="0" cy="2547062"/>
          </a:xfrm>
          <a:prstGeom prst="line">
            <a:avLst/>
          </a:prstGeom>
          <a:ln w="158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0" name="타원 419">
            <a:extLst>
              <a:ext uri="{FF2B5EF4-FFF2-40B4-BE49-F238E27FC236}">
                <a16:creationId xmlns:a16="http://schemas.microsoft.com/office/drawing/2014/main" id="{49E04D9C-065C-BDC1-19EC-DE772D73D6E7}"/>
              </a:ext>
            </a:extLst>
          </p:cNvPr>
          <p:cNvSpPr/>
          <p:nvPr/>
        </p:nvSpPr>
        <p:spPr>
          <a:xfrm>
            <a:off x="7219295" y="3156275"/>
            <a:ext cx="104775" cy="1047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</a:endParaRPr>
          </a:p>
        </p:txBody>
      </p:sp>
      <p:grpSp>
        <p:nvGrpSpPr>
          <p:cNvPr id="424" name="그룹 423">
            <a:extLst>
              <a:ext uri="{FF2B5EF4-FFF2-40B4-BE49-F238E27FC236}">
                <a16:creationId xmlns:a16="http://schemas.microsoft.com/office/drawing/2014/main" id="{B8F2A4B7-D98B-694A-236D-2A3FF667EDD7}"/>
              </a:ext>
            </a:extLst>
          </p:cNvPr>
          <p:cNvGrpSpPr/>
          <p:nvPr/>
        </p:nvGrpSpPr>
        <p:grpSpPr>
          <a:xfrm>
            <a:off x="1743564" y="4748226"/>
            <a:ext cx="94508" cy="305639"/>
            <a:chOff x="4863259" y="5891568"/>
            <a:chExt cx="94508" cy="305639"/>
          </a:xfrm>
        </p:grpSpPr>
        <p:cxnSp>
          <p:nvCxnSpPr>
            <p:cNvPr id="422" name="직선 연결선 421">
              <a:extLst>
                <a:ext uri="{FF2B5EF4-FFF2-40B4-BE49-F238E27FC236}">
                  <a16:creationId xmlns:a16="http://schemas.microsoft.com/office/drawing/2014/main" id="{7E8C1921-26D1-5611-1456-BBB66D6FB574}"/>
                </a:ext>
              </a:extLst>
            </p:cNvPr>
            <p:cNvCxnSpPr>
              <a:cxnSpLocks/>
            </p:cNvCxnSpPr>
            <p:nvPr/>
          </p:nvCxnSpPr>
          <p:spPr>
            <a:xfrm>
              <a:off x="4916025" y="5891568"/>
              <a:ext cx="0" cy="3056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1" name="직사각형 420">
              <a:extLst>
                <a:ext uri="{FF2B5EF4-FFF2-40B4-BE49-F238E27FC236}">
                  <a16:creationId xmlns:a16="http://schemas.microsoft.com/office/drawing/2014/main" id="{CA5CFAF5-F777-9BDB-1F77-F4B9B5E7D9D6}"/>
                </a:ext>
              </a:extLst>
            </p:cNvPr>
            <p:cNvSpPr/>
            <p:nvPr/>
          </p:nvSpPr>
          <p:spPr>
            <a:xfrm rot="16200000" flipH="1">
              <a:off x="4813162" y="5994262"/>
              <a:ext cx="194701" cy="945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</a:rPr>
                <a:t>0.005</a:t>
              </a:r>
              <a:endParaRPr lang="ko-KR" altLang="en-US" sz="600" dirty="0">
                <a:solidFill>
                  <a:schemeClr val="tx1"/>
                </a:solidFill>
                <a:latin typeface="+mn-ea"/>
              </a:endParaRPr>
            </a:p>
          </p:txBody>
        </p:sp>
      </p:grp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1373810-AA30-545B-CD12-3ADBCA62ABA0}"/>
              </a:ext>
            </a:extLst>
          </p:cNvPr>
          <p:cNvCxnSpPr>
            <a:cxnSpLocks/>
          </p:cNvCxnSpPr>
          <p:nvPr/>
        </p:nvCxnSpPr>
        <p:spPr>
          <a:xfrm flipH="1">
            <a:off x="2935137" y="4843453"/>
            <a:ext cx="568904" cy="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61EB248-08B6-4274-9764-4751537CB38A}"/>
              </a:ext>
            </a:extLst>
          </p:cNvPr>
          <p:cNvSpPr txBox="1"/>
          <p:nvPr/>
        </p:nvSpPr>
        <p:spPr>
          <a:xfrm>
            <a:off x="2672096" y="4741370"/>
            <a:ext cx="235973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-70V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BBC4B2-EC2A-4E7D-0287-A22467A644DD}"/>
              </a:ext>
            </a:extLst>
          </p:cNvPr>
          <p:cNvSpPr txBox="1"/>
          <p:nvPr/>
        </p:nvSpPr>
        <p:spPr>
          <a:xfrm>
            <a:off x="2456158" y="6514099"/>
            <a:ext cx="2023067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FIL_OS = IB_OS – 70V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0F46D53-DDA1-1328-A239-66257DA10707}"/>
              </a:ext>
            </a:extLst>
          </p:cNvPr>
          <p:cNvSpPr txBox="1"/>
          <p:nvPr/>
        </p:nvSpPr>
        <p:spPr>
          <a:xfrm rot="16200000">
            <a:off x="3178052" y="3198479"/>
            <a:ext cx="110500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Extracting Lens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2F69FB6-FE8B-575B-C266-AEEFE1EE5480}"/>
              </a:ext>
            </a:extLst>
          </p:cNvPr>
          <p:cNvSpPr txBox="1"/>
          <p:nvPr/>
        </p:nvSpPr>
        <p:spPr>
          <a:xfrm rot="16200000">
            <a:off x="3532462" y="3211626"/>
            <a:ext cx="110500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Focusing Lens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09AED8A-21FE-F48F-14B7-CDDCD194CFC5}"/>
              </a:ext>
            </a:extLst>
          </p:cNvPr>
          <p:cNvSpPr txBox="1"/>
          <p:nvPr/>
        </p:nvSpPr>
        <p:spPr>
          <a:xfrm rot="16200000">
            <a:off x="3993474" y="3335064"/>
            <a:ext cx="110500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Accelerating Lens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B4208971-8B1C-9945-73DC-2C62ADCF34AE}"/>
              </a:ext>
            </a:extLst>
          </p:cNvPr>
          <p:cNvSpPr txBox="1"/>
          <p:nvPr/>
        </p:nvSpPr>
        <p:spPr>
          <a:xfrm>
            <a:off x="7190041" y="4605494"/>
            <a:ext cx="704279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b="1" dirty="0">
                <a:solidFill>
                  <a:srgbClr val="0070C0"/>
                </a:solidFill>
              </a:rPr>
              <a:t>SEM : -1000V</a:t>
            </a:r>
          </a:p>
        </p:txBody>
      </p:sp>
      <p:sp>
        <p:nvSpPr>
          <p:cNvPr id="201" name="왼쪽 대괄호 200">
            <a:extLst>
              <a:ext uri="{FF2B5EF4-FFF2-40B4-BE49-F238E27FC236}">
                <a16:creationId xmlns:a16="http://schemas.microsoft.com/office/drawing/2014/main" id="{2C33B08A-E874-BE7C-7C6C-64F4457C7556}"/>
              </a:ext>
            </a:extLst>
          </p:cNvPr>
          <p:cNvSpPr/>
          <p:nvPr/>
        </p:nvSpPr>
        <p:spPr>
          <a:xfrm rot="5400000">
            <a:off x="4133829" y="513451"/>
            <a:ext cx="196153" cy="1068422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80EB32B8-01BD-1DD6-B109-26E9DEA0E8F2}"/>
              </a:ext>
            </a:extLst>
          </p:cNvPr>
          <p:cNvSpPr txBox="1"/>
          <p:nvPr/>
        </p:nvSpPr>
        <p:spPr>
          <a:xfrm>
            <a:off x="3652657" y="4889888"/>
            <a:ext cx="895116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b="1" dirty="0">
                <a:solidFill>
                  <a:srgbClr val="0070C0"/>
                </a:solidFill>
              </a:rPr>
              <a:t>??? V</a:t>
            </a:r>
          </a:p>
          <a:p>
            <a:r>
              <a:rPr lang="en-US" altLang="ko-KR" sz="800" b="1" dirty="0">
                <a:solidFill>
                  <a:srgbClr val="0070C0"/>
                </a:solidFill>
              </a:rPr>
              <a:t>(negative ???)</a:t>
            </a:r>
          </a:p>
        </p:txBody>
      </p:sp>
      <p:cxnSp>
        <p:nvCxnSpPr>
          <p:cNvPr id="211" name="직선 연결선 210">
            <a:extLst>
              <a:ext uri="{FF2B5EF4-FFF2-40B4-BE49-F238E27FC236}">
                <a16:creationId xmlns:a16="http://schemas.microsoft.com/office/drawing/2014/main" id="{D337E8F8-1CEB-42E7-FEE1-EF73F4C22D75}"/>
              </a:ext>
            </a:extLst>
          </p:cNvPr>
          <p:cNvCxnSpPr>
            <a:cxnSpLocks/>
          </p:cNvCxnSpPr>
          <p:nvPr/>
        </p:nvCxnSpPr>
        <p:spPr>
          <a:xfrm flipH="1">
            <a:off x="3508048" y="4371700"/>
            <a:ext cx="742666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TextBox 240">
            <a:extLst>
              <a:ext uri="{FF2B5EF4-FFF2-40B4-BE49-F238E27FC236}">
                <a16:creationId xmlns:a16="http://schemas.microsoft.com/office/drawing/2014/main" id="{A75A89C3-574E-7D99-FF37-9D875FF17781}"/>
              </a:ext>
            </a:extLst>
          </p:cNvPr>
          <p:cNvSpPr txBox="1"/>
          <p:nvPr/>
        </p:nvSpPr>
        <p:spPr>
          <a:xfrm>
            <a:off x="10314260" y="1779382"/>
            <a:ext cx="723854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b="1" dirty="0"/>
              <a:t>IB_OS</a:t>
            </a:r>
          </a:p>
        </p:txBody>
      </p:sp>
      <p:cxnSp>
        <p:nvCxnSpPr>
          <p:cNvPr id="251" name="직선 연결선 250">
            <a:extLst>
              <a:ext uri="{FF2B5EF4-FFF2-40B4-BE49-F238E27FC236}">
                <a16:creationId xmlns:a16="http://schemas.microsoft.com/office/drawing/2014/main" id="{31A81374-0299-0BA9-46BE-03CBD4762C57}"/>
              </a:ext>
            </a:extLst>
          </p:cNvPr>
          <p:cNvCxnSpPr>
            <a:cxnSpLocks/>
          </p:cNvCxnSpPr>
          <p:nvPr/>
        </p:nvCxnSpPr>
        <p:spPr>
          <a:xfrm flipV="1">
            <a:off x="3504041" y="2927445"/>
            <a:ext cx="0" cy="1448612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타원 253">
            <a:extLst>
              <a:ext uri="{FF2B5EF4-FFF2-40B4-BE49-F238E27FC236}">
                <a16:creationId xmlns:a16="http://schemas.microsoft.com/office/drawing/2014/main" id="{63E15815-3799-0C5A-3546-369593E1746B}"/>
              </a:ext>
            </a:extLst>
          </p:cNvPr>
          <p:cNvSpPr/>
          <p:nvPr/>
        </p:nvSpPr>
        <p:spPr>
          <a:xfrm>
            <a:off x="3454395" y="4319511"/>
            <a:ext cx="104775" cy="104775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F449CC73-6913-5869-2BD9-09E74AA9F1B0}"/>
              </a:ext>
            </a:extLst>
          </p:cNvPr>
          <p:cNvSpPr txBox="1"/>
          <p:nvPr/>
        </p:nvSpPr>
        <p:spPr>
          <a:xfrm>
            <a:off x="3937110" y="4535190"/>
            <a:ext cx="895116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b="1" dirty="0">
                <a:solidFill>
                  <a:srgbClr val="0070C0"/>
                </a:solidFill>
              </a:rPr>
              <a:t>??? V</a:t>
            </a:r>
          </a:p>
          <a:p>
            <a:r>
              <a:rPr lang="en-US" altLang="ko-KR" sz="800" b="1" dirty="0">
                <a:solidFill>
                  <a:srgbClr val="0070C0"/>
                </a:solidFill>
              </a:rPr>
              <a:t>(positive ???)</a:t>
            </a:r>
          </a:p>
        </p:txBody>
      </p:sp>
    </p:spTree>
    <p:extLst>
      <p:ext uri="{BB962C8B-B14F-4D97-AF65-F5344CB8AC3E}">
        <p14:creationId xmlns:p14="http://schemas.microsoft.com/office/powerpoint/2010/main" val="3625560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68A64-1396-BDFA-7DDF-05CB3AFA0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6" name="그림 2855">
            <a:extLst>
              <a:ext uri="{FF2B5EF4-FFF2-40B4-BE49-F238E27FC236}">
                <a16:creationId xmlns:a16="http://schemas.microsoft.com/office/drawing/2014/main" id="{112355CC-CAD8-D470-8ADB-37124773A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354" y="271813"/>
            <a:ext cx="3764104" cy="2490491"/>
          </a:xfrm>
          <a:prstGeom prst="rect">
            <a:avLst/>
          </a:prstGeom>
        </p:spPr>
      </p:pic>
      <p:cxnSp>
        <p:nvCxnSpPr>
          <p:cNvPr id="2851" name="직선 연결선 2850">
            <a:extLst>
              <a:ext uri="{FF2B5EF4-FFF2-40B4-BE49-F238E27FC236}">
                <a16:creationId xmlns:a16="http://schemas.microsoft.com/office/drawing/2014/main" id="{027ECD8A-78C8-930A-6A26-2E7251105098}"/>
              </a:ext>
            </a:extLst>
          </p:cNvPr>
          <p:cNvCxnSpPr>
            <a:cxnSpLocks/>
          </p:cNvCxnSpPr>
          <p:nvPr/>
        </p:nvCxnSpPr>
        <p:spPr>
          <a:xfrm>
            <a:off x="7848600" y="2166738"/>
            <a:ext cx="240275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66" name="그룹 2065">
            <a:extLst>
              <a:ext uri="{FF2B5EF4-FFF2-40B4-BE49-F238E27FC236}">
                <a16:creationId xmlns:a16="http://schemas.microsoft.com/office/drawing/2014/main" id="{BE5074A1-A304-5F3E-DF93-BA6C00F34A36}"/>
              </a:ext>
            </a:extLst>
          </p:cNvPr>
          <p:cNvGrpSpPr/>
          <p:nvPr/>
        </p:nvGrpSpPr>
        <p:grpSpPr>
          <a:xfrm>
            <a:off x="11320965" y="4280665"/>
            <a:ext cx="512772" cy="928757"/>
            <a:chOff x="11127038" y="2032278"/>
            <a:chExt cx="512772" cy="928757"/>
          </a:xfrm>
        </p:grpSpPr>
        <p:sp>
          <p:nvSpPr>
            <p:cNvPr id="2067" name="사다리꼴 2066">
              <a:extLst>
                <a:ext uri="{FF2B5EF4-FFF2-40B4-BE49-F238E27FC236}">
                  <a16:creationId xmlns:a16="http://schemas.microsoft.com/office/drawing/2014/main" id="{86FB251C-D013-D7EA-E82A-00CB6796DAEE}"/>
                </a:ext>
              </a:extLst>
            </p:cNvPr>
            <p:cNvSpPr/>
            <p:nvPr/>
          </p:nvSpPr>
          <p:spPr>
            <a:xfrm rot="5400000">
              <a:off x="10991446" y="2453685"/>
              <a:ext cx="744091" cy="270609"/>
            </a:xfrm>
            <a:prstGeom prst="trapezoid">
              <a:avLst>
                <a:gd name="adj" fmla="val 2921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68" name="타원 2067">
              <a:extLst>
                <a:ext uri="{FF2B5EF4-FFF2-40B4-BE49-F238E27FC236}">
                  <a16:creationId xmlns:a16="http://schemas.microsoft.com/office/drawing/2014/main" id="{89AF2184-A4E1-7AFF-20D1-0586F733212D}"/>
                </a:ext>
              </a:extLst>
            </p:cNvPr>
            <p:cNvSpPr/>
            <p:nvPr/>
          </p:nvSpPr>
          <p:spPr>
            <a:xfrm>
              <a:off x="11266580" y="2277892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1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2069" name="타원 2068">
              <a:extLst>
                <a:ext uri="{FF2B5EF4-FFF2-40B4-BE49-F238E27FC236}">
                  <a16:creationId xmlns:a16="http://schemas.microsoft.com/office/drawing/2014/main" id="{BABEC1B8-4B8E-869C-69EA-3022B853B861}"/>
                </a:ext>
              </a:extLst>
            </p:cNvPr>
            <p:cNvSpPr/>
            <p:nvPr/>
          </p:nvSpPr>
          <p:spPr>
            <a:xfrm>
              <a:off x="11264200" y="2414522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2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2070" name="타원 2069">
              <a:extLst>
                <a:ext uri="{FF2B5EF4-FFF2-40B4-BE49-F238E27FC236}">
                  <a16:creationId xmlns:a16="http://schemas.microsoft.com/office/drawing/2014/main" id="{204F1746-0189-988E-4E94-7BED25E60A46}"/>
                </a:ext>
              </a:extLst>
            </p:cNvPr>
            <p:cNvSpPr/>
            <p:nvPr/>
          </p:nvSpPr>
          <p:spPr>
            <a:xfrm>
              <a:off x="11266580" y="2552163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3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2071" name="타원 2070">
              <a:extLst>
                <a:ext uri="{FF2B5EF4-FFF2-40B4-BE49-F238E27FC236}">
                  <a16:creationId xmlns:a16="http://schemas.microsoft.com/office/drawing/2014/main" id="{DF9A2C95-DAA6-A3C0-F48D-B15FEA2CB857}"/>
                </a:ext>
              </a:extLst>
            </p:cNvPr>
            <p:cNvSpPr/>
            <p:nvPr/>
          </p:nvSpPr>
          <p:spPr>
            <a:xfrm>
              <a:off x="11267089" y="2689685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4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2072" name="타원 2071">
              <a:extLst>
                <a:ext uri="{FF2B5EF4-FFF2-40B4-BE49-F238E27FC236}">
                  <a16:creationId xmlns:a16="http://schemas.microsoft.com/office/drawing/2014/main" id="{948EAED3-5702-941E-9B3E-A062F50E5C1D}"/>
                </a:ext>
              </a:extLst>
            </p:cNvPr>
            <p:cNvSpPr/>
            <p:nvPr/>
          </p:nvSpPr>
          <p:spPr>
            <a:xfrm>
              <a:off x="11264708" y="2823291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5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2073" name="타원 2072">
              <a:extLst>
                <a:ext uri="{FF2B5EF4-FFF2-40B4-BE49-F238E27FC236}">
                  <a16:creationId xmlns:a16="http://schemas.microsoft.com/office/drawing/2014/main" id="{61D703B4-A0BC-3B7B-C483-F48BC6E26FC4}"/>
                </a:ext>
              </a:extLst>
            </p:cNvPr>
            <p:cNvSpPr/>
            <p:nvPr/>
          </p:nvSpPr>
          <p:spPr>
            <a:xfrm>
              <a:off x="11386168" y="2356473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6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2074" name="타원 2073">
              <a:extLst>
                <a:ext uri="{FF2B5EF4-FFF2-40B4-BE49-F238E27FC236}">
                  <a16:creationId xmlns:a16="http://schemas.microsoft.com/office/drawing/2014/main" id="{6ED3DCCB-D5E3-B9F3-E55E-7D474F563055}"/>
                </a:ext>
              </a:extLst>
            </p:cNvPr>
            <p:cNvSpPr/>
            <p:nvPr/>
          </p:nvSpPr>
          <p:spPr>
            <a:xfrm>
              <a:off x="11388547" y="2489561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7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2075" name="타원 2074">
              <a:extLst>
                <a:ext uri="{FF2B5EF4-FFF2-40B4-BE49-F238E27FC236}">
                  <a16:creationId xmlns:a16="http://schemas.microsoft.com/office/drawing/2014/main" id="{8B93CA17-4BED-6423-80D4-2098542045F9}"/>
                </a:ext>
              </a:extLst>
            </p:cNvPr>
            <p:cNvSpPr/>
            <p:nvPr/>
          </p:nvSpPr>
          <p:spPr>
            <a:xfrm>
              <a:off x="11390929" y="2630283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8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2076" name="타원 2075">
              <a:extLst>
                <a:ext uri="{FF2B5EF4-FFF2-40B4-BE49-F238E27FC236}">
                  <a16:creationId xmlns:a16="http://schemas.microsoft.com/office/drawing/2014/main" id="{2571488C-0E6E-5A1C-CE55-F98F4BAD04BD}"/>
                </a:ext>
              </a:extLst>
            </p:cNvPr>
            <p:cNvSpPr/>
            <p:nvPr/>
          </p:nvSpPr>
          <p:spPr>
            <a:xfrm>
              <a:off x="11390929" y="2760049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9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2077" name="TextBox 2076">
              <a:extLst>
                <a:ext uri="{FF2B5EF4-FFF2-40B4-BE49-F238E27FC236}">
                  <a16:creationId xmlns:a16="http://schemas.microsoft.com/office/drawing/2014/main" id="{95C7E8C3-5249-E790-809F-6FDCE35D473D}"/>
                </a:ext>
              </a:extLst>
            </p:cNvPr>
            <p:cNvSpPr txBox="1"/>
            <p:nvPr/>
          </p:nvSpPr>
          <p:spPr>
            <a:xfrm>
              <a:off x="11127038" y="2032278"/>
              <a:ext cx="512772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rgbClr val="0070C0"/>
                  </a:solidFill>
                </a:rPr>
                <a:t>AVC</a:t>
              </a:r>
            </a:p>
            <a:p>
              <a:pPr algn="ctr"/>
              <a:r>
                <a:rPr lang="en-US" altLang="ko-KR" sz="600" b="1" dirty="0">
                  <a:solidFill>
                    <a:srgbClr val="0070C0"/>
                  </a:solidFill>
                </a:rPr>
                <a:t>(RS-485)</a:t>
              </a:r>
              <a:endParaRPr lang="ko-KR" altLang="en-US" sz="6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992" name="그룹 1991">
            <a:extLst>
              <a:ext uri="{FF2B5EF4-FFF2-40B4-BE49-F238E27FC236}">
                <a16:creationId xmlns:a16="http://schemas.microsoft.com/office/drawing/2014/main" id="{9272A9D5-7A2E-1633-46EC-4C198720E7BA}"/>
              </a:ext>
            </a:extLst>
          </p:cNvPr>
          <p:cNvGrpSpPr/>
          <p:nvPr/>
        </p:nvGrpSpPr>
        <p:grpSpPr>
          <a:xfrm>
            <a:off x="283533" y="4120389"/>
            <a:ext cx="437675" cy="928757"/>
            <a:chOff x="486250" y="5378704"/>
            <a:chExt cx="437675" cy="928757"/>
          </a:xfrm>
        </p:grpSpPr>
        <p:sp>
          <p:nvSpPr>
            <p:cNvPr id="1981" name="사다리꼴 1980">
              <a:extLst>
                <a:ext uri="{FF2B5EF4-FFF2-40B4-BE49-F238E27FC236}">
                  <a16:creationId xmlns:a16="http://schemas.microsoft.com/office/drawing/2014/main" id="{B35E7BD5-6E44-6E44-CE7B-D485B92775C8}"/>
                </a:ext>
              </a:extLst>
            </p:cNvPr>
            <p:cNvSpPr/>
            <p:nvPr/>
          </p:nvSpPr>
          <p:spPr>
            <a:xfrm rot="16200000">
              <a:off x="293508" y="5800111"/>
              <a:ext cx="744091" cy="270609"/>
            </a:xfrm>
            <a:prstGeom prst="trapezoid">
              <a:avLst>
                <a:gd name="adj" fmla="val 2921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0070C0"/>
                </a:solidFill>
              </a:endParaRPr>
            </a:p>
          </p:txBody>
        </p:sp>
        <p:sp>
          <p:nvSpPr>
            <p:cNvPr id="1982" name="타원 1981">
              <a:extLst>
                <a:ext uri="{FF2B5EF4-FFF2-40B4-BE49-F238E27FC236}">
                  <a16:creationId xmlns:a16="http://schemas.microsoft.com/office/drawing/2014/main" id="{FEF9EB68-07C1-F1A3-ABF8-BA0EDB4F27A7}"/>
                </a:ext>
              </a:extLst>
            </p:cNvPr>
            <p:cNvSpPr/>
            <p:nvPr/>
          </p:nvSpPr>
          <p:spPr>
            <a:xfrm>
              <a:off x="692467" y="5624318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rgbClr val="0070C0"/>
                  </a:solidFill>
                </a:rPr>
                <a:t>1</a:t>
              </a:r>
              <a:endParaRPr lang="ko-KR" altLang="en-US" sz="500" b="1" dirty="0">
                <a:solidFill>
                  <a:srgbClr val="0070C0"/>
                </a:solidFill>
              </a:endParaRPr>
            </a:p>
          </p:txBody>
        </p:sp>
        <p:sp>
          <p:nvSpPr>
            <p:cNvPr id="1983" name="타원 1982">
              <a:extLst>
                <a:ext uri="{FF2B5EF4-FFF2-40B4-BE49-F238E27FC236}">
                  <a16:creationId xmlns:a16="http://schemas.microsoft.com/office/drawing/2014/main" id="{F8E0C750-02A1-2E2C-85BD-AEED5A132EC4}"/>
                </a:ext>
              </a:extLst>
            </p:cNvPr>
            <p:cNvSpPr/>
            <p:nvPr/>
          </p:nvSpPr>
          <p:spPr>
            <a:xfrm>
              <a:off x="690087" y="5760948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rgbClr val="0070C0"/>
                  </a:solidFill>
                </a:rPr>
                <a:t>2</a:t>
              </a:r>
              <a:endParaRPr lang="ko-KR" altLang="en-US" sz="500" b="1" dirty="0">
                <a:solidFill>
                  <a:srgbClr val="0070C0"/>
                </a:solidFill>
              </a:endParaRPr>
            </a:p>
          </p:txBody>
        </p:sp>
        <p:sp>
          <p:nvSpPr>
            <p:cNvPr id="1984" name="타원 1983">
              <a:extLst>
                <a:ext uri="{FF2B5EF4-FFF2-40B4-BE49-F238E27FC236}">
                  <a16:creationId xmlns:a16="http://schemas.microsoft.com/office/drawing/2014/main" id="{12B014FE-F78A-1F3A-D9D8-A537DE12B348}"/>
                </a:ext>
              </a:extLst>
            </p:cNvPr>
            <p:cNvSpPr/>
            <p:nvPr/>
          </p:nvSpPr>
          <p:spPr>
            <a:xfrm>
              <a:off x="692467" y="5898589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rgbClr val="0070C0"/>
                  </a:solidFill>
                </a:rPr>
                <a:t>3</a:t>
              </a:r>
              <a:endParaRPr lang="ko-KR" altLang="en-US" sz="500" b="1" dirty="0">
                <a:solidFill>
                  <a:srgbClr val="0070C0"/>
                </a:solidFill>
              </a:endParaRPr>
            </a:p>
          </p:txBody>
        </p:sp>
        <p:sp>
          <p:nvSpPr>
            <p:cNvPr id="1985" name="타원 1984">
              <a:extLst>
                <a:ext uri="{FF2B5EF4-FFF2-40B4-BE49-F238E27FC236}">
                  <a16:creationId xmlns:a16="http://schemas.microsoft.com/office/drawing/2014/main" id="{43AB8024-0E9B-3EF6-0332-D7070D44D40B}"/>
                </a:ext>
              </a:extLst>
            </p:cNvPr>
            <p:cNvSpPr/>
            <p:nvPr/>
          </p:nvSpPr>
          <p:spPr>
            <a:xfrm>
              <a:off x="692976" y="6036111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rgbClr val="0070C0"/>
                  </a:solidFill>
                </a:rPr>
                <a:t>4</a:t>
              </a:r>
              <a:endParaRPr lang="ko-KR" altLang="en-US" sz="500" b="1" dirty="0">
                <a:solidFill>
                  <a:srgbClr val="0070C0"/>
                </a:solidFill>
              </a:endParaRPr>
            </a:p>
          </p:txBody>
        </p:sp>
        <p:sp>
          <p:nvSpPr>
            <p:cNvPr id="1986" name="타원 1985">
              <a:extLst>
                <a:ext uri="{FF2B5EF4-FFF2-40B4-BE49-F238E27FC236}">
                  <a16:creationId xmlns:a16="http://schemas.microsoft.com/office/drawing/2014/main" id="{49CFE070-F674-016E-A757-96E337039F40}"/>
                </a:ext>
              </a:extLst>
            </p:cNvPr>
            <p:cNvSpPr/>
            <p:nvPr/>
          </p:nvSpPr>
          <p:spPr>
            <a:xfrm>
              <a:off x="690595" y="6169717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rgbClr val="0070C0"/>
                  </a:solidFill>
                </a:rPr>
                <a:t>5</a:t>
              </a:r>
              <a:endParaRPr lang="ko-KR" altLang="en-US" sz="500" b="1" dirty="0">
                <a:solidFill>
                  <a:srgbClr val="0070C0"/>
                </a:solidFill>
              </a:endParaRPr>
            </a:p>
          </p:txBody>
        </p:sp>
        <p:sp>
          <p:nvSpPr>
            <p:cNvPr id="1987" name="타원 1986">
              <a:extLst>
                <a:ext uri="{FF2B5EF4-FFF2-40B4-BE49-F238E27FC236}">
                  <a16:creationId xmlns:a16="http://schemas.microsoft.com/office/drawing/2014/main" id="{5DEF98D6-57AB-934E-6F9F-AB5A9FD635E9}"/>
                </a:ext>
              </a:extLst>
            </p:cNvPr>
            <p:cNvSpPr/>
            <p:nvPr/>
          </p:nvSpPr>
          <p:spPr>
            <a:xfrm>
              <a:off x="554880" y="5702899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rgbClr val="0070C0"/>
                  </a:solidFill>
                </a:rPr>
                <a:t>6</a:t>
              </a:r>
              <a:endParaRPr lang="ko-KR" altLang="en-US" sz="500" b="1" dirty="0">
                <a:solidFill>
                  <a:srgbClr val="0070C0"/>
                </a:solidFill>
              </a:endParaRPr>
            </a:p>
          </p:txBody>
        </p:sp>
        <p:sp>
          <p:nvSpPr>
            <p:cNvPr id="1988" name="타원 1987">
              <a:extLst>
                <a:ext uri="{FF2B5EF4-FFF2-40B4-BE49-F238E27FC236}">
                  <a16:creationId xmlns:a16="http://schemas.microsoft.com/office/drawing/2014/main" id="{630B1F86-FE2B-D57A-8EA5-E197EF66F7B8}"/>
                </a:ext>
              </a:extLst>
            </p:cNvPr>
            <p:cNvSpPr/>
            <p:nvPr/>
          </p:nvSpPr>
          <p:spPr>
            <a:xfrm>
              <a:off x="557259" y="5835987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rgbClr val="0070C0"/>
                  </a:solidFill>
                </a:rPr>
                <a:t>7</a:t>
              </a:r>
              <a:endParaRPr lang="ko-KR" altLang="en-US" sz="500" b="1" dirty="0">
                <a:solidFill>
                  <a:srgbClr val="0070C0"/>
                </a:solidFill>
              </a:endParaRPr>
            </a:p>
          </p:txBody>
        </p:sp>
        <p:sp>
          <p:nvSpPr>
            <p:cNvPr id="1989" name="타원 1988">
              <a:extLst>
                <a:ext uri="{FF2B5EF4-FFF2-40B4-BE49-F238E27FC236}">
                  <a16:creationId xmlns:a16="http://schemas.microsoft.com/office/drawing/2014/main" id="{DDBB9787-8E36-148E-1214-D7491C4B97FF}"/>
                </a:ext>
              </a:extLst>
            </p:cNvPr>
            <p:cNvSpPr/>
            <p:nvPr/>
          </p:nvSpPr>
          <p:spPr>
            <a:xfrm>
              <a:off x="559641" y="5976709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rgbClr val="0070C0"/>
                  </a:solidFill>
                </a:rPr>
                <a:t>8</a:t>
              </a:r>
              <a:endParaRPr lang="ko-KR" altLang="en-US" sz="500" b="1" dirty="0">
                <a:solidFill>
                  <a:srgbClr val="0070C0"/>
                </a:solidFill>
              </a:endParaRPr>
            </a:p>
          </p:txBody>
        </p:sp>
        <p:sp>
          <p:nvSpPr>
            <p:cNvPr id="1990" name="타원 1989">
              <a:extLst>
                <a:ext uri="{FF2B5EF4-FFF2-40B4-BE49-F238E27FC236}">
                  <a16:creationId xmlns:a16="http://schemas.microsoft.com/office/drawing/2014/main" id="{611C476F-3B5B-89B4-5E73-E92A66BB0EFF}"/>
                </a:ext>
              </a:extLst>
            </p:cNvPr>
            <p:cNvSpPr/>
            <p:nvPr/>
          </p:nvSpPr>
          <p:spPr>
            <a:xfrm>
              <a:off x="559641" y="6106475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rgbClr val="0070C0"/>
                  </a:solidFill>
                </a:rPr>
                <a:t>9</a:t>
              </a:r>
              <a:endParaRPr lang="ko-KR" altLang="en-US" sz="500" b="1" dirty="0">
                <a:solidFill>
                  <a:srgbClr val="0070C0"/>
                </a:solidFill>
              </a:endParaRPr>
            </a:p>
          </p:txBody>
        </p:sp>
        <p:sp>
          <p:nvSpPr>
            <p:cNvPr id="1991" name="TextBox 1990">
              <a:extLst>
                <a:ext uri="{FF2B5EF4-FFF2-40B4-BE49-F238E27FC236}">
                  <a16:creationId xmlns:a16="http://schemas.microsoft.com/office/drawing/2014/main" id="{0AB5F1FB-7FE7-D68F-E3CF-7E64BF97F9F0}"/>
                </a:ext>
              </a:extLst>
            </p:cNvPr>
            <p:cNvSpPr txBox="1"/>
            <p:nvPr/>
          </p:nvSpPr>
          <p:spPr>
            <a:xfrm>
              <a:off x="486250" y="5378704"/>
              <a:ext cx="437675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rgbClr val="0070C0"/>
                  </a:solidFill>
                </a:rPr>
                <a:t>Remote IN</a:t>
              </a:r>
            </a:p>
            <a:p>
              <a:pPr algn="ctr"/>
              <a:r>
                <a:rPr lang="en-US" altLang="ko-KR" sz="600" b="1" dirty="0">
                  <a:solidFill>
                    <a:srgbClr val="0070C0"/>
                  </a:solidFill>
                </a:rPr>
                <a:t>(male)</a:t>
              </a:r>
              <a:endParaRPr lang="ko-KR" altLang="en-US" sz="6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938" name="그룹 1937">
            <a:extLst>
              <a:ext uri="{FF2B5EF4-FFF2-40B4-BE49-F238E27FC236}">
                <a16:creationId xmlns:a16="http://schemas.microsoft.com/office/drawing/2014/main" id="{6B83AD2B-6063-4216-61B2-C0959A685496}"/>
              </a:ext>
            </a:extLst>
          </p:cNvPr>
          <p:cNvGrpSpPr/>
          <p:nvPr/>
        </p:nvGrpSpPr>
        <p:grpSpPr>
          <a:xfrm rot="16200000">
            <a:off x="11745999" y="4045187"/>
            <a:ext cx="88636" cy="178592"/>
            <a:chOff x="3717131" y="4988720"/>
            <a:chExt cx="88636" cy="178592"/>
          </a:xfrm>
        </p:grpSpPr>
        <p:sp>
          <p:nvSpPr>
            <p:cNvPr id="1941" name="직사각형 1940">
              <a:extLst>
                <a:ext uri="{FF2B5EF4-FFF2-40B4-BE49-F238E27FC236}">
                  <a16:creationId xmlns:a16="http://schemas.microsoft.com/office/drawing/2014/main" id="{D57A0A08-7869-4AB2-D9B9-DEE194DC59E2}"/>
                </a:ext>
              </a:extLst>
            </p:cNvPr>
            <p:cNvSpPr/>
            <p:nvPr/>
          </p:nvSpPr>
          <p:spPr>
            <a:xfrm>
              <a:off x="3717131" y="4988720"/>
              <a:ext cx="88636" cy="1785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1942" name="타원 1941">
              <a:extLst>
                <a:ext uri="{FF2B5EF4-FFF2-40B4-BE49-F238E27FC236}">
                  <a16:creationId xmlns:a16="http://schemas.microsoft.com/office/drawing/2014/main" id="{69FDA325-B01A-C904-98DA-ED130E6A5A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6863" y="5088393"/>
              <a:ext cx="34919" cy="36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1943" name="타원 1942">
              <a:extLst>
                <a:ext uri="{FF2B5EF4-FFF2-40B4-BE49-F238E27FC236}">
                  <a16:creationId xmlns:a16="http://schemas.microsoft.com/office/drawing/2014/main" id="{C1834CFE-B9E7-2E9C-3534-DC67D33DFE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6863" y="5022320"/>
              <a:ext cx="34919" cy="36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</p:grpSp>
      <p:cxnSp>
        <p:nvCxnSpPr>
          <p:cNvPr id="1377" name="직선 연결선 1376">
            <a:extLst>
              <a:ext uri="{FF2B5EF4-FFF2-40B4-BE49-F238E27FC236}">
                <a16:creationId xmlns:a16="http://schemas.microsoft.com/office/drawing/2014/main" id="{937B38DA-44BE-0643-7E65-86EC1414F516}"/>
              </a:ext>
            </a:extLst>
          </p:cNvPr>
          <p:cNvCxnSpPr>
            <a:cxnSpLocks/>
          </p:cNvCxnSpPr>
          <p:nvPr/>
        </p:nvCxnSpPr>
        <p:spPr>
          <a:xfrm flipV="1">
            <a:off x="1538772" y="3002118"/>
            <a:ext cx="0" cy="341773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5" name="직선 연결선 914">
            <a:extLst>
              <a:ext uri="{FF2B5EF4-FFF2-40B4-BE49-F238E27FC236}">
                <a16:creationId xmlns:a16="http://schemas.microsoft.com/office/drawing/2014/main" id="{3E665A3E-15F7-385F-5FDC-6D121E4DF810}"/>
              </a:ext>
            </a:extLst>
          </p:cNvPr>
          <p:cNvCxnSpPr>
            <a:cxnSpLocks/>
          </p:cNvCxnSpPr>
          <p:nvPr/>
        </p:nvCxnSpPr>
        <p:spPr>
          <a:xfrm flipV="1">
            <a:off x="10239103" y="2155470"/>
            <a:ext cx="0" cy="426438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>
            <a:extLst>
              <a:ext uri="{FF2B5EF4-FFF2-40B4-BE49-F238E27FC236}">
                <a16:creationId xmlns:a16="http://schemas.microsoft.com/office/drawing/2014/main" id="{ACD02872-F338-4996-8AA0-B89D1785E452}"/>
              </a:ext>
            </a:extLst>
          </p:cNvPr>
          <p:cNvCxnSpPr>
            <a:cxnSpLocks/>
          </p:cNvCxnSpPr>
          <p:nvPr/>
        </p:nvCxnSpPr>
        <p:spPr>
          <a:xfrm>
            <a:off x="1538772" y="2990634"/>
            <a:ext cx="631248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79DC670E-D9F9-5838-5AAC-E2C9DA07AC8B}"/>
              </a:ext>
            </a:extLst>
          </p:cNvPr>
          <p:cNvSpPr txBox="1"/>
          <p:nvPr/>
        </p:nvSpPr>
        <p:spPr>
          <a:xfrm>
            <a:off x="273863" y="-2674"/>
            <a:ext cx="6771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b="1" dirty="0"/>
              <a:t>Drive Board(plasma) Block Diagram</a:t>
            </a:r>
            <a:endParaRPr lang="ko-KR" altLang="en-US" b="1" dirty="0"/>
          </a:p>
        </p:txBody>
      </p:sp>
      <p:grpSp>
        <p:nvGrpSpPr>
          <p:cNvPr id="315" name="그룹 314">
            <a:extLst>
              <a:ext uri="{FF2B5EF4-FFF2-40B4-BE49-F238E27FC236}">
                <a16:creationId xmlns:a16="http://schemas.microsoft.com/office/drawing/2014/main" id="{6EBC83ED-2EAF-B3D1-61A4-FE69554454F4}"/>
              </a:ext>
            </a:extLst>
          </p:cNvPr>
          <p:cNvGrpSpPr/>
          <p:nvPr/>
        </p:nvGrpSpPr>
        <p:grpSpPr>
          <a:xfrm>
            <a:off x="8489592" y="3753419"/>
            <a:ext cx="644288" cy="821024"/>
            <a:chOff x="4684442" y="4751801"/>
            <a:chExt cx="644288" cy="821024"/>
          </a:xfrm>
        </p:grpSpPr>
        <p:sp>
          <p:nvSpPr>
            <p:cNvPr id="316" name="직사각형 315">
              <a:extLst>
                <a:ext uri="{FF2B5EF4-FFF2-40B4-BE49-F238E27FC236}">
                  <a16:creationId xmlns:a16="http://schemas.microsoft.com/office/drawing/2014/main" id="{4FA74BF2-A1E1-3F41-D32E-646C5DAAA200}"/>
                </a:ext>
              </a:extLst>
            </p:cNvPr>
            <p:cNvSpPr/>
            <p:nvPr/>
          </p:nvSpPr>
          <p:spPr>
            <a:xfrm>
              <a:off x="4686696" y="4876944"/>
              <a:ext cx="539227" cy="6028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65EADA88-C527-EA07-675B-38DD75697985}"/>
                </a:ext>
              </a:extLst>
            </p:cNvPr>
            <p:cNvSpPr txBox="1"/>
            <p:nvPr/>
          </p:nvSpPr>
          <p:spPr>
            <a:xfrm>
              <a:off x="4684442" y="4751801"/>
              <a:ext cx="5547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00" b="1" dirty="0"/>
                <a:t>MAX14915</a:t>
              </a:r>
              <a:endParaRPr lang="ko-KR" altLang="en-US" sz="800" b="1" dirty="0"/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5202C407-4F02-0549-30E3-7F750694D7BD}"/>
                </a:ext>
              </a:extLst>
            </p:cNvPr>
            <p:cNvSpPr txBox="1"/>
            <p:nvPr/>
          </p:nvSpPr>
          <p:spPr>
            <a:xfrm>
              <a:off x="4691854" y="5480492"/>
              <a:ext cx="63687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24V high side SW</a:t>
              </a:r>
              <a:endParaRPr lang="ko-KR" altLang="en-US" sz="600" dirty="0"/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CB97140E-63C5-F633-FA65-16F0B51118B7}"/>
                </a:ext>
              </a:extLst>
            </p:cNvPr>
            <p:cNvSpPr txBox="1"/>
            <p:nvPr/>
          </p:nvSpPr>
          <p:spPr>
            <a:xfrm>
              <a:off x="4717033" y="5242045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SPI</a:t>
              </a:r>
              <a:endParaRPr lang="ko-KR" altLang="en-US" sz="600" dirty="0"/>
            </a:p>
          </p:txBody>
        </p: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BAFE2D07-4472-1A5D-87FF-5AD1DEB48BA6}"/>
                </a:ext>
              </a:extLst>
            </p:cNvPr>
            <p:cNvSpPr txBox="1"/>
            <p:nvPr/>
          </p:nvSpPr>
          <p:spPr>
            <a:xfrm>
              <a:off x="4955816" y="4876944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OUT1</a:t>
              </a:r>
              <a:endParaRPr lang="ko-KR" altLang="en-US" sz="600" dirty="0"/>
            </a:p>
          </p:txBody>
        </p:sp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id="{236D4B19-2939-2F9B-C042-A70A0E6C665C}"/>
                </a:ext>
              </a:extLst>
            </p:cNvPr>
            <p:cNvSpPr txBox="1"/>
            <p:nvPr/>
          </p:nvSpPr>
          <p:spPr>
            <a:xfrm>
              <a:off x="4957417" y="4949845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OUT2</a:t>
              </a:r>
              <a:endParaRPr lang="ko-KR" altLang="en-US" sz="600" dirty="0"/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C21FE4EC-1892-97AA-A9CA-4AEBDC68133D}"/>
                </a:ext>
              </a:extLst>
            </p:cNvPr>
            <p:cNvSpPr txBox="1"/>
            <p:nvPr/>
          </p:nvSpPr>
          <p:spPr>
            <a:xfrm>
              <a:off x="4957417" y="5027090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OUT3</a:t>
              </a:r>
              <a:endParaRPr lang="ko-KR" altLang="en-US" sz="600" dirty="0"/>
            </a:p>
          </p:txBody>
        </p: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83F7966C-B4E9-30F0-0311-D2776B8C8DAF}"/>
                </a:ext>
              </a:extLst>
            </p:cNvPr>
            <p:cNvSpPr txBox="1"/>
            <p:nvPr/>
          </p:nvSpPr>
          <p:spPr>
            <a:xfrm>
              <a:off x="4957417" y="5103471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OUT4</a:t>
              </a:r>
              <a:endParaRPr lang="ko-KR" altLang="en-US" sz="600" dirty="0"/>
            </a:p>
          </p:txBody>
        </p: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139E81D9-15A4-9FC8-6804-CBBEFE807418}"/>
                </a:ext>
              </a:extLst>
            </p:cNvPr>
            <p:cNvSpPr txBox="1"/>
            <p:nvPr/>
          </p:nvSpPr>
          <p:spPr>
            <a:xfrm>
              <a:off x="4957417" y="5174601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OUT5</a:t>
              </a:r>
              <a:endParaRPr lang="ko-KR" altLang="en-US" sz="600" dirty="0"/>
            </a:p>
          </p:txBody>
        </p: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1E26108C-CC2E-14F8-211E-8DC1711E04E5}"/>
                </a:ext>
              </a:extLst>
            </p:cNvPr>
            <p:cNvSpPr txBox="1"/>
            <p:nvPr/>
          </p:nvSpPr>
          <p:spPr>
            <a:xfrm>
              <a:off x="4958590" y="5240424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OUT6</a:t>
              </a:r>
              <a:endParaRPr lang="ko-KR" altLang="en-US" sz="600" dirty="0"/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44729101-B182-111F-80CD-577FF6A27E45}"/>
                </a:ext>
              </a:extLst>
            </p:cNvPr>
            <p:cNvSpPr txBox="1"/>
            <p:nvPr/>
          </p:nvSpPr>
          <p:spPr>
            <a:xfrm>
              <a:off x="4958590" y="5316805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OUT7</a:t>
              </a:r>
              <a:endParaRPr lang="ko-KR" altLang="en-US" sz="600" dirty="0"/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8F6D7903-087B-44A6-EED2-CB8756FBEDDC}"/>
                </a:ext>
              </a:extLst>
            </p:cNvPr>
            <p:cNvSpPr txBox="1"/>
            <p:nvPr/>
          </p:nvSpPr>
          <p:spPr>
            <a:xfrm>
              <a:off x="4958590" y="5387935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OUT8</a:t>
              </a:r>
              <a:endParaRPr lang="ko-KR" altLang="en-US" sz="600" dirty="0"/>
            </a:p>
          </p:txBody>
        </p:sp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7F31C914-DDCB-79D8-DDE9-90FE14E4219F}"/>
                </a:ext>
              </a:extLst>
            </p:cNvPr>
            <p:cNvSpPr txBox="1"/>
            <p:nvPr/>
          </p:nvSpPr>
          <p:spPr>
            <a:xfrm>
              <a:off x="4710073" y="4904184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 err="1"/>
                <a:t>Vdd</a:t>
              </a:r>
              <a:endParaRPr lang="ko-KR" altLang="en-US" sz="600" dirty="0"/>
            </a:p>
          </p:txBody>
        </p:sp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59497AB8-A961-D099-06DF-281C8F57A96F}"/>
                </a:ext>
              </a:extLst>
            </p:cNvPr>
            <p:cNvSpPr txBox="1"/>
            <p:nvPr/>
          </p:nvSpPr>
          <p:spPr>
            <a:xfrm>
              <a:off x="4710073" y="5064117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Va</a:t>
              </a:r>
              <a:endParaRPr lang="ko-KR" altLang="en-US" sz="600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E2CA1C7-FA96-6E7D-3750-0CF3F5191228}"/>
                </a:ext>
              </a:extLst>
            </p:cNvPr>
            <p:cNvSpPr txBox="1"/>
            <p:nvPr/>
          </p:nvSpPr>
          <p:spPr>
            <a:xfrm>
              <a:off x="4712608" y="5385388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A0</a:t>
              </a:r>
              <a:endParaRPr lang="ko-KR" altLang="en-US" sz="600" dirty="0"/>
            </a:p>
          </p:txBody>
        </p:sp>
      </p:grpSp>
      <p:grpSp>
        <p:nvGrpSpPr>
          <p:cNvPr id="232" name="그룹 231">
            <a:extLst>
              <a:ext uri="{FF2B5EF4-FFF2-40B4-BE49-F238E27FC236}">
                <a16:creationId xmlns:a16="http://schemas.microsoft.com/office/drawing/2014/main" id="{7835BDF5-1574-CC63-FAF1-99828C5A1602}"/>
              </a:ext>
            </a:extLst>
          </p:cNvPr>
          <p:cNvGrpSpPr/>
          <p:nvPr/>
        </p:nvGrpSpPr>
        <p:grpSpPr>
          <a:xfrm>
            <a:off x="1489946" y="3267161"/>
            <a:ext cx="763336" cy="302342"/>
            <a:chOff x="3717131" y="4922122"/>
            <a:chExt cx="763336" cy="302342"/>
          </a:xfrm>
        </p:grpSpPr>
        <p:grpSp>
          <p:nvGrpSpPr>
            <p:cNvPr id="233" name="그룹 232">
              <a:extLst>
                <a:ext uri="{FF2B5EF4-FFF2-40B4-BE49-F238E27FC236}">
                  <a16:creationId xmlns:a16="http://schemas.microsoft.com/office/drawing/2014/main" id="{73E07CA7-6E38-39CA-9C2D-056AC1891D8F}"/>
                </a:ext>
              </a:extLst>
            </p:cNvPr>
            <p:cNvGrpSpPr/>
            <p:nvPr/>
          </p:nvGrpSpPr>
          <p:grpSpPr>
            <a:xfrm>
              <a:off x="3717131" y="4988720"/>
              <a:ext cx="88636" cy="235744"/>
              <a:chOff x="3717131" y="4988720"/>
              <a:chExt cx="88636" cy="235744"/>
            </a:xfrm>
          </p:grpSpPr>
          <p:sp>
            <p:nvSpPr>
              <p:cNvPr id="241" name="직사각형 240">
                <a:extLst>
                  <a:ext uri="{FF2B5EF4-FFF2-40B4-BE49-F238E27FC236}">
                    <a16:creationId xmlns:a16="http://schemas.microsoft.com/office/drawing/2014/main" id="{242E4632-87EF-FE7E-EE6B-DAE36EDD8131}"/>
                  </a:ext>
                </a:extLst>
              </p:cNvPr>
              <p:cNvSpPr/>
              <p:nvPr/>
            </p:nvSpPr>
            <p:spPr>
              <a:xfrm>
                <a:off x="3717131" y="4988720"/>
                <a:ext cx="88636" cy="2357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243" name="타원 242">
                <a:extLst>
                  <a:ext uri="{FF2B5EF4-FFF2-40B4-BE49-F238E27FC236}">
                    <a16:creationId xmlns:a16="http://schemas.microsoft.com/office/drawing/2014/main" id="{881C49B9-FF91-7C9F-A968-126A45AD603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88393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244" name="타원 243">
                <a:extLst>
                  <a:ext uri="{FF2B5EF4-FFF2-40B4-BE49-F238E27FC236}">
                    <a16:creationId xmlns:a16="http://schemas.microsoft.com/office/drawing/2014/main" id="{7B5C7288-4F97-D368-2585-11C49476C6F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22320"/>
                <a:ext cx="34919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247" name="타원 246">
                <a:extLst>
                  <a:ext uri="{FF2B5EF4-FFF2-40B4-BE49-F238E27FC236}">
                    <a16:creationId xmlns:a16="http://schemas.microsoft.com/office/drawing/2014/main" id="{1E51DA95-1330-0C16-DA40-664346A59BA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154582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3D6DAF80-9B23-AAEC-7218-FA17ACFA81F1}"/>
                </a:ext>
              </a:extLst>
            </p:cNvPr>
            <p:cNvSpPr txBox="1"/>
            <p:nvPr/>
          </p:nvSpPr>
          <p:spPr>
            <a:xfrm>
              <a:off x="3872978" y="4922122"/>
              <a:ext cx="1635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J15</a:t>
              </a:r>
              <a:endParaRPr lang="ko-KR" altLang="en-US" sz="600" b="1" dirty="0"/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050F9CDF-166C-5775-BD68-EFFB5B32A9EC}"/>
                </a:ext>
              </a:extLst>
            </p:cNvPr>
            <p:cNvSpPr txBox="1"/>
            <p:nvPr/>
          </p:nvSpPr>
          <p:spPr>
            <a:xfrm>
              <a:off x="4039978" y="4924214"/>
              <a:ext cx="4404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Flow meter</a:t>
              </a:r>
              <a:endParaRPr lang="ko-KR" altLang="en-US" sz="600" b="1" dirty="0"/>
            </a:p>
          </p:txBody>
        </p:sp>
      </p:grp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046B3DD0-7443-952B-125E-C3E2A1528DC7}"/>
              </a:ext>
            </a:extLst>
          </p:cNvPr>
          <p:cNvGrpSpPr/>
          <p:nvPr/>
        </p:nvGrpSpPr>
        <p:grpSpPr>
          <a:xfrm>
            <a:off x="1487829" y="3657310"/>
            <a:ext cx="613927" cy="200308"/>
            <a:chOff x="3717131" y="4988720"/>
            <a:chExt cx="613927" cy="200308"/>
          </a:xfrm>
        </p:grpSpPr>
        <p:grpSp>
          <p:nvGrpSpPr>
            <p:cNvPr id="256" name="그룹 255">
              <a:extLst>
                <a:ext uri="{FF2B5EF4-FFF2-40B4-BE49-F238E27FC236}">
                  <a16:creationId xmlns:a16="http://schemas.microsoft.com/office/drawing/2014/main" id="{F3198507-BD99-A5B1-CE29-8DA3132E712B}"/>
                </a:ext>
              </a:extLst>
            </p:cNvPr>
            <p:cNvGrpSpPr/>
            <p:nvPr/>
          </p:nvGrpSpPr>
          <p:grpSpPr>
            <a:xfrm>
              <a:off x="3717131" y="4988720"/>
              <a:ext cx="88636" cy="178592"/>
              <a:chOff x="3717131" y="4988720"/>
              <a:chExt cx="88636" cy="178592"/>
            </a:xfrm>
          </p:grpSpPr>
          <p:sp>
            <p:nvSpPr>
              <p:cNvPr id="268" name="직사각형 267">
                <a:extLst>
                  <a:ext uri="{FF2B5EF4-FFF2-40B4-BE49-F238E27FC236}">
                    <a16:creationId xmlns:a16="http://schemas.microsoft.com/office/drawing/2014/main" id="{3F1DB2BC-1509-D6DE-94B1-977B5D243E4B}"/>
                  </a:ext>
                </a:extLst>
              </p:cNvPr>
              <p:cNvSpPr/>
              <p:nvPr/>
            </p:nvSpPr>
            <p:spPr>
              <a:xfrm>
                <a:off x="3717131" y="4988720"/>
                <a:ext cx="88636" cy="1785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269" name="타원 268">
                <a:extLst>
                  <a:ext uri="{FF2B5EF4-FFF2-40B4-BE49-F238E27FC236}">
                    <a16:creationId xmlns:a16="http://schemas.microsoft.com/office/drawing/2014/main" id="{FB54B121-7A2D-960D-6EB5-25BDFD17B42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88393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285" name="타원 284">
                <a:extLst>
                  <a:ext uri="{FF2B5EF4-FFF2-40B4-BE49-F238E27FC236}">
                    <a16:creationId xmlns:a16="http://schemas.microsoft.com/office/drawing/2014/main" id="{49050156-6682-96E5-0FBD-557C82A736B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22320"/>
                <a:ext cx="34919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F445B3C8-5741-792D-A4E9-82EAC16A634C}"/>
                </a:ext>
              </a:extLst>
            </p:cNvPr>
            <p:cNvSpPr txBox="1"/>
            <p:nvPr/>
          </p:nvSpPr>
          <p:spPr>
            <a:xfrm>
              <a:off x="3927360" y="5096244"/>
              <a:ext cx="1635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J16</a:t>
              </a:r>
              <a:endParaRPr lang="ko-KR" altLang="en-US" sz="600" b="1" dirty="0"/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5334102D-22E4-771A-F5F2-04CDD941AC1E}"/>
                </a:ext>
              </a:extLst>
            </p:cNvPr>
            <p:cNvSpPr txBox="1"/>
            <p:nvPr/>
          </p:nvSpPr>
          <p:spPr>
            <a:xfrm>
              <a:off x="4092481" y="5096695"/>
              <a:ext cx="23857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AUX2</a:t>
              </a:r>
              <a:endParaRPr lang="ko-KR" altLang="en-US" sz="600" b="1" dirty="0"/>
            </a:p>
          </p:txBody>
        </p:sp>
      </p:grpSp>
      <p:grpSp>
        <p:nvGrpSpPr>
          <p:cNvPr id="289" name="그룹 288">
            <a:extLst>
              <a:ext uri="{FF2B5EF4-FFF2-40B4-BE49-F238E27FC236}">
                <a16:creationId xmlns:a16="http://schemas.microsoft.com/office/drawing/2014/main" id="{43553F10-AFE5-3830-BB1C-D516AFC48B18}"/>
              </a:ext>
            </a:extLst>
          </p:cNvPr>
          <p:cNvGrpSpPr/>
          <p:nvPr/>
        </p:nvGrpSpPr>
        <p:grpSpPr>
          <a:xfrm>
            <a:off x="1489240" y="4288914"/>
            <a:ext cx="371733" cy="495834"/>
            <a:chOff x="3717131" y="4988719"/>
            <a:chExt cx="371733" cy="495834"/>
          </a:xfrm>
        </p:grpSpPr>
        <p:grpSp>
          <p:nvGrpSpPr>
            <p:cNvPr id="301" name="그룹 300">
              <a:extLst>
                <a:ext uri="{FF2B5EF4-FFF2-40B4-BE49-F238E27FC236}">
                  <a16:creationId xmlns:a16="http://schemas.microsoft.com/office/drawing/2014/main" id="{557319E2-7C50-51FC-4EE5-1430D916673F}"/>
                </a:ext>
              </a:extLst>
            </p:cNvPr>
            <p:cNvGrpSpPr/>
            <p:nvPr/>
          </p:nvGrpSpPr>
          <p:grpSpPr>
            <a:xfrm>
              <a:off x="3717131" y="4988719"/>
              <a:ext cx="88636" cy="432258"/>
              <a:chOff x="3717131" y="4988719"/>
              <a:chExt cx="88636" cy="432258"/>
            </a:xfrm>
          </p:grpSpPr>
          <p:sp>
            <p:nvSpPr>
              <p:cNvPr id="382" name="직사각형 381">
                <a:extLst>
                  <a:ext uri="{FF2B5EF4-FFF2-40B4-BE49-F238E27FC236}">
                    <a16:creationId xmlns:a16="http://schemas.microsoft.com/office/drawing/2014/main" id="{72B4EE11-61C7-0E53-3406-1E1ADAC9B4B5}"/>
                  </a:ext>
                </a:extLst>
              </p:cNvPr>
              <p:cNvSpPr/>
              <p:nvPr/>
            </p:nvSpPr>
            <p:spPr>
              <a:xfrm>
                <a:off x="3717131" y="4988719"/>
                <a:ext cx="88636" cy="43225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384" name="타원 383">
                <a:extLst>
                  <a:ext uri="{FF2B5EF4-FFF2-40B4-BE49-F238E27FC236}">
                    <a16:creationId xmlns:a16="http://schemas.microsoft.com/office/drawing/2014/main" id="{EC1B9FB4-6A11-D6AD-5CF7-B8B7457DE1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88393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385" name="타원 384">
                <a:extLst>
                  <a:ext uri="{FF2B5EF4-FFF2-40B4-BE49-F238E27FC236}">
                    <a16:creationId xmlns:a16="http://schemas.microsoft.com/office/drawing/2014/main" id="{86C57FE9-1463-D6D2-ED67-EB6191C6D6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22320"/>
                <a:ext cx="34919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387" name="타원 386">
                <a:extLst>
                  <a:ext uri="{FF2B5EF4-FFF2-40B4-BE49-F238E27FC236}">
                    <a16:creationId xmlns:a16="http://schemas.microsoft.com/office/drawing/2014/main" id="{CD95006C-0548-AFC3-3C3E-403AE08F45B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154582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389" name="타원 388">
                <a:extLst>
                  <a:ext uri="{FF2B5EF4-FFF2-40B4-BE49-F238E27FC236}">
                    <a16:creationId xmlns:a16="http://schemas.microsoft.com/office/drawing/2014/main" id="{049FFDC5-6DF8-48A2-949F-995895B37FC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223645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390" name="타원 389">
                <a:extLst>
                  <a:ext uri="{FF2B5EF4-FFF2-40B4-BE49-F238E27FC236}">
                    <a16:creationId xmlns:a16="http://schemas.microsoft.com/office/drawing/2014/main" id="{64E664DE-10CC-8364-0282-C0CF3005865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293717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391" name="타원 390">
                <a:extLst>
                  <a:ext uri="{FF2B5EF4-FFF2-40B4-BE49-F238E27FC236}">
                    <a16:creationId xmlns:a16="http://schemas.microsoft.com/office/drawing/2014/main" id="{A32C6602-DD89-38FA-618A-FD9744DF84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7471" y="5359540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D8B1821B-23ED-CD29-83ED-3E56179B996A}"/>
                </a:ext>
              </a:extLst>
            </p:cNvPr>
            <p:cNvSpPr txBox="1"/>
            <p:nvPr/>
          </p:nvSpPr>
          <p:spPr>
            <a:xfrm>
              <a:off x="3802339" y="5392220"/>
              <a:ext cx="1635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J5</a:t>
              </a:r>
              <a:endParaRPr lang="ko-KR" altLang="en-US" sz="600" b="1" dirty="0"/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003BC7BE-076B-31A1-B7E1-E1DBC524C4A6}"/>
                </a:ext>
              </a:extLst>
            </p:cNvPr>
            <p:cNvSpPr txBox="1"/>
            <p:nvPr/>
          </p:nvSpPr>
          <p:spPr>
            <a:xfrm>
              <a:off x="3957149" y="5388140"/>
              <a:ext cx="13171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DI</a:t>
              </a:r>
              <a:endParaRPr lang="ko-KR" altLang="en-US" sz="600" b="1" dirty="0"/>
            </a:p>
          </p:txBody>
        </p:sp>
      </p:grpSp>
      <p:grpSp>
        <p:nvGrpSpPr>
          <p:cNvPr id="392" name="그룹 391">
            <a:extLst>
              <a:ext uri="{FF2B5EF4-FFF2-40B4-BE49-F238E27FC236}">
                <a16:creationId xmlns:a16="http://schemas.microsoft.com/office/drawing/2014/main" id="{F05F3F8E-1ED4-FBF8-3D86-4D7ADF69BC03}"/>
              </a:ext>
            </a:extLst>
          </p:cNvPr>
          <p:cNvGrpSpPr/>
          <p:nvPr/>
        </p:nvGrpSpPr>
        <p:grpSpPr>
          <a:xfrm>
            <a:off x="1487792" y="3948343"/>
            <a:ext cx="588574" cy="265801"/>
            <a:chOff x="3717131" y="4901511"/>
            <a:chExt cx="588574" cy="265801"/>
          </a:xfrm>
        </p:grpSpPr>
        <p:grpSp>
          <p:nvGrpSpPr>
            <p:cNvPr id="395" name="그룹 394">
              <a:extLst>
                <a:ext uri="{FF2B5EF4-FFF2-40B4-BE49-F238E27FC236}">
                  <a16:creationId xmlns:a16="http://schemas.microsoft.com/office/drawing/2014/main" id="{43F637FA-3068-003C-7780-314CBDA58060}"/>
                </a:ext>
              </a:extLst>
            </p:cNvPr>
            <p:cNvGrpSpPr/>
            <p:nvPr/>
          </p:nvGrpSpPr>
          <p:grpSpPr>
            <a:xfrm>
              <a:off x="3717131" y="4988720"/>
              <a:ext cx="88636" cy="178592"/>
              <a:chOff x="3717131" y="4988720"/>
              <a:chExt cx="88636" cy="178592"/>
            </a:xfrm>
          </p:grpSpPr>
          <p:sp>
            <p:nvSpPr>
              <p:cNvPr id="399" name="직사각형 398">
                <a:extLst>
                  <a:ext uri="{FF2B5EF4-FFF2-40B4-BE49-F238E27FC236}">
                    <a16:creationId xmlns:a16="http://schemas.microsoft.com/office/drawing/2014/main" id="{2DA176EF-E5F8-4535-176C-06244923FA7E}"/>
                  </a:ext>
                </a:extLst>
              </p:cNvPr>
              <p:cNvSpPr/>
              <p:nvPr/>
            </p:nvSpPr>
            <p:spPr>
              <a:xfrm>
                <a:off x="3717131" y="4988720"/>
                <a:ext cx="88636" cy="1785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00" name="타원 399">
                <a:extLst>
                  <a:ext uri="{FF2B5EF4-FFF2-40B4-BE49-F238E27FC236}">
                    <a16:creationId xmlns:a16="http://schemas.microsoft.com/office/drawing/2014/main" id="{ADCD5D88-387F-4DB7-A646-9D646551CF9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88393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03" name="타원 402">
                <a:extLst>
                  <a:ext uri="{FF2B5EF4-FFF2-40B4-BE49-F238E27FC236}">
                    <a16:creationId xmlns:a16="http://schemas.microsoft.com/office/drawing/2014/main" id="{4154AC4B-41F1-F7BD-953A-07FFE3D904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22320"/>
                <a:ext cx="34919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6428C62A-2F1E-B56E-114B-AC2535271D92}"/>
                </a:ext>
              </a:extLst>
            </p:cNvPr>
            <p:cNvSpPr txBox="1"/>
            <p:nvPr/>
          </p:nvSpPr>
          <p:spPr>
            <a:xfrm>
              <a:off x="3786287" y="4902994"/>
              <a:ext cx="1635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J6</a:t>
              </a:r>
              <a:endParaRPr lang="ko-KR" altLang="en-US" sz="600" b="1" dirty="0"/>
            </a:p>
          </p:txBody>
        </p:sp>
        <p:sp>
          <p:nvSpPr>
            <p:cNvPr id="397" name="TextBox 396">
              <a:extLst>
                <a:ext uri="{FF2B5EF4-FFF2-40B4-BE49-F238E27FC236}">
                  <a16:creationId xmlns:a16="http://schemas.microsoft.com/office/drawing/2014/main" id="{747FEC89-0D33-B52C-628E-85BBE5F0D523}"/>
                </a:ext>
              </a:extLst>
            </p:cNvPr>
            <p:cNvSpPr txBox="1"/>
            <p:nvPr/>
          </p:nvSpPr>
          <p:spPr>
            <a:xfrm>
              <a:off x="3939203" y="4901511"/>
              <a:ext cx="36650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Door SW</a:t>
              </a:r>
              <a:endParaRPr lang="ko-KR" altLang="en-US" sz="600" b="1" dirty="0"/>
            </a:p>
          </p:txBody>
        </p:sp>
      </p:grpSp>
      <p:grpSp>
        <p:nvGrpSpPr>
          <p:cNvPr id="404" name="그룹 403">
            <a:extLst>
              <a:ext uri="{FF2B5EF4-FFF2-40B4-BE49-F238E27FC236}">
                <a16:creationId xmlns:a16="http://schemas.microsoft.com/office/drawing/2014/main" id="{91D0AE0E-37DA-3932-82F4-870F1930FBBE}"/>
              </a:ext>
            </a:extLst>
          </p:cNvPr>
          <p:cNvGrpSpPr/>
          <p:nvPr/>
        </p:nvGrpSpPr>
        <p:grpSpPr>
          <a:xfrm>
            <a:off x="9903126" y="5207743"/>
            <a:ext cx="379525" cy="265849"/>
            <a:chOff x="3426242" y="4958615"/>
            <a:chExt cx="379525" cy="265849"/>
          </a:xfrm>
        </p:grpSpPr>
        <p:grpSp>
          <p:nvGrpSpPr>
            <p:cNvPr id="405" name="그룹 404">
              <a:extLst>
                <a:ext uri="{FF2B5EF4-FFF2-40B4-BE49-F238E27FC236}">
                  <a16:creationId xmlns:a16="http://schemas.microsoft.com/office/drawing/2014/main" id="{9BEAF745-3FD0-A402-00BF-08F46CC3A9EB}"/>
                </a:ext>
              </a:extLst>
            </p:cNvPr>
            <p:cNvGrpSpPr/>
            <p:nvPr/>
          </p:nvGrpSpPr>
          <p:grpSpPr>
            <a:xfrm>
              <a:off x="3717131" y="4988720"/>
              <a:ext cx="88636" cy="235744"/>
              <a:chOff x="3717131" y="4988720"/>
              <a:chExt cx="88636" cy="235744"/>
            </a:xfrm>
          </p:grpSpPr>
          <p:sp>
            <p:nvSpPr>
              <p:cNvPr id="408" name="직사각형 407">
                <a:extLst>
                  <a:ext uri="{FF2B5EF4-FFF2-40B4-BE49-F238E27FC236}">
                    <a16:creationId xmlns:a16="http://schemas.microsoft.com/office/drawing/2014/main" id="{A8AFC929-8FE2-234B-7873-AA76AF6AFC57}"/>
                  </a:ext>
                </a:extLst>
              </p:cNvPr>
              <p:cNvSpPr/>
              <p:nvPr/>
            </p:nvSpPr>
            <p:spPr>
              <a:xfrm>
                <a:off x="3717131" y="4988720"/>
                <a:ext cx="88636" cy="2357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09" name="타원 408">
                <a:extLst>
                  <a:ext uri="{FF2B5EF4-FFF2-40B4-BE49-F238E27FC236}">
                    <a16:creationId xmlns:a16="http://schemas.microsoft.com/office/drawing/2014/main" id="{784C6BFC-0500-E82D-0179-4C18AF37BB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88393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10" name="타원 409">
                <a:extLst>
                  <a:ext uri="{FF2B5EF4-FFF2-40B4-BE49-F238E27FC236}">
                    <a16:creationId xmlns:a16="http://schemas.microsoft.com/office/drawing/2014/main" id="{2F5CE9C8-04BF-AE7D-6EDD-6E232F34E09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22320"/>
                <a:ext cx="34919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11" name="타원 410">
                <a:extLst>
                  <a:ext uri="{FF2B5EF4-FFF2-40B4-BE49-F238E27FC236}">
                    <a16:creationId xmlns:a16="http://schemas.microsoft.com/office/drawing/2014/main" id="{CF88B4FB-78A2-6BAC-02B7-19341F9BE03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154582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  <p:sp>
          <p:nvSpPr>
            <p:cNvPr id="406" name="TextBox 405">
              <a:extLst>
                <a:ext uri="{FF2B5EF4-FFF2-40B4-BE49-F238E27FC236}">
                  <a16:creationId xmlns:a16="http://schemas.microsoft.com/office/drawing/2014/main" id="{35981EA8-8504-781A-6FF3-5E07437FE044}"/>
                </a:ext>
              </a:extLst>
            </p:cNvPr>
            <p:cNvSpPr txBox="1"/>
            <p:nvPr/>
          </p:nvSpPr>
          <p:spPr>
            <a:xfrm>
              <a:off x="3565869" y="4958615"/>
              <a:ext cx="16358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J7</a:t>
              </a:r>
              <a:endParaRPr lang="ko-KR" altLang="en-US" sz="600" b="1" dirty="0"/>
            </a:p>
          </p:txBody>
        </p:sp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33810C00-7C78-1144-71E9-7792A98828F4}"/>
                </a:ext>
              </a:extLst>
            </p:cNvPr>
            <p:cNvSpPr txBox="1"/>
            <p:nvPr/>
          </p:nvSpPr>
          <p:spPr>
            <a:xfrm>
              <a:off x="3426242" y="4958615"/>
              <a:ext cx="23857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AVC</a:t>
              </a:r>
              <a:endParaRPr lang="ko-KR" altLang="en-US" sz="600" b="1" dirty="0"/>
            </a:p>
          </p:txBody>
        </p:sp>
      </p:grpSp>
      <p:grpSp>
        <p:nvGrpSpPr>
          <p:cNvPr id="412" name="그룹 411">
            <a:extLst>
              <a:ext uri="{FF2B5EF4-FFF2-40B4-BE49-F238E27FC236}">
                <a16:creationId xmlns:a16="http://schemas.microsoft.com/office/drawing/2014/main" id="{D226840C-DAB9-1E63-F26D-728AC878BAF8}"/>
              </a:ext>
            </a:extLst>
          </p:cNvPr>
          <p:cNvGrpSpPr/>
          <p:nvPr/>
        </p:nvGrpSpPr>
        <p:grpSpPr>
          <a:xfrm>
            <a:off x="1488242" y="4807111"/>
            <a:ext cx="595141" cy="539280"/>
            <a:chOff x="3717131" y="4988718"/>
            <a:chExt cx="595141" cy="539280"/>
          </a:xfrm>
        </p:grpSpPr>
        <p:grpSp>
          <p:nvGrpSpPr>
            <p:cNvPr id="413" name="그룹 412">
              <a:extLst>
                <a:ext uri="{FF2B5EF4-FFF2-40B4-BE49-F238E27FC236}">
                  <a16:creationId xmlns:a16="http://schemas.microsoft.com/office/drawing/2014/main" id="{B165DF5F-8E19-EC44-9F42-9542662356F7}"/>
                </a:ext>
              </a:extLst>
            </p:cNvPr>
            <p:cNvGrpSpPr/>
            <p:nvPr/>
          </p:nvGrpSpPr>
          <p:grpSpPr>
            <a:xfrm>
              <a:off x="3717131" y="4988718"/>
              <a:ext cx="88636" cy="498097"/>
              <a:chOff x="3717131" y="4988718"/>
              <a:chExt cx="88636" cy="498097"/>
            </a:xfrm>
          </p:grpSpPr>
          <p:sp>
            <p:nvSpPr>
              <p:cNvPr id="416" name="직사각형 415">
                <a:extLst>
                  <a:ext uri="{FF2B5EF4-FFF2-40B4-BE49-F238E27FC236}">
                    <a16:creationId xmlns:a16="http://schemas.microsoft.com/office/drawing/2014/main" id="{8409936A-FEF8-E6C3-C855-23F4EB51EC40}"/>
                  </a:ext>
                </a:extLst>
              </p:cNvPr>
              <p:cNvSpPr/>
              <p:nvPr/>
            </p:nvSpPr>
            <p:spPr>
              <a:xfrm>
                <a:off x="3717131" y="4988718"/>
                <a:ext cx="88636" cy="49809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17" name="타원 416">
                <a:extLst>
                  <a:ext uri="{FF2B5EF4-FFF2-40B4-BE49-F238E27FC236}">
                    <a16:creationId xmlns:a16="http://schemas.microsoft.com/office/drawing/2014/main" id="{291E08A1-248D-1857-DD54-C058D41833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88393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18" name="타원 417">
                <a:extLst>
                  <a:ext uri="{FF2B5EF4-FFF2-40B4-BE49-F238E27FC236}">
                    <a16:creationId xmlns:a16="http://schemas.microsoft.com/office/drawing/2014/main" id="{0465710A-0CE3-E362-F27D-59327D2F84C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22320"/>
                <a:ext cx="34919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19" name="타원 418">
                <a:extLst>
                  <a:ext uri="{FF2B5EF4-FFF2-40B4-BE49-F238E27FC236}">
                    <a16:creationId xmlns:a16="http://schemas.microsoft.com/office/drawing/2014/main" id="{3E2B56F4-7E01-8BFB-AB08-A9451D1F7AA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154582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20" name="타원 419">
                <a:extLst>
                  <a:ext uri="{FF2B5EF4-FFF2-40B4-BE49-F238E27FC236}">
                    <a16:creationId xmlns:a16="http://schemas.microsoft.com/office/drawing/2014/main" id="{650E97C8-7613-848F-1C5E-CBD38F032B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223645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21" name="타원 420">
                <a:extLst>
                  <a:ext uri="{FF2B5EF4-FFF2-40B4-BE49-F238E27FC236}">
                    <a16:creationId xmlns:a16="http://schemas.microsoft.com/office/drawing/2014/main" id="{886D4921-81AE-A8B5-FC58-4E885F5CCA1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293717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22" name="타원 421">
                <a:extLst>
                  <a:ext uri="{FF2B5EF4-FFF2-40B4-BE49-F238E27FC236}">
                    <a16:creationId xmlns:a16="http://schemas.microsoft.com/office/drawing/2014/main" id="{097BCAB9-4C13-2F60-6326-1322AAF1EFF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7471" y="5359540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24" name="타원 423">
                <a:extLst>
                  <a:ext uri="{FF2B5EF4-FFF2-40B4-BE49-F238E27FC236}">
                    <a16:creationId xmlns:a16="http://schemas.microsoft.com/office/drawing/2014/main" id="{544DD4DF-68B7-C148-767E-389E28049D7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9411" y="5421524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373A9355-2310-DA10-D438-2C33BD48A258}"/>
                </a:ext>
              </a:extLst>
            </p:cNvPr>
            <p:cNvSpPr txBox="1"/>
            <p:nvPr/>
          </p:nvSpPr>
          <p:spPr>
            <a:xfrm>
              <a:off x="3949426" y="5435665"/>
              <a:ext cx="1635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J24</a:t>
              </a:r>
              <a:endParaRPr lang="ko-KR" altLang="en-US" sz="600" b="1" dirty="0"/>
            </a:p>
          </p:txBody>
        </p:sp>
        <p:sp>
          <p:nvSpPr>
            <p:cNvPr id="415" name="TextBox 414">
              <a:extLst>
                <a:ext uri="{FF2B5EF4-FFF2-40B4-BE49-F238E27FC236}">
                  <a16:creationId xmlns:a16="http://schemas.microsoft.com/office/drawing/2014/main" id="{650E0E61-0A63-7EBB-C4BA-0D63C6A827AD}"/>
                </a:ext>
              </a:extLst>
            </p:cNvPr>
            <p:cNvSpPr txBox="1"/>
            <p:nvPr/>
          </p:nvSpPr>
          <p:spPr>
            <a:xfrm>
              <a:off x="4073695" y="5432679"/>
              <a:ext cx="23857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IO</a:t>
              </a:r>
              <a:endParaRPr lang="ko-KR" altLang="en-US" sz="600" b="1" dirty="0"/>
            </a:p>
          </p:txBody>
        </p:sp>
      </p:grpSp>
      <p:grpSp>
        <p:nvGrpSpPr>
          <p:cNvPr id="425" name="그룹 424">
            <a:extLst>
              <a:ext uri="{FF2B5EF4-FFF2-40B4-BE49-F238E27FC236}">
                <a16:creationId xmlns:a16="http://schemas.microsoft.com/office/drawing/2014/main" id="{FFA788E3-8D83-60AA-722C-CC66A90B7074}"/>
              </a:ext>
            </a:extLst>
          </p:cNvPr>
          <p:cNvGrpSpPr/>
          <p:nvPr/>
        </p:nvGrpSpPr>
        <p:grpSpPr>
          <a:xfrm>
            <a:off x="9863749" y="5662723"/>
            <a:ext cx="415784" cy="526109"/>
            <a:chOff x="3389983" y="4960706"/>
            <a:chExt cx="415784" cy="526109"/>
          </a:xfrm>
        </p:grpSpPr>
        <p:grpSp>
          <p:nvGrpSpPr>
            <p:cNvPr id="426" name="그룹 425">
              <a:extLst>
                <a:ext uri="{FF2B5EF4-FFF2-40B4-BE49-F238E27FC236}">
                  <a16:creationId xmlns:a16="http://schemas.microsoft.com/office/drawing/2014/main" id="{30DA7866-20B9-41FA-479E-072E3B8A6E20}"/>
                </a:ext>
              </a:extLst>
            </p:cNvPr>
            <p:cNvGrpSpPr/>
            <p:nvPr/>
          </p:nvGrpSpPr>
          <p:grpSpPr>
            <a:xfrm>
              <a:off x="3717131" y="4988718"/>
              <a:ext cx="88636" cy="498097"/>
              <a:chOff x="3717131" y="4988718"/>
              <a:chExt cx="88636" cy="498097"/>
            </a:xfrm>
          </p:grpSpPr>
          <p:sp>
            <p:nvSpPr>
              <p:cNvPr id="429" name="직사각형 428">
                <a:extLst>
                  <a:ext uri="{FF2B5EF4-FFF2-40B4-BE49-F238E27FC236}">
                    <a16:creationId xmlns:a16="http://schemas.microsoft.com/office/drawing/2014/main" id="{F86731C8-22E4-278D-E09F-B392B97D8B79}"/>
                  </a:ext>
                </a:extLst>
              </p:cNvPr>
              <p:cNvSpPr/>
              <p:nvPr/>
            </p:nvSpPr>
            <p:spPr>
              <a:xfrm>
                <a:off x="3717131" y="4988718"/>
                <a:ext cx="88636" cy="49809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30" name="타원 429">
                <a:extLst>
                  <a:ext uri="{FF2B5EF4-FFF2-40B4-BE49-F238E27FC236}">
                    <a16:creationId xmlns:a16="http://schemas.microsoft.com/office/drawing/2014/main" id="{CFDAF86A-1148-A4D7-8C0F-5D32F5AA0CB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88393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31" name="타원 430">
                <a:extLst>
                  <a:ext uri="{FF2B5EF4-FFF2-40B4-BE49-F238E27FC236}">
                    <a16:creationId xmlns:a16="http://schemas.microsoft.com/office/drawing/2014/main" id="{14C87E42-2D65-1F4E-154A-868713AE205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22320"/>
                <a:ext cx="34919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32" name="타원 431">
                <a:extLst>
                  <a:ext uri="{FF2B5EF4-FFF2-40B4-BE49-F238E27FC236}">
                    <a16:creationId xmlns:a16="http://schemas.microsoft.com/office/drawing/2014/main" id="{575D84F5-E7FD-840E-3041-3A08A8C0958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154582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33" name="타원 432">
                <a:extLst>
                  <a:ext uri="{FF2B5EF4-FFF2-40B4-BE49-F238E27FC236}">
                    <a16:creationId xmlns:a16="http://schemas.microsoft.com/office/drawing/2014/main" id="{394414CF-8AA5-3B74-8F91-066F6464DF5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223645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34" name="타원 433">
                <a:extLst>
                  <a:ext uri="{FF2B5EF4-FFF2-40B4-BE49-F238E27FC236}">
                    <a16:creationId xmlns:a16="http://schemas.microsoft.com/office/drawing/2014/main" id="{0E307AB8-03D9-1BFA-1BA3-85CE6C1A873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293717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35" name="타원 434">
                <a:extLst>
                  <a:ext uri="{FF2B5EF4-FFF2-40B4-BE49-F238E27FC236}">
                    <a16:creationId xmlns:a16="http://schemas.microsoft.com/office/drawing/2014/main" id="{D48E26D4-9598-CB44-30AF-BDFE4EEC4C4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7471" y="5359540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36" name="타원 435">
                <a:extLst>
                  <a:ext uri="{FF2B5EF4-FFF2-40B4-BE49-F238E27FC236}">
                    <a16:creationId xmlns:a16="http://schemas.microsoft.com/office/drawing/2014/main" id="{80352044-F701-45A7-4F13-48EA6D30A8C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9411" y="5421524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  <p:sp>
          <p:nvSpPr>
            <p:cNvPr id="427" name="TextBox 426">
              <a:extLst>
                <a:ext uri="{FF2B5EF4-FFF2-40B4-BE49-F238E27FC236}">
                  <a16:creationId xmlns:a16="http://schemas.microsoft.com/office/drawing/2014/main" id="{039FE4CE-AD4B-CD2D-7C73-CC322C077733}"/>
                </a:ext>
              </a:extLst>
            </p:cNvPr>
            <p:cNvSpPr txBox="1"/>
            <p:nvPr/>
          </p:nvSpPr>
          <p:spPr>
            <a:xfrm>
              <a:off x="3568986" y="4962188"/>
              <a:ext cx="1635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J8</a:t>
              </a:r>
              <a:endParaRPr lang="ko-KR" altLang="en-US" sz="600" b="1" dirty="0"/>
            </a:p>
          </p:txBody>
        </p:sp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id="{0D077769-3323-A88A-2F83-74E590EC53BC}"/>
                </a:ext>
              </a:extLst>
            </p:cNvPr>
            <p:cNvSpPr txBox="1"/>
            <p:nvPr/>
          </p:nvSpPr>
          <p:spPr>
            <a:xfrm>
              <a:off x="3389983" y="4960706"/>
              <a:ext cx="23857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TMP</a:t>
              </a:r>
              <a:endParaRPr lang="ko-KR" altLang="en-US" sz="600" b="1" dirty="0"/>
            </a:p>
          </p:txBody>
        </p:sp>
      </p:grpSp>
      <p:grpSp>
        <p:nvGrpSpPr>
          <p:cNvPr id="466" name="그룹 465">
            <a:extLst>
              <a:ext uri="{FF2B5EF4-FFF2-40B4-BE49-F238E27FC236}">
                <a16:creationId xmlns:a16="http://schemas.microsoft.com/office/drawing/2014/main" id="{8A027AB5-4333-8AE8-5F4B-3529DE6190FD}"/>
              </a:ext>
            </a:extLst>
          </p:cNvPr>
          <p:cNvGrpSpPr/>
          <p:nvPr/>
        </p:nvGrpSpPr>
        <p:grpSpPr>
          <a:xfrm>
            <a:off x="9611699" y="4720701"/>
            <a:ext cx="670080" cy="492548"/>
            <a:chOff x="3135687" y="4944833"/>
            <a:chExt cx="670080" cy="492548"/>
          </a:xfrm>
        </p:grpSpPr>
        <p:grpSp>
          <p:nvGrpSpPr>
            <p:cNvPr id="467" name="그룹 466">
              <a:extLst>
                <a:ext uri="{FF2B5EF4-FFF2-40B4-BE49-F238E27FC236}">
                  <a16:creationId xmlns:a16="http://schemas.microsoft.com/office/drawing/2014/main" id="{EDD5841E-2D62-1FCB-7ABA-236E39A77C40}"/>
                </a:ext>
              </a:extLst>
            </p:cNvPr>
            <p:cNvGrpSpPr/>
            <p:nvPr/>
          </p:nvGrpSpPr>
          <p:grpSpPr>
            <a:xfrm>
              <a:off x="3717131" y="4988719"/>
              <a:ext cx="88636" cy="369159"/>
              <a:chOff x="3717131" y="4988719"/>
              <a:chExt cx="88636" cy="369159"/>
            </a:xfrm>
          </p:grpSpPr>
          <p:sp>
            <p:nvSpPr>
              <p:cNvPr id="470" name="직사각형 469">
                <a:extLst>
                  <a:ext uri="{FF2B5EF4-FFF2-40B4-BE49-F238E27FC236}">
                    <a16:creationId xmlns:a16="http://schemas.microsoft.com/office/drawing/2014/main" id="{B76477DD-2B35-171A-44B5-8A3C4B93D8DF}"/>
                  </a:ext>
                </a:extLst>
              </p:cNvPr>
              <p:cNvSpPr/>
              <p:nvPr/>
            </p:nvSpPr>
            <p:spPr>
              <a:xfrm>
                <a:off x="3717131" y="4988719"/>
                <a:ext cx="88636" cy="3691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71" name="타원 470">
                <a:extLst>
                  <a:ext uri="{FF2B5EF4-FFF2-40B4-BE49-F238E27FC236}">
                    <a16:creationId xmlns:a16="http://schemas.microsoft.com/office/drawing/2014/main" id="{8DAEDFA5-CDFE-40E4-2056-5FEFD770A6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88393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72" name="타원 471">
                <a:extLst>
                  <a:ext uri="{FF2B5EF4-FFF2-40B4-BE49-F238E27FC236}">
                    <a16:creationId xmlns:a16="http://schemas.microsoft.com/office/drawing/2014/main" id="{F5597138-7A99-2D3F-D029-BF7F42995E3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22320"/>
                <a:ext cx="34919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73" name="타원 472">
                <a:extLst>
                  <a:ext uri="{FF2B5EF4-FFF2-40B4-BE49-F238E27FC236}">
                    <a16:creationId xmlns:a16="http://schemas.microsoft.com/office/drawing/2014/main" id="{A55A5E53-882B-79C0-FC9D-FA83043ED2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154582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74" name="타원 473">
                <a:extLst>
                  <a:ext uri="{FF2B5EF4-FFF2-40B4-BE49-F238E27FC236}">
                    <a16:creationId xmlns:a16="http://schemas.microsoft.com/office/drawing/2014/main" id="{F3DA0E8C-FF93-F1D3-D822-E6582677D9C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223645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75" name="타원 474">
                <a:extLst>
                  <a:ext uri="{FF2B5EF4-FFF2-40B4-BE49-F238E27FC236}">
                    <a16:creationId xmlns:a16="http://schemas.microsoft.com/office/drawing/2014/main" id="{223B4FD0-554E-A69B-0DEC-1F7B562A59A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293717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  <p:sp>
          <p:nvSpPr>
            <p:cNvPr id="468" name="TextBox 467">
              <a:extLst>
                <a:ext uri="{FF2B5EF4-FFF2-40B4-BE49-F238E27FC236}">
                  <a16:creationId xmlns:a16="http://schemas.microsoft.com/office/drawing/2014/main" id="{60CD5977-B854-703B-7374-98210FDB9E40}"/>
                </a:ext>
              </a:extLst>
            </p:cNvPr>
            <p:cNvSpPr txBox="1"/>
            <p:nvPr/>
          </p:nvSpPr>
          <p:spPr>
            <a:xfrm>
              <a:off x="3569476" y="4944833"/>
              <a:ext cx="1635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J21</a:t>
              </a:r>
              <a:endParaRPr lang="ko-KR" altLang="en-US" sz="600" b="1" dirty="0"/>
            </a:p>
          </p:txBody>
        </p:sp>
        <p:sp>
          <p:nvSpPr>
            <p:cNvPr id="469" name="TextBox 468">
              <a:extLst>
                <a:ext uri="{FF2B5EF4-FFF2-40B4-BE49-F238E27FC236}">
                  <a16:creationId xmlns:a16="http://schemas.microsoft.com/office/drawing/2014/main" id="{156D68C2-C96B-D837-4569-1F1FE4BF54F5}"/>
                </a:ext>
              </a:extLst>
            </p:cNvPr>
            <p:cNvSpPr txBox="1"/>
            <p:nvPr/>
          </p:nvSpPr>
          <p:spPr>
            <a:xfrm>
              <a:off x="3135687" y="5345048"/>
              <a:ext cx="45451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Plasma PS</a:t>
              </a:r>
              <a:endParaRPr lang="ko-KR" altLang="en-US" sz="600" b="1" dirty="0"/>
            </a:p>
          </p:txBody>
        </p:sp>
      </p:grpSp>
      <p:grpSp>
        <p:nvGrpSpPr>
          <p:cNvPr id="477" name="그룹 476">
            <a:extLst>
              <a:ext uri="{FF2B5EF4-FFF2-40B4-BE49-F238E27FC236}">
                <a16:creationId xmlns:a16="http://schemas.microsoft.com/office/drawing/2014/main" id="{D3EBE489-78CE-8A5D-D234-5FB246F081B3}"/>
              </a:ext>
            </a:extLst>
          </p:cNvPr>
          <p:cNvGrpSpPr/>
          <p:nvPr/>
        </p:nvGrpSpPr>
        <p:grpSpPr>
          <a:xfrm>
            <a:off x="10040119" y="4279328"/>
            <a:ext cx="240960" cy="346353"/>
            <a:chOff x="3564807" y="4945618"/>
            <a:chExt cx="240960" cy="346353"/>
          </a:xfrm>
        </p:grpSpPr>
        <p:grpSp>
          <p:nvGrpSpPr>
            <p:cNvPr id="478" name="그룹 477">
              <a:extLst>
                <a:ext uri="{FF2B5EF4-FFF2-40B4-BE49-F238E27FC236}">
                  <a16:creationId xmlns:a16="http://schemas.microsoft.com/office/drawing/2014/main" id="{C850A91F-F5EA-5445-1498-BCFB4B956A6B}"/>
                </a:ext>
              </a:extLst>
            </p:cNvPr>
            <p:cNvGrpSpPr/>
            <p:nvPr/>
          </p:nvGrpSpPr>
          <p:grpSpPr>
            <a:xfrm>
              <a:off x="3717131" y="4988720"/>
              <a:ext cx="88636" cy="178592"/>
              <a:chOff x="3717131" y="4988720"/>
              <a:chExt cx="88636" cy="178592"/>
            </a:xfrm>
          </p:grpSpPr>
          <p:sp>
            <p:nvSpPr>
              <p:cNvPr id="481" name="직사각형 480">
                <a:extLst>
                  <a:ext uri="{FF2B5EF4-FFF2-40B4-BE49-F238E27FC236}">
                    <a16:creationId xmlns:a16="http://schemas.microsoft.com/office/drawing/2014/main" id="{912BFBE0-9D5B-44ED-41E9-85B156E9F1B6}"/>
                  </a:ext>
                </a:extLst>
              </p:cNvPr>
              <p:cNvSpPr/>
              <p:nvPr/>
            </p:nvSpPr>
            <p:spPr>
              <a:xfrm>
                <a:off x="3717131" y="4988720"/>
                <a:ext cx="88636" cy="1785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82" name="타원 481">
                <a:extLst>
                  <a:ext uri="{FF2B5EF4-FFF2-40B4-BE49-F238E27FC236}">
                    <a16:creationId xmlns:a16="http://schemas.microsoft.com/office/drawing/2014/main" id="{DF7EC0E9-91DE-BD74-299A-CB12C4DA94A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88393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83" name="타원 482">
                <a:extLst>
                  <a:ext uri="{FF2B5EF4-FFF2-40B4-BE49-F238E27FC236}">
                    <a16:creationId xmlns:a16="http://schemas.microsoft.com/office/drawing/2014/main" id="{EAD20A18-AC7D-D03A-BBE3-6A7F20349E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22320"/>
                <a:ext cx="34919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  <p:sp>
          <p:nvSpPr>
            <p:cNvPr id="479" name="TextBox 478">
              <a:extLst>
                <a:ext uri="{FF2B5EF4-FFF2-40B4-BE49-F238E27FC236}">
                  <a16:creationId xmlns:a16="http://schemas.microsoft.com/office/drawing/2014/main" id="{33EDE044-D76A-83CE-6B1C-7F711C2C6E33}"/>
                </a:ext>
              </a:extLst>
            </p:cNvPr>
            <p:cNvSpPr txBox="1"/>
            <p:nvPr/>
          </p:nvSpPr>
          <p:spPr>
            <a:xfrm>
              <a:off x="3564807" y="4945618"/>
              <a:ext cx="1635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J20</a:t>
              </a:r>
              <a:endParaRPr lang="ko-KR" altLang="en-US" sz="600" b="1" dirty="0"/>
            </a:p>
          </p:txBody>
        </p:sp>
        <p:sp>
          <p:nvSpPr>
            <p:cNvPr id="480" name="TextBox 479">
              <a:extLst>
                <a:ext uri="{FF2B5EF4-FFF2-40B4-BE49-F238E27FC236}">
                  <a16:creationId xmlns:a16="http://schemas.microsoft.com/office/drawing/2014/main" id="{229C8E34-8512-A22D-EEA3-A8CB70A4ACA3}"/>
                </a:ext>
              </a:extLst>
            </p:cNvPr>
            <p:cNvSpPr txBox="1"/>
            <p:nvPr/>
          </p:nvSpPr>
          <p:spPr>
            <a:xfrm>
              <a:off x="3612298" y="5199638"/>
              <a:ext cx="13482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DP</a:t>
              </a:r>
              <a:endParaRPr lang="ko-KR" altLang="en-US" sz="600" b="1" dirty="0"/>
            </a:p>
          </p:txBody>
        </p:sp>
      </p:grpSp>
      <p:grpSp>
        <p:nvGrpSpPr>
          <p:cNvPr id="484" name="그룹 483">
            <a:extLst>
              <a:ext uri="{FF2B5EF4-FFF2-40B4-BE49-F238E27FC236}">
                <a16:creationId xmlns:a16="http://schemas.microsoft.com/office/drawing/2014/main" id="{028D6907-EF64-95E5-CA34-B6E0FFE3CAD8}"/>
              </a:ext>
            </a:extLst>
          </p:cNvPr>
          <p:cNvGrpSpPr/>
          <p:nvPr/>
        </p:nvGrpSpPr>
        <p:grpSpPr>
          <a:xfrm>
            <a:off x="9816181" y="3835907"/>
            <a:ext cx="466486" cy="271099"/>
            <a:chOff x="3339281" y="4953365"/>
            <a:chExt cx="466486" cy="271099"/>
          </a:xfrm>
        </p:grpSpPr>
        <p:grpSp>
          <p:nvGrpSpPr>
            <p:cNvPr id="485" name="그룹 484">
              <a:extLst>
                <a:ext uri="{FF2B5EF4-FFF2-40B4-BE49-F238E27FC236}">
                  <a16:creationId xmlns:a16="http://schemas.microsoft.com/office/drawing/2014/main" id="{8B32DE0B-490A-4343-4A05-1C5413AA9B6A}"/>
                </a:ext>
              </a:extLst>
            </p:cNvPr>
            <p:cNvGrpSpPr/>
            <p:nvPr/>
          </p:nvGrpSpPr>
          <p:grpSpPr>
            <a:xfrm>
              <a:off x="3717131" y="4988720"/>
              <a:ext cx="88636" cy="235744"/>
              <a:chOff x="3717131" y="4988720"/>
              <a:chExt cx="88636" cy="235744"/>
            </a:xfrm>
          </p:grpSpPr>
          <p:sp>
            <p:nvSpPr>
              <p:cNvPr id="488" name="직사각형 487">
                <a:extLst>
                  <a:ext uri="{FF2B5EF4-FFF2-40B4-BE49-F238E27FC236}">
                    <a16:creationId xmlns:a16="http://schemas.microsoft.com/office/drawing/2014/main" id="{8741A6AA-F53A-C4AC-DE7C-D89A9B2EF698}"/>
                  </a:ext>
                </a:extLst>
              </p:cNvPr>
              <p:cNvSpPr/>
              <p:nvPr/>
            </p:nvSpPr>
            <p:spPr>
              <a:xfrm>
                <a:off x="3717131" y="4988720"/>
                <a:ext cx="88636" cy="2357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89" name="타원 488">
                <a:extLst>
                  <a:ext uri="{FF2B5EF4-FFF2-40B4-BE49-F238E27FC236}">
                    <a16:creationId xmlns:a16="http://schemas.microsoft.com/office/drawing/2014/main" id="{6FBE21FF-0B5A-998C-E002-2AC3BEDE53E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88393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90" name="타원 489">
                <a:extLst>
                  <a:ext uri="{FF2B5EF4-FFF2-40B4-BE49-F238E27FC236}">
                    <a16:creationId xmlns:a16="http://schemas.microsoft.com/office/drawing/2014/main" id="{D52909EE-6D5F-090F-733D-5744D01169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22320"/>
                <a:ext cx="34919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491" name="타원 490">
                <a:extLst>
                  <a:ext uri="{FF2B5EF4-FFF2-40B4-BE49-F238E27FC236}">
                    <a16:creationId xmlns:a16="http://schemas.microsoft.com/office/drawing/2014/main" id="{D1D5BAAF-6AA0-153B-D502-C862B96CAD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154582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  <p:sp>
          <p:nvSpPr>
            <p:cNvPr id="486" name="TextBox 485">
              <a:extLst>
                <a:ext uri="{FF2B5EF4-FFF2-40B4-BE49-F238E27FC236}">
                  <a16:creationId xmlns:a16="http://schemas.microsoft.com/office/drawing/2014/main" id="{0C16B265-A7E2-0F4B-9439-E197657812FE}"/>
                </a:ext>
              </a:extLst>
            </p:cNvPr>
            <p:cNvSpPr txBox="1"/>
            <p:nvPr/>
          </p:nvSpPr>
          <p:spPr>
            <a:xfrm>
              <a:off x="3563219" y="4955600"/>
              <a:ext cx="1635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J19</a:t>
              </a:r>
              <a:endParaRPr lang="ko-KR" altLang="en-US" sz="600" b="1" dirty="0"/>
            </a:p>
          </p:txBody>
        </p:sp>
        <p:sp>
          <p:nvSpPr>
            <p:cNvPr id="487" name="TextBox 486">
              <a:extLst>
                <a:ext uri="{FF2B5EF4-FFF2-40B4-BE49-F238E27FC236}">
                  <a16:creationId xmlns:a16="http://schemas.microsoft.com/office/drawing/2014/main" id="{24093A52-2A8C-6468-A1A5-F901C094A8FE}"/>
                </a:ext>
              </a:extLst>
            </p:cNvPr>
            <p:cNvSpPr txBox="1"/>
            <p:nvPr/>
          </p:nvSpPr>
          <p:spPr>
            <a:xfrm>
              <a:off x="3339281" y="4953365"/>
              <a:ext cx="23857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CB2.0</a:t>
              </a:r>
              <a:endParaRPr lang="ko-KR" altLang="en-US" sz="600" b="1" dirty="0"/>
            </a:p>
          </p:txBody>
        </p:sp>
      </p:grpSp>
      <p:grpSp>
        <p:nvGrpSpPr>
          <p:cNvPr id="506" name="그룹 505">
            <a:extLst>
              <a:ext uri="{FF2B5EF4-FFF2-40B4-BE49-F238E27FC236}">
                <a16:creationId xmlns:a16="http://schemas.microsoft.com/office/drawing/2014/main" id="{F1D2B2F5-136D-FCD8-2454-A2522542CA07}"/>
              </a:ext>
            </a:extLst>
          </p:cNvPr>
          <p:cNvGrpSpPr/>
          <p:nvPr/>
        </p:nvGrpSpPr>
        <p:grpSpPr>
          <a:xfrm>
            <a:off x="1488030" y="2998115"/>
            <a:ext cx="699654" cy="259633"/>
            <a:chOff x="3717131" y="4907679"/>
            <a:chExt cx="699654" cy="259633"/>
          </a:xfrm>
        </p:grpSpPr>
        <p:grpSp>
          <p:nvGrpSpPr>
            <p:cNvPr id="507" name="그룹 506">
              <a:extLst>
                <a:ext uri="{FF2B5EF4-FFF2-40B4-BE49-F238E27FC236}">
                  <a16:creationId xmlns:a16="http://schemas.microsoft.com/office/drawing/2014/main" id="{4F4B4AAE-DBD2-BF3B-6605-E9768586F511}"/>
                </a:ext>
              </a:extLst>
            </p:cNvPr>
            <p:cNvGrpSpPr/>
            <p:nvPr/>
          </p:nvGrpSpPr>
          <p:grpSpPr>
            <a:xfrm>
              <a:off x="3717131" y="4988720"/>
              <a:ext cx="88636" cy="178592"/>
              <a:chOff x="3717131" y="4988720"/>
              <a:chExt cx="88636" cy="178592"/>
            </a:xfrm>
          </p:grpSpPr>
          <p:sp>
            <p:nvSpPr>
              <p:cNvPr id="510" name="직사각형 509">
                <a:extLst>
                  <a:ext uri="{FF2B5EF4-FFF2-40B4-BE49-F238E27FC236}">
                    <a16:creationId xmlns:a16="http://schemas.microsoft.com/office/drawing/2014/main" id="{B7A4527F-6559-208D-A5D9-9DFEFEAB28C9}"/>
                  </a:ext>
                </a:extLst>
              </p:cNvPr>
              <p:cNvSpPr/>
              <p:nvPr/>
            </p:nvSpPr>
            <p:spPr>
              <a:xfrm>
                <a:off x="3717131" y="4988720"/>
                <a:ext cx="88636" cy="1785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511" name="타원 510">
                <a:extLst>
                  <a:ext uri="{FF2B5EF4-FFF2-40B4-BE49-F238E27FC236}">
                    <a16:creationId xmlns:a16="http://schemas.microsoft.com/office/drawing/2014/main" id="{F5869EC5-50F4-2DC4-6335-B03DDD9FB08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88393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512" name="타원 511">
                <a:extLst>
                  <a:ext uri="{FF2B5EF4-FFF2-40B4-BE49-F238E27FC236}">
                    <a16:creationId xmlns:a16="http://schemas.microsoft.com/office/drawing/2014/main" id="{45BDF8F0-A9F5-145B-85AE-433259CD7BD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22320"/>
                <a:ext cx="34919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  <p:sp>
          <p:nvSpPr>
            <p:cNvPr id="508" name="TextBox 507">
              <a:extLst>
                <a:ext uri="{FF2B5EF4-FFF2-40B4-BE49-F238E27FC236}">
                  <a16:creationId xmlns:a16="http://schemas.microsoft.com/office/drawing/2014/main" id="{5C5575C7-5DD1-1A4E-7419-3604F7D36FF1}"/>
                </a:ext>
              </a:extLst>
            </p:cNvPr>
            <p:cNvSpPr txBox="1"/>
            <p:nvPr/>
          </p:nvSpPr>
          <p:spPr>
            <a:xfrm>
              <a:off x="3808004" y="4910619"/>
              <a:ext cx="1635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J18</a:t>
              </a:r>
              <a:endParaRPr lang="ko-KR" altLang="en-US" sz="600" b="1" dirty="0"/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3A4B9D63-A284-41D7-0CFE-D3700FFB7FDA}"/>
                </a:ext>
              </a:extLst>
            </p:cNvPr>
            <p:cNvSpPr txBox="1"/>
            <p:nvPr/>
          </p:nvSpPr>
          <p:spPr>
            <a:xfrm>
              <a:off x="3985718" y="4907679"/>
              <a:ext cx="43106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Front panel</a:t>
              </a:r>
              <a:endParaRPr lang="ko-KR" altLang="en-US" sz="600" b="1" dirty="0"/>
            </a:p>
          </p:txBody>
        </p:sp>
      </p:grpSp>
      <p:grpSp>
        <p:nvGrpSpPr>
          <p:cNvPr id="584" name="그룹 583">
            <a:extLst>
              <a:ext uri="{FF2B5EF4-FFF2-40B4-BE49-F238E27FC236}">
                <a16:creationId xmlns:a16="http://schemas.microsoft.com/office/drawing/2014/main" id="{526CD717-554C-80A9-16D1-21914F5F1ED1}"/>
              </a:ext>
            </a:extLst>
          </p:cNvPr>
          <p:cNvGrpSpPr/>
          <p:nvPr/>
        </p:nvGrpSpPr>
        <p:grpSpPr>
          <a:xfrm>
            <a:off x="2441829" y="3345094"/>
            <a:ext cx="539503" cy="794828"/>
            <a:chOff x="4684442" y="4787521"/>
            <a:chExt cx="539503" cy="794828"/>
          </a:xfrm>
        </p:grpSpPr>
        <p:sp>
          <p:nvSpPr>
            <p:cNvPr id="585" name="직사각형 584">
              <a:extLst>
                <a:ext uri="{FF2B5EF4-FFF2-40B4-BE49-F238E27FC236}">
                  <a16:creationId xmlns:a16="http://schemas.microsoft.com/office/drawing/2014/main" id="{CDF9ED9A-BCC4-2D25-E4AD-7F17F9A9A1B9}"/>
                </a:ext>
              </a:extLst>
            </p:cNvPr>
            <p:cNvSpPr/>
            <p:nvPr/>
          </p:nvSpPr>
          <p:spPr>
            <a:xfrm>
              <a:off x="4686697" y="4876944"/>
              <a:ext cx="471072" cy="6170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6" name="TextBox 585">
              <a:extLst>
                <a:ext uri="{FF2B5EF4-FFF2-40B4-BE49-F238E27FC236}">
                  <a16:creationId xmlns:a16="http://schemas.microsoft.com/office/drawing/2014/main" id="{50AB9599-0C2F-0925-CEAE-99D1480F8276}"/>
                </a:ext>
              </a:extLst>
            </p:cNvPr>
            <p:cNvSpPr txBox="1"/>
            <p:nvPr/>
          </p:nvSpPr>
          <p:spPr>
            <a:xfrm>
              <a:off x="4684442" y="4787521"/>
              <a:ext cx="53950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AD7682(7689)</a:t>
              </a:r>
              <a:endParaRPr lang="ko-KR" altLang="en-US" sz="600" b="1" dirty="0"/>
            </a:p>
          </p:txBody>
        </p:sp>
        <p:sp>
          <p:nvSpPr>
            <p:cNvPr id="587" name="TextBox 586">
              <a:extLst>
                <a:ext uri="{FF2B5EF4-FFF2-40B4-BE49-F238E27FC236}">
                  <a16:creationId xmlns:a16="http://schemas.microsoft.com/office/drawing/2014/main" id="{8C5664DA-71A4-AD1B-9BAD-6A54E7D7A95C}"/>
                </a:ext>
              </a:extLst>
            </p:cNvPr>
            <p:cNvSpPr txBox="1"/>
            <p:nvPr/>
          </p:nvSpPr>
          <p:spPr>
            <a:xfrm>
              <a:off x="4691854" y="5490016"/>
              <a:ext cx="5078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4ch(8ch) ADC</a:t>
              </a:r>
              <a:endParaRPr lang="ko-KR" altLang="en-US" sz="600" dirty="0"/>
            </a:p>
          </p:txBody>
        </p:sp>
        <p:sp>
          <p:nvSpPr>
            <p:cNvPr id="588" name="TextBox 587">
              <a:extLst>
                <a:ext uri="{FF2B5EF4-FFF2-40B4-BE49-F238E27FC236}">
                  <a16:creationId xmlns:a16="http://schemas.microsoft.com/office/drawing/2014/main" id="{EA615C63-4E50-53E7-0C27-85D7AE76C906}"/>
                </a:ext>
              </a:extLst>
            </p:cNvPr>
            <p:cNvSpPr txBox="1"/>
            <p:nvPr/>
          </p:nvSpPr>
          <p:spPr>
            <a:xfrm>
              <a:off x="4968483" y="5397431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SPI</a:t>
              </a:r>
              <a:endParaRPr lang="ko-KR" altLang="en-US" sz="600" dirty="0"/>
            </a:p>
          </p:txBody>
        </p:sp>
        <p:sp>
          <p:nvSpPr>
            <p:cNvPr id="589" name="TextBox 588">
              <a:extLst>
                <a:ext uri="{FF2B5EF4-FFF2-40B4-BE49-F238E27FC236}">
                  <a16:creationId xmlns:a16="http://schemas.microsoft.com/office/drawing/2014/main" id="{574A5F00-7F6D-70F2-ED36-AA46638B2E0E}"/>
                </a:ext>
              </a:extLst>
            </p:cNvPr>
            <p:cNvSpPr txBox="1"/>
            <p:nvPr/>
          </p:nvSpPr>
          <p:spPr>
            <a:xfrm>
              <a:off x="4705783" y="4876945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IN0</a:t>
              </a:r>
              <a:endParaRPr lang="ko-KR" altLang="en-US" sz="600" dirty="0"/>
            </a:p>
          </p:txBody>
        </p:sp>
        <p:sp>
          <p:nvSpPr>
            <p:cNvPr id="590" name="TextBox 589">
              <a:extLst>
                <a:ext uri="{FF2B5EF4-FFF2-40B4-BE49-F238E27FC236}">
                  <a16:creationId xmlns:a16="http://schemas.microsoft.com/office/drawing/2014/main" id="{E5EE7A82-DCDE-EE09-4CFB-A4CA47F772B0}"/>
                </a:ext>
              </a:extLst>
            </p:cNvPr>
            <p:cNvSpPr txBox="1"/>
            <p:nvPr/>
          </p:nvSpPr>
          <p:spPr>
            <a:xfrm>
              <a:off x="4707384" y="4949846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IN1</a:t>
              </a:r>
              <a:endParaRPr lang="ko-KR" altLang="en-US" sz="600" dirty="0"/>
            </a:p>
          </p:txBody>
        </p:sp>
        <p:sp>
          <p:nvSpPr>
            <p:cNvPr id="591" name="TextBox 590">
              <a:extLst>
                <a:ext uri="{FF2B5EF4-FFF2-40B4-BE49-F238E27FC236}">
                  <a16:creationId xmlns:a16="http://schemas.microsoft.com/office/drawing/2014/main" id="{6D379D3E-EA2C-9CE3-1519-49619C9A147E}"/>
                </a:ext>
              </a:extLst>
            </p:cNvPr>
            <p:cNvSpPr txBox="1"/>
            <p:nvPr/>
          </p:nvSpPr>
          <p:spPr>
            <a:xfrm>
              <a:off x="4707384" y="5027091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IN2</a:t>
              </a:r>
              <a:endParaRPr lang="ko-KR" altLang="en-US" sz="600" dirty="0"/>
            </a:p>
          </p:txBody>
        </p:sp>
        <p:sp>
          <p:nvSpPr>
            <p:cNvPr id="592" name="TextBox 591">
              <a:extLst>
                <a:ext uri="{FF2B5EF4-FFF2-40B4-BE49-F238E27FC236}">
                  <a16:creationId xmlns:a16="http://schemas.microsoft.com/office/drawing/2014/main" id="{22B24266-1218-E14B-0BB4-8EA79D827B16}"/>
                </a:ext>
              </a:extLst>
            </p:cNvPr>
            <p:cNvSpPr txBox="1"/>
            <p:nvPr/>
          </p:nvSpPr>
          <p:spPr>
            <a:xfrm>
              <a:off x="4707384" y="5103471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IN3</a:t>
              </a:r>
              <a:endParaRPr lang="ko-KR" altLang="en-US" sz="600" dirty="0"/>
            </a:p>
          </p:txBody>
        </p:sp>
        <p:sp>
          <p:nvSpPr>
            <p:cNvPr id="593" name="TextBox 592">
              <a:extLst>
                <a:ext uri="{FF2B5EF4-FFF2-40B4-BE49-F238E27FC236}">
                  <a16:creationId xmlns:a16="http://schemas.microsoft.com/office/drawing/2014/main" id="{76AA0153-277E-437F-BB96-599C68919F4E}"/>
                </a:ext>
              </a:extLst>
            </p:cNvPr>
            <p:cNvSpPr txBox="1"/>
            <p:nvPr/>
          </p:nvSpPr>
          <p:spPr>
            <a:xfrm>
              <a:off x="4707384" y="5176982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</a:rPr>
                <a:t>IN4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94" name="TextBox 593">
              <a:extLst>
                <a:ext uri="{FF2B5EF4-FFF2-40B4-BE49-F238E27FC236}">
                  <a16:creationId xmlns:a16="http://schemas.microsoft.com/office/drawing/2014/main" id="{39CC2367-CD88-0F49-4B7E-4529BB907419}"/>
                </a:ext>
              </a:extLst>
            </p:cNvPr>
            <p:cNvSpPr txBox="1"/>
            <p:nvPr/>
          </p:nvSpPr>
          <p:spPr>
            <a:xfrm>
              <a:off x="4708557" y="5249948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</a:rPr>
                <a:t>IN5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95" name="TextBox 594">
              <a:extLst>
                <a:ext uri="{FF2B5EF4-FFF2-40B4-BE49-F238E27FC236}">
                  <a16:creationId xmlns:a16="http://schemas.microsoft.com/office/drawing/2014/main" id="{DA6BF249-31A4-1BFE-23C5-3AB85C699EC6}"/>
                </a:ext>
              </a:extLst>
            </p:cNvPr>
            <p:cNvSpPr txBox="1"/>
            <p:nvPr/>
          </p:nvSpPr>
          <p:spPr>
            <a:xfrm>
              <a:off x="4708557" y="5323948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</a:rPr>
                <a:t>IN6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96" name="TextBox 595">
              <a:extLst>
                <a:ext uri="{FF2B5EF4-FFF2-40B4-BE49-F238E27FC236}">
                  <a16:creationId xmlns:a16="http://schemas.microsoft.com/office/drawing/2014/main" id="{CBFA200E-E999-36E1-AC95-B6FC4FC31819}"/>
                </a:ext>
              </a:extLst>
            </p:cNvPr>
            <p:cNvSpPr txBox="1"/>
            <p:nvPr/>
          </p:nvSpPr>
          <p:spPr>
            <a:xfrm>
              <a:off x="4708557" y="5397459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</a:rPr>
                <a:t>IN7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97" name="TextBox 596">
              <a:extLst>
                <a:ext uri="{FF2B5EF4-FFF2-40B4-BE49-F238E27FC236}">
                  <a16:creationId xmlns:a16="http://schemas.microsoft.com/office/drawing/2014/main" id="{B1B9F2F8-AC11-67D9-540E-52C90DF73679}"/>
                </a:ext>
              </a:extLst>
            </p:cNvPr>
            <p:cNvSpPr txBox="1"/>
            <p:nvPr/>
          </p:nvSpPr>
          <p:spPr>
            <a:xfrm>
              <a:off x="4967246" y="4954191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 err="1"/>
                <a:t>Vdd</a:t>
              </a:r>
              <a:endParaRPr lang="ko-KR" altLang="en-US" sz="600" dirty="0"/>
            </a:p>
          </p:txBody>
        </p:sp>
        <p:sp>
          <p:nvSpPr>
            <p:cNvPr id="598" name="TextBox 597">
              <a:extLst>
                <a:ext uri="{FF2B5EF4-FFF2-40B4-BE49-F238E27FC236}">
                  <a16:creationId xmlns:a16="http://schemas.microsoft.com/office/drawing/2014/main" id="{8B587398-6442-C0B6-7B24-A2EC5913FEBC}"/>
                </a:ext>
              </a:extLst>
            </p:cNvPr>
            <p:cNvSpPr txBox="1"/>
            <p:nvPr/>
          </p:nvSpPr>
          <p:spPr>
            <a:xfrm>
              <a:off x="4969627" y="5090244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Vio</a:t>
              </a:r>
              <a:endParaRPr lang="ko-KR" altLang="en-US" sz="600" dirty="0"/>
            </a:p>
          </p:txBody>
        </p:sp>
      </p:grpSp>
      <p:grpSp>
        <p:nvGrpSpPr>
          <p:cNvPr id="599" name="그룹 598">
            <a:extLst>
              <a:ext uri="{FF2B5EF4-FFF2-40B4-BE49-F238E27FC236}">
                <a16:creationId xmlns:a16="http://schemas.microsoft.com/office/drawing/2014/main" id="{B6A86B23-6396-789C-39A3-E0FEEA7C628E}"/>
              </a:ext>
            </a:extLst>
          </p:cNvPr>
          <p:cNvGrpSpPr/>
          <p:nvPr/>
        </p:nvGrpSpPr>
        <p:grpSpPr>
          <a:xfrm>
            <a:off x="8489010" y="2912116"/>
            <a:ext cx="644288" cy="821024"/>
            <a:chOff x="4684442" y="4751801"/>
            <a:chExt cx="644288" cy="821024"/>
          </a:xfrm>
        </p:grpSpPr>
        <p:sp>
          <p:nvSpPr>
            <p:cNvPr id="600" name="직사각형 599">
              <a:extLst>
                <a:ext uri="{FF2B5EF4-FFF2-40B4-BE49-F238E27FC236}">
                  <a16:creationId xmlns:a16="http://schemas.microsoft.com/office/drawing/2014/main" id="{99AC5B86-FD0C-33DF-36B2-EB5570838DC1}"/>
                </a:ext>
              </a:extLst>
            </p:cNvPr>
            <p:cNvSpPr/>
            <p:nvPr/>
          </p:nvSpPr>
          <p:spPr>
            <a:xfrm>
              <a:off x="4686696" y="4876944"/>
              <a:ext cx="539227" cy="6028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01" name="TextBox 600">
              <a:extLst>
                <a:ext uri="{FF2B5EF4-FFF2-40B4-BE49-F238E27FC236}">
                  <a16:creationId xmlns:a16="http://schemas.microsoft.com/office/drawing/2014/main" id="{EABEA3C1-2205-1D6E-52C6-362426F324B0}"/>
                </a:ext>
              </a:extLst>
            </p:cNvPr>
            <p:cNvSpPr txBox="1"/>
            <p:nvPr/>
          </p:nvSpPr>
          <p:spPr>
            <a:xfrm>
              <a:off x="4684442" y="4751801"/>
              <a:ext cx="5547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00" b="1" dirty="0"/>
                <a:t>MAX14915</a:t>
              </a:r>
              <a:endParaRPr lang="ko-KR" altLang="en-US" sz="800" b="1" dirty="0"/>
            </a:p>
          </p:txBody>
        </p:sp>
        <p:sp>
          <p:nvSpPr>
            <p:cNvPr id="602" name="TextBox 601">
              <a:extLst>
                <a:ext uri="{FF2B5EF4-FFF2-40B4-BE49-F238E27FC236}">
                  <a16:creationId xmlns:a16="http://schemas.microsoft.com/office/drawing/2014/main" id="{175EEC04-B122-EF04-79D4-B5382A7F9583}"/>
                </a:ext>
              </a:extLst>
            </p:cNvPr>
            <p:cNvSpPr txBox="1"/>
            <p:nvPr/>
          </p:nvSpPr>
          <p:spPr>
            <a:xfrm>
              <a:off x="4691854" y="5480492"/>
              <a:ext cx="63687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24V high side SW</a:t>
              </a:r>
              <a:endParaRPr lang="ko-KR" altLang="en-US" sz="600" dirty="0"/>
            </a:p>
          </p:txBody>
        </p:sp>
        <p:sp>
          <p:nvSpPr>
            <p:cNvPr id="603" name="TextBox 602">
              <a:extLst>
                <a:ext uri="{FF2B5EF4-FFF2-40B4-BE49-F238E27FC236}">
                  <a16:creationId xmlns:a16="http://schemas.microsoft.com/office/drawing/2014/main" id="{20F0900E-4655-049C-9879-A80DEBF8996A}"/>
                </a:ext>
              </a:extLst>
            </p:cNvPr>
            <p:cNvSpPr txBox="1"/>
            <p:nvPr/>
          </p:nvSpPr>
          <p:spPr>
            <a:xfrm>
              <a:off x="4719095" y="5245106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SPI</a:t>
              </a:r>
              <a:endParaRPr lang="ko-KR" altLang="en-US" sz="600" dirty="0"/>
            </a:p>
          </p:txBody>
        </p:sp>
        <p:sp>
          <p:nvSpPr>
            <p:cNvPr id="604" name="TextBox 603">
              <a:extLst>
                <a:ext uri="{FF2B5EF4-FFF2-40B4-BE49-F238E27FC236}">
                  <a16:creationId xmlns:a16="http://schemas.microsoft.com/office/drawing/2014/main" id="{1323EEE0-D696-4EC6-1A61-8D9B24C840F2}"/>
                </a:ext>
              </a:extLst>
            </p:cNvPr>
            <p:cNvSpPr txBox="1"/>
            <p:nvPr/>
          </p:nvSpPr>
          <p:spPr>
            <a:xfrm>
              <a:off x="4955816" y="4876944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OUT1</a:t>
              </a:r>
              <a:endParaRPr lang="ko-KR" altLang="en-US" sz="600" dirty="0"/>
            </a:p>
          </p:txBody>
        </p:sp>
        <p:sp>
          <p:nvSpPr>
            <p:cNvPr id="605" name="TextBox 604">
              <a:extLst>
                <a:ext uri="{FF2B5EF4-FFF2-40B4-BE49-F238E27FC236}">
                  <a16:creationId xmlns:a16="http://schemas.microsoft.com/office/drawing/2014/main" id="{F9474941-AF88-F135-7680-5639EC16851E}"/>
                </a:ext>
              </a:extLst>
            </p:cNvPr>
            <p:cNvSpPr txBox="1"/>
            <p:nvPr/>
          </p:nvSpPr>
          <p:spPr>
            <a:xfrm>
              <a:off x="4957417" y="4949845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OUT2</a:t>
              </a:r>
              <a:endParaRPr lang="ko-KR" altLang="en-US" sz="600" dirty="0"/>
            </a:p>
          </p:txBody>
        </p:sp>
        <p:sp>
          <p:nvSpPr>
            <p:cNvPr id="606" name="TextBox 605">
              <a:extLst>
                <a:ext uri="{FF2B5EF4-FFF2-40B4-BE49-F238E27FC236}">
                  <a16:creationId xmlns:a16="http://schemas.microsoft.com/office/drawing/2014/main" id="{22ADE10A-736D-1B81-FD4F-6A6755F9EFCD}"/>
                </a:ext>
              </a:extLst>
            </p:cNvPr>
            <p:cNvSpPr txBox="1"/>
            <p:nvPr/>
          </p:nvSpPr>
          <p:spPr>
            <a:xfrm>
              <a:off x="4957417" y="5027090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OUT3</a:t>
              </a:r>
              <a:endParaRPr lang="ko-KR" altLang="en-US" sz="600" dirty="0"/>
            </a:p>
          </p:txBody>
        </p:sp>
        <p:sp>
          <p:nvSpPr>
            <p:cNvPr id="607" name="TextBox 606">
              <a:extLst>
                <a:ext uri="{FF2B5EF4-FFF2-40B4-BE49-F238E27FC236}">
                  <a16:creationId xmlns:a16="http://schemas.microsoft.com/office/drawing/2014/main" id="{D95A813E-F01A-5C84-9A64-5420FE676469}"/>
                </a:ext>
              </a:extLst>
            </p:cNvPr>
            <p:cNvSpPr txBox="1"/>
            <p:nvPr/>
          </p:nvSpPr>
          <p:spPr>
            <a:xfrm>
              <a:off x="4957417" y="5103471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OUT4</a:t>
              </a:r>
              <a:endParaRPr lang="ko-KR" altLang="en-US" sz="600" dirty="0"/>
            </a:p>
          </p:txBody>
        </p:sp>
        <p:sp>
          <p:nvSpPr>
            <p:cNvPr id="608" name="TextBox 607">
              <a:extLst>
                <a:ext uri="{FF2B5EF4-FFF2-40B4-BE49-F238E27FC236}">
                  <a16:creationId xmlns:a16="http://schemas.microsoft.com/office/drawing/2014/main" id="{21313945-D26E-37EA-48B2-DE5F7F2E654A}"/>
                </a:ext>
              </a:extLst>
            </p:cNvPr>
            <p:cNvSpPr txBox="1"/>
            <p:nvPr/>
          </p:nvSpPr>
          <p:spPr>
            <a:xfrm>
              <a:off x="4957417" y="5174601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OUT5</a:t>
              </a:r>
              <a:endParaRPr lang="ko-KR" altLang="en-US" sz="600" dirty="0"/>
            </a:p>
          </p:txBody>
        </p:sp>
        <p:sp>
          <p:nvSpPr>
            <p:cNvPr id="609" name="TextBox 608">
              <a:extLst>
                <a:ext uri="{FF2B5EF4-FFF2-40B4-BE49-F238E27FC236}">
                  <a16:creationId xmlns:a16="http://schemas.microsoft.com/office/drawing/2014/main" id="{19CEA0E1-74F8-00EE-C6C1-1BD686E8E0CB}"/>
                </a:ext>
              </a:extLst>
            </p:cNvPr>
            <p:cNvSpPr txBox="1"/>
            <p:nvPr/>
          </p:nvSpPr>
          <p:spPr>
            <a:xfrm>
              <a:off x="4958590" y="5240424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OUT6</a:t>
              </a:r>
              <a:endParaRPr lang="ko-KR" altLang="en-US" sz="600" dirty="0"/>
            </a:p>
          </p:txBody>
        </p:sp>
        <p:sp>
          <p:nvSpPr>
            <p:cNvPr id="610" name="TextBox 609">
              <a:extLst>
                <a:ext uri="{FF2B5EF4-FFF2-40B4-BE49-F238E27FC236}">
                  <a16:creationId xmlns:a16="http://schemas.microsoft.com/office/drawing/2014/main" id="{415CE576-BD20-9964-0C36-A4CC145CB31F}"/>
                </a:ext>
              </a:extLst>
            </p:cNvPr>
            <p:cNvSpPr txBox="1"/>
            <p:nvPr/>
          </p:nvSpPr>
          <p:spPr>
            <a:xfrm>
              <a:off x="4958590" y="5316805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OUT7</a:t>
              </a:r>
              <a:endParaRPr lang="ko-KR" altLang="en-US" sz="600" dirty="0"/>
            </a:p>
          </p:txBody>
        </p:sp>
        <p:sp>
          <p:nvSpPr>
            <p:cNvPr id="611" name="TextBox 610">
              <a:extLst>
                <a:ext uri="{FF2B5EF4-FFF2-40B4-BE49-F238E27FC236}">
                  <a16:creationId xmlns:a16="http://schemas.microsoft.com/office/drawing/2014/main" id="{198FBFF2-68D4-E478-024B-5259DC159A89}"/>
                </a:ext>
              </a:extLst>
            </p:cNvPr>
            <p:cNvSpPr txBox="1"/>
            <p:nvPr/>
          </p:nvSpPr>
          <p:spPr>
            <a:xfrm>
              <a:off x="4958590" y="5387935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OUT8</a:t>
              </a:r>
              <a:endParaRPr lang="ko-KR" altLang="en-US" sz="600" dirty="0"/>
            </a:p>
          </p:txBody>
        </p:sp>
        <p:sp>
          <p:nvSpPr>
            <p:cNvPr id="612" name="TextBox 611">
              <a:extLst>
                <a:ext uri="{FF2B5EF4-FFF2-40B4-BE49-F238E27FC236}">
                  <a16:creationId xmlns:a16="http://schemas.microsoft.com/office/drawing/2014/main" id="{FB061954-F392-9842-12B8-4642FA403A40}"/>
                </a:ext>
              </a:extLst>
            </p:cNvPr>
            <p:cNvSpPr txBox="1"/>
            <p:nvPr/>
          </p:nvSpPr>
          <p:spPr>
            <a:xfrm>
              <a:off x="4710073" y="4904184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 err="1"/>
                <a:t>Vdd</a:t>
              </a:r>
              <a:endParaRPr lang="ko-KR" altLang="en-US" sz="600" dirty="0"/>
            </a:p>
          </p:txBody>
        </p:sp>
        <p:sp>
          <p:nvSpPr>
            <p:cNvPr id="613" name="TextBox 612">
              <a:extLst>
                <a:ext uri="{FF2B5EF4-FFF2-40B4-BE49-F238E27FC236}">
                  <a16:creationId xmlns:a16="http://schemas.microsoft.com/office/drawing/2014/main" id="{039308B8-7CEA-B49A-0B4C-D3E0006B8FCD}"/>
                </a:ext>
              </a:extLst>
            </p:cNvPr>
            <p:cNvSpPr txBox="1"/>
            <p:nvPr/>
          </p:nvSpPr>
          <p:spPr>
            <a:xfrm>
              <a:off x="4710073" y="5064117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Va</a:t>
              </a:r>
              <a:endParaRPr lang="ko-KR" altLang="en-US" sz="6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814FB03-FFA0-17DC-DF50-57457579B3FA}"/>
                </a:ext>
              </a:extLst>
            </p:cNvPr>
            <p:cNvSpPr txBox="1"/>
            <p:nvPr/>
          </p:nvSpPr>
          <p:spPr>
            <a:xfrm>
              <a:off x="4724894" y="5379156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A0</a:t>
              </a:r>
              <a:endParaRPr lang="ko-KR" altLang="en-US" sz="600" dirty="0"/>
            </a:p>
          </p:txBody>
        </p:sp>
      </p:grpSp>
      <p:grpSp>
        <p:nvGrpSpPr>
          <p:cNvPr id="669" name="그룹 668">
            <a:extLst>
              <a:ext uri="{FF2B5EF4-FFF2-40B4-BE49-F238E27FC236}">
                <a16:creationId xmlns:a16="http://schemas.microsoft.com/office/drawing/2014/main" id="{A2560B46-6C69-100D-383A-EEED59C8056B}"/>
              </a:ext>
            </a:extLst>
          </p:cNvPr>
          <p:cNvGrpSpPr/>
          <p:nvPr/>
        </p:nvGrpSpPr>
        <p:grpSpPr>
          <a:xfrm>
            <a:off x="8528798" y="5042972"/>
            <a:ext cx="619514" cy="448372"/>
            <a:chOff x="9466530" y="2099307"/>
            <a:chExt cx="619514" cy="448372"/>
          </a:xfrm>
        </p:grpSpPr>
        <p:sp>
          <p:nvSpPr>
            <p:cNvPr id="670" name="직사각형 669">
              <a:extLst>
                <a:ext uri="{FF2B5EF4-FFF2-40B4-BE49-F238E27FC236}">
                  <a16:creationId xmlns:a16="http://schemas.microsoft.com/office/drawing/2014/main" id="{22280BFA-7C19-5DD0-180C-5D6EE3F11C9B}"/>
                </a:ext>
              </a:extLst>
            </p:cNvPr>
            <p:cNvSpPr/>
            <p:nvPr/>
          </p:nvSpPr>
          <p:spPr>
            <a:xfrm>
              <a:off x="9466530" y="2198968"/>
              <a:ext cx="563757" cy="34619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671" name="TextBox 670">
              <a:extLst>
                <a:ext uri="{FF2B5EF4-FFF2-40B4-BE49-F238E27FC236}">
                  <a16:creationId xmlns:a16="http://schemas.microsoft.com/office/drawing/2014/main" id="{566F1AC4-D60F-FD89-6C54-9D23998BFD16}"/>
                </a:ext>
              </a:extLst>
            </p:cNvPr>
            <p:cNvSpPr txBox="1"/>
            <p:nvPr/>
          </p:nvSpPr>
          <p:spPr>
            <a:xfrm>
              <a:off x="9466530" y="2099307"/>
              <a:ext cx="619514" cy="923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>
                  <a:latin typeface="+mn-ea"/>
                </a:rPr>
                <a:t>ISO1430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672" name="TextBox 671">
              <a:extLst>
                <a:ext uri="{FF2B5EF4-FFF2-40B4-BE49-F238E27FC236}">
                  <a16:creationId xmlns:a16="http://schemas.microsoft.com/office/drawing/2014/main" id="{4D84105F-255E-F81D-B2ED-83EEFCE4BBE8}"/>
                </a:ext>
              </a:extLst>
            </p:cNvPr>
            <p:cNvSpPr txBox="1"/>
            <p:nvPr/>
          </p:nvSpPr>
          <p:spPr>
            <a:xfrm>
              <a:off x="9500045" y="2220358"/>
              <a:ext cx="2998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V1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673" name="TextBox 672">
              <a:extLst>
                <a:ext uri="{FF2B5EF4-FFF2-40B4-BE49-F238E27FC236}">
                  <a16:creationId xmlns:a16="http://schemas.microsoft.com/office/drawing/2014/main" id="{08B4F135-5A4E-5676-F20E-811B8598756A}"/>
                </a:ext>
              </a:extLst>
            </p:cNvPr>
            <p:cNvSpPr txBox="1"/>
            <p:nvPr/>
          </p:nvSpPr>
          <p:spPr>
            <a:xfrm>
              <a:off x="9492113" y="2324377"/>
              <a:ext cx="14448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TX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674" name="TextBox 673">
              <a:extLst>
                <a:ext uri="{FF2B5EF4-FFF2-40B4-BE49-F238E27FC236}">
                  <a16:creationId xmlns:a16="http://schemas.microsoft.com/office/drawing/2014/main" id="{8D8DCC86-1C5A-3708-9B22-5A00DA22FFA1}"/>
                </a:ext>
              </a:extLst>
            </p:cNvPr>
            <p:cNvSpPr txBox="1"/>
            <p:nvPr/>
          </p:nvSpPr>
          <p:spPr>
            <a:xfrm>
              <a:off x="9830001" y="2220358"/>
              <a:ext cx="17911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V2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675" name="TextBox 674">
              <a:extLst>
                <a:ext uri="{FF2B5EF4-FFF2-40B4-BE49-F238E27FC236}">
                  <a16:creationId xmlns:a16="http://schemas.microsoft.com/office/drawing/2014/main" id="{08003115-2518-6F2B-8F6F-2BB345835FE0}"/>
                </a:ext>
              </a:extLst>
            </p:cNvPr>
            <p:cNvSpPr txBox="1"/>
            <p:nvPr/>
          </p:nvSpPr>
          <p:spPr>
            <a:xfrm>
              <a:off x="9756025" y="2381528"/>
              <a:ext cx="23577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RS485</a:t>
              </a:r>
              <a:endParaRPr lang="ko-KR" altLang="en-US" sz="600" dirty="0">
                <a:latin typeface="+mn-ea"/>
              </a:endParaRPr>
            </a:p>
          </p:txBody>
        </p:sp>
        <p:cxnSp>
          <p:nvCxnSpPr>
            <p:cNvPr id="676" name="직선 연결선 675">
              <a:extLst>
                <a:ext uri="{FF2B5EF4-FFF2-40B4-BE49-F238E27FC236}">
                  <a16:creationId xmlns:a16="http://schemas.microsoft.com/office/drawing/2014/main" id="{6EFADEB7-EFA6-0617-78F8-BA1A580BB311}"/>
                </a:ext>
              </a:extLst>
            </p:cNvPr>
            <p:cNvCxnSpPr>
              <a:cxnSpLocks/>
            </p:cNvCxnSpPr>
            <p:nvPr/>
          </p:nvCxnSpPr>
          <p:spPr>
            <a:xfrm>
              <a:off x="9671394" y="2236728"/>
              <a:ext cx="0" cy="2871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직선 연결선 676">
              <a:extLst>
                <a:ext uri="{FF2B5EF4-FFF2-40B4-BE49-F238E27FC236}">
                  <a16:creationId xmlns:a16="http://schemas.microsoft.com/office/drawing/2014/main" id="{90866128-D251-70D3-1A79-96822CAFB613}"/>
                </a:ext>
              </a:extLst>
            </p:cNvPr>
            <p:cNvCxnSpPr>
              <a:cxnSpLocks/>
            </p:cNvCxnSpPr>
            <p:nvPr/>
          </p:nvCxnSpPr>
          <p:spPr>
            <a:xfrm>
              <a:off x="9766644" y="2236728"/>
              <a:ext cx="0" cy="28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8" name="TextBox 677">
              <a:extLst>
                <a:ext uri="{FF2B5EF4-FFF2-40B4-BE49-F238E27FC236}">
                  <a16:creationId xmlns:a16="http://schemas.microsoft.com/office/drawing/2014/main" id="{90048CAB-3CCC-662D-3ABC-B7D91B0CC2AC}"/>
                </a:ext>
              </a:extLst>
            </p:cNvPr>
            <p:cNvSpPr txBox="1"/>
            <p:nvPr/>
          </p:nvSpPr>
          <p:spPr>
            <a:xfrm rot="16200000">
              <a:off x="9547671" y="2332581"/>
              <a:ext cx="33009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+mn-ea"/>
                </a:rPr>
                <a:t>isolation</a:t>
              </a:r>
              <a:endParaRPr lang="ko-KR" altLang="en-US" sz="6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680" name="TextBox 679">
              <a:extLst>
                <a:ext uri="{FF2B5EF4-FFF2-40B4-BE49-F238E27FC236}">
                  <a16:creationId xmlns:a16="http://schemas.microsoft.com/office/drawing/2014/main" id="{B8A26479-28B2-38CC-1E98-2954CB7123EC}"/>
                </a:ext>
              </a:extLst>
            </p:cNvPr>
            <p:cNvSpPr txBox="1"/>
            <p:nvPr/>
          </p:nvSpPr>
          <p:spPr>
            <a:xfrm>
              <a:off x="9492113" y="2431534"/>
              <a:ext cx="14448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RX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08" name="TextBox 707">
              <a:extLst>
                <a:ext uri="{FF2B5EF4-FFF2-40B4-BE49-F238E27FC236}">
                  <a16:creationId xmlns:a16="http://schemas.microsoft.com/office/drawing/2014/main" id="{1CDF1BB9-C9A3-16D7-C255-B887031C5DE4}"/>
                </a:ext>
              </a:extLst>
            </p:cNvPr>
            <p:cNvSpPr txBox="1"/>
            <p:nvPr/>
          </p:nvSpPr>
          <p:spPr>
            <a:xfrm>
              <a:off x="9913190" y="2302945"/>
              <a:ext cx="10242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A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11" name="TextBox 710">
              <a:extLst>
                <a:ext uri="{FF2B5EF4-FFF2-40B4-BE49-F238E27FC236}">
                  <a16:creationId xmlns:a16="http://schemas.microsoft.com/office/drawing/2014/main" id="{C22820D2-34EA-F773-A40D-7C9329F00C9B}"/>
                </a:ext>
              </a:extLst>
            </p:cNvPr>
            <p:cNvSpPr txBox="1"/>
            <p:nvPr/>
          </p:nvSpPr>
          <p:spPr>
            <a:xfrm>
              <a:off x="9920330" y="2455346"/>
              <a:ext cx="9290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B</a:t>
              </a:r>
              <a:endParaRPr lang="ko-KR" altLang="en-US" sz="600" dirty="0">
                <a:latin typeface="+mn-ea"/>
              </a:endParaRPr>
            </a:p>
          </p:txBody>
        </p:sp>
      </p:grpSp>
      <p:grpSp>
        <p:nvGrpSpPr>
          <p:cNvPr id="692" name="그룹 691">
            <a:extLst>
              <a:ext uri="{FF2B5EF4-FFF2-40B4-BE49-F238E27FC236}">
                <a16:creationId xmlns:a16="http://schemas.microsoft.com/office/drawing/2014/main" id="{C183FB84-0DDA-569C-30A0-222817590EC9}"/>
              </a:ext>
            </a:extLst>
          </p:cNvPr>
          <p:cNvGrpSpPr/>
          <p:nvPr/>
        </p:nvGrpSpPr>
        <p:grpSpPr>
          <a:xfrm>
            <a:off x="4786508" y="4694675"/>
            <a:ext cx="1561434" cy="574835"/>
            <a:chOff x="4651817" y="5067395"/>
            <a:chExt cx="1561434" cy="574835"/>
          </a:xfrm>
        </p:grpSpPr>
        <p:sp>
          <p:nvSpPr>
            <p:cNvPr id="693" name="직사각형 692">
              <a:extLst>
                <a:ext uri="{FF2B5EF4-FFF2-40B4-BE49-F238E27FC236}">
                  <a16:creationId xmlns:a16="http://schemas.microsoft.com/office/drawing/2014/main" id="{219E895A-2915-4030-4E3C-A4A5EB5B2E50}"/>
                </a:ext>
              </a:extLst>
            </p:cNvPr>
            <p:cNvSpPr/>
            <p:nvPr/>
          </p:nvSpPr>
          <p:spPr>
            <a:xfrm>
              <a:off x="4651817" y="5067395"/>
              <a:ext cx="1561434" cy="5725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94" name="TextBox 693">
              <a:extLst>
                <a:ext uri="{FF2B5EF4-FFF2-40B4-BE49-F238E27FC236}">
                  <a16:creationId xmlns:a16="http://schemas.microsoft.com/office/drawing/2014/main" id="{1B2D24EF-9184-18FA-DB0D-F291B22D85FF}"/>
                </a:ext>
              </a:extLst>
            </p:cNvPr>
            <p:cNvSpPr txBox="1"/>
            <p:nvPr/>
          </p:nvSpPr>
          <p:spPr>
            <a:xfrm>
              <a:off x="5173392" y="5205784"/>
              <a:ext cx="5547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b="1" dirty="0"/>
                <a:t>RZ/T1</a:t>
              </a:r>
              <a:endParaRPr lang="ko-KR" altLang="en-US" sz="800" b="1" dirty="0"/>
            </a:p>
          </p:txBody>
        </p:sp>
        <p:sp>
          <p:nvSpPr>
            <p:cNvPr id="695" name="TextBox 694">
              <a:extLst>
                <a:ext uri="{FF2B5EF4-FFF2-40B4-BE49-F238E27FC236}">
                  <a16:creationId xmlns:a16="http://schemas.microsoft.com/office/drawing/2014/main" id="{A6613DC8-8B28-1879-0C49-7B370632E7C3}"/>
                </a:ext>
              </a:extLst>
            </p:cNvPr>
            <p:cNvSpPr txBox="1"/>
            <p:nvPr/>
          </p:nvSpPr>
          <p:spPr>
            <a:xfrm>
              <a:off x="5103542" y="5321252"/>
              <a:ext cx="58419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Renesas MCU</a:t>
              </a:r>
              <a:endParaRPr lang="ko-KR" altLang="en-US" sz="600" dirty="0"/>
            </a:p>
          </p:txBody>
        </p:sp>
        <p:sp>
          <p:nvSpPr>
            <p:cNvPr id="696" name="TextBox 695">
              <a:extLst>
                <a:ext uri="{FF2B5EF4-FFF2-40B4-BE49-F238E27FC236}">
                  <a16:creationId xmlns:a16="http://schemas.microsoft.com/office/drawing/2014/main" id="{EF25C74D-0FE0-BF5A-95F8-165ED0111E05}"/>
                </a:ext>
              </a:extLst>
            </p:cNvPr>
            <p:cNvSpPr txBox="1"/>
            <p:nvPr/>
          </p:nvSpPr>
          <p:spPr>
            <a:xfrm>
              <a:off x="4688312" y="5478793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SPI</a:t>
              </a:r>
              <a:endParaRPr lang="ko-KR" altLang="en-US" sz="600" dirty="0"/>
            </a:p>
          </p:txBody>
        </p:sp>
        <p:sp>
          <p:nvSpPr>
            <p:cNvPr id="697" name="TextBox 696">
              <a:extLst>
                <a:ext uri="{FF2B5EF4-FFF2-40B4-BE49-F238E27FC236}">
                  <a16:creationId xmlns:a16="http://schemas.microsoft.com/office/drawing/2014/main" id="{EB1CDC39-54BC-E12A-A5D8-7A390F3977DC}"/>
                </a:ext>
              </a:extLst>
            </p:cNvPr>
            <p:cNvSpPr txBox="1"/>
            <p:nvPr/>
          </p:nvSpPr>
          <p:spPr>
            <a:xfrm>
              <a:off x="4747502" y="5549897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ENET0</a:t>
              </a:r>
              <a:endParaRPr lang="ko-KR" altLang="en-US" sz="600" dirty="0"/>
            </a:p>
          </p:txBody>
        </p:sp>
        <p:sp>
          <p:nvSpPr>
            <p:cNvPr id="702" name="TextBox 701">
              <a:extLst>
                <a:ext uri="{FF2B5EF4-FFF2-40B4-BE49-F238E27FC236}">
                  <a16:creationId xmlns:a16="http://schemas.microsoft.com/office/drawing/2014/main" id="{574C6622-D944-5DD2-2BE1-D87600CC401A}"/>
                </a:ext>
              </a:extLst>
            </p:cNvPr>
            <p:cNvSpPr txBox="1"/>
            <p:nvPr/>
          </p:nvSpPr>
          <p:spPr>
            <a:xfrm>
              <a:off x="5247037" y="5542366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ENET1</a:t>
              </a:r>
              <a:endParaRPr lang="ko-KR" altLang="en-US" sz="600" dirty="0"/>
            </a:p>
          </p:txBody>
        </p:sp>
        <p:sp>
          <p:nvSpPr>
            <p:cNvPr id="703" name="TextBox 702">
              <a:extLst>
                <a:ext uri="{FF2B5EF4-FFF2-40B4-BE49-F238E27FC236}">
                  <a16:creationId xmlns:a16="http://schemas.microsoft.com/office/drawing/2014/main" id="{39DFFDFB-FFA2-54FF-CD39-01951A46E949}"/>
                </a:ext>
              </a:extLst>
            </p:cNvPr>
            <p:cNvSpPr txBox="1"/>
            <p:nvPr/>
          </p:nvSpPr>
          <p:spPr>
            <a:xfrm>
              <a:off x="5738542" y="5543821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ENET2</a:t>
              </a:r>
              <a:endParaRPr lang="ko-KR" altLang="en-US" sz="600" dirty="0"/>
            </a:p>
          </p:txBody>
        </p:sp>
        <p:sp>
          <p:nvSpPr>
            <p:cNvPr id="739" name="TextBox 738">
              <a:extLst>
                <a:ext uri="{FF2B5EF4-FFF2-40B4-BE49-F238E27FC236}">
                  <a16:creationId xmlns:a16="http://schemas.microsoft.com/office/drawing/2014/main" id="{7AAA930F-9E99-8CD1-F2FD-B773B369CF72}"/>
                </a:ext>
              </a:extLst>
            </p:cNvPr>
            <p:cNvSpPr txBox="1"/>
            <p:nvPr/>
          </p:nvSpPr>
          <p:spPr>
            <a:xfrm>
              <a:off x="4718453" y="5082785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CLK</a:t>
              </a:r>
              <a:endParaRPr lang="ko-KR" altLang="en-US" sz="600" dirty="0"/>
            </a:p>
          </p:txBody>
        </p:sp>
      </p:grpSp>
      <p:grpSp>
        <p:nvGrpSpPr>
          <p:cNvPr id="741" name="그룹 740">
            <a:extLst>
              <a:ext uri="{FF2B5EF4-FFF2-40B4-BE49-F238E27FC236}">
                <a16:creationId xmlns:a16="http://schemas.microsoft.com/office/drawing/2014/main" id="{90039193-4F2E-8CAA-5DF6-E169BAF2D4B5}"/>
              </a:ext>
            </a:extLst>
          </p:cNvPr>
          <p:cNvGrpSpPr/>
          <p:nvPr/>
        </p:nvGrpSpPr>
        <p:grpSpPr>
          <a:xfrm>
            <a:off x="4172485" y="5018070"/>
            <a:ext cx="538853" cy="368393"/>
            <a:chOff x="4684442" y="4792283"/>
            <a:chExt cx="538853" cy="368393"/>
          </a:xfrm>
        </p:grpSpPr>
        <p:sp>
          <p:nvSpPr>
            <p:cNvPr id="742" name="직사각형 741">
              <a:extLst>
                <a:ext uri="{FF2B5EF4-FFF2-40B4-BE49-F238E27FC236}">
                  <a16:creationId xmlns:a16="http://schemas.microsoft.com/office/drawing/2014/main" id="{92896BD4-BEC6-B606-6878-A70515984822}"/>
                </a:ext>
              </a:extLst>
            </p:cNvPr>
            <p:cNvSpPr/>
            <p:nvPr/>
          </p:nvSpPr>
          <p:spPr>
            <a:xfrm>
              <a:off x="4686696" y="4881995"/>
              <a:ext cx="407217" cy="18771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43" name="TextBox 742">
              <a:extLst>
                <a:ext uri="{FF2B5EF4-FFF2-40B4-BE49-F238E27FC236}">
                  <a16:creationId xmlns:a16="http://schemas.microsoft.com/office/drawing/2014/main" id="{52ABC6A5-3601-06EB-4CF1-728930AABFB5}"/>
                </a:ext>
              </a:extLst>
            </p:cNvPr>
            <p:cNvSpPr txBox="1"/>
            <p:nvPr/>
          </p:nvSpPr>
          <p:spPr>
            <a:xfrm>
              <a:off x="4684442" y="4792283"/>
              <a:ext cx="46726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MX25L6433</a:t>
              </a:r>
              <a:endParaRPr lang="ko-KR" altLang="en-US" sz="600" b="1" dirty="0"/>
            </a:p>
          </p:txBody>
        </p:sp>
        <p:sp>
          <p:nvSpPr>
            <p:cNvPr id="744" name="TextBox 743">
              <a:extLst>
                <a:ext uri="{FF2B5EF4-FFF2-40B4-BE49-F238E27FC236}">
                  <a16:creationId xmlns:a16="http://schemas.microsoft.com/office/drawing/2014/main" id="{89C1F2A6-DD58-1197-6A75-CDDCB496601B}"/>
                </a:ext>
              </a:extLst>
            </p:cNvPr>
            <p:cNvSpPr txBox="1"/>
            <p:nvPr/>
          </p:nvSpPr>
          <p:spPr>
            <a:xfrm>
              <a:off x="4687617" y="5068343"/>
              <a:ext cx="53567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Serial FLASH</a:t>
              </a:r>
              <a:endParaRPr lang="ko-KR" altLang="en-US" sz="600" dirty="0"/>
            </a:p>
          </p:txBody>
        </p:sp>
        <p:sp>
          <p:nvSpPr>
            <p:cNvPr id="745" name="TextBox 744">
              <a:extLst>
                <a:ext uri="{FF2B5EF4-FFF2-40B4-BE49-F238E27FC236}">
                  <a16:creationId xmlns:a16="http://schemas.microsoft.com/office/drawing/2014/main" id="{8A0A2C26-FC5E-0127-2842-8D8A43964F28}"/>
                </a:ext>
              </a:extLst>
            </p:cNvPr>
            <p:cNvSpPr txBox="1"/>
            <p:nvPr/>
          </p:nvSpPr>
          <p:spPr>
            <a:xfrm>
              <a:off x="4839895" y="4885976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SPI</a:t>
              </a:r>
              <a:endParaRPr lang="ko-KR" altLang="en-US" sz="600" dirty="0"/>
            </a:p>
          </p:txBody>
        </p:sp>
      </p:grpSp>
      <p:cxnSp>
        <p:nvCxnSpPr>
          <p:cNvPr id="748" name="직선 연결선 747">
            <a:extLst>
              <a:ext uri="{FF2B5EF4-FFF2-40B4-BE49-F238E27FC236}">
                <a16:creationId xmlns:a16="http://schemas.microsoft.com/office/drawing/2014/main" id="{A9DA9B49-A277-A65C-67E1-F33D0F9A090B}"/>
              </a:ext>
            </a:extLst>
          </p:cNvPr>
          <p:cNvCxnSpPr>
            <a:cxnSpLocks/>
          </p:cNvCxnSpPr>
          <p:nvPr/>
        </p:nvCxnSpPr>
        <p:spPr>
          <a:xfrm>
            <a:off x="4584183" y="5155374"/>
            <a:ext cx="2095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0" name="직선 연결선 749">
            <a:extLst>
              <a:ext uri="{FF2B5EF4-FFF2-40B4-BE49-F238E27FC236}">
                <a16:creationId xmlns:a16="http://schemas.microsoft.com/office/drawing/2014/main" id="{358D770B-EF30-EC7A-EAB8-6B4C078ED275}"/>
              </a:ext>
            </a:extLst>
          </p:cNvPr>
          <p:cNvCxnSpPr>
            <a:cxnSpLocks/>
          </p:cNvCxnSpPr>
          <p:nvPr/>
        </p:nvCxnSpPr>
        <p:spPr>
          <a:xfrm>
            <a:off x="4558794" y="4756231"/>
            <a:ext cx="2349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2" name="TextBox 751">
            <a:extLst>
              <a:ext uri="{FF2B5EF4-FFF2-40B4-BE49-F238E27FC236}">
                <a16:creationId xmlns:a16="http://schemas.microsoft.com/office/drawing/2014/main" id="{47B3CAAD-3C7B-72ED-177C-E2549E4AE51D}"/>
              </a:ext>
            </a:extLst>
          </p:cNvPr>
          <p:cNvSpPr txBox="1"/>
          <p:nvPr/>
        </p:nvSpPr>
        <p:spPr>
          <a:xfrm>
            <a:off x="4229516" y="4710064"/>
            <a:ext cx="3292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25MHz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grpSp>
        <p:nvGrpSpPr>
          <p:cNvPr id="835" name="그룹 834">
            <a:extLst>
              <a:ext uri="{FF2B5EF4-FFF2-40B4-BE49-F238E27FC236}">
                <a16:creationId xmlns:a16="http://schemas.microsoft.com/office/drawing/2014/main" id="{49D6690A-4B3F-DCEB-FDFD-FD34F0EB1D19}"/>
              </a:ext>
            </a:extLst>
          </p:cNvPr>
          <p:cNvGrpSpPr/>
          <p:nvPr/>
        </p:nvGrpSpPr>
        <p:grpSpPr>
          <a:xfrm>
            <a:off x="6411540" y="5626212"/>
            <a:ext cx="624792" cy="715450"/>
            <a:chOff x="7178564" y="436324"/>
            <a:chExt cx="624792" cy="715450"/>
          </a:xfrm>
        </p:grpSpPr>
        <p:sp>
          <p:nvSpPr>
            <p:cNvPr id="820" name="직사각형 819">
              <a:extLst>
                <a:ext uri="{FF2B5EF4-FFF2-40B4-BE49-F238E27FC236}">
                  <a16:creationId xmlns:a16="http://schemas.microsoft.com/office/drawing/2014/main" id="{392532CF-74C3-9696-3EF1-900B1B034FC5}"/>
                </a:ext>
              </a:extLst>
            </p:cNvPr>
            <p:cNvSpPr/>
            <p:nvPr/>
          </p:nvSpPr>
          <p:spPr>
            <a:xfrm>
              <a:off x="7193230" y="531462"/>
              <a:ext cx="476776" cy="52274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21" name="TextBox 820">
              <a:extLst>
                <a:ext uri="{FF2B5EF4-FFF2-40B4-BE49-F238E27FC236}">
                  <a16:creationId xmlns:a16="http://schemas.microsoft.com/office/drawing/2014/main" id="{E4D93AB4-CFDF-D8E2-9AAB-524010A4E091}"/>
                </a:ext>
              </a:extLst>
            </p:cNvPr>
            <p:cNvSpPr txBox="1"/>
            <p:nvPr/>
          </p:nvSpPr>
          <p:spPr>
            <a:xfrm>
              <a:off x="7182075" y="436324"/>
              <a:ext cx="62128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MRSSV1DR16SM</a:t>
              </a:r>
              <a:endParaRPr lang="ko-KR" altLang="en-US" sz="600" b="1" dirty="0"/>
            </a:p>
          </p:txBody>
        </p:sp>
        <p:sp>
          <p:nvSpPr>
            <p:cNvPr id="822" name="TextBox 821">
              <a:extLst>
                <a:ext uri="{FF2B5EF4-FFF2-40B4-BE49-F238E27FC236}">
                  <a16:creationId xmlns:a16="http://schemas.microsoft.com/office/drawing/2014/main" id="{757F0428-9253-9FA1-9F19-E62A5FAA6669}"/>
                </a:ext>
              </a:extLst>
            </p:cNvPr>
            <p:cNvSpPr txBox="1"/>
            <p:nvPr/>
          </p:nvSpPr>
          <p:spPr>
            <a:xfrm>
              <a:off x="7178564" y="1059441"/>
              <a:ext cx="5378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rotary selector</a:t>
              </a:r>
              <a:endParaRPr lang="ko-KR" altLang="en-US" sz="600" dirty="0"/>
            </a:p>
          </p:txBody>
        </p:sp>
        <p:sp>
          <p:nvSpPr>
            <p:cNvPr id="826" name="TextBox 825">
              <a:extLst>
                <a:ext uri="{FF2B5EF4-FFF2-40B4-BE49-F238E27FC236}">
                  <a16:creationId xmlns:a16="http://schemas.microsoft.com/office/drawing/2014/main" id="{5007F228-7887-5E5F-012E-3377B1DB5C4D}"/>
                </a:ext>
              </a:extLst>
            </p:cNvPr>
            <p:cNvSpPr txBox="1"/>
            <p:nvPr/>
          </p:nvSpPr>
          <p:spPr>
            <a:xfrm>
              <a:off x="7218987" y="542714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1</a:t>
              </a:r>
              <a:endParaRPr lang="ko-KR" altLang="en-US" sz="600" dirty="0"/>
            </a:p>
          </p:txBody>
        </p:sp>
        <p:sp>
          <p:nvSpPr>
            <p:cNvPr id="829" name="TextBox 828">
              <a:extLst>
                <a:ext uri="{FF2B5EF4-FFF2-40B4-BE49-F238E27FC236}">
                  <a16:creationId xmlns:a16="http://schemas.microsoft.com/office/drawing/2014/main" id="{5E82A083-5450-11A7-2E7B-D303DA722C05}"/>
                </a:ext>
              </a:extLst>
            </p:cNvPr>
            <p:cNvSpPr txBox="1"/>
            <p:nvPr/>
          </p:nvSpPr>
          <p:spPr>
            <a:xfrm>
              <a:off x="7218987" y="637706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2</a:t>
              </a:r>
              <a:endParaRPr lang="ko-KR" altLang="en-US" sz="600" dirty="0"/>
            </a:p>
          </p:txBody>
        </p:sp>
        <p:sp>
          <p:nvSpPr>
            <p:cNvPr id="830" name="TextBox 829">
              <a:extLst>
                <a:ext uri="{FF2B5EF4-FFF2-40B4-BE49-F238E27FC236}">
                  <a16:creationId xmlns:a16="http://schemas.microsoft.com/office/drawing/2014/main" id="{B53C1BB4-D9A4-7B15-80B9-C81F862DB799}"/>
                </a:ext>
              </a:extLst>
            </p:cNvPr>
            <p:cNvSpPr txBox="1"/>
            <p:nvPr/>
          </p:nvSpPr>
          <p:spPr>
            <a:xfrm>
              <a:off x="7221025" y="735274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4</a:t>
              </a:r>
              <a:endParaRPr lang="ko-KR" altLang="en-US" sz="600" dirty="0"/>
            </a:p>
          </p:txBody>
        </p:sp>
        <p:sp>
          <p:nvSpPr>
            <p:cNvPr id="831" name="TextBox 830">
              <a:extLst>
                <a:ext uri="{FF2B5EF4-FFF2-40B4-BE49-F238E27FC236}">
                  <a16:creationId xmlns:a16="http://schemas.microsoft.com/office/drawing/2014/main" id="{04B5876D-E9FE-DA5B-D1D5-6A7BD33EE34E}"/>
                </a:ext>
              </a:extLst>
            </p:cNvPr>
            <p:cNvSpPr txBox="1"/>
            <p:nvPr/>
          </p:nvSpPr>
          <p:spPr>
            <a:xfrm>
              <a:off x="7218987" y="814250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8</a:t>
              </a:r>
              <a:endParaRPr lang="ko-KR" altLang="en-US" sz="600" dirty="0"/>
            </a:p>
          </p:txBody>
        </p:sp>
        <p:sp>
          <p:nvSpPr>
            <p:cNvPr id="832" name="TextBox 831">
              <a:extLst>
                <a:ext uri="{FF2B5EF4-FFF2-40B4-BE49-F238E27FC236}">
                  <a16:creationId xmlns:a16="http://schemas.microsoft.com/office/drawing/2014/main" id="{BB8D679A-7A0A-9CFC-B927-6EA7E714F139}"/>
                </a:ext>
              </a:extLst>
            </p:cNvPr>
            <p:cNvSpPr txBox="1"/>
            <p:nvPr/>
          </p:nvSpPr>
          <p:spPr>
            <a:xfrm>
              <a:off x="7218987" y="936005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C</a:t>
              </a:r>
              <a:endParaRPr lang="ko-KR" altLang="en-US" sz="600" dirty="0"/>
            </a:p>
          </p:txBody>
        </p:sp>
        <p:sp>
          <p:nvSpPr>
            <p:cNvPr id="833" name="타원 832">
              <a:extLst>
                <a:ext uri="{FF2B5EF4-FFF2-40B4-BE49-F238E27FC236}">
                  <a16:creationId xmlns:a16="http://schemas.microsoft.com/office/drawing/2014/main" id="{EADF38E8-69EB-6F96-186B-CA9CA734E0F7}"/>
                </a:ext>
              </a:extLst>
            </p:cNvPr>
            <p:cNvSpPr/>
            <p:nvPr/>
          </p:nvSpPr>
          <p:spPr>
            <a:xfrm>
              <a:off x="7311379" y="624303"/>
              <a:ext cx="316761" cy="31676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34" name="화살표: 위쪽 833">
              <a:extLst>
                <a:ext uri="{FF2B5EF4-FFF2-40B4-BE49-F238E27FC236}">
                  <a16:creationId xmlns:a16="http://schemas.microsoft.com/office/drawing/2014/main" id="{4CD9DBCC-3E11-DCA7-0A5C-E2A3CACB7952}"/>
                </a:ext>
              </a:extLst>
            </p:cNvPr>
            <p:cNvSpPr/>
            <p:nvPr/>
          </p:nvSpPr>
          <p:spPr>
            <a:xfrm>
              <a:off x="7427562" y="686312"/>
              <a:ext cx="84394" cy="190353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836" name="그룹 835">
            <a:extLst>
              <a:ext uri="{FF2B5EF4-FFF2-40B4-BE49-F238E27FC236}">
                <a16:creationId xmlns:a16="http://schemas.microsoft.com/office/drawing/2014/main" id="{1772C2D0-C705-9A27-A24B-AC5C433183B7}"/>
              </a:ext>
            </a:extLst>
          </p:cNvPr>
          <p:cNvGrpSpPr/>
          <p:nvPr/>
        </p:nvGrpSpPr>
        <p:grpSpPr>
          <a:xfrm>
            <a:off x="6901126" y="5720471"/>
            <a:ext cx="476776" cy="524445"/>
            <a:chOff x="7193230" y="529761"/>
            <a:chExt cx="476776" cy="524445"/>
          </a:xfrm>
        </p:grpSpPr>
        <p:sp>
          <p:nvSpPr>
            <p:cNvPr id="837" name="직사각형 836">
              <a:extLst>
                <a:ext uri="{FF2B5EF4-FFF2-40B4-BE49-F238E27FC236}">
                  <a16:creationId xmlns:a16="http://schemas.microsoft.com/office/drawing/2014/main" id="{15024107-127A-8136-4AAE-7447192DB39B}"/>
                </a:ext>
              </a:extLst>
            </p:cNvPr>
            <p:cNvSpPr/>
            <p:nvPr/>
          </p:nvSpPr>
          <p:spPr>
            <a:xfrm>
              <a:off x="7193230" y="529761"/>
              <a:ext cx="476776" cy="52444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402E0C02-8A4B-5684-CB26-3FCA2C4E21F1}"/>
                </a:ext>
              </a:extLst>
            </p:cNvPr>
            <p:cNvSpPr txBox="1"/>
            <p:nvPr/>
          </p:nvSpPr>
          <p:spPr>
            <a:xfrm>
              <a:off x="7218987" y="542714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1</a:t>
              </a:r>
              <a:endParaRPr lang="ko-KR" altLang="en-US" sz="600" dirty="0"/>
            </a:p>
          </p:txBody>
        </p:sp>
        <p:sp>
          <p:nvSpPr>
            <p:cNvPr id="841" name="TextBox 840">
              <a:extLst>
                <a:ext uri="{FF2B5EF4-FFF2-40B4-BE49-F238E27FC236}">
                  <a16:creationId xmlns:a16="http://schemas.microsoft.com/office/drawing/2014/main" id="{E64D7CC9-E788-E6BB-E35B-6E61DF8FCF7F}"/>
                </a:ext>
              </a:extLst>
            </p:cNvPr>
            <p:cNvSpPr txBox="1"/>
            <p:nvPr/>
          </p:nvSpPr>
          <p:spPr>
            <a:xfrm>
              <a:off x="7218987" y="637706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2</a:t>
              </a:r>
              <a:endParaRPr lang="ko-KR" altLang="en-US" sz="600" dirty="0"/>
            </a:p>
          </p:txBody>
        </p:sp>
        <p:sp>
          <p:nvSpPr>
            <p:cNvPr id="842" name="TextBox 841">
              <a:extLst>
                <a:ext uri="{FF2B5EF4-FFF2-40B4-BE49-F238E27FC236}">
                  <a16:creationId xmlns:a16="http://schemas.microsoft.com/office/drawing/2014/main" id="{58403AEA-3398-2C8B-E722-5C77DE7C1088}"/>
                </a:ext>
              </a:extLst>
            </p:cNvPr>
            <p:cNvSpPr txBox="1"/>
            <p:nvPr/>
          </p:nvSpPr>
          <p:spPr>
            <a:xfrm>
              <a:off x="7221025" y="735274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4</a:t>
              </a:r>
              <a:endParaRPr lang="ko-KR" altLang="en-US" sz="600" dirty="0"/>
            </a:p>
          </p:txBody>
        </p:sp>
        <p:sp>
          <p:nvSpPr>
            <p:cNvPr id="843" name="TextBox 842">
              <a:extLst>
                <a:ext uri="{FF2B5EF4-FFF2-40B4-BE49-F238E27FC236}">
                  <a16:creationId xmlns:a16="http://schemas.microsoft.com/office/drawing/2014/main" id="{1EDC2834-144D-80A1-D966-4DA9EFBDCEA7}"/>
                </a:ext>
              </a:extLst>
            </p:cNvPr>
            <p:cNvSpPr txBox="1"/>
            <p:nvPr/>
          </p:nvSpPr>
          <p:spPr>
            <a:xfrm>
              <a:off x="7218987" y="814250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8</a:t>
              </a:r>
              <a:endParaRPr lang="ko-KR" altLang="en-US" sz="600" dirty="0"/>
            </a:p>
          </p:txBody>
        </p:sp>
        <p:sp>
          <p:nvSpPr>
            <p:cNvPr id="844" name="TextBox 843">
              <a:extLst>
                <a:ext uri="{FF2B5EF4-FFF2-40B4-BE49-F238E27FC236}">
                  <a16:creationId xmlns:a16="http://schemas.microsoft.com/office/drawing/2014/main" id="{20D982A0-98DE-B1FF-3881-C29ABA484FAF}"/>
                </a:ext>
              </a:extLst>
            </p:cNvPr>
            <p:cNvSpPr txBox="1"/>
            <p:nvPr/>
          </p:nvSpPr>
          <p:spPr>
            <a:xfrm>
              <a:off x="7218987" y="936005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C</a:t>
              </a:r>
              <a:endParaRPr lang="ko-KR" altLang="en-US" sz="600" dirty="0"/>
            </a:p>
          </p:txBody>
        </p:sp>
        <p:sp>
          <p:nvSpPr>
            <p:cNvPr id="845" name="타원 844">
              <a:extLst>
                <a:ext uri="{FF2B5EF4-FFF2-40B4-BE49-F238E27FC236}">
                  <a16:creationId xmlns:a16="http://schemas.microsoft.com/office/drawing/2014/main" id="{C564FC67-6949-9F9E-3D68-DF3CCA0674C3}"/>
                </a:ext>
              </a:extLst>
            </p:cNvPr>
            <p:cNvSpPr/>
            <p:nvPr/>
          </p:nvSpPr>
          <p:spPr>
            <a:xfrm>
              <a:off x="7311379" y="624303"/>
              <a:ext cx="316761" cy="31676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46" name="화살표: 위쪽 845">
              <a:extLst>
                <a:ext uri="{FF2B5EF4-FFF2-40B4-BE49-F238E27FC236}">
                  <a16:creationId xmlns:a16="http://schemas.microsoft.com/office/drawing/2014/main" id="{88508AA7-2D0D-AF0F-A3A6-9CF164EDAD92}"/>
                </a:ext>
              </a:extLst>
            </p:cNvPr>
            <p:cNvSpPr/>
            <p:nvPr/>
          </p:nvSpPr>
          <p:spPr>
            <a:xfrm>
              <a:off x="7427562" y="686312"/>
              <a:ext cx="84394" cy="190353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1029" name="직선 연결선 1028">
            <a:extLst>
              <a:ext uri="{FF2B5EF4-FFF2-40B4-BE49-F238E27FC236}">
                <a16:creationId xmlns:a16="http://schemas.microsoft.com/office/drawing/2014/main" id="{9615F104-042C-6DCD-FBD1-D4B0A77A9D11}"/>
              </a:ext>
            </a:extLst>
          </p:cNvPr>
          <p:cNvCxnSpPr>
            <a:cxnSpLocks/>
          </p:cNvCxnSpPr>
          <p:nvPr/>
        </p:nvCxnSpPr>
        <p:spPr>
          <a:xfrm>
            <a:off x="1555439" y="3129349"/>
            <a:ext cx="3209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직사각형 1030">
            <a:extLst>
              <a:ext uri="{FF2B5EF4-FFF2-40B4-BE49-F238E27FC236}">
                <a16:creationId xmlns:a16="http://schemas.microsoft.com/office/drawing/2014/main" id="{D194C248-EB00-6CE8-295A-9B9F9EA428F2}"/>
              </a:ext>
            </a:extLst>
          </p:cNvPr>
          <p:cNvSpPr/>
          <p:nvPr/>
        </p:nvSpPr>
        <p:spPr>
          <a:xfrm>
            <a:off x="1638386" y="3091169"/>
            <a:ext cx="164306" cy="778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2.2K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grpSp>
        <p:nvGrpSpPr>
          <p:cNvPr id="1043" name="그룹 1042">
            <a:extLst>
              <a:ext uri="{FF2B5EF4-FFF2-40B4-BE49-F238E27FC236}">
                <a16:creationId xmlns:a16="http://schemas.microsoft.com/office/drawing/2014/main" id="{04E968EC-D1D2-B836-4FBC-8D8BC4AF8387}"/>
              </a:ext>
            </a:extLst>
          </p:cNvPr>
          <p:cNvGrpSpPr/>
          <p:nvPr/>
        </p:nvGrpSpPr>
        <p:grpSpPr>
          <a:xfrm>
            <a:off x="10053273" y="4054403"/>
            <a:ext cx="98106" cy="90145"/>
            <a:chOff x="8462475" y="3600450"/>
            <a:chExt cx="98106" cy="90145"/>
          </a:xfrm>
        </p:grpSpPr>
        <p:cxnSp>
          <p:nvCxnSpPr>
            <p:cNvPr id="1044" name="직선 연결선 1043">
              <a:extLst>
                <a:ext uri="{FF2B5EF4-FFF2-40B4-BE49-F238E27FC236}">
                  <a16:creationId xmlns:a16="http://schemas.microsoft.com/office/drawing/2014/main" id="{A88CFA46-34B7-4A94-FF6E-9E6CCC2621B0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직선 연결선 1044">
              <a:extLst>
                <a:ext uri="{FF2B5EF4-FFF2-40B4-BE49-F238E27FC236}">
                  <a16:creationId xmlns:a16="http://schemas.microsoft.com/office/drawing/2014/main" id="{B17FCB62-5820-7764-5ADD-7DBFB6BAC9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직선 연결선 1045">
              <a:extLst>
                <a:ext uri="{FF2B5EF4-FFF2-40B4-BE49-F238E27FC236}">
                  <a16:creationId xmlns:a16="http://schemas.microsoft.com/office/drawing/2014/main" id="{8DB3F38C-7260-E7E0-0367-0D3013924C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직선 연결선 1046">
              <a:extLst>
                <a:ext uri="{FF2B5EF4-FFF2-40B4-BE49-F238E27FC236}">
                  <a16:creationId xmlns:a16="http://schemas.microsoft.com/office/drawing/2014/main" id="{C6DE6AB3-2A76-F333-16EF-A09153BA61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직선 연결선 1047">
              <a:extLst>
                <a:ext uri="{FF2B5EF4-FFF2-40B4-BE49-F238E27FC236}">
                  <a16:creationId xmlns:a16="http://schemas.microsoft.com/office/drawing/2014/main" id="{31FA696B-7CDC-D901-7646-1608DE798EDC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49" name="직선 연결선 1048">
            <a:extLst>
              <a:ext uri="{FF2B5EF4-FFF2-40B4-BE49-F238E27FC236}">
                <a16:creationId xmlns:a16="http://schemas.microsoft.com/office/drawing/2014/main" id="{C82096E1-F6B9-0241-6B7E-B62EC8D50B83}"/>
              </a:ext>
            </a:extLst>
          </p:cNvPr>
          <p:cNvCxnSpPr>
            <a:cxnSpLocks/>
          </p:cNvCxnSpPr>
          <p:nvPr/>
        </p:nvCxnSpPr>
        <p:spPr>
          <a:xfrm>
            <a:off x="10102326" y="4051602"/>
            <a:ext cx="1177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6" name="그룹 1065">
            <a:extLst>
              <a:ext uri="{FF2B5EF4-FFF2-40B4-BE49-F238E27FC236}">
                <a16:creationId xmlns:a16="http://schemas.microsoft.com/office/drawing/2014/main" id="{A9977B4F-BCBB-E35C-E8AC-1352AF1A55CD}"/>
              </a:ext>
            </a:extLst>
          </p:cNvPr>
          <p:cNvGrpSpPr/>
          <p:nvPr/>
        </p:nvGrpSpPr>
        <p:grpSpPr>
          <a:xfrm>
            <a:off x="9525146" y="4019974"/>
            <a:ext cx="363122" cy="427864"/>
            <a:chOff x="1518066" y="2697001"/>
            <a:chExt cx="363122" cy="427864"/>
          </a:xfrm>
        </p:grpSpPr>
        <p:sp>
          <p:nvSpPr>
            <p:cNvPr id="1067" name="직사각형 1066">
              <a:extLst>
                <a:ext uri="{FF2B5EF4-FFF2-40B4-BE49-F238E27FC236}">
                  <a16:creationId xmlns:a16="http://schemas.microsoft.com/office/drawing/2014/main" id="{75B26E80-8145-AE4B-E320-09E744ED1987}"/>
                </a:ext>
              </a:extLst>
            </p:cNvPr>
            <p:cNvSpPr/>
            <p:nvPr/>
          </p:nvSpPr>
          <p:spPr>
            <a:xfrm>
              <a:off x="1520322" y="2812620"/>
              <a:ext cx="360866" cy="31224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8DDF215D-423D-9289-DBDE-70AFBB1F63A1}"/>
                </a:ext>
              </a:extLst>
            </p:cNvPr>
            <p:cNvSpPr txBox="1"/>
            <p:nvPr/>
          </p:nvSpPr>
          <p:spPr>
            <a:xfrm>
              <a:off x="1518067" y="2697001"/>
              <a:ext cx="28498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b="1" dirty="0"/>
                <a:t>SSR</a:t>
              </a:r>
              <a:endParaRPr lang="ko-KR" altLang="en-US" sz="800" b="1" dirty="0"/>
            </a:p>
          </p:txBody>
        </p:sp>
        <p:grpSp>
          <p:nvGrpSpPr>
            <p:cNvPr id="1070" name="그룹 1069">
              <a:extLst>
                <a:ext uri="{FF2B5EF4-FFF2-40B4-BE49-F238E27FC236}">
                  <a16:creationId xmlns:a16="http://schemas.microsoft.com/office/drawing/2014/main" id="{8C66DA48-1794-773A-ECBA-A5B6A16ED73F}"/>
                </a:ext>
              </a:extLst>
            </p:cNvPr>
            <p:cNvGrpSpPr/>
            <p:nvPr/>
          </p:nvGrpSpPr>
          <p:grpSpPr>
            <a:xfrm rot="5400000">
              <a:off x="1578868" y="2913668"/>
              <a:ext cx="65834" cy="108000"/>
              <a:chOff x="1829742" y="1040605"/>
              <a:chExt cx="65834" cy="108000"/>
            </a:xfrm>
          </p:grpSpPr>
          <p:sp>
            <p:nvSpPr>
              <p:cNvPr id="1079" name="이등변 삼각형 1078">
                <a:extLst>
                  <a:ext uri="{FF2B5EF4-FFF2-40B4-BE49-F238E27FC236}">
                    <a16:creationId xmlns:a16="http://schemas.microsoft.com/office/drawing/2014/main" id="{CF3A63E6-8469-975E-FECC-987676958A44}"/>
                  </a:ext>
                </a:extLst>
              </p:cNvPr>
              <p:cNvSpPr>
                <a:spLocks/>
              </p:cNvSpPr>
              <p:nvPr/>
            </p:nvSpPr>
            <p:spPr>
              <a:xfrm rot="5400000">
                <a:off x="1808659" y="1065994"/>
                <a:ext cx="98927" cy="56761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80" name="직선 연결선 1079">
                <a:extLst>
                  <a:ext uri="{FF2B5EF4-FFF2-40B4-BE49-F238E27FC236}">
                    <a16:creationId xmlns:a16="http://schemas.microsoft.com/office/drawing/2014/main" id="{CF0336AD-3F8D-A4A4-6067-EC06ED3DD1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5576" y="1040605"/>
                <a:ext cx="0" cy="108000"/>
              </a:xfrm>
              <a:prstGeom prst="lin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71" name="직선 연결선 1070">
              <a:extLst>
                <a:ext uri="{FF2B5EF4-FFF2-40B4-BE49-F238E27FC236}">
                  <a16:creationId xmlns:a16="http://schemas.microsoft.com/office/drawing/2014/main" id="{E2837A60-2400-4A2E-B9CD-F8E981E2E069}"/>
                </a:ext>
              </a:extLst>
            </p:cNvPr>
            <p:cNvCxnSpPr>
              <a:cxnSpLocks/>
            </p:cNvCxnSpPr>
            <p:nvPr/>
          </p:nvCxnSpPr>
          <p:spPr>
            <a:xfrm>
              <a:off x="1611454" y="2874169"/>
              <a:ext cx="0" cy="1881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직선 연결선 1071">
              <a:extLst>
                <a:ext uri="{FF2B5EF4-FFF2-40B4-BE49-F238E27FC236}">
                  <a16:creationId xmlns:a16="http://schemas.microsoft.com/office/drawing/2014/main" id="{47325689-5CE9-10C2-6B72-11CD24B6E5A9}"/>
                </a:ext>
              </a:extLst>
            </p:cNvPr>
            <p:cNvCxnSpPr>
              <a:cxnSpLocks/>
            </p:cNvCxnSpPr>
            <p:nvPr/>
          </p:nvCxnSpPr>
          <p:spPr>
            <a:xfrm>
              <a:off x="1518066" y="2879274"/>
              <a:ext cx="94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직선 연결선 1072">
              <a:extLst>
                <a:ext uri="{FF2B5EF4-FFF2-40B4-BE49-F238E27FC236}">
                  <a16:creationId xmlns:a16="http://schemas.microsoft.com/office/drawing/2014/main" id="{50873792-690D-3D7E-1BC3-0C4355539B2E}"/>
                </a:ext>
              </a:extLst>
            </p:cNvPr>
            <p:cNvCxnSpPr>
              <a:cxnSpLocks/>
            </p:cNvCxnSpPr>
            <p:nvPr/>
          </p:nvCxnSpPr>
          <p:spPr>
            <a:xfrm>
              <a:off x="1518066" y="3062288"/>
              <a:ext cx="94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직선 연결선 1073">
              <a:extLst>
                <a:ext uri="{FF2B5EF4-FFF2-40B4-BE49-F238E27FC236}">
                  <a16:creationId xmlns:a16="http://schemas.microsoft.com/office/drawing/2014/main" id="{1466E020-ACD3-8358-B86E-ACBD0FE4ED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4467" y="2883024"/>
              <a:ext cx="0" cy="16259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직선 연결선 1074">
              <a:extLst>
                <a:ext uri="{FF2B5EF4-FFF2-40B4-BE49-F238E27FC236}">
                  <a16:creationId xmlns:a16="http://schemas.microsoft.com/office/drawing/2014/main" id="{A16B4616-309B-F648-1AAA-6D9646CF7F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7261" y="2883024"/>
              <a:ext cx="68837" cy="855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직선 화살표 연결선 1075">
              <a:extLst>
                <a:ext uri="{FF2B5EF4-FFF2-40B4-BE49-F238E27FC236}">
                  <a16:creationId xmlns:a16="http://schemas.microsoft.com/office/drawing/2014/main" id="{D2FB84D5-827A-2438-918B-DC57939EE20A}"/>
                </a:ext>
              </a:extLst>
            </p:cNvPr>
            <p:cNvCxnSpPr>
              <a:cxnSpLocks/>
            </p:cNvCxnSpPr>
            <p:nvPr/>
          </p:nvCxnSpPr>
          <p:spPr>
            <a:xfrm>
              <a:off x="1724467" y="2964806"/>
              <a:ext cx="83751" cy="878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7" name="직선 연결선 1076">
              <a:extLst>
                <a:ext uri="{FF2B5EF4-FFF2-40B4-BE49-F238E27FC236}">
                  <a16:creationId xmlns:a16="http://schemas.microsoft.com/office/drawing/2014/main" id="{72B4F5E0-9950-0EAF-58D2-F9EE6A73591A}"/>
                </a:ext>
              </a:extLst>
            </p:cNvPr>
            <p:cNvCxnSpPr>
              <a:cxnSpLocks/>
            </p:cNvCxnSpPr>
            <p:nvPr/>
          </p:nvCxnSpPr>
          <p:spPr>
            <a:xfrm>
              <a:off x="1792013" y="2885406"/>
              <a:ext cx="844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직선 연결선 1077">
              <a:extLst>
                <a:ext uri="{FF2B5EF4-FFF2-40B4-BE49-F238E27FC236}">
                  <a16:creationId xmlns:a16="http://schemas.microsoft.com/office/drawing/2014/main" id="{820956A6-C91B-10DF-3C72-4621C5683193}"/>
                </a:ext>
              </a:extLst>
            </p:cNvPr>
            <p:cNvCxnSpPr>
              <a:cxnSpLocks/>
            </p:cNvCxnSpPr>
            <p:nvPr/>
          </p:nvCxnSpPr>
          <p:spPr>
            <a:xfrm>
              <a:off x="1802416" y="3052631"/>
              <a:ext cx="7877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1" name="그룹 1080">
            <a:extLst>
              <a:ext uri="{FF2B5EF4-FFF2-40B4-BE49-F238E27FC236}">
                <a16:creationId xmlns:a16="http://schemas.microsoft.com/office/drawing/2014/main" id="{28F8D467-95BE-1CCF-3E44-8C3ADBF7D589}"/>
              </a:ext>
            </a:extLst>
          </p:cNvPr>
          <p:cNvGrpSpPr/>
          <p:nvPr/>
        </p:nvGrpSpPr>
        <p:grpSpPr>
          <a:xfrm>
            <a:off x="9523876" y="4460137"/>
            <a:ext cx="363122" cy="425482"/>
            <a:chOff x="1518066" y="2699383"/>
            <a:chExt cx="363122" cy="425482"/>
          </a:xfrm>
        </p:grpSpPr>
        <p:sp>
          <p:nvSpPr>
            <p:cNvPr id="1082" name="직사각형 1081">
              <a:extLst>
                <a:ext uri="{FF2B5EF4-FFF2-40B4-BE49-F238E27FC236}">
                  <a16:creationId xmlns:a16="http://schemas.microsoft.com/office/drawing/2014/main" id="{C9231DF8-1A60-B203-521E-937DB9E855A9}"/>
                </a:ext>
              </a:extLst>
            </p:cNvPr>
            <p:cNvSpPr/>
            <p:nvPr/>
          </p:nvSpPr>
          <p:spPr>
            <a:xfrm>
              <a:off x="1520322" y="2812620"/>
              <a:ext cx="360866" cy="31224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083" name="TextBox 1082">
              <a:extLst>
                <a:ext uri="{FF2B5EF4-FFF2-40B4-BE49-F238E27FC236}">
                  <a16:creationId xmlns:a16="http://schemas.microsoft.com/office/drawing/2014/main" id="{E338B7B7-2E80-210D-D7C6-0612B658103E}"/>
                </a:ext>
              </a:extLst>
            </p:cNvPr>
            <p:cNvSpPr txBox="1"/>
            <p:nvPr/>
          </p:nvSpPr>
          <p:spPr>
            <a:xfrm>
              <a:off x="1520449" y="2699383"/>
              <a:ext cx="28498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b="1" dirty="0"/>
                <a:t>SSR</a:t>
              </a:r>
              <a:endParaRPr lang="ko-KR" altLang="en-US" sz="800" b="1" dirty="0"/>
            </a:p>
          </p:txBody>
        </p:sp>
        <p:grpSp>
          <p:nvGrpSpPr>
            <p:cNvPr id="1085" name="그룹 1084">
              <a:extLst>
                <a:ext uri="{FF2B5EF4-FFF2-40B4-BE49-F238E27FC236}">
                  <a16:creationId xmlns:a16="http://schemas.microsoft.com/office/drawing/2014/main" id="{C3E8A514-F292-D2C6-B1F1-01A753618A41}"/>
                </a:ext>
              </a:extLst>
            </p:cNvPr>
            <p:cNvGrpSpPr/>
            <p:nvPr/>
          </p:nvGrpSpPr>
          <p:grpSpPr>
            <a:xfrm rot="5400000">
              <a:off x="1578868" y="2913668"/>
              <a:ext cx="65834" cy="108000"/>
              <a:chOff x="1829742" y="1040605"/>
              <a:chExt cx="65834" cy="108000"/>
            </a:xfrm>
          </p:grpSpPr>
          <p:sp>
            <p:nvSpPr>
              <p:cNvPr id="1094" name="이등변 삼각형 1093">
                <a:extLst>
                  <a:ext uri="{FF2B5EF4-FFF2-40B4-BE49-F238E27FC236}">
                    <a16:creationId xmlns:a16="http://schemas.microsoft.com/office/drawing/2014/main" id="{5D35C0AC-C970-444A-151F-C2674B176F3D}"/>
                  </a:ext>
                </a:extLst>
              </p:cNvPr>
              <p:cNvSpPr>
                <a:spLocks/>
              </p:cNvSpPr>
              <p:nvPr/>
            </p:nvSpPr>
            <p:spPr>
              <a:xfrm rot="5400000">
                <a:off x="1808659" y="1065994"/>
                <a:ext cx="98927" cy="56761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95" name="직선 연결선 1094">
                <a:extLst>
                  <a:ext uri="{FF2B5EF4-FFF2-40B4-BE49-F238E27FC236}">
                    <a16:creationId xmlns:a16="http://schemas.microsoft.com/office/drawing/2014/main" id="{1FDA4D97-B6B4-6029-2508-CDD0A13F01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5576" y="1040605"/>
                <a:ext cx="0" cy="108000"/>
              </a:xfrm>
              <a:prstGeom prst="lin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86" name="직선 연결선 1085">
              <a:extLst>
                <a:ext uri="{FF2B5EF4-FFF2-40B4-BE49-F238E27FC236}">
                  <a16:creationId xmlns:a16="http://schemas.microsoft.com/office/drawing/2014/main" id="{BDBB0DF5-9D74-1AA9-4C81-76A83CB861B5}"/>
                </a:ext>
              </a:extLst>
            </p:cNvPr>
            <p:cNvCxnSpPr>
              <a:cxnSpLocks/>
            </p:cNvCxnSpPr>
            <p:nvPr/>
          </p:nvCxnSpPr>
          <p:spPr>
            <a:xfrm>
              <a:off x="1611454" y="2874169"/>
              <a:ext cx="0" cy="1881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" name="직선 연결선 1086">
              <a:extLst>
                <a:ext uri="{FF2B5EF4-FFF2-40B4-BE49-F238E27FC236}">
                  <a16:creationId xmlns:a16="http://schemas.microsoft.com/office/drawing/2014/main" id="{947DEB2C-3EF3-40D9-791E-51F746A02344}"/>
                </a:ext>
              </a:extLst>
            </p:cNvPr>
            <p:cNvCxnSpPr>
              <a:cxnSpLocks/>
            </p:cNvCxnSpPr>
            <p:nvPr/>
          </p:nvCxnSpPr>
          <p:spPr>
            <a:xfrm>
              <a:off x="1518066" y="2879274"/>
              <a:ext cx="94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8" name="직선 연결선 1087">
              <a:extLst>
                <a:ext uri="{FF2B5EF4-FFF2-40B4-BE49-F238E27FC236}">
                  <a16:creationId xmlns:a16="http://schemas.microsoft.com/office/drawing/2014/main" id="{ACF172FD-B788-7377-1C32-6E9A27483A1E}"/>
                </a:ext>
              </a:extLst>
            </p:cNvPr>
            <p:cNvCxnSpPr>
              <a:cxnSpLocks/>
            </p:cNvCxnSpPr>
            <p:nvPr/>
          </p:nvCxnSpPr>
          <p:spPr>
            <a:xfrm>
              <a:off x="1518066" y="3062288"/>
              <a:ext cx="94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직선 연결선 1088">
              <a:extLst>
                <a:ext uri="{FF2B5EF4-FFF2-40B4-BE49-F238E27FC236}">
                  <a16:creationId xmlns:a16="http://schemas.microsoft.com/office/drawing/2014/main" id="{23B91E4F-C8B4-4EA2-AF47-46688DEBE0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4467" y="2883024"/>
              <a:ext cx="0" cy="16259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직선 연결선 1089">
              <a:extLst>
                <a:ext uri="{FF2B5EF4-FFF2-40B4-BE49-F238E27FC236}">
                  <a16:creationId xmlns:a16="http://schemas.microsoft.com/office/drawing/2014/main" id="{8A798DF1-0A9F-5C72-80F7-F9EC166522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7261" y="2883024"/>
              <a:ext cx="68837" cy="855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직선 화살표 연결선 1090">
              <a:extLst>
                <a:ext uri="{FF2B5EF4-FFF2-40B4-BE49-F238E27FC236}">
                  <a16:creationId xmlns:a16="http://schemas.microsoft.com/office/drawing/2014/main" id="{E2349506-9310-C864-A17C-059CC8F21690}"/>
                </a:ext>
              </a:extLst>
            </p:cNvPr>
            <p:cNvCxnSpPr>
              <a:cxnSpLocks/>
            </p:cNvCxnSpPr>
            <p:nvPr/>
          </p:nvCxnSpPr>
          <p:spPr>
            <a:xfrm>
              <a:off x="1724467" y="2964806"/>
              <a:ext cx="83751" cy="878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2" name="직선 연결선 1091">
              <a:extLst>
                <a:ext uri="{FF2B5EF4-FFF2-40B4-BE49-F238E27FC236}">
                  <a16:creationId xmlns:a16="http://schemas.microsoft.com/office/drawing/2014/main" id="{020F306C-9A11-E209-6622-2B18CFC9B109}"/>
                </a:ext>
              </a:extLst>
            </p:cNvPr>
            <p:cNvCxnSpPr>
              <a:cxnSpLocks/>
            </p:cNvCxnSpPr>
            <p:nvPr/>
          </p:nvCxnSpPr>
          <p:spPr>
            <a:xfrm>
              <a:off x="1792013" y="2885406"/>
              <a:ext cx="844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3" name="직선 연결선 1092">
              <a:extLst>
                <a:ext uri="{FF2B5EF4-FFF2-40B4-BE49-F238E27FC236}">
                  <a16:creationId xmlns:a16="http://schemas.microsoft.com/office/drawing/2014/main" id="{A7EE4466-9A22-C0D5-040D-6B1B75D17326}"/>
                </a:ext>
              </a:extLst>
            </p:cNvPr>
            <p:cNvCxnSpPr>
              <a:cxnSpLocks/>
            </p:cNvCxnSpPr>
            <p:nvPr/>
          </p:nvCxnSpPr>
          <p:spPr>
            <a:xfrm>
              <a:off x="1802416" y="3052631"/>
              <a:ext cx="7877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12" name="직선 연결선 1111">
            <a:extLst>
              <a:ext uri="{FF2B5EF4-FFF2-40B4-BE49-F238E27FC236}">
                <a16:creationId xmlns:a16="http://schemas.microsoft.com/office/drawing/2014/main" id="{8C07AF0B-FE09-5849-D0E0-4229E51BFBF9}"/>
              </a:ext>
            </a:extLst>
          </p:cNvPr>
          <p:cNvCxnSpPr>
            <a:cxnSpLocks/>
          </p:cNvCxnSpPr>
          <p:nvPr/>
        </p:nvCxnSpPr>
        <p:spPr>
          <a:xfrm>
            <a:off x="9030222" y="3998397"/>
            <a:ext cx="4320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2" name="직선 연결선 1121">
            <a:extLst>
              <a:ext uri="{FF2B5EF4-FFF2-40B4-BE49-F238E27FC236}">
                <a16:creationId xmlns:a16="http://schemas.microsoft.com/office/drawing/2014/main" id="{00A145EC-9EEF-5198-974A-ACA048C1F56A}"/>
              </a:ext>
            </a:extLst>
          </p:cNvPr>
          <p:cNvCxnSpPr>
            <a:cxnSpLocks/>
          </p:cNvCxnSpPr>
          <p:nvPr/>
        </p:nvCxnSpPr>
        <p:spPr>
          <a:xfrm>
            <a:off x="9030222" y="3924578"/>
            <a:ext cx="952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9" name="직선 화살표 연결선 1128">
            <a:extLst>
              <a:ext uri="{FF2B5EF4-FFF2-40B4-BE49-F238E27FC236}">
                <a16:creationId xmlns:a16="http://schemas.microsoft.com/office/drawing/2014/main" id="{859CA270-C26F-7797-FB35-CCC3A98FDE7A}"/>
              </a:ext>
            </a:extLst>
          </p:cNvPr>
          <p:cNvCxnSpPr>
            <a:cxnSpLocks/>
          </p:cNvCxnSpPr>
          <p:nvPr/>
        </p:nvCxnSpPr>
        <p:spPr>
          <a:xfrm flipV="1">
            <a:off x="9953757" y="4044366"/>
            <a:ext cx="0" cy="600951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0" name="TextBox 1129">
            <a:extLst>
              <a:ext uri="{FF2B5EF4-FFF2-40B4-BE49-F238E27FC236}">
                <a16:creationId xmlns:a16="http://schemas.microsoft.com/office/drawing/2014/main" id="{15842A2A-1156-8BA0-EBDD-E1DF2F55A65C}"/>
              </a:ext>
            </a:extLst>
          </p:cNvPr>
          <p:cNvSpPr txBox="1"/>
          <p:nvPr/>
        </p:nvSpPr>
        <p:spPr>
          <a:xfrm>
            <a:off x="9853652" y="3952236"/>
            <a:ext cx="2420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P24V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1138" name="직선 연결선 1137">
            <a:extLst>
              <a:ext uri="{FF2B5EF4-FFF2-40B4-BE49-F238E27FC236}">
                <a16:creationId xmlns:a16="http://schemas.microsoft.com/office/drawing/2014/main" id="{1431264A-FB08-12F9-28ED-EEAABBD35C16}"/>
              </a:ext>
            </a:extLst>
          </p:cNvPr>
          <p:cNvCxnSpPr>
            <a:cxnSpLocks/>
          </p:cNvCxnSpPr>
          <p:nvPr/>
        </p:nvCxnSpPr>
        <p:spPr>
          <a:xfrm>
            <a:off x="9032601" y="4141272"/>
            <a:ext cx="2354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1" name="직선 연결선 1140">
            <a:extLst>
              <a:ext uri="{FF2B5EF4-FFF2-40B4-BE49-F238E27FC236}">
                <a16:creationId xmlns:a16="http://schemas.microsoft.com/office/drawing/2014/main" id="{27D7BEC4-C23F-05FA-F66B-4608A3107C6C}"/>
              </a:ext>
            </a:extLst>
          </p:cNvPr>
          <p:cNvCxnSpPr>
            <a:cxnSpLocks/>
          </p:cNvCxnSpPr>
          <p:nvPr/>
        </p:nvCxnSpPr>
        <p:spPr>
          <a:xfrm>
            <a:off x="9025460" y="4217468"/>
            <a:ext cx="2426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6" name="직선 연결선 1155">
            <a:extLst>
              <a:ext uri="{FF2B5EF4-FFF2-40B4-BE49-F238E27FC236}">
                <a16:creationId xmlns:a16="http://schemas.microsoft.com/office/drawing/2014/main" id="{8D0ABA4F-AFCF-7EED-6CB2-DC263518C5B9}"/>
              </a:ext>
            </a:extLst>
          </p:cNvPr>
          <p:cNvCxnSpPr>
            <a:cxnSpLocks/>
          </p:cNvCxnSpPr>
          <p:nvPr/>
        </p:nvCxnSpPr>
        <p:spPr>
          <a:xfrm>
            <a:off x="9030223" y="4291288"/>
            <a:ext cx="2852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직선 연결선 1158">
            <a:extLst>
              <a:ext uri="{FF2B5EF4-FFF2-40B4-BE49-F238E27FC236}">
                <a16:creationId xmlns:a16="http://schemas.microsoft.com/office/drawing/2014/main" id="{D215659C-D644-9C16-4A87-A6105463BE77}"/>
              </a:ext>
            </a:extLst>
          </p:cNvPr>
          <p:cNvCxnSpPr>
            <a:cxnSpLocks/>
          </p:cNvCxnSpPr>
          <p:nvPr/>
        </p:nvCxnSpPr>
        <p:spPr>
          <a:xfrm>
            <a:off x="9027842" y="4365107"/>
            <a:ext cx="337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0" name="직선 연결선 1169">
            <a:extLst>
              <a:ext uri="{FF2B5EF4-FFF2-40B4-BE49-F238E27FC236}">
                <a16:creationId xmlns:a16="http://schemas.microsoft.com/office/drawing/2014/main" id="{611D1911-C115-AFF4-A64D-8618EE9E6674}"/>
              </a:ext>
            </a:extLst>
          </p:cNvPr>
          <p:cNvCxnSpPr>
            <a:cxnSpLocks/>
          </p:cNvCxnSpPr>
          <p:nvPr/>
        </p:nvCxnSpPr>
        <p:spPr>
          <a:xfrm>
            <a:off x="9406003" y="4641348"/>
            <a:ext cx="1332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1" name="직선 연결선 1170">
            <a:extLst>
              <a:ext uri="{FF2B5EF4-FFF2-40B4-BE49-F238E27FC236}">
                <a16:creationId xmlns:a16="http://schemas.microsoft.com/office/drawing/2014/main" id="{CE99B11A-1E6E-8541-4B57-36FE8BCED52D}"/>
              </a:ext>
            </a:extLst>
          </p:cNvPr>
          <p:cNvCxnSpPr>
            <a:cxnSpLocks/>
          </p:cNvCxnSpPr>
          <p:nvPr/>
        </p:nvCxnSpPr>
        <p:spPr>
          <a:xfrm>
            <a:off x="9030223" y="4436547"/>
            <a:ext cx="714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0" name="직선 연결선 1189">
            <a:extLst>
              <a:ext uri="{FF2B5EF4-FFF2-40B4-BE49-F238E27FC236}">
                <a16:creationId xmlns:a16="http://schemas.microsoft.com/office/drawing/2014/main" id="{35FA9478-B5D4-403C-28FA-32CFFE23A48C}"/>
              </a:ext>
            </a:extLst>
          </p:cNvPr>
          <p:cNvCxnSpPr>
            <a:cxnSpLocks/>
          </p:cNvCxnSpPr>
          <p:nvPr/>
        </p:nvCxnSpPr>
        <p:spPr>
          <a:xfrm>
            <a:off x="9884701" y="4645317"/>
            <a:ext cx="690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2" name="직선 연결선 1191">
            <a:extLst>
              <a:ext uri="{FF2B5EF4-FFF2-40B4-BE49-F238E27FC236}">
                <a16:creationId xmlns:a16="http://schemas.microsoft.com/office/drawing/2014/main" id="{D257C0DB-F86E-4775-B1B4-FE11649DA1A5}"/>
              </a:ext>
            </a:extLst>
          </p:cNvPr>
          <p:cNvCxnSpPr>
            <a:cxnSpLocks/>
          </p:cNvCxnSpPr>
          <p:nvPr/>
        </p:nvCxnSpPr>
        <p:spPr>
          <a:xfrm>
            <a:off x="9884701" y="4210255"/>
            <a:ext cx="690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3" name="타원 1192">
            <a:extLst>
              <a:ext uri="{FF2B5EF4-FFF2-40B4-BE49-F238E27FC236}">
                <a16:creationId xmlns:a16="http://schemas.microsoft.com/office/drawing/2014/main" id="{AEC2E87E-15B8-2CFA-1ECA-7B078146CB91}"/>
              </a:ext>
            </a:extLst>
          </p:cNvPr>
          <p:cNvSpPr>
            <a:spLocks noChangeAspect="1"/>
          </p:cNvSpPr>
          <p:nvPr/>
        </p:nvSpPr>
        <p:spPr>
          <a:xfrm>
            <a:off x="9933575" y="4190371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1197" name="직선 연결선 1196">
            <a:extLst>
              <a:ext uri="{FF2B5EF4-FFF2-40B4-BE49-F238E27FC236}">
                <a16:creationId xmlns:a16="http://schemas.microsoft.com/office/drawing/2014/main" id="{3C54D1C7-B050-E42C-1DA2-2CE40AD943E1}"/>
              </a:ext>
            </a:extLst>
          </p:cNvPr>
          <p:cNvCxnSpPr>
            <a:cxnSpLocks/>
          </p:cNvCxnSpPr>
          <p:nvPr/>
        </p:nvCxnSpPr>
        <p:spPr>
          <a:xfrm>
            <a:off x="9462308" y="3998397"/>
            <a:ext cx="0" cy="2050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4" name="직선 연결선 1203">
            <a:extLst>
              <a:ext uri="{FF2B5EF4-FFF2-40B4-BE49-F238E27FC236}">
                <a16:creationId xmlns:a16="http://schemas.microsoft.com/office/drawing/2014/main" id="{4447CC56-DDF5-AF3E-7CA9-27D902177B7B}"/>
              </a:ext>
            </a:extLst>
          </p:cNvPr>
          <p:cNvCxnSpPr>
            <a:cxnSpLocks/>
          </p:cNvCxnSpPr>
          <p:nvPr/>
        </p:nvCxnSpPr>
        <p:spPr>
          <a:xfrm>
            <a:off x="9462308" y="4203408"/>
            <a:ext cx="769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7" name="직선 연결선 1206">
            <a:extLst>
              <a:ext uri="{FF2B5EF4-FFF2-40B4-BE49-F238E27FC236}">
                <a16:creationId xmlns:a16="http://schemas.microsoft.com/office/drawing/2014/main" id="{A47D8B79-1B72-2F4C-76CC-101E2466446B}"/>
              </a:ext>
            </a:extLst>
          </p:cNvPr>
          <p:cNvCxnSpPr>
            <a:cxnSpLocks/>
          </p:cNvCxnSpPr>
          <p:nvPr/>
        </p:nvCxnSpPr>
        <p:spPr>
          <a:xfrm>
            <a:off x="9884701" y="4375488"/>
            <a:ext cx="3401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8" name="직선 연결선 1207">
            <a:extLst>
              <a:ext uri="{FF2B5EF4-FFF2-40B4-BE49-F238E27FC236}">
                <a16:creationId xmlns:a16="http://schemas.microsoft.com/office/drawing/2014/main" id="{95F0EE38-47D9-FE88-2E68-4F047AEB96FF}"/>
              </a:ext>
            </a:extLst>
          </p:cNvPr>
          <p:cNvCxnSpPr>
            <a:cxnSpLocks/>
          </p:cNvCxnSpPr>
          <p:nvPr/>
        </p:nvCxnSpPr>
        <p:spPr>
          <a:xfrm>
            <a:off x="9884701" y="4811842"/>
            <a:ext cx="3401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0" name="그룹 1209">
            <a:extLst>
              <a:ext uri="{FF2B5EF4-FFF2-40B4-BE49-F238E27FC236}">
                <a16:creationId xmlns:a16="http://schemas.microsoft.com/office/drawing/2014/main" id="{601D2733-0F03-21C1-E3EF-BB66E1AB8C69}"/>
              </a:ext>
            </a:extLst>
          </p:cNvPr>
          <p:cNvGrpSpPr/>
          <p:nvPr/>
        </p:nvGrpSpPr>
        <p:grpSpPr>
          <a:xfrm>
            <a:off x="10057020" y="4445127"/>
            <a:ext cx="98106" cy="90145"/>
            <a:chOff x="8462475" y="3600450"/>
            <a:chExt cx="98106" cy="90145"/>
          </a:xfrm>
        </p:grpSpPr>
        <p:cxnSp>
          <p:nvCxnSpPr>
            <p:cNvPr id="1211" name="직선 연결선 1210">
              <a:extLst>
                <a:ext uri="{FF2B5EF4-FFF2-40B4-BE49-F238E27FC236}">
                  <a16:creationId xmlns:a16="http://schemas.microsoft.com/office/drawing/2014/main" id="{851FF483-965B-5533-89CE-7CD5BD1835E0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2" name="직선 연결선 1211">
              <a:extLst>
                <a:ext uri="{FF2B5EF4-FFF2-40B4-BE49-F238E27FC236}">
                  <a16:creationId xmlns:a16="http://schemas.microsoft.com/office/drawing/2014/main" id="{EAE83691-7D18-6244-0242-6F287955BF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3" name="직선 연결선 1212">
              <a:extLst>
                <a:ext uri="{FF2B5EF4-FFF2-40B4-BE49-F238E27FC236}">
                  <a16:creationId xmlns:a16="http://schemas.microsoft.com/office/drawing/2014/main" id="{6C811EE3-C069-7D5A-3ECF-9149000426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4" name="직선 연결선 1213">
              <a:extLst>
                <a:ext uri="{FF2B5EF4-FFF2-40B4-BE49-F238E27FC236}">
                  <a16:creationId xmlns:a16="http://schemas.microsoft.com/office/drawing/2014/main" id="{631C512F-AFEE-E7AC-BA2C-1736AADDA4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5" name="직선 연결선 1214">
              <a:extLst>
                <a:ext uri="{FF2B5EF4-FFF2-40B4-BE49-F238E27FC236}">
                  <a16:creationId xmlns:a16="http://schemas.microsoft.com/office/drawing/2014/main" id="{C0348144-BF14-BBE4-D87D-98BD64DD928F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16" name="직선 연결선 1215">
            <a:extLst>
              <a:ext uri="{FF2B5EF4-FFF2-40B4-BE49-F238E27FC236}">
                <a16:creationId xmlns:a16="http://schemas.microsoft.com/office/drawing/2014/main" id="{49432AD2-262D-DCEA-EA53-618285EECED0}"/>
              </a:ext>
            </a:extLst>
          </p:cNvPr>
          <p:cNvCxnSpPr>
            <a:cxnSpLocks/>
          </p:cNvCxnSpPr>
          <p:nvPr/>
        </p:nvCxnSpPr>
        <p:spPr>
          <a:xfrm>
            <a:off x="10026378" y="4946148"/>
            <a:ext cx="2001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7" name="그룹 1216">
            <a:extLst>
              <a:ext uri="{FF2B5EF4-FFF2-40B4-BE49-F238E27FC236}">
                <a16:creationId xmlns:a16="http://schemas.microsoft.com/office/drawing/2014/main" id="{EF0AAF03-3CBE-EDF6-9B2C-94C996D21BFE}"/>
              </a:ext>
            </a:extLst>
          </p:cNvPr>
          <p:cNvGrpSpPr/>
          <p:nvPr/>
        </p:nvGrpSpPr>
        <p:grpSpPr>
          <a:xfrm>
            <a:off x="10057020" y="5091037"/>
            <a:ext cx="98106" cy="90145"/>
            <a:chOff x="8462475" y="3600450"/>
            <a:chExt cx="98106" cy="90145"/>
          </a:xfrm>
        </p:grpSpPr>
        <p:cxnSp>
          <p:nvCxnSpPr>
            <p:cNvPr id="1218" name="직선 연결선 1217">
              <a:extLst>
                <a:ext uri="{FF2B5EF4-FFF2-40B4-BE49-F238E27FC236}">
                  <a16:creationId xmlns:a16="http://schemas.microsoft.com/office/drawing/2014/main" id="{DE4FFAB3-8004-6844-2D8A-557133DD96E3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9" name="직선 연결선 1218">
              <a:extLst>
                <a:ext uri="{FF2B5EF4-FFF2-40B4-BE49-F238E27FC236}">
                  <a16:creationId xmlns:a16="http://schemas.microsoft.com/office/drawing/2014/main" id="{0C2E38DC-BC95-C651-528B-E4D1B595AF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0" name="직선 연결선 1219">
              <a:extLst>
                <a:ext uri="{FF2B5EF4-FFF2-40B4-BE49-F238E27FC236}">
                  <a16:creationId xmlns:a16="http://schemas.microsoft.com/office/drawing/2014/main" id="{B7D75D99-34B8-0259-4FE1-5FF469BB83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1" name="직선 연결선 1220">
              <a:extLst>
                <a:ext uri="{FF2B5EF4-FFF2-40B4-BE49-F238E27FC236}">
                  <a16:creationId xmlns:a16="http://schemas.microsoft.com/office/drawing/2014/main" id="{7218D51C-82BF-F425-D2CD-11E3EFA692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2" name="직선 연결선 1221">
              <a:extLst>
                <a:ext uri="{FF2B5EF4-FFF2-40B4-BE49-F238E27FC236}">
                  <a16:creationId xmlns:a16="http://schemas.microsoft.com/office/drawing/2014/main" id="{A6A44F02-5091-6AE0-779E-CD5A12C124D9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23" name="직선 연결선 1222">
            <a:extLst>
              <a:ext uri="{FF2B5EF4-FFF2-40B4-BE49-F238E27FC236}">
                <a16:creationId xmlns:a16="http://schemas.microsoft.com/office/drawing/2014/main" id="{3BCFB0D4-0B3B-91D2-A191-017D2DB4FC2D}"/>
              </a:ext>
            </a:extLst>
          </p:cNvPr>
          <p:cNvCxnSpPr>
            <a:cxnSpLocks/>
          </p:cNvCxnSpPr>
          <p:nvPr/>
        </p:nvCxnSpPr>
        <p:spPr>
          <a:xfrm>
            <a:off x="10106073" y="5016793"/>
            <a:ext cx="1177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4" name="직선 연결선 1223">
            <a:extLst>
              <a:ext uri="{FF2B5EF4-FFF2-40B4-BE49-F238E27FC236}">
                <a16:creationId xmlns:a16="http://schemas.microsoft.com/office/drawing/2014/main" id="{298CD14D-D903-C3AF-5C0B-1C08554812B9}"/>
              </a:ext>
            </a:extLst>
          </p:cNvPr>
          <p:cNvCxnSpPr>
            <a:cxnSpLocks/>
          </p:cNvCxnSpPr>
          <p:nvPr/>
        </p:nvCxnSpPr>
        <p:spPr>
          <a:xfrm>
            <a:off x="10104707" y="4881062"/>
            <a:ext cx="1177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5" name="직선 연결선 1224">
            <a:extLst>
              <a:ext uri="{FF2B5EF4-FFF2-40B4-BE49-F238E27FC236}">
                <a16:creationId xmlns:a16="http://schemas.microsoft.com/office/drawing/2014/main" id="{87327531-AF52-4BA4-FAB8-A842D221A479}"/>
              </a:ext>
            </a:extLst>
          </p:cNvPr>
          <p:cNvCxnSpPr>
            <a:cxnSpLocks/>
          </p:cNvCxnSpPr>
          <p:nvPr/>
        </p:nvCxnSpPr>
        <p:spPr>
          <a:xfrm>
            <a:off x="10106039" y="4879245"/>
            <a:ext cx="0" cy="2515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7" name="타원 1226">
            <a:extLst>
              <a:ext uri="{FF2B5EF4-FFF2-40B4-BE49-F238E27FC236}">
                <a16:creationId xmlns:a16="http://schemas.microsoft.com/office/drawing/2014/main" id="{163C3D0F-F9D0-44B7-7391-434B280787B2}"/>
              </a:ext>
            </a:extLst>
          </p:cNvPr>
          <p:cNvSpPr>
            <a:spLocks noChangeAspect="1"/>
          </p:cNvSpPr>
          <p:nvPr/>
        </p:nvSpPr>
        <p:spPr>
          <a:xfrm>
            <a:off x="10089628" y="4998651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2C1E704-65E2-57A0-347B-D2E6CFBE4D3B}"/>
              </a:ext>
            </a:extLst>
          </p:cNvPr>
          <p:cNvCxnSpPr>
            <a:cxnSpLocks/>
          </p:cNvCxnSpPr>
          <p:nvPr/>
        </p:nvCxnSpPr>
        <p:spPr>
          <a:xfrm>
            <a:off x="8298656" y="3952714"/>
            <a:ext cx="1908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5F276B8-0665-FAC8-DB83-0CCC00DD3FDD}"/>
              </a:ext>
            </a:extLst>
          </p:cNvPr>
          <p:cNvCxnSpPr>
            <a:cxnSpLocks/>
          </p:cNvCxnSpPr>
          <p:nvPr/>
        </p:nvCxnSpPr>
        <p:spPr>
          <a:xfrm>
            <a:off x="8363471" y="4109876"/>
            <a:ext cx="1283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0DF382C-065E-7E60-506B-51FD5C17373C}"/>
              </a:ext>
            </a:extLst>
          </p:cNvPr>
          <p:cNvCxnSpPr>
            <a:cxnSpLocks/>
          </p:cNvCxnSpPr>
          <p:nvPr/>
        </p:nvCxnSpPr>
        <p:spPr>
          <a:xfrm>
            <a:off x="6343650" y="4850458"/>
            <a:ext cx="20805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5114B63-371E-F0E1-34E3-2D93A486F611}"/>
              </a:ext>
            </a:extLst>
          </p:cNvPr>
          <p:cNvCxnSpPr>
            <a:cxnSpLocks/>
          </p:cNvCxnSpPr>
          <p:nvPr/>
        </p:nvCxnSpPr>
        <p:spPr>
          <a:xfrm>
            <a:off x="9030235" y="3083228"/>
            <a:ext cx="4705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C367B49-2969-8983-12B3-99FF793A0F26}"/>
              </a:ext>
            </a:extLst>
          </p:cNvPr>
          <p:cNvCxnSpPr>
            <a:cxnSpLocks/>
          </p:cNvCxnSpPr>
          <p:nvPr/>
        </p:nvCxnSpPr>
        <p:spPr>
          <a:xfrm>
            <a:off x="9030234" y="3158695"/>
            <a:ext cx="4900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ED7D32A-93E4-4031-C393-A699B44A21FB}"/>
              </a:ext>
            </a:extLst>
          </p:cNvPr>
          <p:cNvCxnSpPr>
            <a:cxnSpLocks/>
          </p:cNvCxnSpPr>
          <p:nvPr/>
        </p:nvCxnSpPr>
        <p:spPr>
          <a:xfrm>
            <a:off x="9030235" y="3232514"/>
            <a:ext cx="4900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B5A6831-2184-E94B-93EA-D4B19237BD18}"/>
              </a:ext>
            </a:extLst>
          </p:cNvPr>
          <p:cNvCxnSpPr>
            <a:cxnSpLocks/>
          </p:cNvCxnSpPr>
          <p:nvPr/>
        </p:nvCxnSpPr>
        <p:spPr>
          <a:xfrm>
            <a:off x="9025459" y="3596844"/>
            <a:ext cx="1285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F8B3860-CB49-000C-23C3-BCD820722737}"/>
              </a:ext>
            </a:extLst>
          </p:cNvPr>
          <p:cNvSpPr txBox="1"/>
          <p:nvPr/>
        </p:nvSpPr>
        <p:spPr>
          <a:xfrm>
            <a:off x="9546500" y="3107766"/>
            <a:ext cx="28330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</a:rPr>
              <a:t>J1 #21</a:t>
            </a:r>
            <a:endParaRPr lang="ko-KR" altLang="en-US" sz="600" dirty="0">
              <a:solidFill>
                <a:srgbClr val="0070C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5B2CB1-E7C1-A441-B116-5D8F490E7C66}"/>
              </a:ext>
            </a:extLst>
          </p:cNvPr>
          <p:cNvSpPr txBox="1"/>
          <p:nvPr/>
        </p:nvSpPr>
        <p:spPr>
          <a:xfrm>
            <a:off x="9547689" y="3185202"/>
            <a:ext cx="25803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</a:rPr>
              <a:t>J1 #22</a:t>
            </a:r>
            <a:endParaRPr lang="ko-KR" altLang="en-US" sz="600" dirty="0">
              <a:solidFill>
                <a:srgbClr val="0070C0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DCFB742-4F2A-01CC-0224-7C2C9034FA62}"/>
              </a:ext>
            </a:extLst>
          </p:cNvPr>
          <p:cNvGrpSpPr/>
          <p:nvPr/>
        </p:nvGrpSpPr>
        <p:grpSpPr>
          <a:xfrm>
            <a:off x="10056787" y="3589360"/>
            <a:ext cx="98106" cy="90145"/>
            <a:chOff x="8462475" y="3600450"/>
            <a:chExt cx="98106" cy="90145"/>
          </a:xfrm>
        </p:grpSpPr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F1988AF4-4DCF-E7FC-1255-89DD799733AE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0544C30F-242B-99CB-FC17-C3CE057A74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56B68D3E-9C69-4D92-006F-A96F99FA94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9248096D-3EC8-0F1C-F4EB-752A2FF2FD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85A8C805-0BCB-CFA5-DF31-FAF3400F434C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3FA2BD99-3D62-1F24-7275-25562E84AED5}"/>
              </a:ext>
            </a:extLst>
          </p:cNvPr>
          <p:cNvCxnSpPr>
            <a:cxnSpLocks/>
          </p:cNvCxnSpPr>
          <p:nvPr/>
        </p:nvCxnSpPr>
        <p:spPr>
          <a:xfrm>
            <a:off x="10105840" y="3586559"/>
            <a:ext cx="1177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C53D6E6E-F8CE-08A7-C8D6-3E5C29F69CFE}"/>
              </a:ext>
            </a:extLst>
          </p:cNvPr>
          <p:cNvCxnSpPr>
            <a:cxnSpLocks/>
          </p:cNvCxnSpPr>
          <p:nvPr/>
        </p:nvCxnSpPr>
        <p:spPr>
          <a:xfrm>
            <a:off x="9154047" y="2384425"/>
            <a:ext cx="0" cy="12124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D2CCAA0D-8B91-BC05-ADA1-4425B23ADEED}"/>
              </a:ext>
            </a:extLst>
          </p:cNvPr>
          <p:cNvGrpSpPr/>
          <p:nvPr/>
        </p:nvGrpSpPr>
        <p:grpSpPr>
          <a:xfrm>
            <a:off x="10053273" y="2522519"/>
            <a:ext cx="98106" cy="90145"/>
            <a:chOff x="8462475" y="3600450"/>
            <a:chExt cx="98106" cy="90145"/>
          </a:xfrm>
        </p:grpSpPr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85CD0404-D11C-DE9F-B076-99573E1E8D99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0EAA0B62-1E3C-3C50-EF61-241439ABBA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CADC19B5-8C5E-CC0D-2471-3615DB00F8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11B5E706-999D-C130-A1D5-8BECBA1B1B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20A34A00-464F-77A4-21F9-59CABFBD70FC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1075E25A-B58F-870B-5907-09A657982813}"/>
              </a:ext>
            </a:extLst>
          </p:cNvPr>
          <p:cNvCxnSpPr>
            <a:cxnSpLocks/>
          </p:cNvCxnSpPr>
          <p:nvPr/>
        </p:nvCxnSpPr>
        <p:spPr>
          <a:xfrm>
            <a:off x="10102326" y="2519718"/>
            <a:ext cx="1177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64A3AFE7-9993-EAEF-B829-387F638D4D99}"/>
              </a:ext>
            </a:extLst>
          </p:cNvPr>
          <p:cNvCxnSpPr>
            <a:cxnSpLocks/>
          </p:cNvCxnSpPr>
          <p:nvPr/>
        </p:nvCxnSpPr>
        <p:spPr>
          <a:xfrm>
            <a:off x="8231981" y="4430792"/>
            <a:ext cx="25747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6C38984B-7945-2824-C3BF-7FA59150E4C1}"/>
              </a:ext>
            </a:extLst>
          </p:cNvPr>
          <p:cNvSpPr txBox="1"/>
          <p:nvPr/>
        </p:nvSpPr>
        <p:spPr>
          <a:xfrm>
            <a:off x="8013303" y="4385883"/>
            <a:ext cx="2420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P3V3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2FCD3976-8D43-6BE9-34F7-FFF2D632626A}"/>
              </a:ext>
            </a:extLst>
          </p:cNvPr>
          <p:cNvCxnSpPr>
            <a:cxnSpLocks/>
          </p:cNvCxnSpPr>
          <p:nvPr/>
        </p:nvCxnSpPr>
        <p:spPr>
          <a:xfrm>
            <a:off x="8231981" y="3100599"/>
            <a:ext cx="2598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D5572F91-06BE-250F-A88D-204286F33CD7}"/>
              </a:ext>
            </a:extLst>
          </p:cNvPr>
          <p:cNvCxnSpPr>
            <a:cxnSpLocks/>
          </p:cNvCxnSpPr>
          <p:nvPr/>
        </p:nvCxnSpPr>
        <p:spPr>
          <a:xfrm>
            <a:off x="8231981" y="3257761"/>
            <a:ext cx="2622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DB31FAB-A976-1C88-0D6E-99E3F28D22A2}"/>
              </a:ext>
            </a:extLst>
          </p:cNvPr>
          <p:cNvSpPr txBox="1"/>
          <p:nvPr/>
        </p:nvSpPr>
        <p:spPr>
          <a:xfrm>
            <a:off x="8031655" y="3048357"/>
            <a:ext cx="2420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P24V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5338205-C713-6343-C685-4D95A96A14BA}"/>
              </a:ext>
            </a:extLst>
          </p:cNvPr>
          <p:cNvSpPr txBox="1"/>
          <p:nvPr/>
        </p:nvSpPr>
        <p:spPr>
          <a:xfrm>
            <a:off x="8030505" y="3210491"/>
            <a:ext cx="2420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P3V3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6D2CE89D-742F-DF6A-3936-00C27AB11B0E}"/>
              </a:ext>
            </a:extLst>
          </p:cNvPr>
          <p:cNvCxnSpPr>
            <a:cxnSpLocks/>
          </p:cNvCxnSpPr>
          <p:nvPr/>
        </p:nvCxnSpPr>
        <p:spPr>
          <a:xfrm>
            <a:off x="8426464" y="3453021"/>
            <a:ext cx="756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A54D5A54-35FC-279E-9757-132874F2F85E}"/>
              </a:ext>
            </a:extLst>
          </p:cNvPr>
          <p:cNvGrpSpPr/>
          <p:nvPr/>
        </p:nvGrpSpPr>
        <p:grpSpPr>
          <a:xfrm>
            <a:off x="8164939" y="3589359"/>
            <a:ext cx="98106" cy="90145"/>
            <a:chOff x="8462475" y="3600450"/>
            <a:chExt cx="98106" cy="90145"/>
          </a:xfrm>
        </p:grpSpPr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B5B412CB-1727-1EB8-0FC0-18FCEB272D48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960DA6DD-C34A-254C-1BFB-D2A7D15A71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2C76A6B9-4A56-E1BA-7DE6-815522D78A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A43C91FD-7E7A-6D5D-EA68-6565554E85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70FFB368-49A6-3299-A4BF-C743A382BB97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787A89AA-5BB2-610C-6381-CEC83D4880F1}"/>
              </a:ext>
            </a:extLst>
          </p:cNvPr>
          <p:cNvCxnSpPr>
            <a:cxnSpLocks/>
          </p:cNvCxnSpPr>
          <p:nvPr/>
        </p:nvCxnSpPr>
        <p:spPr>
          <a:xfrm>
            <a:off x="8209783" y="3586558"/>
            <a:ext cx="2814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96D72E0F-1E54-9CBA-3E3C-68B31CDF5DDE}"/>
              </a:ext>
            </a:extLst>
          </p:cNvPr>
          <p:cNvCxnSpPr>
            <a:cxnSpLocks/>
          </p:cNvCxnSpPr>
          <p:nvPr/>
        </p:nvCxnSpPr>
        <p:spPr>
          <a:xfrm>
            <a:off x="8426472" y="3453021"/>
            <a:ext cx="0" cy="13999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타원 100">
            <a:extLst>
              <a:ext uri="{FF2B5EF4-FFF2-40B4-BE49-F238E27FC236}">
                <a16:creationId xmlns:a16="http://schemas.microsoft.com/office/drawing/2014/main" id="{0EF29D1F-E461-2914-77D4-0B1A412C726C}"/>
              </a:ext>
            </a:extLst>
          </p:cNvPr>
          <p:cNvSpPr>
            <a:spLocks noChangeAspect="1"/>
          </p:cNvSpPr>
          <p:nvPr/>
        </p:nvSpPr>
        <p:spPr>
          <a:xfrm>
            <a:off x="8406738" y="4268088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07569099-F541-E692-A574-5A42F37BF7F2}"/>
              </a:ext>
            </a:extLst>
          </p:cNvPr>
          <p:cNvGrpSpPr/>
          <p:nvPr/>
        </p:nvGrpSpPr>
        <p:grpSpPr>
          <a:xfrm>
            <a:off x="2439442" y="4174664"/>
            <a:ext cx="525221" cy="794831"/>
            <a:chOff x="4684442" y="4785137"/>
            <a:chExt cx="525221" cy="794831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27A20513-04DF-EAC8-8619-A8BFFE03E253}"/>
                </a:ext>
              </a:extLst>
            </p:cNvPr>
            <p:cNvSpPr/>
            <p:nvPr/>
          </p:nvSpPr>
          <p:spPr>
            <a:xfrm>
              <a:off x="4686696" y="4876943"/>
              <a:ext cx="480219" cy="61277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42C90733-FE5D-665C-88BC-D1292D97C98C}"/>
                </a:ext>
              </a:extLst>
            </p:cNvPr>
            <p:cNvSpPr txBox="1"/>
            <p:nvPr/>
          </p:nvSpPr>
          <p:spPr>
            <a:xfrm>
              <a:off x="4684442" y="4785137"/>
              <a:ext cx="52522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MAX31913</a:t>
              </a:r>
              <a:endParaRPr lang="ko-KR" altLang="en-US" sz="600" b="1" dirty="0"/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26D5EA7F-8E9A-867E-B057-14EA27830F2C}"/>
                </a:ext>
              </a:extLst>
            </p:cNvPr>
            <p:cNvSpPr txBox="1"/>
            <p:nvPr/>
          </p:nvSpPr>
          <p:spPr>
            <a:xfrm>
              <a:off x="4691854" y="5487635"/>
              <a:ext cx="5078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HV DI </a:t>
              </a:r>
              <a:r>
                <a:rPr lang="en-US" altLang="ko-KR" sz="600" dirty="0">
                  <a:sym typeface="Wingdings" panose="05000000000000000000" pitchFamily="2" charset="2"/>
                </a:rPr>
                <a:t> SPI</a:t>
              </a:r>
              <a:endParaRPr lang="ko-KR" altLang="en-US" sz="600" dirty="0"/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A71B024A-4B5C-BED5-A974-BB0D5DFD5B54}"/>
                </a:ext>
              </a:extLst>
            </p:cNvPr>
            <p:cNvSpPr txBox="1"/>
            <p:nvPr/>
          </p:nvSpPr>
          <p:spPr>
            <a:xfrm>
              <a:off x="4974229" y="5376148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SPI</a:t>
              </a:r>
              <a:endParaRPr lang="ko-KR" altLang="en-US" sz="600" dirty="0"/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AF531400-4908-BED5-E508-B19F2CC96CAB}"/>
                </a:ext>
              </a:extLst>
            </p:cNvPr>
            <p:cNvSpPr txBox="1"/>
            <p:nvPr/>
          </p:nvSpPr>
          <p:spPr>
            <a:xfrm>
              <a:off x="4705783" y="4876945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IN0</a:t>
              </a:r>
              <a:endParaRPr lang="ko-KR" altLang="en-US" sz="600" dirty="0"/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FF15F1EE-6582-FCBA-1FB1-8B8906BAF2F2}"/>
                </a:ext>
              </a:extLst>
            </p:cNvPr>
            <p:cNvSpPr txBox="1"/>
            <p:nvPr/>
          </p:nvSpPr>
          <p:spPr>
            <a:xfrm>
              <a:off x="4707384" y="4949846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IN1</a:t>
              </a:r>
              <a:endParaRPr lang="ko-KR" altLang="en-US" sz="600" dirty="0"/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802A24AC-F41B-7BD1-469B-0E67EBC173A0}"/>
                </a:ext>
              </a:extLst>
            </p:cNvPr>
            <p:cNvSpPr txBox="1"/>
            <p:nvPr/>
          </p:nvSpPr>
          <p:spPr>
            <a:xfrm>
              <a:off x="4707384" y="5027091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IN2</a:t>
              </a:r>
              <a:endParaRPr lang="ko-KR" altLang="en-US" sz="600" dirty="0"/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D25F6E4-6293-85D5-37EF-132F50DB3BD1}"/>
                </a:ext>
              </a:extLst>
            </p:cNvPr>
            <p:cNvSpPr txBox="1"/>
            <p:nvPr/>
          </p:nvSpPr>
          <p:spPr>
            <a:xfrm>
              <a:off x="4707384" y="5103471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IN3</a:t>
              </a:r>
              <a:endParaRPr lang="ko-KR" altLang="en-US" sz="600" dirty="0"/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57CDDE1D-12A3-11D3-A0B3-D0AE9192E48D}"/>
                </a:ext>
              </a:extLst>
            </p:cNvPr>
            <p:cNvSpPr txBox="1"/>
            <p:nvPr/>
          </p:nvSpPr>
          <p:spPr>
            <a:xfrm>
              <a:off x="4707384" y="5176982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IN4</a:t>
              </a:r>
              <a:endParaRPr lang="ko-KR" altLang="en-US" sz="600" dirty="0"/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F1E8FFFD-B483-91E8-293F-18FE0DE2CCC5}"/>
                </a:ext>
              </a:extLst>
            </p:cNvPr>
            <p:cNvSpPr txBox="1"/>
            <p:nvPr/>
          </p:nvSpPr>
          <p:spPr>
            <a:xfrm>
              <a:off x="4708557" y="5249948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IN5</a:t>
              </a:r>
              <a:endParaRPr lang="ko-KR" altLang="en-US" sz="600" dirty="0"/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0DC8F150-44DA-0DC7-F660-6FD83F4AD516}"/>
                </a:ext>
              </a:extLst>
            </p:cNvPr>
            <p:cNvSpPr txBox="1"/>
            <p:nvPr/>
          </p:nvSpPr>
          <p:spPr>
            <a:xfrm>
              <a:off x="4708557" y="5323948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IN6</a:t>
              </a:r>
              <a:endParaRPr lang="ko-KR" altLang="en-US" sz="600" dirty="0"/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685883C6-369F-BD25-1A5E-FE863D9458D2}"/>
                </a:ext>
              </a:extLst>
            </p:cNvPr>
            <p:cNvSpPr txBox="1"/>
            <p:nvPr/>
          </p:nvSpPr>
          <p:spPr>
            <a:xfrm>
              <a:off x="4708557" y="5397459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IN7</a:t>
              </a:r>
              <a:endParaRPr lang="ko-KR" altLang="en-US" sz="600" dirty="0"/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11F014DF-4704-C90D-94B3-4F047C27D5A1}"/>
                </a:ext>
              </a:extLst>
            </p:cNvPr>
            <p:cNvSpPr txBox="1"/>
            <p:nvPr/>
          </p:nvSpPr>
          <p:spPr>
            <a:xfrm>
              <a:off x="4964864" y="4954191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 err="1"/>
                <a:t>Vdd</a:t>
              </a:r>
              <a:endParaRPr lang="ko-KR" altLang="en-US" sz="600" dirty="0"/>
            </a:p>
          </p:txBody>
        </p:sp>
      </p:grp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F785C5CD-A9FD-D0C1-B5B0-E16C25D4C7E4}"/>
              </a:ext>
            </a:extLst>
          </p:cNvPr>
          <p:cNvCxnSpPr>
            <a:cxnSpLocks/>
          </p:cNvCxnSpPr>
          <p:nvPr/>
        </p:nvCxnSpPr>
        <p:spPr>
          <a:xfrm>
            <a:off x="2349508" y="4760416"/>
            <a:ext cx="91281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89196E69-E87B-EF0D-C01C-528FFFB9CE60}"/>
              </a:ext>
            </a:extLst>
          </p:cNvPr>
          <p:cNvCxnSpPr>
            <a:cxnSpLocks/>
          </p:cNvCxnSpPr>
          <p:nvPr/>
        </p:nvCxnSpPr>
        <p:spPr>
          <a:xfrm>
            <a:off x="2349508" y="4312159"/>
            <a:ext cx="100806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9AF58872-33FA-8A5B-1375-0A1B057CE02D}"/>
              </a:ext>
            </a:extLst>
          </p:cNvPr>
          <p:cNvCxnSpPr>
            <a:cxnSpLocks/>
          </p:cNvCxnSpPr>
          <p:nvPr/>
        </p:nvCxnSpPr>
        <p:spPr>
          <a:xfrm>
            <a:off x="1852613" y="4465983"/>
            <a:ext cx="5953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직선 연결선 264">
            <a:extLst>
              <a:ext uri="{FF2B5EF4-FFF2-40B4-BE49-F238E27FC236}">
                <a16:creationId xmlns:a16="http://schemas.microsoft.com/office/drawing/2014/main" id="{7CA76BD2-DF0E-C0B4-158B-51AAE413144E}"/>
              </a:ext>
            </a:extLst>
          </p:cNvPr>
          <p:cNvCxnSpPr>
            <a:cxnSpLocks/>
          </p:cNvCxnSpPr>
          <p:nvPr/>
        </p:nvCxnSpPr>
        <p:spPr>
          <a:xfrm>
            <a:off x="1720537" y="4616576"/>
            <a:ext cx="7202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직선 연결선 269">
            <a:extLst>
              <a:ext uri="{FF2B5EF4-FFF2-40B4-BE49-F238E27FC236}">
                <a16:creationId xmlns:a16="http://schemas.microsoft.com/office/drawing/2014/main" id="{B59E4563-5D93-B779-5465-B43D469964F7}"/>
              </a:ext>
            </a:extLst>
          </p:cNvPr>
          <p:cNvCxnSpPr>
            <a:cxnSpLocks/>
          </p:cNvCxnSpPr>
          <p:nvPr/>
        </p:nvCxnSpPr>
        <p:spPr>
          <a:xfrm flipV="1">
            <a:off x="1719433" y="4542096"/>
            <a:ext cx="0" cy="744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직선 연결선 271">
            <a:extLst>
              <a:ext uri="{FF2B5EF4-FFF2-40B4-BE49-F238E27FC236}">
                <a16:creationId xmlns:a16="http://schemas.microsoft.com/office/drawing/2014/main" id="{48D3E40B-F143-FB7F-D345-168A5D86C660}"/>
              </a:ext>
            </a:extLst>
          </p:cNvPr>
          <p:cNvCxnSpPr>
            <a:cxnSpLocks/>
          </p:cNvCxnSpPr>
          <p:nvPr/>
        </p:nvCxnSpPr>
        <p:spPr>
          <a:xfrm>
            <a:off x="1554781" y="4542096"/>
            <a:ext cx="165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>
            <a:extLst>
              <a:ext uri="{FF2B5EF4-FFF2-40B4-BE49-F238E27FC236}">
                <a16:creationId xmlns:a16="http://schemas.microsoft.com/office/drawing/2014/main" id="{08016F52-8922-AAF3-3E7A-D4FBD2A4EA33}"/>
              </a:ext>
            </a:extLst>
          </p:cNvPr>
          <p:cNvCxnSpPr>
            <a:cxnSpLocks/>
          </p:cNvCxnSpPr>
          <p:nvPr/>
        </p:nvCxnSpPr>
        <p:spPr>
          <a:xfrm>
            <a:off x="2922366" y="4387683"/>
            <a:ext cx="2661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직사각형 277">
            <a:extLst>
              <a:ext uri="{FF2B5EF4-FFF2-40B4-BE49-F238E27FC236}">
                <a16:creationId xmlns:a16="http://schemas.microsoft.com/office/drawing/2014/main" id="{0AB46809-1F41-7AFD-CC8F-E71AB939B363}"/>
              </a:ext>
            </a:extLst>
          </p:cNvPr>
          <p:cNvSpPr/>
          <p:nvPr/>
        </p:nvSpPr>
        <p:spPr>
          <a:xfrm>
            <a:off x="2973355" y="4351337"/>
            <a:ext cx="164306" cy="778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150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20469BFA-D0BB-6AA7-113D-090EDDEC8EBE}"/>
              </a:ext>
            </a:extLst>
          </p:cNvPr>
          <p:cNvSpPr txBox="1"/>
          <p:nvPr/>
        </p:nvSpPr>
        <p:spPr>
          <a:xfrm>
            <a:off x="3177774" y="4339716"/>
            <a:ext cx="20511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P24V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283" name="직선 연결선 282">
            <a:extLst>
              <a:ext uri="{FF2B5EF4-FFF2-40B4-BE49-F238E27FC236}">
                <a16:creationId xmlns:a16="http://schemas.microsoft.com/office/drawing/2014/main" id="{E6E4CF86-B74D-76E3-EDDF-2399B957D5A0}"/>
              </a:ext>
            </a:extLst>
          </p:cNvPr>
          <p:cNvCxnSpPr>
            <a:cxnSpLocks/>
          </p:cNvCxnSpPr>
          <p:nvPr/>
        </p:nvCxnSpPr>
        <p:spPr>
          <a:xfrm flipV="1">
            <a:off x="1782622" y="4402884"/>
            <a:ext cx="0" cy="1392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>
            <a:extLst>
              <a:ext uri="{FF2B5EF4-FFF2-40B4-BE49-F238E27FC236}">
                <a16:creationId xmlns:a16="http://schemas.microsoft.com/office/drawing/2014/main" id="{62BCA033-C394-8675-0DCE-6DCCB75BE2B5}"/>
              </a:ext>
            </a:extLst>
          </p:cNvPr>
          <p:cNvCxnSpPr>
            <a:cxnSpLocks/>
          </p:cNvCxnSpPr>
          <p:nvPr/>
        </p:nvCxnSpPr>
        <p:spPr>
          <a:xfrm>
            <a:off x="1553458" y="4682086"/>
            <a:ext cx="8873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직선 연결선 290">
            <a:extLst>
              <a:ext uri="{FF2B5EF4-FFF2-40B4-BE49-F238E27FC236}">
                <a16:creationId xmlns:a16="http://schemas.microsoft.com/office/drawing/2014/main" id="{3431A894-36FB-92F3-B12F-41CDCB3B8AA0}"/>
              </a:ext>
            </a:extLst>
          </p:cNvPr>
          <p:cNvCxnSpPr>
            <a:cxnSpLocks/>
          </p:cNvCxnSpPr>
          <p:nvPr/>
        </p:nvCxnSpPr>
        <p:spPr>
          <a:xfrm>
            <a:off x="2349508" y="4832638"/>
            <a:ext cx="91597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직선 연결선 291">
            <a:extLst>
              <a:ext uri="{FF2B5EF4-FFF2-40B4-BE49-F238E27FC236}">
                <a16:creationId xmlns:a16="http://schemas.microsoft.com/office/drawing/2014/main" id="{BDE410B2-7597-A91F-2BFF-2AE5FDAFA326}"/>
              </a:ext>
            </a:extLst>
          </p:cNvPr>
          <p:cNvCxnSpPr>
            <a:cxnSpLocks/>
          </p:cNvCxnSpPr>
          <p:nvPr/>
        </p:nvCxnSpPr>
        <p:spPr>
          <a:xfrm>
            <a:off x="2349508" y="4386626"/>
            <a:ext cx="98425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TextBox 292">
            <a:extLst>
              <a:ext uri="{FF2B5EF4-FFF2-40B4-BE49-F238E27FC236}">
                <a16:creationId xmlns:a16="http://schemas.microsoft.com/office/drawing/2014/main" id="{142D78A8-78E3-5331-312B-1802D4F8AC4D}"/>
              </a:ext>
            </a:extLst>
          </p:cNvPr>
          <p:cNvSpPr txBox="1"/>
          <p:nvPr/>
        </p:nvSpPr>
        <p:spPr>
          <a:xfrm>
            <a:off x="2159468" y="4715271"/>
            <a:ext cx="17593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dirty="0"/>
              <a:t>TP5</a:t>
            </a:r>
            <a:endParaRPr lang="ko-KR" altLang="en-US" sz="600" dirty="0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DB0E8349-31E0-E342-75A7-66A81F7E222B}"/>
              </a:ext>
            </a:extLst>
          </p:cNvPr>
          <p:cNvSpPr txBox="1"/>
          <p:nvPr/>
        </p:nvSpPr>
        <p:spPr>
          <a:xfrm>
            <a:off x="2157676" y="4789381"/>
            <a:ext cx="17593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dirty="0"/>
              <a:t>TP6</a:t>
            </a:r>
            <a:endParaRPr lang="ko-KR" altLang="en-US" sz="600" dirty="0"/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0CE386AB-3B7F-8219-856E-95D4BDC911E1}"/>
              </a:ext>
            </a:extLst>
          </p:cNvPr>
          <p:cNvSpPr txBox="1"/>
          <p:nvPr/>
        </p:nvSpPr>
        <p:spPr>
          <a:xfrm>
            <a:off x="1702610" y="4035353"/>
            <a:ext cx="2420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P24V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297" name="직선 연결선 296">
            <a:extLst>
              <a:ext uri="{FF2B5EF4-FFF2-40B4-BE49-F238E27FC236}">
                <a16:creationId xmlns:a16="http://schemas.microsoft.com/office/drawing/2014/main" id="{8256BCA1-A192-771A-8430-4E7B6F35E499}"/>
              </a:ext>
            </a:extLst>
          </p:cNvPr>
          <p:cNvCxnSpPr>
            <a:cxnSpLocks/>
          </p:cNvCxnSpPr>
          <p:nvPr/>
        </p:nvCxnSpPr>
        <p:spPr>
          <a:xfrm>
            <a:off x="1553632" y="4086551"/>
            <a:ext cx="1669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직선 연결선 298">
            <a:extLst>
              <a:ext uri="{FF2B5EF4-FFF2-40B4-BE49-F238E27FC236}">
                <a16:creationId xmlns:a16="http://schemas.microsoft.com/office/drawing/2014/main" id="{FF388B83-10A5-97E8-8C23-E857A56BE14D}"/>
              </a:ext>
            </a:extLst>
          </p:cNvPr>
          <p:cNvCxnSpPr>
            <a:cxnSpLocks/>
          </p:cNvCxnSpPr>
          <p:nvPr/>
        </p:nvCxnSpPr>
        <p:spPr>
          <a:xfrm flipV="1">
            <a:off x="1646805" y="4100902"/>
            <a:ext cx="0" cy="5090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3E900923-663D-31FF-8232-A70CFA96287B}"/>
              </a:ext>
            </a:extLst>
          </p:cNvPr>
          <p:cNvCxnSpPr>
            <a:cxnSpLocks/>
          </p:cNvCxnSpPr>
          <p:nvPr/>
        </p:nvCxnSpPr>
        <p:spPr>
          <a:xfrm>
            <a:off x="1553632" y="4341344"/>
            <a:ext cx="931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연결선 303">
            <a:extLst>
              <a:ext uri="{FF2B5EF4-FFF2-40B4-BE49-F238E27FC236}">
                <a16:creationId xmlns:a16="http://schemas.microsoft.com/office/drawing/2014/main" id="{0A3F6194-C0EC-024D-ADD6-861E8F90AB37}"/>
              </a:ext>
            </a:extLst>
          </p:cNvPr>
          <p:cNvCxnSpPr>
            <a:cxnSpLocks/>
          </p:cNvCxnSpPr>
          <p:nvPr/>
        </p:nvCxnSpPr>
        <p:spPr>
          <a:xfrm>
            <a:off x="1555537" y="4471474"/>
            <a:ext cx="931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직선 연결선 304">
            <a:extLst>
              <a:ext uri="{FF2B5EF4-FFF2-40B4-BE49-F238E27FC236}">
                <a16:creationId xmlns:a16="http://schemas.microsoft.com/office/drawing/2014/main" id="{AB2AA748-568E-BCBB-C49D-BFD17CC90A90}"/>
              </a:ext>
            </a:extLst>
          </p:cNvPr>
          <p:cNvCxnSpPr>
            <a:cxnSpLocks/>
          </p:cNvCxnSpPr>
          <p:nvPr/>
        </p:nvCxnSpPr>
        <p:spPr>
          <a:xfrm>
            <a:off x="1557919" y="4609842"/>
            <a:ext cx="931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" name="타원 306">
            <a:extLst>
              <a:ext uri="{FF2B5EF4-FFF2-40B4-BE49-F238E27FC236}">
                <a16:creationId xmlns:a16="http://schemas.microsoft.com/office/drawing/2014/main" id="{2AA7BE0F-CB83-A136-3B6A-D4281625B299}"/>
              </a:ext>
            </a:extLst>
          </p:cNvPr>
          <p:cNvSpPr>
            <a:spLocks noChangeAspect="1"/>
          </p:cNvSpPr>
          <p:nvPr/>
        </p:nvSpPr>
        <p:spPr>
          <a:xfrm>
            <a:off x="1629345" y="4069362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308" name="타원 307">
            <a:extLst>
              <a:ext uri="{FF2B5EF4-FFF2-40B4-BE49-F238E27FC236}">
                <a16:creationId xmlns:a16="http://schemas.microsoft.com/office/drawing/2014/main" id="{54207A58-33C5-B39B-B8EA-9E8CDF8C6699}"/>
              </a:ext>
            </a:extLst>
          </p:cNvPr>
          <p:cNvSpPr>
            <a:spLocks noChangeAspect="1"/>
          </p:cNvSpPr>
          <p:nvPr/>
        </p:nvSpPr>
        <p:spPr>
          <a:xfrm>
            <a:off x="1631726" y="4323160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309" name="타원 308">
            <a:extLst>
              <a:ext uri="{FF2B5EF4-FFF2-40B4-BE49-F238E27FC236}">
                <a16:creationId xmlns:a16="http://schemas.microsoft.com/office/drawing/2014/main" id="{C95B4A45-9BA0-0389-BEC4-AA58932CA167}"/>
              </a:ext>
            </a:extLst>
          </p:cNvPr>
          <p:cNvSpPr>
            <a:spLocks noChangeAspect="1"/>
          </p:cNvSpPr>
          <p:nvPr/>
        </p:nvSpPr>
        <p:spPr>
          <a:xfrm>
            <a:off x="1631726" y="4456271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310" name="직선 연결선 309">
            <a:extLst>
              <a:ext uri="{FF2B5EF4-FFF2-40B4-BE49-F238E27FC236}">
                <a16:creationId xmlns:a16="http://schemas.microsoft.com/office/drawing/2014/main" id="{C52F6FC7-3214-4A48-7584-8EA916EEB194}"/>
              </a:ext>
            </a:extLst>
          </p:cNvPr>
          <p:cNvCxnSpPr>
            <a:cxnSpLocks/>
          </p:cNvCxnSpPr>
          <p:nvPr/>
        </p:nvCxnSpPr>
        <p:spPr>
          <a:xfrm>
            <a:off x="2922366" y="4814495"/>
            <a:ext cx="18713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TextBox 310">
            <a:extLst>
              <a:ext uri="{FF2B5EF4-FFF2-40B4-BE49-F238E27FC236}">
                <a16:creationId xmlns:a16="http://schemas.microsoft.com/office/drawing/2014/main" id="{60D39C27-1702-FFB5-1D66-93DBB8AA85FC}"/>
              </a:ext>
            </a:extLst>
          </p:cNvPr>
          <p:cNvSpPr txBox="1"/>
          <p:nvPr/>
        </p:nvSpPr>
        <p:spPr>
          <a:xfrm>
            <a:off x="4859646" y="6270787"/>
            <a:ext cx="34576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/>
              <a:t>ECAT IN</a:t>
            </a:r>
            <a:endParaRPr lang="ko-KR" altLang="en-US" sz="600" b="1" dirty="0"/>
          </a:p>
        </p:txBody>
      </p:sp>
      <p:grpSp>
        <p:nvGrpSpPr>
          <p:cNvPr id="312" name="그룹 311">
            <a:extLst>
              <a:ext uri="{FF2B5EF4-FFF2-40B4-BE49-F238E27FC236}">
                <a16:creationId xmlns:a16="http://schemas.microsoft.com/office/drawing/2014/main" id="{AA33AB1E-0FAF-2277-24B7-8E4D83AD616D}"/>
              </a:ext>
            </a:extLst>
          </p:cNvPr>
          <p:cNvGrpSpPr/>
          <p:nvPr/>
        </p:nvGrpSpPr>
        <p:grpSpPr>
          <a:xfrm>
            <a:off x="1601774" y="3772390"/>
            <a:ext cx="98106" cy="90145"/>
            <a:chOff x="8462475" y="3600450"/>
            <a:chExt cx="98106" cy="90145"/>
          </a:xfrm>
        </p:grpSpPr>
        <p:cxnSp>
          <p:nvCxnSpPr>
            <p:cNvPr id="313" name="직선 연결선 312">
              <a:extLst>
                <a:ext uri="{FF2B5EF4-FFF2-40B4-BE49-F238E27FC236}">
                  <a16:creationId xmlns:a16="http://schemas.microsoft.com/office/drawing/2014/main" id="{07144E23-5080-8B2C-EC59-3AB93BE792D3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직선 연결선 313">
              <a:extLst>
                <a:ext uri="{FF2B5EF4-FFF2-40B4-BE49-F238E27FC236}">
                  <a16:creationId xmlns:a16="http://schemas.microsoft.com/office/drawing/2014/main" id="{68E849DD-4C19-5EED-AB4F-950FED4C16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직선 연결선 316">
              <a:extLst>
                <a:ext uri="{FF2B5EF4-FFF2-40B4-BE49-F238E27FC236}">
                  <a16:creationId xmlns:a16="http://schemas.microsoft.com/office/drawing/2014/main" id="{3AE1370C-48F9-269C-AA0B-24A16E3202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직선 연결선 318">
              <a:extLst>
                <a:ext uri="{FF2B5EF4-FFF2-40B4-BE49-F238E27FC236}">
                  <a16:creationId xmlns:a16="http://schemas.microsoft.com/office/drawing/2014/main" id="{2FF4E21B-6897-DD47-98ED-9A6961F2C5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직선 연결선 320">
              <a:extLst>
                <a:ext uri="{FF2B5EF4-FFF2-40B4-BE49-F238E27FC236}">
                  <a16:creationId xmlns:a16="http://schemas.microsoft.com/office/drawing/2014/main" id="{54FB5C59-4A5A-1012-A286-0255B7C681D5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5" name="직선 연결선 324">
            <a:extLst>
              <a:ext uri="{FF2B5EF4-FFF2-40B4-BE49-F238E27FC236}">
                <a16:creationId xmlns:a16="http://schemas.microsoft.com/office/drawing/2014/main" id="{AE1FE498-E72E-7961-5DF8-1EC59944D652}"/>
              </a:ext>
            </a:extLst>
          </p:cNvPr>
          <p:cNvCxnSpPr>
            <a:cxnSpLocks/>
          </p:cNvCxnSpPr>
          <p:nvPr/>
        </p:nvCxnSpPr>
        <p:spPr>
          <a:xfrm>
            <a:off x="1550346" y="3776201"/>
            <a:ext cx="10006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직선 연결선 329">
            <a:extLst>
              <a:ext uri="{FF2B5EF4-FFF2-40B4-BE49-F238E27FC236}">
                <a16:creationId xmlns:a16="http://schemas.microsoft.com/office/drawing/2014/main" id="{611E0FE8-28DB-71B7-0982-678EFEA17B05}"/>
              </a:ext>
            </a:extLst>
          </p:cNvPr>
          <p:cNvCxnSpPr>
            <a:cxnSpLocks/>
          </p:cNvCxnSpPr>
          <p:nvPr/>
        </p:nvCxnSpPr>
        <p:spPr>
          <a:xfrm>
            <a:off x="2124075" y="3710680"/>
            <a:ext cx="314333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직선 연결선 332">
            <a:extLst>
              <a:ext uri="{FF2B5EF4-FFF2-40B4-BE49-F238E27FC236}">
                <a16:creationId xmlns:a16="http://schemas.microsoft.com/office/drawing/2014/main" id="{991D4835-5FF8-25B7-C161-41471597260A}"/>
              </a:ext>
            </a:extLst>
          </p:cNvPr>
          <p:cNvCxnSpPr>
            <a:cxnSpLocks/>
          </p:cNvCxnSpPr>
          <p:nvPr/>
        </p:nvCxnSpPr>
        <p:spPr>
          <a:xfrm>
            <a:off x="2915981" y="3564997"/>
            <a:ext cx="1503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6" name="TextBox 335">
            <a:extLst>
              <a:ext uri="{FF2B5EF4-FFF2-40B4-BE49-F238E27FC236}">
                <a16:creationId xmlns:a16="http://schemas.microsoft.com/office/drawing/2014/main" id="{C837136F-C5C1-6EC4-A386-D01661E91D93}"/>
              </a:ext>
            </a:extLst>
          </p:cNvPr>
          <p:cNvSpPr txBox="1"/>
          <p:nvPr/>
        </p:nvSpPr>
        <p:spPr>
          <a:xfrm>
            <a:off x="3045113" y="3515309"/>
            <a:ext cx="2420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P5V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339" name="직선 연결선 338">
            <a:extLst>
              <a:ext uri="{FF2B5EF4-FFF2-40B4-BE49-F238E27FC236}">
                <a16:creationId xmlns:a16="http://schemas.microsoft.com/office/drawing/2014/main" id="{4B454DAB-E488-164D-228F-5F2C6C9A9972}"/>
              </a:ext>
            </a:extLst>
          </p:cNvPr>
          <p:cNvCxnSpPr>
            <a:cxnSpLocks/>
          </p:cNvCxnSpPr>
          <p:nvPr/>
        </p:nvCxnSpPr>
        <p:spPr>
          <a:xfrm>
            <a:off x="2913600" y="3697411"/>
            <a:ext cx="1503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TextBox 339">
            <a:extLst>
              <a:ext uri="{FF2B5EF4-FFF2-40B4-BE49-F238E27FC236}">
                <a16:creationId xmlns:a16="http://schemas.microsoft.com/office/drawing/2014/main" id="{0E4F6B29-0CE3-FCB2-19EC-1EE3ADCBBF15}"/>
              </a:ext>
            </a:extLst>
          </p:cNvPr>
          <p:cNvSpPr txBox="1"/>
          <p:nvPr/>
        </p:nvSpPr>
        <p:spPr>
          <a:xfrm>
            <a:off x="3042732" y="3647723"/>
            <a:ext cx="2420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P3V3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341" name="직선 연결선 340">
            <a:extLst>
              <a:ext uri="{FF2B5EF4-FFF2-40B4-BE49-F238E27FC236}">
                <a16:creationId xmlns:a16="http://schemas.microsoft.com/office/drawing/2014/main" id="{5BC9A48A-5628-019B-BA71-3ECC3E452066}"/>
              </a:ext>
            </a:extLst>
          </p:cNvPr>
          <p:cNvCxnSpPr>
            <a:cxnSpLocks/>
          </p:cNvCxnSpPr>
          <p:nvPr/>
        </p:nvCxnSpPr>
        <p:spPr>
          <a:xfrm>
            <a:off x="2915222" y="3999447"/>
            <a:ext cx="23711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직선 연결선 342">
            <a:extLst>
              <a:ext uri="{FF2B5EF4-FFF2-40B4-BE49-F238E27FC236}">
                <a16:creationId xmlns:a16="http://schemas.microsoft.com/office/drawing/2014/main" id="{032988B8-75DB-4795-E8B9-C14D81177F10}"/>
              </a:ext>
            </a:extLst>
          </p:cNvPr>
          <p:cNvCxnSpPr>
            <a:cxnSpLocks/>
          </p:cNvCxnSpPr>
          <p:nvPr/>
        </p:nvCxnSpPr>
        <p:spPr>
          <a:xfrm>
            <a:off x="1550648" y="3520616"/>
            <a:ext cx="1652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직선 연결선 343">
            <a:extLst>
              <a:ext uri="{FF2B5EF4-FFF2-40B4-BE49-F238E27FC236}">
                <a16:creationId xmlns:a16="http://schemas.microsoft.com/office/drawing/2014/main" id="{EF713255-469A-7F5A-487B-1C0AF1583534}"/>
              </a:ext>
            </a:extLst>
          </p:cNvPr>
          <p:cNvCxnSpPr>
            <a:cxnSpLocks/>
          </p:cNvCxnSpPr>
          <p:nvPr/>
        </p:nvCxnSpPr>
        <p:spPr>
          <a:xfrm>
            <a:off x="1715932" y="3634129"/>
            <a:ext cx="732001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직선 연결선 348">
            <a:extLst>
              <a:ext uri="{FF2B5EF4-FFF2-40B4-BE49-F238E27FC236}">
                <a16:creationId xmlns:a16="http://schemas.microsoft.com/office/drawing/2014/main" id="{9EA6CB4C-F145-D010-9692-BD5B87A38251}"/>
              </a:ext>
            </a:extLst>
          </p:cNvPr>
          <p:cNvCxnSpPr>
            <a:cxnSpLocks/>
          </p:cNvCxnSpPr>
          <p:nvPr/>
        </p:nvCxnSpPr>
        <p:spPr>
          <a:xfrm>
            <a:off x="1552727" y="3453941"/>
            <a:ext cx="976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직선 연결선 350">
            <a:extLst>
              <a:ext uri="{FF2B5EF4-FFF2-40B4-BE49-F238E27FC236}">
                <a16:creationId xmlns:a16="http://schemas.microsoft.com/office/drawing/2014/main" id="{A4AF2F88-F5A6-D361-6E2C-88B1BE9D4A8B}"/>
              </a:ext>
            </a:extLst>
          </p:cNvPr>
          <p:cNvCxnSpPr>
            <a:cxnSpLocks/>
          </p:cNvCxnSpPr>
          <p:nvPr/>
        </p:nvCxnSpPr>
        <p:spPr>
          <a:xfrm flipV="1">
            <a:off x="1650407" y="3200099"/>
            <a:ext cx="0" cy="5797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직선 연결선 354">
            <a:extLst>
              <a:ext uri="{FF2B5EF4-FFF2-40B4-BE49-F238E27FC236}">
                <a16:creationId xmlns:a16="http://schemas.microsoft.com/office/drawing/2014/main" id="{43DA123D-40CF-5113-3A53-35FB3EEDF5C5}"/>
              </a:ext>
            </a:extLst>
          </p:cNvPr>
          <p:cNvCxnSpPr>
            <a:cxnSpLocks/>
          </p:cNvCxnSpPr>
          <p:nvPr/>
        </p:nvCxnSpPr>
        <p:spPr>
          <a:xfrm>
            <a:off x="1553632" y="3384091"/>
            <a:ext cx="1669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TextBox 355">
            <a:extLst>
              <a:ext uri="{FF2B5EF4-FFF2-40B4-BE49-F238E27FC236}">
                <a16:creationId xmlns:a16="http://schemas.microsoft.com/office/drawing/2014/main" id="{8D12969B-46DD-48DC-0C7B-24566DBE10CE}"/>
              </a:ext>
            </a:extLst>
          </p:cNvPr>
          <p:cNvSpPr txBox="1"/>
          <p:nvPr/>
        </p:nvSpPr>
        <p:spPr>
          <a:xfrm>
            <a:off x="1857521" y="3081645"/>
            <a:ext cx="2420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P24V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360" name="직선 연결선 359">
            <a:extLst>
              <a:ext uri="{FF2B5EF4-FFF2-40B4-BE49-F238E27FC236}">
                <a16:creationId xmlns:a16="http://schemas.microsoft.com/office/drawing/2014/main" id="{A10AF298-0C55-D9E4-6EED-6F5C0BD29D76}"/>
              </a:ext>
            </a:extLst>
          </p:cNvPr>
          <p:cNvCxnSpPr>
            <a:cxnSpLocks/>
          </p:cNvCxnSpPr>
          <p:nvPr/>
        </p:nvCxnSpPr>
        <p:spPr>
          <a:xfrm>
            <a:off x="2369344" y="4159615"/>
            <a:ext cx="10723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직선 연결선 367">
            <a:extLst>
              <a:ext uri="{FF2B5EF4-FFF2-40B4-BE49-F238E27FC236}">
                <a16:creationId xmlns:a16="http://schemas.microsoft.com/office/drawing/2014/main" id="{BE1F31DA-B906-D97C-0FA6-051F5302696B}"/>
              </a:ext>
            </a:extLst>
          </p:cNvPr>
          <p:cNvCxnSpPr>
            <a:cxnSpLocks/>
          </p:cNvCxnSpPr>
          <p:nvPr/>
        </p:nvCxnSpPr>
        <p:spPr>
          <a:xfrm>
            <a:off x="2372689" y="3479024"/>
            <a:ext cx="0" cy="690545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직선 연결선 369">
            <a:extLst>
              <a:ext uri="{FF2B5EF4-FFF2-40B4-BE49-F238E27FC236}">
                <a16:creationId xmlns:a16="http://schemas.microsoft.com/office/drawing/2014/main" id="{F0A27407-5B45-311A-2641-58B6CA02AE69}"/>
              </a:ext>
            </a:extLst>
          </p:cNvPr>
          <p:cNvCxnSpPr>
            <a:cxnSpLocks/>
          </p:cNvCxnSpPr>
          <p:nvPr/>
        </p:nvCxnSpPr>
        <p:spPr>
          <a:xfrm>
            <a:off x="2374114" y="3481280"/>
            <a:ext cx="69533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8" name="타원 397">
            <a:extLst>
              <a:ext uri="{FF2B5EF4-FFF2-40B4-BE49-F238E27FC236}">
                <a16:creationId xmlns:a16="http://schemas.microsoft.com/office/drawing/2014/main" id="{B64EEA3C-80DE-DF11-C254-800E89FD5E9D}"/>
              </a:ext>
            </a:extLst>
          </p:cNvPr>
          <p:cNvSpPr>
            <a:spLocks noChangeAspect="1"/>
          </p:cNvSpPr>
          <p:nvPr/>
        </p:nvSpPr>
        <p:spPr>
          <a:xfrm>
            <a:off x="1631670" y="3760390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523" name="직선 연결선 522">
            <a:extLst>
              <a:ext uri="{FF2B5EF4-FFF2-40B4-BE49-F238E27FC236}">
                <a16:creationId xmlns:a16="http://schemas.microsoft.com/office/drawing/2014/main" id="{40039AD6-65EB-2F94-27DD-7613668A1965}"/>
              </a:ext>
            </a:extLst>
          </p:cNvPr>
          <p:cNvCxnSpPr>
            <a:cxnSpLocks/>
          </p:cNvCxnSpPr>
          <p:nvPr/>
        </p:nvCxnSpPr>
        <p:spPr>
          <a:xfrm>
            <a:off x="2305058" y="3549323"/>
            <a:ext cx="136208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직선 연결선 579">
            <a:extLst>
              <a:ext uri="{FF2B5EF4-FFF2-40B4-BE49-F238E27FC236}">
                <a16:creationId xmlns:a16="http://schemas.microsoft.com/office/drawing/2014/main" id="{1387884B-C2AA-42D7-8F9F-F2D2FB1E0060}"/>
              </a:ext>
            </a:extLst>
          </p:cNvPr>
          <p:cNvCxnSpPr>
            <a:cxnSpLocks/>
          </p:cNvCxnSpPr>
          <p:nvPr/>
        </p:nvCxnSpPr>
        <p:spPr>
          <a:xfrm>
            <a:off x="10121181" y="5354068"/>
            <a:ext cx="1005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3" name="직선 연결선 632">
            <a:extLst>
              <a:ext uri="{FF2B5EF4-FFF2-40B4-BE49-F238E27FC236}">
                <a16:creationId xmlns:a16="http://schemas.microsoft.com/office/drawing/2014/main" id="{09118B31-B5E7-D7B5-02FE-FE2032950A46}"/>
              </a:ext>
            </a:extLst>
          </p:cNvPr>
          <p:cNvCxnSpPr>
            <a:cxnSpLocks/>
          </p:cNvCxnSpPr>
          <p:nvPr/>
        </p:nvCxnSpPr>
        <p:spPr>
          <a:xfrm>
            <a:off x="9093178" y="5215017"/>
            <a:ext cx="148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5" name="TextBox 634">
            <a:extLst>
              <a:ext uri="{FF2B5EF4-FFF2-40B4-BE49-F238E27FC236}">
                <a16:creationId xmlns:a16="http://schemas.microsoft.com/office/drawing/2014/main" id="{1FBB77A8-6E60-B93F-9BA8-F537125384CC}"/>
              </a:ext>
            </a:extLst>
          </p:cNvPr>
          <p:cNvSpPr txBox="1"/>
          <p:nvPr/>
        </p:nvSpPr>
        <p:spPr>
          <a:xfrm>
            <a:off x="9198003" y="5165170"/>
            <a:ext cx="2420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P5V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637" name="직선 연결선 636">
            <a:extLst>
              <a:ext uri="{FF2B5EF4-FFF2-40B4-BE49-F238E27FC236}">
                <a16:creationId xmlns:a16="http://schemas.microsoft.com/office/drawing/2014/main" id="{615AC0C0-4639-9E91-32ED-36598ACC7567}"/>
              </a:ext>
            </a:extLst>
          </p:cNvPr>
          <p:cNvCxnSpPr>
            <a:cxnSpLocks/>
          </p:cNvCxnSpPr>
          <p:nvPr/>
        </p:nvCxnSpPr>
        <p:spPr>
          <a:xfrm>
            <a:off x="9339272" y="5294296"/>
            <a:ext cx="0" cy="3024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6" name="직사각형 635">
            <a:extLst>
              <a:ext uri="{FF2B5EF4-FFF2-40B4-BE49-F238E27FC236}">
                <a16:creationId xmlns:a16="http://schemas.microsoft.com/office/drawing/2014/main" id="{9D878087-58F0-0A3E-E02E-201CE96078B9}"/>
              </a:ext>
            </a:extLst>
          </p:cNvPr>
          <p:cNvSpPr/>
          <p:nvPr/>
        </p:nvSpPr>
        <p:spPr>
          <a:xfrm rot="16200000">
            <a:off x="9253380" y="5410486"/>
            <a:ext cx="164306" cy="778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120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cxnSp>
        <p:nvCxnSpPr>
          <p:cNvPr id="639" name="직선 연결선 638">
            <a:extLst>
              <a:ext uri="{FF2B5EF4-FFF2-40B4-BE49-F238E27FC236}">
                <a16:creationId xmlns:a16="http://schemas.microsoft.com/office/drawing/2014/main" id="{E567AA64-8262-AF9A-0ABC-AD5EC110AF6A}"/>
              </a:ext>
            </a:extLst>
          </p:cNvPr>
          <p:cNvCxnSpPr>
            <a:cxnSpLocks/>
          </p:cNvCxnSpPr>
          <p:nvPr/>
        </p:nvCxnSpPr>
        <p:spPr>
          <a:xfrm>
            <a:off x="9084991" y="5291217"/>
            <a:ext cx="11374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2" name="직선 연결선 641">
            <a:extLst>
              <a:ext uri="{FF2B5EF4-FFF2-40B4-BE49-F238E27FC236}">
                <a16:creationId xmlns:a16="http://schemas.microsoft.com/office/drawing/2014/main" id="{28434C24-2A0E-C723-C747-1B550AA9AFA5}"/>
              </a:ext>
            </a:extLst>
          </p:cNvPr>
          <p:cNvCxnSpPr>
            <a:cxnSpLocks/>
          </p:cNvCxnSpPr>
          <p:nvPr/>
        </p:nvCxnSpPr>
        <p:spPr>
          <a:xfrm>
            <a:off x="9456466" y="5424568"/>
            <a:ext cx="765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직선 연결선 646">
            <a:extLst>
              <a:ext uri="{FF2B5EF4-FFF2-40B4-BE49-F238E27FC236}">
                <a16:creationId xmlns:a16="http://schemas.microsoft.com/office/drawing/2014/main" id="{FE409B0C-9F2C-BA6C-EA67-8C34680D7541}"/>
              </a:ext>
            </a:extLst>
          </p:cNvPr>
          <p:cNvCxnSpPr>
            <a:cxnSpLocks/>
          </p:cNvCxnSpPr>
          <p:nvPr/>
        </p:nvCxnSpPr>
        <p:spPr>
          <a:xfrm>
            <a:off x="9249297" y="5593634"/>
            <a:ext cx="2143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직선 연결선 649">
            <a:extLst>
              <a:ext uri="{FF2B5EF4-FFF2-40B4-BE49-F238E27FC236}">
                <a16:creationId xmlns:a16="http://schemas.microsoft.com/office/drawing/2014/main" id="{F0AA1236-45E2-BDEE-2F70-3C6996601BB6}"/>
              </a:ext>
            </a:extLst>
          </p:cNvPr>
          <p:cNvCxnSpPr>
            <a:cxnSpLocks/>
          </p:cNvCxnSpPr>
          <p:nvPr/>
        </p:nvCxnSpPr>
        <p:spPr>
          <a:xfrm flipV="1">
            <a:off x="9463952" y="5425267"/>
            <a:ext cx="0" cy="1714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9" name="타원 698">
            <a:extLst>
              <a:ext uri="{FF2B5EF4-FFF2-40B4-BE49-F238E27FC236}">
                <a16:creationId xmlns:a16="http://schemas.microsoft.com/office/drawing/2014/main" id="{07D990B3-933E-6BB6-BFE6-69CC0789BA91}"/>
              </a:ext>
            </a:extLst>
          </p:cNvPr>
          <p:cNvSpPr>
            <a:spLocks noChangeAspect="1"/>
          </p:cNvSpPr>
          <p:nvPr/>
        </p:nvSpPr>
        <p:spPr>
          <a:xfrm>
            <a:off x="9322863" y="5278691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700" name="타원 699">
            <a:extLst>
              <a:ext uri="{FF2B5EF4-FFF2-40B4-BE49-F238E27FC236}">
                <a16:creationId xmlns:a16="http://schemas.microsoft.com/office/drawing/2014/main" id="{F59815E7-E1D6-064C-4F84-33D6C3333F96}"/>
              </a:ext>
            </a:extLst>
          </p:cNvPr>
          <p:cNvSpPr>
            <a:spLocks noChangeAspect="1"/>
          </p:cNvSpPr>
          <p:nvPr/>
        </p:nvSpPr>
        <p:spPr>
          <a:xfrm>
            <a:off x="9322863" y="5576346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717" name="직선 연결선 716">
            <a:extLst>
              <a:ext uri="{FF2B5EF4-FFF2-40B4-BE49-F238E27FC236}">
                <a16:creationId xmlns:a16="http://schemas.microsoft.com/office/drawing/2014/main" id="{67A341EB-49A6-4800-442F-88EBCAE97405}"/>
              </a:ext>
            </a:extLst>
          </p:cNvPr>
          <p:cNvCxnSpPr>
            <a:cxnSpLocks/>
          </p:cNvCxnSpPr>
          <p:nvPr/>
        </p:nvCxnSpPr>
        <p:spPr>
          <a:xfrm>
            <a:off x="9092136" y="5445996"/>
            <a:ext cx="1595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직선 연결선 745">
            <a:extLst>
              <a:ext uri="{FF2B5EF4-FFF2-40B4-BE49-F238E27FC236}">
                <a16:creationId xmlns:a16="http://schemas.microsoft.com/office/drawing/2014/main" id="{B01BFEB1-876D-0477-89E1-4AF8D75B1966}"/>
              </a:ext>
            </a:extLst>
          </p:cNvPr>
          <p:cNvCxnSpPr>
            <a:cxnSpLocks/>
          </p:cNvCxnSpPr>
          <p:nvPr/>
        </p:nvCxnSpPr>
        <p:spPr>
          <a:xfrm flipV="1">
            <a:off x="9249644" y="5444317"/>
            <a:ext cx="0" cy="1547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직선 연결선 750">
            <a:extLst>
              <a:ext uri="{FF2B5EF4-FFF2-40B4-BE49-F238E27FC236}">
                <a16:creationId xmlns:a16="http://schemas.microsoft.com/office/drawing/2014/main" id="{53367210-4770-EE54-C61D-AA32084B67FD}"/>
              </a:ext>
            </a:extLst>
          </p:cNvPr>
          <p:cNvCxnSpPr>
            <a:cxnSpLocks/>
          </p:cNvCxnSpPr>
          <p:nvPr/>
        </p:nvCxnSpPr>
        <p:spPr>
          <a:xfrm>
            <a:off x="8441657" y="5205492"/>
            <a:ext cx="845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3" name="TextBox 752">
            <a:extLst>
              <a:ext uri="{FF2B5EF4-FFF2-40B4-BE49-F238E27FC236}">
                <a16:creationId xmlns:a16="http://schemas.microsoft.com/office/drawing/2014/main" id="{49463F93-7CC2-16B5-AAE1-F39883EA1402}"/>
              </a:ext>
            </a:extLst>
          </p:cNvPr>
          <p:cNvSpPr txBox="1"/>
          <p:nvPr/>
        </p:nvSpPr>
        <p:spPr>
          <a:xfrm>
            <a:off x="8298656" y="5034651"/>
            <a:ext cx="2420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P3V3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grpSp>
        <p:nvGrpSpPr>
          <p:cNvPr id="806" name="그룹 805">
            <a:extLst>
              <a:ext uri="{FF2B5EF4-FFF2-40B4-BE49-F238E27FC236}">
                <a16:creationId xmlns:a16="http://schemas.microsoft.com/office/drawing/2014/main" id="{1B2731C0-7B79-1229-3672-619D03D2BF7E}"/>
              </a:ext>
            </a:extLst>
          </p:cNvPr>
          <p:cNvGrpSpPr/>
          <p:nvPr/>
        </p:nvGrpSpPr>
        <p:grpSpPr>
          <a:xfrm>
            <a:off x="8525623" y="5735122"/>
            <a:ext cx="619514" cy="448372"/>
            <a:chOff x="9466530" y="2099307"/>
            <a:chExt cx="619514" cy="448372"/>
          </a:xfrm>
        </p:grpSpPr>
        <p:sp>
          <p:nvSpPr>
            <p:cNvPr id="809" name="직사각형 808">
              <a:extLst>
                <a:ext uri="{FF2B5EF4-FFF2-40B4-BE49-F238E27FC236}">
                  <a16:creationId xmlns:a16="http://schemas.microsoft.com/office/drawing/2014/main" id="{52C399CA-C128-B350-8106-D56249084154}"/>
                </a:ext>
              </a:extLst>
            </p:cNvPr>
            <p:cNvSpPr/>
            <p:nvPr/>
          </p:nvSpPr>
          <p:spPr>
            <a:xfrm>
              <a:off x="9466530" y="2198968"/>
              <a:ext cx="563757" cy="34619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819" name="TextBox 818">
              <a:extLst>
                <a:ext uri="{FF2B5EF4-FFF2-40B4-BE49-F238E27FC236}">
                  <a16:creationId xmlns:a16="http://schemas.microsoft.com/office/drawing/2014/main" id="{E8C59021-7225-0760-8251-FF0D922A91D9}"/>
                </a:ext>
              </a:extLst>
            </p:cNvPr>
            <p:cNvSpPr txBox="1"/>
            <p:nvPr/>
          </p:nvSpPr>
          <p:spPr>
            <a:xfrm>
              <a:off x="9466530" y="2099307"/>
              <a:ext cx="619514" cy="923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>
                  <a:latin typeface="+mn-ea"/>
                </a:rPr>
                <a:t>ISO1430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823" name="TextBox 822">
              <a:extLst>
                <a:ext uri="{FF2B5EF4-FFF2-40B4-BE49-F238E27FC236}">
                  <a16:creationId xmlns:a16="http://schemas.microsoft.com/office/drawing/2014/main" id="{0A494047-57C5-D8CB-FDB0-0BF13F1803D5}"/>
                </a:ext>
              </a:extLst>
            </p:cNvPr>
            <p:cNvSpPr txBox="1"/>
            <p:nvPr/>
          </p:nvSpPr>
          <p:spPr>
            <a:xfrm>
              <a:off x="9500045" y="2220358"/>
              <a:ext cx="2998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V1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824" name="TextBox 823">
              <a:extLst>
                <a:ext uri="{FF2B5EF4-FFF2-40B4-BE49-F238E27FC236}">
                  <a16:creationId xmlns:a16="http://schemas.microsoft.com/office/drawing/2014/main" id="{FE8609FC-E2B5-B216-4809-90C0F5E8F41F}"/>
                </a:ext>
              </a:extLst>
            </p:cNvPr>
            <p:cNvSpPr txBox="1"/>
            <p:nvPr/>
          </p:nvSpPr>
          <p:spPr>
            <a:xfrm>
              <a:off x="9492113" y="2324377"/>
              <a:ext cx="14448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TX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825" name="TextBox 824">
              <a:extLst>
                <a:ext uri="{FF2B5EF4-FFF2-40B4-BE49-F238E27FC236}">
                  <a16:creationId xmlns:a16="http://schemas.microsoft.com/office/drawing/2014/main" id="{AF19B708-9826-99D5-A7A2-2881C06DB344}"/>
                </a:ext>
              </a:extLst>
            </p:cNvPr>
            <p:cNvSpPr txBox="1"/>
            <p:nvPr/>
          </p:nvSpPr>
          <p:spPr>
            <a:xfrm>
              <a:off x="9830001" y="2220358"/>
              <a:ext cx="17911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V2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827" name="TextBox 826">
              <a:extLst>
                <a:ext uri="{FF2B5EF4-FFF2-40B4-BE49-F238E27FC236}">
                  <a16:creationId xmlns:a16="http://schemas.microsoft.com/office/drawing/2014/main" id="{F1EA5616-1F56-E585-67A9-7182CBC50B27}"/>
                </a:ext>
              </a:extLst>
            </p:cNvPr>
            <p:cNvSpPr txBox="1"/>
            <p:nvPr/>
          </p:nvSpPr>
          <p:spPr>
            <a:xfrm>
              <a:off x="9756025" y="2381528"/>
              <a:ext cx="23577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RS485</a:t>
              </a:r>
              <a:endParaRPr lang="ko-KR" altLang="en-US" sz="600" dirty="0">
                <a:latin typeface="+mn-ea"/>
              </a:endParaRPr>
            </a:p>
          </p:txBody>
        </p:sp>
        <p:cxnSp>
          <p:nvCxnSpPr>
            <p:cNvPr id="828" name="직선 연결선 827">
              <a:extLst>
                <a:ext uri="{FF2B5EF4-FFF2-40B4-BE49-F238E27FC236}">
                  <a16:creationId xmlns:a16="http://schemas.microsoft.com/office/drawing/2014/main" id="{D02DCF46-CA19-722B-1C5C-8DF81BB035E9}"/>
                </a:ext>
              </a:extLst>
            </p:cNvPr>
            <p:cNvCxnSpPr>
              <a:cxnSpLocks/>
            </p:cNvCxnSpPr>
            <p:nvPr/>
          </p:nvCxnSpPr>
          <p:spPr>
            <a:xfrm>
              <a:off x="9671394" y="2236728"/>
              <a:ext cx="0" cy="2871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8" name="직선 연결선 857">
              <a:extLst>
                <a:ext uri="{FF2B5EF4-FFF2-40B4-BE49-F238E27FC236}">
                  <a16:creationId xmlns:a16="http://schemas.microsoft.com/office/drawing/2014/main" id="{6831EDA9-5886-A77E-6851-B71D218B2C07}"/>
                </a:ext>
              </a:extLst>
            </p:cNvPr>
            <p:cNvCxnSpPr>
              <a:cxnSpLocks/>
            </p:cNvCxnSpPr>
            <p:nvPr/>
          </p:nvCxnSpPr>
          <p:spPr>
            <a:xfrm>
              <a:off x="9766644" y="2236728"/>
              <a:ext cx="0" cy="28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2" name="TextBox 861">
              <a:extLst>
                <a:ext uri="{FF2B5EF4-FFF2-40B4-BE49-F238E27FC236}">
                  <a16:creationId xmlns:a16="http://schemas.microsoft.com/office/drawing/2014/main" id="{4B5DE2B8-0861-FD83-A21A-B634C9F35F5D}"/>
                </a:ext>
              </a:extLst>
            </p:cNvPr>
            <p:cNvSpPr txBox="1"/>
            <p:nvPr/>
          </p:nvSpPr>
          <p:spPr>
            <a:xfrm rot="16200000">
              <a:off x="9547671" y="2332581"/>
              <a:ext cx="33009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+mn-ea"/>
                </a:rPr>
                <a:t>isolation</a:t>
              </a:r>
              <a:endParaRPr lang="ko-KR" altLang="en-US" sz="6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863" name="TextBox 862">
              <a:extLst>
                <a:ext uri="{FF2B5EF4-FFF2-40B4-BE49-F238E27FC236}">
                  <a16:creationId xmlns:a16="http://schemas.microsoft.com/office/drawing/2014/main" id="{F899054D-F5DF-CB94-5B70-73F80B169DEE}"/>
                </a:ext>
              </a:extLst>
            </p:cNvPr>
            <p:cNvSpPr txBox="1"/>
            <p:nvPr/>
          </p:nvSpPr>
          <p:spPr>
            <a:xfrm>
              <a:off x="9492113" y="2431534"/>
              <a:ext cx="14448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RX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864" name="TextBox 863">
              <a:extLst>
                <a:ext uri="{FF2B5EF4-FFF2-40B4-BE49-F238E27FC236}">
                  <a16:creationId xmlns:a16="http://schemas.microsoft.com/office/drawing/2014/main" id="{39FFB380-9878-AD72-3373-33E298FBA658}"/>
                </a:ext>
              </a:extLst>
            </p:cNvPr>
            <p:cNvSpPr txBox="1"/>
            <p:nvPr/>
          </p:nvSpPr>
          <p:spPr>
            <a:xfrm>
              <a:off x="9913190" y="2302945"/>
              <a:ext cx="10242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A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865" name="TextBox 864">
              <a:extLst>
                <a:ext uri="{FF2B5EF4-FFF2-40B4-BE49-F238E27FC236}">
                  <a16:creationId xmlns:a16="http://schemas.microsoft.com/office/drawing/2014/main" id="{2D4DC65F-B90E-E259-CC1F-57B04370C386}"/>
                </a:ext>
              </a:extLst>
            </p:cNvPr>
            <p:cNvSpPr txBox="1"/>
            <p:nvPr/>
          </p:nvSpPr>
          <p:spPr>
            <a:xfrm>
              <a:off x="9920330" y="2455346"/>
              <a:ext cx="9290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B</a:t>
              </a:r>
              <a:endParaRPr lang="ko-KR" altLang="en-US" sz="600" dirty="0">
                <a:latin typeface="+mn-ea"/>
              </a:endParaRPr>
            </a:p>
          </p:txBody>
        </p:sp>
      </p:grpSp>
      <p:cxnSp>
        <p:nvCxnSpPr>
          <p:cNvPr id="871" name="직선 연결선 870">
            <a:extLst>
              <a:ext uri="{FF2B5EF4-FFF2-40B4-BE49-F238E27FC236}">
                <a16:creationId xmlns:a16="http://schemas.microsoft.com/office/drawing/2014/main" id="{FBB2D1C3-F028-7ED4-7D3A-FD5721CEAED2}"/>
              </a:ext>
            </a:extLst>
          </p:cNvPr>
          <p:cNvCxnSpPr>
            <a:cxnSpLocks/>
          </p:cNvCxnSpPr>
          <p:nvPr/>
        </p:nvCxnSpPr>
        <p:spPr>
          <a:xfrm>
            <a:off x="9090003" y="5907167"/>
            <a:ext cx="854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3" name="직선 연결선 872">
            <a:extLst>
              <a:ext uri="{FF2B5EF4-FFF2-40B4-BE49-F238E27FC236}">
                <a16:creationId xmlns:a16="http://schemas.microsoft.com/office/drawing/2014/main" id="{B758DBD5-9001-FA55-814B-AE08C18F4C10}"/>
              </a:ext>
            </a:extLst>
          </p:cNvPr>
          <p:cNvCxnSpPr>
            <a:cxnSpLocks/>
          </p:cNvCxnSpPr>
          <p:nvPr/>
        </p:nvCxnSpPr>
        <p:spPr>
          <a:xfrm>
            <a:off x="9336097" y="5843571"/>
            <a:ext cx="0" cy="3024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5" name="직사각형 874">
            <a:extLst>
              <a:ext uri="{FF2B5EF4-FFF2-40B4-BE49-F238E27FC236}">
                <a16:creationId xmlns:a16="http://schemas.microsoft.com/office/drawing/2014/main" id="{BEDF8466-5DBB-993F-B50F-58116EF2D6DC}"/>
              </a:ext>
            </a:extLst>
          </p:cNvPr>
          <p:cNvSpPr/>
          <p:nvPr/>
        </p:nvSpPr>
        <p:spPr>
          <a:xfrm rot="16200000">
            <a:off x="9250205" y="5959761"/>
            <a:ext cx="164306" cy="778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120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cxnSp>
        <p:nvCxnSpPr>
          <p:cNvPr id="878" name="직선 연결선 877">
            <a:extLst>
              <a:ext uri="{FF2B5EF4-FFF2-40B4-BE49-F238E27FC236}">
                <a16:creationId xmlns:a16="http://schemas.microsoft.com/office/drawing/2014/main" id="{ED8436F3-D8CE-1B2D-E964-D781E44DF033}"/>
              </a:ext>
            </a:extLst>
          </p:cNvPr>
          <p:cNvCxnSpPr>
            <a:cxnSpLocks/>
          </p:cNvCxnSpPr>
          <p:nvPr/>
        </p:nvCxnSpPr>
        <p:spPr>
          <a:xfrm>
            <a:off x="9237391" y="5844459"/>
            <a:ext cx="2214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1" name="직선 연결선 880">
            <a:extLst>
              <a:ext uri="{FF2B5EF4-FFF2-40B4-BE49-F238E27FC236}">
                <a16:creationId xmlns:a16="http://schemas.microsoft.com/office/drawing/2014/main" id="{C07FDF4F-2F28-FB86-1202-62F94081EAB8}"/>
              </a:ext>
            </a:extLst>
          </p:cNvPr>
          <p:cNvCxnSpPr>
            <a:cxnSpLocks/>
          </p:cNvCxnSpPr>
          <p:nvPr/>
        </p:nvCxnSpPr>
        <p:spPr>
          <a:xfrm flipV="1">
            <a:off x="9454427" y="5844367"/>
            <a:ext cx="0" cy="2420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2" name="타원 881">
            <a:extLst>
              <a:ext uri="{FF2B5EF4-FFF2-40B4-BE49-F238E27FC236}">
                <a16:creationId xmlns:a16="http://schemas.microsoft.com/office/drawing/2014/main" id="{9050FD31-FF0B-FE8C-681D-0E4829F8D21A}"/>
              </a:ext>
            </a:extLst>
          </p:cNvPr>
          <p:cNvSpPr>
            <a:spLocks noChangeAspect="1"/>
          </p:cNvSpPr>
          <p:nvPr/>
        </p:nvSpPr>
        <p:spPr>
          <a:xfrm>
            <a:off x="9319688" y="5827966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883" name="타원 882">
            <a:extLst>
              <a:ext uri="{FF2B5EF4-FFF2-40B4-BE49-F238E27FC236}">
                <a16:creationId xmlns:a16="http://schemas.microsoft.com/office/drawing/2014/main" id="{C2A77997-21DB-47C7-8075-58A6B2FDCDF2}"/>
              </a:ext>
            </a:extLst>
          </p:cNvPr>
          <p:cNvSpPr>
            <a:spLocks noChangeAspect="1"/>
          </p:cNvSpPr>
          <p:nvPr/>
        </p:nvSpPr>
        <p:spPr>
          <a:xfrm>
            <a:off x="9319688" y="6125621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886" name="직선 연결선 885">
            <a:extLst>
              <a:ext uri="{FF2B5EF4-FFF2-40B4-BE49-F238E27FC236}">
                <a16:creationId xmlns:a16="http://schemas.microsoft.com/office/drawing/2014/main" id="{4B72C023-CFD4-F4EF-059A-13CB7D3DF7D7}"/>
              </a:ext>
            </a:extLst>
          </p:cNvPr>
          <p:cNvCxnSpPr>
            <a:cxnSpLocks/>
          </p:cNvCxnSpPr>
          <p:nvPr/>
        </p:nvCxnSpPr>
        <p:spPr>
          <a:xfrm flipV="1">
            <a:off x="9240119" y="5845163"/>
            <a:ext cx="0" cy="1412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7" name="직선 연결선 886">
            <a:extLst>
              <a:ext uri="{FF2B5EF4-FFF2-40B4-BE49-F238E27FC236}">
                <a16:creationId xmlns:a16="http://schemas.microsoft.com/office/drawing/2014/main" id="{D63C51DF-0443-D3E2-B441-0B5C47924497}"/>
              </a:ext>
            </a:extLst>
          </p:cNvPr>
          <p:cNvCxnSpPr>
            <a:cxnSpLocks/>
          </p:cNvCxnSpPr>
          <p:nvPr/>
        </p:nvCxnSpPr>
        <p:spPr>
          <a:xfrm>
            <a:off x="8441657" y="5897642"/>
            <a:ext cx="813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1" name="직선 연결선 890">
            <a:extLst>
              <a:ext uri="{FF2B5EF4-FFF2-40B4-BE49-F238E27FC236}">
                <a16:creationId xmlns:a16="http://schemas.microsoft.com/office/drawing/2014/main" id="{BEAB172E-4AB4-117B-DED0-7EB3DD7C68E0}"/>
              </a:ext>
            </a:extLst>
          </p:cNvPr>
          <p:cNvCxnSpPr>
            <a:cxnSpLocks/>
          </p:cNvCxnSpPr>
          <p:nvPr/>
        </p:nvCxnSpPr>
        <p:spPr>
          <a:xfrm flipV="1">
            <a:off x="9168681" y="5213491"/>
            <a:ext cx="0" cy="6983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5" name="직선 연결선 894">
            <a:extLst>
              <a:ext uri="{FF2B5EF4-FFF2-40B4-BE49-F238E27FC236}">
                <a16:creationId xmlns:a16="http://schemas.microsoft.com/office/drawing/2014/main" id="{517FDC6B-74AC-5D01-F668-A9D5DD1930AC}"/>
              </a:ext>
            </a:extLst>
          </p:cNvPr>
          <p:cNvCxnSpPr>
            <a:cxnSpLocks/>
          </p:cNvCxnSpPr>
          <p:nvPr/>
        </p:nvCxnSpPr>
        <p:spPr>
          <a:xfrm>
            <a:off x="9086024" y="5983367"/>
            <a:ext cx="1561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6" name="직선 연결선 895">
            <a:extLst>
              <a:ext uri="{FF2B5EF4-FFF2-40B4-BE49-F238E27FC236}">
                <a16:creationId xmlns:a16="http://schemas.microsoft.com/office/drawing/2014/main" id="{6253FD70-A6EC-7406-8F0E-024660D2911E}"/>
              </a:ext>
            </a:extLst>
          </p:cNvPr>
          <p:cNvCxnSpPr>
            <a:cxnSpLocks/>
          </p:cNvCxnSpPr>
          <p:nvPr/>
        </p:nvCxnSpPr>
        <p:spPr>
          <a:xfrm>
            <a:off x="9092374" y="6142117"/>
            <a:ext cx="1130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9" name="직선 연결선 898">
            <a:extLst>
              <a:ext uri="{FF2B5EF4-FFF2-40B4-BE49-F238E27FC236}">
                <a16:creationId xmlns:a16="http://schemas.microsoft.com/office/drawing/2014/main" id="{92DD3A9F-F841-6751-41BC-98B05A50A2E4}"/>
              </a:ext>
            </a:extLst>
          </p:cNvPr>
          <p:cNvCxnSpPr>
            <a:cxnSpLocks/>
          </p:cNvCxnSpPr>
          <p:nvPr/>
        </p:nvCxnSpPr>
        <p:spPr>
          <a:xfrm>
            <a:off x="9451703" y="6081793"/>
            <a:ext cx="7707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1" name="직선 연결선 900">
            <a:extLst>
              <a:ext uri="{FF2B5EF4-FFF2-40B4-BE49-F238E27FC236}">
                <a16:creationId xmlns:a16="http://schemas.microsoft.com/office/drawing/2014/main" id="{2863AC36-69FC-E562-C491-CD135059537B}"/>
              </a:ext>
            </a:extLst>
          </p:cNvPr>
          <p:cNvCxnSpPr>
            <a:cxnSpLocks/>
          </p:cNvCxnSpPr>
          <p:nvPr/>
        </p:nvCxnSpPr>
        <p:spPr>
          <a:xfrm>
            <a:off x="9829802" y="5745244"/>
            <a:ext cx="3966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2" name="TextBox 901">
            <a:extLst>
              <a:ext uri="{FF2B5EF4-FFF2-40B4-BE49-F238E27FC236}">
                <a16:creationId xmlns:a16="http://schemas.microsoft.com/office/drawing/2014/main" id="{390A3514-66F4-71CE-0D04-BE3D0DFF6B31}"/>
              </a:ext>
            </a:extLst>
          </p:cNvPr>
          <p:cNvSpPr txBox="1"/>
          <p:nvPr/>
        </p:nvSpPr>
        <p:spPr>
          <a:xfrm>
            <a:off x="9611574" y="5695883"/>
            <a:ext cx="2420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P24V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grpSp>
        <p:nvGrpSpPr>
          <p:cNvPr id="913" name="그룹 912">
            <a:extLst>
              <a:ext uri="{FF2B5EF4-FFF2-40B4-BE49-F238E27FC236}">
                <a16:creationId xmlns:a16="http://schemas.microsoft.com/office/drawing/2014/main" id="{CDA58D4D-5DCA-A88C-0E72-8786AD3DB7BB}"/>
              </a:ext>
            </a:extLst>
          </p:cNvPr>
          <p:cNvGrpSpPr/>
          <p:nvPr/>
        </p:nvGrpSpPr>
        <p:grpSpPr>
          <a:xfrm rot="16200000">
            <a:off x="9478890" y="5832863"/>
            <a:ext cx="161123" cy="81603"/>
            <a:chOff x="11280501" y="6638927"/>
            <a:chExt cx="161123" cy="81603"/>
          </a:xfrm>
        </p:grpSpPr>
        <p:cxnSp>
          <p:nvCxnSpPr>
            <p:cNvPr id="1135" name="직선 연결선 1134">
              <a:extLst>
                <a:ext uri="{FF2B5EF4-FFF2-40B4-BE49-F238E27FC236}">
                  <a16:creationId xmlns:a16="http://schemas.microsoft.com/office/drawing/2014/main" id="{C32401A8-023F-ABCB-9280-EC832BD234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4094" y="6638927"/>
              <a:ext cx="94476" cy="502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9" name="타원 908">
              <a:extLst>
                <a:ext uri="{FF2B5EF4-FFF2-40B4-BE49-F238E27FC236}">
                  <a16:creationId xmlns:a16="http://schemas.microsoft.com/office/drawing/2014/main" id="{EF3FD897-6E29-FD3E-6B91-140725930FD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80501" y="6684530"/>
              <a:ext cx="34919" cy="36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  <p:sp>
          <p:nvSpPr>
            <p:cNvPr id="911" name="타원 910">
              <a:extLst>
                <a:ext uri="{FF2B5EF4-FFF2-40B4-BE49-F238E27FC236}">
                  <a16:creationId xmlns:a16="http://schemas.microsoft.com/office/drawing/2014/main" id="{21E62DE1-0CBD-EE25-5402-C108FB4666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06705" y="6681660"/>
              <a:ext cx="34919" cy="36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/>
            </a:p>
          </p:txBody>
        </p:sp>
      </p:grpSp>
      <p:cxnSp>
        <p:nvCxnSpPr>
          <p:cNvPr id="914" name="직선 연결선 913">
            <a:extLst>
              <a:ext uri="{FF2B5EF4-FFF2-40B4-BE49-F238E27FC236}">
                <a16:creationId xmlns:a16="http://schemas.microsoft.com/office/drawing/2014/main" id="{BE7960A9-5F01-C4A3-9349-F4A7F1BF220A}"/>
              </a:ext>
            </a:extLst>
          </p:cNvPr>
          <p:cNvCxnSpPr>
            <a:cxnSpLocks/>
          </p:cNvCxnSpPr>
          <p:nvPr/>
        </p:nvCxnSpPr>
        <p:spPr>
          <a:xfrm>
            <a:off x="9596438" y="5938917"/>
            <a:ext cx="6295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8" name="직선 연결선 917">
            <a:extLst>
              <a:ext uri="{FF2B5EF4-FFF2-40B4-BE49-F238E27FC236}">
                <a16:creationId xmlns:a16="http://schemas.microsoft.com/office/drawing/2014/main" id="{3E8FC5C0-E5D9-9E1C-7852-E132A6FA6F77}"/>
              </a:ext>
            </a:extLst>
          </p:cNvPr>
          <p:cNvCxnSpPr>
            <a:cxnSpLocks/>
          </p:cNvCxnSpPr>
          <p:nvPr/>
        </p:nvCxnSpPr>
        <p:spPr>
          <a:xfrm>
            <a:off x="9598819" y="5808740"/>
            <a:ext cx="6212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6" name="그룹 925">
            <a:extLst>
              <a:ext uri="{FF2B5EF4-FFF2-40B4-BE49-F238E27FC236}">
                <a16:creationId xmlns:a16="http://schemas.microsoft.com/office/drawing/2014/main" id="{0D771086-5B0E-21B9-0CAE-F230C4F9334A}"/>
              </a:ext>
            </a:extLst>
          </p:cNvPr>
          <p:cNvGrpSpPr/>
          <p:nvPr/>
        </p:nvGrpSpPr>
        <p:grpSpPr>
          <a:xfrm>
            <a:off x="10073874" y="6171195"/>
            <a:ext cx="98106" cy="90145"/>
            <a:chOff x="8462475" y="3600450"/>
            <a:chExt cx="98106" cy="90145"/>
          </a:xfrm>
        </p:grpSpPr>
        <p:cxnSp>
          <p:nvCxnSpPr>
            <p:cNvPr id="927" name="직선 연결선 926">
              <a:extLst>
                <a:ext uri="{FF2B5EF4-FFF2-40B4-BE49-F238E27FC236}">
                  <a16:creationId xmlns:a16="http://schemas.microsoft.com/office/drawing/2014/main" id="{14426AAC-9BF5-3AA6-BD1C-A01AA8D1F99D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직선 연결선 927">
              <a:extLst>
                <a:ext uri="{FF2B5EF4-FFF2-40B4-BE49-F238E27FC236}">
                  <a16:creationId xmlns:a16="http://schemas.microsoft.com/office/drawing/2014/main" id="{6C16D253-2A42-E6C5-1FB5-D4F32DC821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직선 연결선 928">
              <a:extLst>
                <a:ext uri="{FF2B5EF4-FFF2-40B4-BE49-F238E27FC236}">
                  <a16:creationId xmlns:a16="http://schemas.microsoft.com/office/drawing/2014/main" id="{6F62F478-2876-9A30-F379-D2F110D3CC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직선 연결선 929">
              <a:extLst>
                <a:ext uri="{FF2B5EF4-FFF2-40B4-BE49-F238E27FC236}">
                  <a16:creationId xmlns:a16="http://schemas.microsoft.com/office/drawing/2014/main" id="{F9A981C1-A49D-4588-FFDD-A206661F1F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직선 연결선 930">
              <a:extLst>
                <a:ext uri="{FF2B5EF4-FFF2-40B4-BE49-F238E27FC236}">
                  <a16:creationId xmlns:a16="http://schemas.microsoft.com/office/drawing/2014/main" id="{A9707B3D-2B03-0888-122D-0133CABD7C62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32" name="직선 연결선 931">
            <a:extLst>
              <a:ext uri="{FF2B5EF4-FFF2-40B4-BE49-F238E27FC236}">
                <a16:creationId xmlns:a16="http://schemas.microsoft.com/office/drawing/2014/main" id="{26D8254C-2C5A-AFE7-6C60-C928FB129399}"/>
              </a:ext>
            </a:extLst>
          </p:cNvPr>
          <p:cNvCxnSpPr>
            <a:cxnSpLocks/>
          </p:cNvCxnSpPr>
          <p:nvPr/>
        </p:nvCxnSpPr>
        <p:spPr>
          <a:xfrm>
            <a:off x="10121181" y="6016056"/>
            <a:ext cx="1005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3" name="직선 연결선 932">
            <a:extLst>
              <a:ext uri="{FF2B5EF4-FFF2-40B4-BE49-F238E27FC236}">
                <a16:creationId xmlns:a16="http://schemas.microsoft.com/office/drawing/2014/main" id="{28667C32-AFC1-8FC8-50BB-BA73D6CC3A14}"/>
              </a:ext>
            </a:extLst>
          </p:cNvPr>
          <p:cNvCxnSpPr>
            <a:cxnSpLocks/>
          </p:cNvCxnSpPr>
          <p:nvPr/>
        </p:nvCxnSpPr>
        <p:spPr>
          <a:xfrm flipV="1">
            <a:off x="10122321" y="6013446"/>
            <a:ext cx="0" cy="159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4" name="직선 연결선 933">
            <a:extLst>
              <a:ext uri="{FF2B5EF4-FFF2-40B4-BE49-F238E27FC236}">
                <a16:creationId xmlns:a16="http://schemas.microsoft.com/office/drawing/2014/main" id="{A5F32A77-A4D4-D4A8-5E41-DDE62E777790}"/>
              </a:ext>
            </a:extLst>
          </p:cNvPr>
          <p:cNvCxnSpPr>
            <a:cxnSpLocks/>
          </p:cNvCxnSpPr>
          <p:nvPr/>
        </p:nvCxnSpPr>
        <p:spPr>
          <a:xfrm>
            <a:off x="8096250" y="5385752"/>
            <a:ext cx="428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6" name="직선 연결선 935">
            <a:extLst>
              <a:ext uri="{FF2B5EF4-FFF2-40B4-BE49-F238E27FC236}">
                <a16:creationId xmlns:a16="http://schemas.microsoft.com/office/drawing/2014/main" id="{65E35B9D-46B3-63D4-9150-0DDBE77EDF6A}"/>
              </a:ext>
            </a:extLst>
          </p:cNvPr>
          <p:cNvCxnSpPr>
            <a:cxnSpLocks/>
          </p:cNvCxnSpPr>
          <p:nvPr/>
        </p:nvCxnSpPr>
        <p:spPr>
          <a:xfrm>
            <a:off x="8020050" y="6066790"/>
            <a:ext cx="4921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4" name="직선 연결선 963">
            <a:extLst>
              <a:ext uri="{FF2B5EF4-FFF2-40B4-BE49-F238E27FC236}">
                <a16:creationId xmlns:a16="http://schemas.microsoft.com/office/drawing/2014/main" id="{73930B09-4CD2-1E51-3C4A-419F08A55F23}"/>
              </a:ext>
            </a:extLst>
          </p:cNvPr>
          <p:cNvCxnSpPr>
            <a:cxnSpLocks/>
          </p:cNvCxnSpPr>
          <p:nvPr/>
        </p:nvCxnSpPr>
        <p:spPr>
          <a:xfrm>
            <a:off x="9805725" y="5876213"/>
            <a:ext cx="4207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3" name="TextBox 972">
            <a:extLst>
              <a:ext uri="{FF2B5EF4-FFF2-40B4-BE49-F238E27FC236}">
                <a16:creationId xmlns:a16="http://schemas.microsoft.com/office/drawing/2014/main" id="{BB2D774E-DAB3-204E-E075-DBF5DF790DA9}"/>
              </a:ext>
            </a:extLst>
          </p:cNvPr>
          <p:cNvSpPr txBox="1"/>
          <p:nvPr/>
        </p:nvSpPr>
        <p:spPr>
          <a:xfrm>
            <a:off x="9606845" y="5826058"/>
            <a:ext cx="2420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TP1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975" name="타원 974">
            <a:extLst>
              <a:ext uri="{FF2B5EF4-FFF2-40B4-BE49-F238E27FC236}">
                <a16:creationId xmlns:a16="http://schemas.microsoft.com/office/drawing/2014/main" id="{99052AE7-31D8-3966-60F4-93FB6E9E17BF}"/>
              </a:ext>
            </a:extLst>
          </p:cNvPr>
          <p:cNvSpPr>
            <a:spLocks noChangeAspect="1"/>
          </p:cNvSpPr>
          <p:nvPr/>
        </p:nvSpPr>
        <p:spPr>
          <a:xfrm>
            <a:off x="9150621" y="5199316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1118" name="직선 연결선 1117">
            <a:extLst>
              <a:ext uri="{FF2B5EF4-FFF2-40B4-BE49-F238E27FC236}">
                <a16:creationId xmlns:a16="http://schemas.microsoft.com/office/drawing/2014/main" id="{A03546FF-CDE7-FFDD-2408-EBD2373B2A68}"/>
              </a:ext>
            </a:extLst>
          </p:cNvPr>
          <p:cNvCxnSpPr>
            <a:cxnSpLocks/>
          </p:cNvCxnSpPr>
          <p:nvPr/>
        </p:nvCxnSpPr>
        <p:spPr>
          <a:xfrm>
            <a:off x="3576638" y="4370821"/>
            <a:ext cx="7596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6" name="그룹 1135">
            <a:extLst>
              <a:ext uri="{FF2B5EF4-FFF2-40B4-BE49-F238E27FC236}">
                <a16:creationId xmlns:a16="http://schemas.microsoft.com/office/drawing/2014/main" id="{F7120D6C-09B0-BFE4-5D03-8790A6B9B06F}"/>
              </a:ext>
            </a:extLst>
          </p:cNvPr>
          <p:cNvGrpSpPr/>
          <p:nvPr/>
        </p:nvGrpSpPr>
        <p:grpSpPr>
          <a:xfrm>
            <a:off x="1610260" y="5259333"/>
            <a:ext cx="98106" cy="90145"/>
            <a:chOff x="8462475" y="3600450"/>
            <a:chExt cx="98106" cy="90145"/>
          </a:xfrm>
        </p:grpSpPr>
        <p:cxnSp>
          <p:nvCxnSpPr>
            <p:cNvPr id="1139" name="직선 연결선 1138">
              <a:extLst>
                <a:ext uri="{FF2B5EF4-FFF2-40B4-BE49-F238E27FC236}">
                  <a16:creationId xmlns:a16="http://schemas.microsoft.com/office/drawing/2014/main" id="{135CF395-8661-AFF3-DF5B-DFE8254DBDA7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0" name="직선 연결선 1139">
              <a:extLst>
                <a:ext uri="{FF2B5EF4-FFF2-40B4-BE49-F238E27FC236}">
                  <a16:creationId xmlns:a16="http://schemas.microsoft.com/office/drawing/2014/main" id="{EAD66E06-EA0F-68F4-BA7C-B2F15FCCDE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2" name="직선 연결선 1141">
              <a:extLst>
                <a:ext uri="{FF2B5EF4-FFF2-40B4-BE49-F238E27FC236}">
                  <a16:creationId xmlns:a16="http://schemas.microsoft.com/office/drawing/2014/main" id="{3C12DE3D-9321-1867-C326-F3DA6AF1EB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3" name="직선 연결선 1142">
              <a:extLst>
                <a:ext uri="{FF2B5EF4-FFF2-40B4-BE49-F238E27FC236}">
                  <a16:creationId xmlns:a16="http://schemas.microsoft.com/office/drawing/2014/main" id="{239D79B6-0F30-C551-70E6-F33725F27D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4" name="직선 연결선 1143">
              <a:extLst>
                <a:ext uri="{FF2B5EF4-FFF2-40B4-BE49-F238E27FC236}">
                  <a16:creationId xmlns:a16="http://schemas.microsoft.com/office/drawing/2014/main" id="{B7EEB515-ECED-C8DF-1871-15B0079824FE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6" name="직선 연결선 1145">
            <a:extLst>
              <a:ext uri="{FF2B5EF4-FFF2-40B4-BE49-F238E27FC236}">
                <a16:creationId xmlns:a16="http://schemas.microsoft.com/office/drawing/2014/main" id="{D54FDB08-33F2-F4AF-8EE0-C26B7FFFDE83}"/>
              </a:ext>
            </a:extLst>
          </p:cNvPr>
          <p:cNvCxnSpPr>
            <a:cxnSpLocks/>
          </p:cNvCxnSpPr>
          <p:nvPr/>
        </p:nvCxnSpPr>
        <p:spPr>
          <a:xfrm>
            <a:off x="1553859" y="5259381"/>
            <a:ext cx="1127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7" name="직선 연결선 1146">
            <a:extLst>
              <a:ext uri="{FF2B5EF4-FFF2-40B4-BE49-F238E27FC236}">
                <a16:creationId xmlns:a16="http://schemas.microsoft.com/office/drawing/2014/main" id="{1DC98538-26DC-ACF8-7B43-EB8449BD81F3}"/>
              </a:ext>
            </a:extLst>
          </p:cNvPr>
          <p:cNvCxnSpPr>
            <a:cxnSpLocks/>
          </p:cNvCxnSpPr>
          <p:nvPr/>
        </p:nvCxnSpPr>
        <p:spPr>
          <a:xfrm>
            <a:off x="1553632" y="4862040"/>
            <a:ext cx="2097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0" name="TextBox 1149">
            <a:extLst>
              <a:ext uri="{FF2B5EF4-FFF2-40B4-BE49-F238E27FC236}">
                <a16:creationId xmlns:a16="http://schemas.microsoft.com/office/drawing/2014/main" id="{6251592A-545B-9145-D70C-1E3B2BDB64D6}"/>
              </a:ext>
            </a:extLst>
          </p:cNvPr>
          <p:cNvSpPr txBox="1"/>
          <p:nvPr/>
        </p:nvSpPr>
        <p:spPr>
          <a:xfrm>
            <a:off x="1793481" y="4816640"/>
            <a:ext cx="21020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</a:rPr>
              <a:t>J1 #6</a:t>
            </a:r>
            <a:endParaRPr lang="ko-KR" altLang="en-US" sz="600" dirty="0">
              <a:solidFill>
                <a:srgbClr val="0070C0"/>
              </a:solidFill>
            </a:endParaRPr>
          </a:p>
        </p:txBody>
      </p:sp>
      <p:cxnSp>
        <p:nvCxnSpPr>
          <p:cNvPr id="1151" name="직선 연결선 1150">
            <a:extLst>
              <a:ext uri="{FF2B5EF4-FFF2-40B4-BE49-F238E27FC236}">
                <a16:creationId xmlns:a16="http://schemas.microsoft.com/office/drawing/2014/main" id="{00A22087-EFE3-395A-7E27-51E8F2A196C0}"/>
              </a:ext>
            </a:extLst>
          </p:cNvPr>
          <p:cNvCxnSpPr>
            <a:cxnSpLocks/>
          </p:cNvCxnSpPr>
          <p:nvPr/>
        </p:nvCxnSpPr>
        <p:spPr>
          <a:xfrm>
            <a:off x="1550776" y="5062065"/>
            <a:ext cx="2097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2" name="TextBox 1151">
            <a:extLst>
              <a:ext uri="{FF2B5EF4-FFF2-40B4-BE49-F238E27FC236}">
                <a16:creationId xmlns:a16="http://schemas.microsoft.com/office/drawing/2014/main" id="{CF637348-BC35-3EF6-F45A-4E09B9E43BB3}"/>
              </a:ext>
            </a:extLst>
          </p:cNvPr>
          <p:cNvSpPr txBox="1"/>
          <p:nvPr/>
        </p:nvSpPr>
        <p:spPr>
          <a:xfrm>
            <a:off x="1793481" y="5016665"/>
            <a:ext cx="2520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</a:rPr>
              <a:t>J1 #29</a:t>
            </a:r>
            <a:endParaRPr lang="ko-KR" altLang="en-US" sz="600" dirty="0">
              <a:solidFill>
                <a:srgbClr val="0070C0"/>
              </a:solidFill>
            </a:endParaRPr>
          </a:p>
        </p:txBody>
      </p:sp>
      <p:cxnSp>
        <p:nvCxnSpPr>
          <p:cNvPr id="1153" name="직선 연결선 1152">
            <a:extLst>
              <a:ext uri="{FF2B5EF4-FFF2-40B4-BE49-F238E27FC236}">
                <a16:creationId xmlns:a16="http://schemas.microsoft.com/office/drawing/2014/main" id="{FCBC11A9-076A-CB30-BDD0-D8F176BDC91D}"/>
              </a:ext>
            </a:extLst>
          </p:cNvPr>
          <p:cNvCxnSpPr>
            <a:cxnSpLocks/>
          </p:cNvCxnSpPr>
          <p:nvPr/>
        </p:nvCxnSpPr>
        <p:spPr>
          <a:xfrm>
            <a:off x="1550776" y="4990628"/>
            <a:ext cx="2097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4" name="TextBox 1153">
            <a:extLst>
              <a:ext uri="{FF2B5EF4-FFF2-40B4-BE49-F238E27FC236}">
                <a16:creationId xmlns:a16="http://schemas.microsoft.com/office/drawing/2014/main" id="{E29B0856-E178-8443-5166-9442D5D86584}"/>
              </a:ext>
            </a:extLst>
          </p:cNvPr>
          <p:cNvSpPr txBox="1"/>
          <p:nvPr/>
        </p:nvSpPr>
        <p:spPr>
          <a:xfrm>
            <a:off x="1790625" y="4945228"/>
            <a:ext cx="2520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</a:rPr>
              <a:t>J1 #28</a:t>
            </a:r>
            <a:endParaRPr lang="ko-KR" altLang="en-US" sz="600" dirty="0">
              <a:solidFill>
                <a:srgbClr val="0070C0"/>
              </a:solidFill>
            </a:endParaRPr>
          </a:p>
        </p:txBody>
      </p:sp>
      <p:cxnSp>
        <p:nvCxnSpPr>
          <p:cNvPr id="1155" name="직선 연결선 1154">
            <a:extLst>
              <a:ext uri="{FF2B5EF4-FFF2-40B4-BE49-F238E27FC236}">
                <a16:creationId xmlns:a16="http://schemas.microsoft.com/office/drawing/2014/main" id="{B2BC1667-8FD4-5FA9-BB60-17AA0DA9F796}"/>
              </a:ext>
            </a:extLst>
          </p:cNvPr>
          <p:cNvCxnSpPr>
            <a:cxnSpLocks/>
          </p:cNvCxnSpPr>
          <p:nvPr/>
        </p:nvCxnSpPr>
        <p:spPr>
          <a:xfrm>
            <a:off x="1553632" y="4922035"/>
            <a:ext cx="2097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7" name="TextBox 1156">
            <a:extLst>
              <a:ext uri="{FF2B5EF4-FFF2-40B4-BE49-F238E27FC236}">
                <a16:creationId xmlns:a16="http://schemas.microsoft.com/office/drawing/2014/main" id="{E92293AB-533D-6C36-EA05-9B91E61FA26F}"/>
              </a:ext>
            </a:extLst>
          </p:cNvPr>
          <p:cNvSpPr txBox="1"/>
          <p:nvPr/>
        </p:nvSpPr>
        <p:spPr>
          <a:xfrm>
            <a:off x="1790625" y="4886161"/>
            <a:ext cx="2520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</a:rPr>
              <a:t>J1 #12</a:t>
            </a:r>
            <a:endParaRPr lang="ko-KR" altLang="en-US" sz="600" dirty="0">
              <a:solidFill>
                <a:srgbClr val="0070C0"/>
              </a:solidFill>
            </a:endParaRPr>
          </a:p>
        </p:txBody>
      </p:sp>
      <p:cxnSp>
        <p:nvCxnSpPr>
          <p:cNvPr id="1158" name="직선 연결선 1157">
            <a:extLst>
              <a:ext uri="{FF2B5EF4-FFF2-40B4-BE49-F238E27FC236}">
                <a16:creationId xmlns:a16="http://schemas.microsoft.com/office/drawing/2014/main" id="{2D60563B-3A3E-657B-CFEA-5F1E025E03DC}"/>
              </a:ext>
            </a:extLst>
          </p:cNvPr>
          <p:cNvCxnSpPr>
            <a:cxnSpLocks/>
          </p:cNvCxnSpPr>
          <p:nvPr/>
        </p:nvCxnSpPr>
        <p:spPr>
          <a:xfrm>
            <a:off x="1550776" y="5200178"/>
            <a:ext cx="2097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0" name="TextBox 1159">
            <a:extLst>
              <a:ext uri="{FF2B5EF4-FFF2-40B4-BE49-F238E27FC236}">
                <a16:creationId xmlns:a16="http://schemas.microsoft.com/office/drawing/2014/main" id="{E4115FA3-5CBA-0B2C-7BEC-6FF4739C9AA0}"/>
              </a:ext>
            </a:extLst>
          </p:cNvPr>
          <p:cNvSpPr txBox="1"/>
          <p:nvPr/>
        </p:nvSpPr>
        <p:spPr>
          <a:xfrm>
            <a:off x="1793481" y="5154778"/>
            <a:ext cx="2520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</a:rPr>
              <a:t>J1 #17</a:t>
            </a:r>
            <a:endParaRPr lang="ko-KR" altLang="en-US" sz="600" dirty="0">
              <a:solidFill>
                <a:srgbClr val="0070C0"/>
              </a:solidFill>
            </a:endParaRPr>
          </a:p>
        </p:txBody>
      </p:sp>
      <p:cxnSp>
        <p:nvCxnSpPr>
          <p:cNvPr id="1161" name="직선 연결선 1160">
            <a:extLst>
              <a:ext uri="{FF2B5EF4-FFF2-40B4-BE49-F238E27FC236}">
                <a16:creationId xmlns:a16="http://schemas.microsoft.com/office/drawing/2014/main" id="{A5CFFC6C-96C9-0EBC-9ADF-113E0DDD851C}"/>
              </a:ext>
            </a:extLst>
          </p:cNvPr>
          <p:cNvCxnSpPr>
            <a:cxnSpLocks/>
          </p:cNvCxnSpPr>
          <p:nvPr/>
        </p:nvCxnSpPr>
        <p:spPr>
          <a:xfrm>
            <a:off x="1553632" y="5131123"/>
            <a:ext cx="2097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3" name="TextBox 1162">
            <a:extLst>
              <a:ext uri="{FF2B5EF4-FFF2-40B4-BE49-F238E27FC236}">
                <a16:creationId xmlns:a16="http://schemas.microsoft.com/office/drawing/2014/main" id="{0BE4AC43-3F0A-6D56-1CDF-987376EB91C1}"/>
              </a:ext>
            </a:extLst>
          </p:cNvPr>
          <p:cNvSpPr txBox="1"/>
          <p:nvPr/>
        </p:nvSpPr>
        <p:spPr>
          <a:xfrm>
            <a:off x="1793481" y="5085723"/>
            <a:ext cx="2520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</a:rPr>
              <a:t>J1 #16</a:t>
            </a:r>
            <a:endParaRPr lang="ko-KR" altLang="en-US" sz="600" dirty="0">
              <a:solidFill>
                <a:srgbClr val="0070C0"/>
              </a:solidFill>
            </a:endParaRPr>
          </a:p>
        </p:txBody>
      </p:sp>
      <p:sp>
        <p:nvSpPr>
          <p:cNvPr id="1167" name="TextBox 1166">
            <a:extLst>
              <a:ext uri="{FF2B5EF4-FFF2-40B4-BE49-F238E27FC236}">
                <a16:creationId xmlns:a16="http://schemas.microsoft.com/office/drawing/2014/main" id="{B4D3933F-3BD8-2F5C-F61E-16C1EF78B398}"/>
              </a:ext>
            </a:extLst>
          </p:cNvPr>
          <p:cNvSpPr txBox="1"/>
          <p:nvPr/>
        </p:nvSpPr>
        <p:spPr>
          <a:xfrm>
            <a:off x="9854220" y="4897308"/>
            <a:ext cx="21020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</a:rPr>
              <a:t>J1#2</a:t>
            </a:r>
            <a:endParaRPr lang="ko-KR" altLang="en-US" sz="600" dirty="0">
              <a:solidFill>
                <a:srgbClr val="0070C0"/>
              </a:solidFill>
            </a:endParaRPr>
          </a:p>
        </p:txBody>
      </p:sp>
      <p:cxnSp>
        <p:nvCxnSpPr>
          <p:cNvPr id="1168" name="직선 연결선 1167">
            <a:extLst>
              <a:ext uri="{FF2B5EF4-FFF2-40B4-BE49-F238E27FC236}">
                <a16:creationId xmlns:a16="http://schemas.microsoft.com/office/drawing/2014/main" id="{E1AE64FF-A5FB-4CC9-9EF1-E5B440887DBC}"/>
              </a:ext>
            </a:extLst>
          </p:cNvPr>
          <p:cNvCxnSpPr>
            <a:cxnSpLocks/>
          </p:cNvCxnSpPr>
          <p:nvPr/>
        </p:nvCxnSpPr>
        <p:spPr>
          <a:xfrm>
            <a:off x="10022290" y="5089023"/>
            <a:ext cx="2001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9" name="TextBox 1168">
            <a:extLst>
              <a:ext uri="{FF2B5EF4-FFF2-40B4-BE49-F238E27FC236}">
                <a16:creationId xmlns:a16="http://schemas.microsoft.com/office/drawing/2014/main" id="{04814FB1-CDB2-220D-7A7B-2924FEC3CA97}"/>
              </a:ext>
            </a:extLst>
          </p:cNvPr>
          <p:cNvSpPr txBox="1"/>
          <p:nvPr/>
        </p:nvSpPr>
        <p:spPr>
          <a:xfrm>
            <a:off x="9856888" y="5035153"/>
            <a:ext cx="21020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</a:rPr>
              <a:t>J1#3</a:t>
            </a:r>
            <a:endParaRPr lang="ko-KR" altLang="en-US" sz="600" dirty="0">
              <a:solidFill>
                <a:srgbClr val="0070C0"/>
              </a:solidFill>
            </a:endParaRPr>
          </a:p>
        </p:txBody>
      </p:sp>
      <p:cxnSp>
        <p:nvCxnSpPr>
          <p:cNvPr id="1172" name="직선 연결선 1171">
            <a:extLst>
              <a:ext uri="{FF2B5EF4-FFF2-40B4-BE49-F238E27FC236}">
                <a16:creationId xmlns:a16="http://schemas.microsoft.com/office/drawing/2014/main" id="{9F4FA7F8-9631-B10C-B73B-24034C3C5DF0}"/>
              </a:ext>
            </a:extLst>
          </p:cNvPr>
          <p:cNvCxnSpPr>
            <a:cxnSpLocks/>
          </p:cNvCxnSpPr>
          <p:nvPr/>
        </p:nvCxnSpPr>
        <p:spPr>
          <a:xfrm>
            <a:off x="10102326" y="4443118"/>
            <a:ext cx="1177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75" name="그림 1174">
            <a:extLst>
              <a:ext uri="{FF2B5EF4-FFF2-40B4-BE49-F238E27FC236}">
                <a16:creationId xmlns:a16="http://schemas.microsoft.com/office/drawing/2014/main" id="{B79519F2-4B43-9B63-84B0-E031987E8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933" y="5905184"/>
            <a:ext cx="387666" cy="387666"/>
          </a:xfrm>
          <a:prstGeom prst="rect">
            <a:avLst/>
          </a:prstGeom>
        </p:spPr>
      </p:pic>
      <p:grpSp>
        <p:nvGrpSpPr>
          <p:cNvPr id="1178" name="그룹 1177">
            <a:extLst>
              <a:ext uri="{FF2B5EF4-FFF2-40B4-BE49-F238E27FC236}">
                <a16:creationId xmlns:a16="http://schemas.microsoft.com/office/drawing/2014/main" id="{205A1DB4-9F54-FD5F-0A8F-0DBA7C1F367D}"/>
              </a:ext>
            </a:extLst>
          </p:cNvPr>
          <p:cNvGrpSpPr/>
          <p:nvPr/>
        </p:nvGrpSpPr>
        <p:grpSpPr>
          <a:xfrm>
            <a:off x="4810732" y="5379606"/>
            <a:ext cx="478818" cy="430345"/>
            <a:chOff x="4678654" y="4751801"/>
            <a:chExt cx="478818" cy="430345"/>
          </a:xfrm>
        </p:grpSpPr>
        <p:sp>
          <p:nvSpPr>
            <p:cNvPr id="1179" name="직사각형 1178">
              <a:extLst>
                <a:ext uri="{FF2B5EF4-FFF2-40B4-BE49-F238E27FC236}">
                  <a16:creationId xmlns:a16="http://schemas.microsoft.com/office/drawing/2014/main" id="{9A217C66-F946-BA6F-C413-6C5D2DE5137F}"/>
                </a:ext>
              </a:extLst>
            </p:cNvPr>
            <p:cNvSpPr/>
            <p:nvPr/>
          </p:nvSpPr>
          <p:spPr>
            <a:xfrm>
              <a:off x="4686696" y="4876945"/>
              <a:ext cx="407217" cy="2134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80" name="TextBox 1179">
              <a:extLst>
                <a:ext uri="{FF2B5EF4-FFF2-40B4-BE49-F238E27FC236}">
                  <a16:creationId xmlns:a16="http://schemas.microsoft.com/office/drawing/2014/main" id="{04D8B2F6-3901-6D99-7319-BD749266AC5A}"/>
                </a:ext>
              </a:extLst>
            </p:cNvPr>
            <p:cNvSpPr txBox="1"/>
            <p:nvPr/>
          </p:nvSpPr>
          <p:spPr>
            <a:xfrm>
              <a:off x="4684443" y="4751801"/>
              <a:ext cx="4571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b="1" dirty="0"/>
                <a:t>LAN8710</a:t>
              </a:r>
              <a:endParaRPr lang="ko-KR" altLang="en-US" sz="800" b="1" dirty="0"/>
            </a:p>
          </p:txBody>
        </p:sp>
        <p:sp>
          <p:nvSpPr>
            <p:cNvPr id="1181" name="TextBox 1180">
              <a:extLst>
                <a:ext uri="{FF2B5EF4-FFF2-40B4-BE49-F238E27FC236}">
                  <a16:creationId xmlns:a16="http://schemas.microsoft.com/office/drawing/2014/main" id="{2837EC09-7F01-36DB-C316-19584AA539AB}"/>
                </a:ext>
              </a:extLst>
            </p:cNvPr>
            <p:cNvSpPr txBox="1"/>
            <p:nvPr/>
          </p:nvSpPr>
          <p:spPr>
            <a:xfrm>
              <a:off x="4678654" y="5089813"/>
              <a:ext cx="47881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10/100M PHY</a:t>
              </a:r>
              <a:endParaRPr lang="ko-KR" altLang="en-US" sz="600" dirty="0"/>
            </a:p>
          </p:txBody>
        </p:sp>
        <p:sp>
          <p:nvSpPr>
            <p:cNvPr id="1182" name="TextBox 1181">
              <a:extLst>
                <a:ext uri="{FF2B5EF4-FFF2-40B4-BE49-F238E27FC236}">
                  <a16:creationId xmlns:a16="http://schemas.microsoft.com/office/drawing/2014/main" id="{A1D229D7-FC2A-038E-11C0-E4CDC8DE95DC}"/>
                </a:ext>
              </a:extLst>
            </p:cNvPr>
            <p:cNvSpPr txBox="1"/>
            <p:nvPr/>
          </p:nvSpPr>
          <p:spPr>
            <a:xfrm>
              <a:off x="4736383" y="4999039"/>
              <a:ext cx="29959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TX    RX</a:t>
              </a:r>
              <a:endParaRPr lang="ko-KR" altLang="en-US" sz="600" dirty="0"/>
            </a:p>
          </p:txBody>
        </p:sp>
        <p:sp>
          <p:nvSpPr>
            <p:cNvPr id="1184" name="TextBox 1183">
              <a:extLst>
                <a:ext uri="{FF2B5EF4-FFF2-40B4-BE49-F238E27FC236}">
                  <a16:creationId xmlns:a16="http://schemas.microsoft.com/office/drawing/2014/main" id="{0A0A812A-AB76-5258-5646-094EFD8644D3}"/>
                </a:ext>
              </a:extLst>
            </p:cNvPr>
            <p:cNvSpPr txBox="1"/>
            <p:nvPr/>
          </p:nvSpPr>
          <p:spPr>
            <a:xfrm>
              <a:off x="4798973" y="4890195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RMII</a:t>
              </a:r>
              <a:endParaRPr lang="ko-KR" altLang="en-US" sz="600" dirty="0"/>
            </a:p>
          </p:txBody>
        </p:sp>
      </p:grpSp>
      <p:cxnSp>
        <p:nvCxnSpPr>
          <p:cNvPr id="1185" name="직선 연결선 1184">
            <a:extLst>
              <a:ext uri="{FF2B5EF4-FFF2-40B4-BE49-F238E27FC236}">
                <a16:creationId xmlns:a16="http://schemas.microsoft.com/office/drawing/2014/main" id="{3BAFD5DD-FB74-E154-F5EE-1A684FF704E8}"/>
              </a:ext>
            </a:extLst>
          </p:cNvPr>
          <p:cNvCxnSpPr>
            <a:cxnSpLocks/>
          </p:cNvCxnSpPr>
          <p:nvPr/>
        </p:nvCxnSpPr>
        <p:spPr>
          <a:xfrm flipV="1">
            <a:off x="4995766" y="5814990"/>
            <a:ext cx="0" cy="1159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7" name="직선 연결선 1186">
            <a:extLst>
              <a:ext uri="{FF2B5EF4-FFF2-40B4-BE49-F238E27FC236}">
                <a16:creationId xmlns:a16="http://schemas.microsoft.com/office/drawing/2014/main" id="{D02BD7AC-3A64-42A5-FE40-3B12A654C1CD}"/>
              </a:ext>
            </a:extLst>
          </p:cNvPr>
          <p:cNvCxnSpPr>
            <a:cxnSpLocks/>
          </p:cNvCxnSpPr>
          <p:nvPr/>
        </p:nvCxnSpPr>
        <p:spPr>
          <a:xfrm flipV="1">
            <a:off x="4995766" y="5262281"/>
            <a:ext cx="0" cy="1161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5" name="그림 1194">
            <a:extLst>
              <a:ext uri="{FF2B5EF4-FFF2-40B4-BE49-F238E27FC236}">
                <a16:creationId xmlns:a16="http://schemas.microsoft.com/office/drawing/2014/main" id="{C8A1AC7A-E579-F039-0B22-0EDEFDA1E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430" y="5905184"/>
            <a:ext cx="387666" cy="387666"/>
          </a:xfrm>
          <a:prstGeom prst="rect">
            <a:avLst/>
          </a:prstGeom>
        </p:spPr>
      </p:pic>
      <p:cxnSp>
        <p:nvCxnSpPr>
          <p:cNvPr id="1209" name="직선 연결선 1208">
            <a:extLst>
              <a:ext uri="{FF2B5EF4-FFF2-40B4-BE49-F238E27FC236}">
                <a16:creationId xmlns:a16="http://schemas.microsoft.com/office/drawing/2014/main" id="{4EDBADB3-9001-7AFD-FA03-B41FA573E0B9}"/>
              </a:ext>
            </a:extLst>
          </p:cNvPr>
          <p:cNvCxnSpPr>
            <a:cxnSpLocks/>
          </p:cNvCxnSpPr>
          <p:nvPr/>
        </p:nvCxnSpPr>
        <p:spPr>
          <a:xfrm flipV="1">
            <a:off x="5486263" y="5814990"/>
            <a:ext cx="0" cy="873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35" name="그림 1234">
            <a:extLst>
              <a:ext uri="{FF2B5EF4-FFF2-40B4-BE49-F238E27FC236}">
                <a16:creationId xmlns:a16="http://schemas.microsoft.com/office/drawing/2014/main" id="{C18DEF43-76BC-B15D-47C8-54600EA1B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380" y="5905184"/>
            <a:ext cx="387666" cy="387666"/>
          </a:xfrm>
          <a:prstGeom prst="rect">
            <a:avLst/>
          </a:prstGeom>
        </p:spPr>
      </p:pic>
      <p:cxnSp>
        <p:nvCxnSpPr>
          <p:cNvPr id="1252" name="직선 연결선 1251">
            <a:extLst>
              <a:ext uri="{FF2B5EF4-FFF2-40B4-BE49-F238E27FC236}">
                <a16:creationId xmlns:a16="http://schemas.microsoft.com/office/drawing/2014/main" id="{00A920D4-C385-4B26-F6B5-D96CC0F86A8A}"/>
              </a:ext>
            </a:extLst>
          </p:cNvPr>
          <p:cNvCxnSpPr>
            <a:cxnSpLocks/>
            <a:stCxn id="1235" idx="0"/>
          </p:cNvCxnSpPr>
          <p:nvPr/>
        </p:nvCxnSpPr>
        <p:spPr>
          <a:xfrm flipV="1">
            <a:off x="5975213" y="5814990"/>
            <a:ext cx="0" cy="901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직선 연결선 1255">
            <a:extLst>
              <a:ext uri="{FF2B5EF4-FFF2-40B4-BE49-F238E27FC236}">
                <a16:creationId xmlns:a16="http://schemas.microsoft.com/office/drawing/2014/main" id="{5CDFF5A9-17AD-7E4A-9F80-9BB7CCE892A8}"/>
              </a:ext>
            </a:extLst>
          </p:cNvPr>
          <p:cNvCxnSpPr>
            <a:cxnSpLocks/>
          </p:cNvCxnSpPr>
          <p:nvPr/>
        </p:nvCxnSpPr>
        <p:spPr>
          <a:xfrm flipV="1">
            <a:off x="6637994" y="5222081"/>
            <a:ext cx="0" cy="3976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7" name="직선 연결선 1256">
            <a:extLst>
              <a:ext uri="{FF2B5EF4-FFF2-40B4-BE49-F238E27FC236}">
                <a16:creationId xmlns:a16="http://schemas.microsoft.com/office/drawing/2014/main" id="{BF2D5B01-7BB9-2F66-BCE5-E680EC8DBE30}"/>
              </a:ext>
            </a:extLst>
          </p:cNvPr>
          <p:cNvCxnSpPr>
            <a:cxnSpLocks/>
          </p:cNvCxnSpPr>
          <p:nvPr/>
        </p:nvCxnSpPr>
        <p:spPr>
          <a:xfrm flipV="1">
            <a:off x="7160316" y="5152466"/>
            <a:ext cx="0" cy="5752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직선 연결선 1257">
            <a:extLst>
              <a:ext uri="{FF2B5EF4-FFF2-40B4-BE49-F238E27FC236}">
                <a16:creationId xmlns:a16="http://schemas.microsoft.com/office/drawing/2014/main" id="{508FFA98-669A-8E80-56B4-602B7EFB6009}"/>
              </a:ext>
            </a:extLst>
          </p:cNvPr>
          <p:cNvCxnSpPr>
            <a:cxnSpLocks/>
          </p:cNvCxnSpPr>
          <p:nvPr/>
        </p:nvCxnSpPr>
        <p:spPr>
          <a:xfrm flipV="1">
            <a:off x="7603617" y="5076792"/>
            <a:ext cx="0" cy="6445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2" name="직선 연결선 1261">
            <a:extLst>
              <a:ext uri="{FF2B5EF4-FFF2-40B4-BE49-F238E27FC236}">
                <a16:creationId xmlns:a16="http://schemas.microsoft.com/office/drawing/2014/main" id="{514CF2DC-7B12-6C30-F9EE-C72E3DF1A94D}"/>
              </a:ext>
            </a:extLst>
          </p:cNvPr>
          <p:cNvCxnSpPr>
            <a:cxnSpLocks/>
          </p:cNvCxnSpPr>
          <p:nvPr/>
        </p:nvCxnSpPr>
        <p:spPr>
          <a:xfrm>
            <a:off x="6343650" y="5227112"/>
            <a:ext cx="2973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직선 연결선 1263">
            <a:extLst>
              <a:ext uri="{FF2B5EF4-FFF2-40B4-BE49-F238E27FC236}">
                <a16:creationId xmlns:a16="http://schemas.microsoft.com/office/drawing/2014/main" id="{1680C347-A234-3918-E195-FB155ED58362}"/>
              </a:ext>
            </a:extLst>
          </p:cNvPr>
          <p:cNvCxnSpPr>
            <a:cxnSpLocks/>
          </p:cNvCxnSpPr>
          <p:nvPr/>
        </p:nvCxnSpPr>
        <p:spPr>
          <a:xfrm>
            <a:off x="6357682" y="5154815"/>
            <a:ext cx="8065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직선 연결선 1265">
            <a:extLst>
              <a:ext uri="{FF2B5EF4-FFF2-40B4-BE49-F238E27FC236}">
                <a16:creationId xmlns:a16="http://schemas.microsoft.com/office/drawing/2014/main" id="{F00DB217-FBF4-C81C-679E-4D3607B53251}"/>
              </a:ext>
            </a:extLst>
          </p:cNvPr>
          <p:cNvCxnSpPr>
            <a:cxnSpLocks/>
          </p:cNvCxnSpPr>
          <p:nvPr/>
        </p:nvCxnSpPr>
        <p:spPr>
          <a:xfrm>
            <a:off x="6343650" y="5077540"/>
            <a:ext cx="12630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1" name="그룹 1270">
            <a:extLst>
              <a:ext uri="{FF2B5EF4-FFF2-40B4-BE49-F238E27FC236}">
                <a16:creationId xmlns:a16="http://schemas.microsoft.com/office/drawing/2014/main" id="{5A9D973F-9628-58A0-1832-440956F71296}"/>
              </a:ext>
            </a:extLst>
          </p:cNvPr>
          <p:cNvGrpSpPr/>
          <p:nvPr/>
        </p:nvGrpSpPr>
        <p:grpSpPr>
          <a:xfrm>
            <a:off x="1773430" y="5984097"/>
            <a:ext cx="65832" cy="108000"/>
            <a:chOff x="1829734" y="1012033"/>
            <a:chExt cx="65832" cy="108000"/>
          </a:xfrm>
        </p:grpSpPr>
        <p:sp>
          <p:nvSpPr>
            <p:cNvPr id="1272" name="이등변 삼각형 1271">
              <a:extLst>
                <a:ext uri="{FF2B5EF4-FFF2-40B4-BE49-F238E27FC236}">
                  <a16:creationId xmlns:a16="http://schemas.microsoft.com/office/drawing/2014/main" id="{C39B7181-91F5-0509-99C7-FC83D53CA264}"/>
                </a:ext>
              </a:extLst>
            </p:cNvPr>
            <p:cNvSpPr>
              <a:spLocks/>
            </p:cNvSpPr>
            <p:nvPr/>
          </p:nvSpPr>
          <p:spPr>
            <a:xfrm rot="5400000">
              <a:off x="1808651" y="1037422"/>
              <a:ext cx="98927" cy="56761"/>
            </a:xfrm>
            <a:prstGeom prst="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73" name="직선 연결선 1272">
              <a:extLst>
                <a:ext uri="{FF2B5EF4-FFF2-40B4-BE49-F238E27FC236}">
                  <a16:creationId xmlns:a16="http://schemas.microsoft.com/office/drawing/2014/main" id="{2B262953-73C5-1C22-75ED-76AD4361B113}"/>
                </a:ext>
              </a:extLst>
            </p:cNvPr>
            <p:cNvCxnSpPr>
              <a:cxnSpLocks/>
            </p:cNvCxnSpPr>
            <p:nvPr/>
          </p:nvCxnSpPr>
          <p:spPr>
            <a:xfrm>
              <a:off x="1895566" y="1012033"/>
              <a:ext cx="0" cy="108000"/>
            </a:xfrm>
            <a:prstGeom prst="lin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4" name="TextBox 1273">
            <a:extLst>
              <a:ext uri="{FF2B5EF4-FFF2-40B4-BE49-F238E27FC236}">
                <a16:creationId xmlns:a16="http://schemas.microsoft.com/office/drawing/2014/main" id="{B6738800-0D04-4456-D40F-AD080693B000}"/>
              </a:ext>
            </a:extLst>
          </p:cNvPr>
          <p:cNvSpPr txBox="1"/>
          <p:nvPr/>
        </p:nvSpPr>
        <p:spPr>
          <a:xfrm>
            <a:off x="4394155" y="6164355"/>
            <a:ext cx="3292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FF0000"/>
                </a:solidFill>
              </a:rPr>
              <a:t>P5V/3A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1275" name="직사각형 1274">
            <a:extLst>
              <a:ext uri="{FF2B5EF4-FFF2-40B4-BE49-F238E27FC236}">
                <a16:creationId xmlns:a16="http://schemas.microsoft.com/office/drawing/2014/main" id="{0F985EA7-5848-C7C3-E0FB-62693E60690C}"/>
              </a:ext>
            </a:extLst>
          </p:cNvPr>
          <p:cNvSpPr/>
          <p:nvPr/>
        </p:nvSpPr>
        <p:spPr>
          <a:xfrm>
            <a:off x="2834701" y="5965971"/>
            <a:ext cx="626884" cy="3351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LMZM33603</a:t>
            </a:r>
          </a:p>
          <a:p>
            <a:pPr algn="ctr"/>
            <a:r>
              <a:rPr lang="en-US" altLang="ko-KR" sz="600" dirty="0">
                <a:solidFill>
                  <a:schemeClr val="tx1"/>
                </a:solidFill>
                <a:latin typeface="+mn-ea"/>
              </a:rPr>
              <a:t>(DCDC module)</a:t>
            </a:r>
          </a:p>
          <a:p>
            <a:pPr algn="ctr"/>
            <a:r>
              <a:rPr lang="en-US" altLang="ko-KR" sz="600" dirty="0">
                <a:solidFill>
                  <a:schemeClr val="tx1"/>
                </a:solidFill>
                <a:latin typeface="+mn-ea"/>
              </a:rPr>
              <a:t>inductor + FET</a:t>
            </a:r>
          </a:p>
        </p:txBody>
      </p:sp>
      <p:sp>
        <p:nvSpPr>
          <p:cNvPr id="1276" name="직사각형 1275">
            <a:extLst>
              <a:ext uri="{FF2B5EF4-FFF2-40B4-BE49-F238E27FC236}">
                <a16:creationId xmlns:a16="http://schemas.microsoft.com/office/drawing/2014/main" id="{64B2B3D5-B77C-3CC5-1F7A-87746516F8C5}"/>
              </a:ext>
            </a:extLst>
          </p:cNvPr>
          <p:cNvSpPr/>
          <p:nvPr/>
        </p:nvSpPr>
        <p:spPr>
          <a:xfrm>
            <a:off x="3627976" y="5853127"/>
            <a:ext cx="601540" cy="3079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LMZ10501</a:t>
            </a:r>
          </a:p>
          <a:p>
            <a:pPr algn="ctr"/>
            <a:r>
              <a:rPr lang="en-US" altLang="ko-KR" sz="600" dirty="0">
                <a:solidFill>
                  <a:schemeClr val="tx1"/>
                </a:solidFill>
                <a:latin typeface="+mn-ea"/>
              </a:rPr>
              <a:t>(DCDC module)</a:t>
            </a:r>
          </a:p>
          <a:p>
            <a:pPr algn="ctr"/>
            <a:r>
              <a:rPr lang="en-US" altLang="ko-KR" sz="600" dirty="0">
                <a:solidFill>
                  <a:schemeClr val="tx1"/>
                </a:solidFill>
                <a:latin typeface="+mn-ea"/>
              </a:rPr>
              <a:t>inductor + FET</a:t>
            </a:r>
          </a:p>
        </p:txBody>
      </p:sp>
      <p:cxnSp>
        <p:nvCxnSpPr>
          <p:cNvPr id="1277" name="직선 연결선 1276">
            <a:extLst>
              <a:ext uri="{FF2B5EF4-FFF2-40B4-BE49-F238E27FC236}">
                <a16:creationId xmlns:a16="http://schemas.microsoft.com/office/drawing/2014/main" id="{9F11790F-8EFB-F49A-EFB2-C7DFD8E26C83}"/>
              </a:ext>
            </a:extLst>
          </p:cNvPr>
          <p:cNvCxnSpPr>
            <a:cxnSpLocks/>
          </p:cNvCxnSpPr>
          <p:nvPr/>
        </p:nvCxnSpPr>
        <p:spPr>
          <a:xfrm>
            <a:off x="2657023" y="6036377"/>
            <a:ext cx="1795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8" name="그룹 1277">
            <a:extLst>
              <a:ext uri="{FF2B5EF4-FFF2-40B4-BE49-F238E27FC236}">
                <a16:creationId xmlns:a16="http://schemas.microsoft.com/office/drawing/2014/main" id="{65DD4DE4-DADF-31E0-263B-3841C6534FC8}"/>
              </a:ext>
            </a:extLst>
          </p:cNvPr>
          <p:cNvGrpSpPr/>
          <p:nvPr/>
        </p:nvGrpSpPr>
        <p:grpSpPr>
          <a:xfrm>
            <a:off x="1488769" y="5919599"/>
            <a:ext cx="501941" cy="476354"/>
            <a:chOff x="3717131" y="4988719"/>
            <a:chExt cx="501941" cy="476354"/>
          </a:xfrm>
        </p:grpSpPr>
        <p:grpSp>
          <p:nvGrpSpPr>
            <p:cNvPr id="1279" name="그룹 1278">
              <a:extLst>
                <a:ext uri="{FF2B5EF4-FFF2-40B4-BE49-F238E27FC236}">
                  <a16:creationId xmlns:a16="http://schemas.microsoft.com/office/drawing/2014/main" id="{C194490B-C635-F5FC-85CC-279EFE8041D7}"/>
                </a:ext>
              </a:extLst>
            </p:cNvPr>
            <p:cNvGrpSpPr/>
            <p:nvPr/>
          </p:nvGrpSpPr>
          <p:grpSpPr>
            <a:xfrm>
              <a:off x="3717131" y="4988719"/>
              <a:ext cx="88636" cy="432258"/>
              <a:chOff x="3717131" y="4988719"/>
              <a:chExt cx="88636" cy="432258"/>
            </a:xfrm>
          </p:grpSpPr>
          <p:sp>
            <p:nvSpPr>
              <p:cNvPr id="1282" name="직사각형 1281">
                <a:extLst>
                  <a:ext uri="{FF2B5EF4-FFF2-40B4-BE49-F238E27FC236}">
                    <a16:creationId xmlns:a16="http://schemas.microsoft.com/office/drawing/2014/main" id="{72E69F3A-2BD2-F387-4CAE-C9FF6D7FF76B}"/>
                  </a:ext>
                </a:extLst>
              </p:cNvPr>
              <p:cNvSpPr/>
              <p:nvPr/>
            </p:nvSpPr>
            <p:spPr>
              <a:xfrm>
                <a:off x="3717131" y="4988719"/>
                <a:ext cx="88636" cy="43225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1283" name="타원 1282">
                <a:extLst>
                  <a:ext uri="{FF2B5EF4-FFF2-40B4-BE49-F238E27FC236}">
                    <a16:creationId xmlns:a16="http://schemas.microsoft.com/office/drawing/2014/main" id="{3E2CDD86-FD94-27E2-935D-D199DB5468D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88393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1284" name="타원 1283">
                <a:extLst>
                  <a:ext uri="{FF2B5EF4-FFF2-40B4-BE49-F238E27FC236}">
                    <a16:creationId xmlns:a16="http://schemas.microsoft.com/office/drawing/2014/main" id="{A7E38784-471E-103A-AB0C-067E7B1716D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22320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1285" name="타원 1284">
                <a:extLst>
                  <a:ext uri="{FF2B5EF4-FFF2-40B4-BE49-F238E27FC236}">
                    <a16:creationId xmlns:a16="http://schemas.microsoft.com/office/drawing/2014/main" id="{B66542D8-CB77-9877-925F-8C3452B2AC9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154582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1286" name="타원 1285">
                <a:extLst>
                  <a:ext uri="{FF2B5EF4-FFF2-40B4-BE49-F238E27FC236}">
                    <a16:creationId xmlns:a16="http://schemas.microsoft.com/office/drawing/2014/main" id="{8FC710EB-D0B2-F864-A070-F85F458CA9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223645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1287" name="타원 1286">
                <a:extLst>
                  <a:ext uri="{FF2B5EF4-FFF2-40B4-BE49-F238E27FC236}">
                    <a16:creationId xmlns:a16="http://schemas.microsoft.com/office/drawing/2014/main" id="{33A20FE1-83DB-8A3E-BEE7-3EFDF270D2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293717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1288" name="타원 1287">
                <a:extLst>
                  <a:ext uri="{FF2B5EF4-FFF2-40B4-BE49-F238E27FC236}">
                    <a16:creationId xmlns:a16="http://schemas.microsoft.com/office/drawing/2014/main" id="{BA55BF87-6B91-C1AF-3C0C-0A3D667ACD4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7471" y="5359540"/>
                <a:ext cx="34919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  <p:sp>
          <p:nvSpPr>
            <p:cNvPr id="1280" name="TextBox 1279">
              <a:extLst>
                <a:ext uri="{FF2B5EF4-FFF2-40B4-BE49-F238E27FC236}">
                  <a16:creationId xmlns:a16="http://schemas.microsoft.com/office/drawing/2014/main" id="{66F5EBE3-BA75-B333-4397-49D32473C2BE}"/>
                </a:ext>
              </a:extLst>
            </p:cNvPr>
            <p:cNvSpPr txBox="1"/>
            <p:nvPr/>
          </p:nvSpPr>
          <p:spPr>
            <a:xfrm>
              <a:off x="3813222" y="5372740"/>
              <a:ext cx="1635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J25</a:t>
              </a:r>
              <a:endParaRPr lang="ko-KR" altLang="en-US" sz="600" b="1" dirty="0"/>
            </a:p>
          </p:txBody>
        </p:sp>
        <p:sp>
          <p:nvSpPr>
            <p:cNvPr id="1281" name="TextBox 1280">
              <a:extLst>
                <a:ext uri="{FF2B5EF4-FFF2-40B4-BE49-F238E27FC236}">
                  <a16:creationId xmlns:a16="http://schemas.microsoft.com/office/drawing/2014/main" id="{6B805664-B12F-4694-6E3C-5A8FD128A410}"/>
                </a:ext>
              </a:extLst>
            </p:cNvPr>
            <p:cNvSpPr txBox="1"/>
            <p:nvPr/>
          </p:nvSpPr>
          <p:spPr>
            <a:xfrm>
              <a:off x="3980495" y="5364419"/>
              <a:ext cx="23857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Power</a:t>
              </a:r>
              <a:endParaRPr lang="ko-KR" altLang="en-US" sz="600" b="1" dirty="0"/>
            </a:p>
          </p:txBody>
        </p:sp>
      </p:grpSp>
      <p:grpSp>
        <p:nvGrpSpPr>
          <p:cNvPr id="1289" name="그룹 1288">
            <a:extLst>
              <a:ext uri="{FF2B5EF4-FFF2-40B4-BE49-F238E27FC236}">
                <a16:creationId xmlns:a16="http://schemas.microsoft.com/office/drawing/2014/main" id="{828F6B48-A257-E6C5-EE66-FB00709C298F}"/>
              </a:ext>
            </a:extLst>
          </p:cNvPr>
          <p:cNvGrpSpPr/>
          <p:nvPr/>
        </p:nvGrpSpPr>
        <p:grpSpPr>
          <a:xfrm>
            <a:off x="2240298" y="6240155"/>
            <a:ext cx="98106" cy="90145"/>
            <a:chOff x="8462475" y="3600450"/>
            <a:chExt cx="98106" cy="90145"/>
          </a:xfrm>
        </p:grpSpPr>
        <p:cxnSp>
          <p:nvCxnSpPr>
            <p:cNvPr id="1290" name="직선 연결선 1289">
              <a:extLst>
                <a:ext uri="{FF2B5EF4-FFF2-40B4-BE49-F238E27FC236}">
                  <a16:creationId xmlns:a16="http://schemas.microsoft.com/office/drawing/2014/main" id="{5D774541-B3D5-94DE-046B-3316A7EC6225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1" name="직선 연결선 1290">
              <a:extLst>
                <a:ext uri="{FF2B5EF4-FFF2-40B4-BE49-F238E27FC236}">
                  <a16:creationId xmlns:a16="http://schemas.microsoft.com/office/drawing/2014/main" id="{B7ADBC14-1EC4-8DB1-247E-9BF70223E4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2" name="직선 연결선 1291">
              <a:extLst>
                <a:ext uri="{FF2B5EF4-FFF2-40B4-BE49-F238E27FC236}">
                  <a16:creationId xmlns:a16="http://schemas.microsoft.com/office/drawing/2014/main" id="{06FF3D03-B759-F417-109C-39F7DAD6D7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3" name="직선 연결선 1292">
              <a:extLst>
                <a:ext uri="{FF2B5EF4-FFF2-40B4-BE49-F238E27FC236}">
                  <a16:creationId xmlns:a16="http://schemas.microsoft.com/office/drawing/2014/main" id="{95D76A09-FBFF-EF63-E9DF-5A3A8F137E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4" name="직선 연결선 1293">
              <a:extLst>
                <a:ext uri="{FF2B5EF4-FFF2-40B4-BE49-F238E27FC236}">
                  <a16:creationId xmlns:a16="http://schemas.microsoft.com/office/drawing/2014/main" id="{57184AD5-B731-B65E-5B3C-DE5D50E03C89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5" name="직선 연결선 1294">
            <a:extLst>
              <a:ext uri="{FF2B5EF4-FFF2-40B4-BE49-F238E27FC236}">
                <a16:creationId xmlns:a16="http://schemas.microsoft.com/office/drawing/2014/main" id="{F55AB329-63AD-A37F-992C-B0F8081F07C1}"/>
              </a:ext>
            </a:extLst>
          </p:cNvPr>
          <p:cNvCxnSpPr>
            <a:cxnSpLocks/>
          </p:cNvCxnSpPr>
          <p:nvPr/>
        </p:nvCxnSpPr>
        <p:spPr>
          <a:xfrm>
            <a:off x="1552575" y="6038093"/>
            <a:ext cx="7975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6" name="직선 연결선 1295">
            <a:extLst>
              <a:ext uri="{FF2B5EF4-FFF2-40B4-BE49-F238E27FC236}">
                <a16:creationId xmlns:a16="http://schemas.microsoft.com/office/drawing/2014/main" id="{13B87CA4-165A-D877-7430-D595349EF3EF}"/>
              </a:ext>
            </a:extLst>
          </p:cNvPr>
          <p:cNvCxnSpPr>
            <a:cxnSpLocks/>
          </p:cNvCxnSpPr>
          <p:nvPr/>
        </p:nvCxnSpPr>
        <p:spPr>
          <a:xfrm>
            <a:off x="2710197" y="6036377"/>
            <a:ext cx="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7" name="직선 연결선 1296">
            <a:extLst>
              <a:ext uri="{FF2B5EF4-FFF2-40B4-BE49-F238E27FC236}">
                <a16:creationId xmlns:a16="http://schemas.microsoft.com/office/drawing/2014/main" id="{B893BB77-3749-7B8D-3A55-98953CD2A6B2}"/>
              </a:ext>
            </a:extLst>
          </p:cNvPr>
          <p:cNvCxnSpPr>
            <a:cxnSpLocks/>
          </p:cNvCxnSpPr>
          <p:nvPr/>
        </p:nvCxnSpPr>
        <p:spPr>
          <a:xfrm>
            <a:off x="1554028" y="5971271"/>
            <a:ext cx="857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8" name="직선 연결선 1297">
            <a:extLst>
              <a:ext uri="{FF2B5EF4-FFF2-40B4-BE49-F238E27FC236}">
                <a16:creationId xmlns:a16="http://schemas.microsoft.com/office/drawing/2014/main" id="{66996E2C-DF10-FF78-4C89-02BA53650D1E}"/>
              </a:ext>
            </a:extLst>
          </p:cNvPr>
          <p:cNvCxnSpPr>
            <a:cxnSpLocks/>
          </p:cNvCxnSpPr>
          <p:nvPr/>
        </p:nvCxnSpPr>
        <p:spPr>
          <a:xfrm>
            <a:off x="1554028" y="6107002"/>
            <a:ext cx="857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9" name="직선 연결선 1298">
            <a:extLst>
              <a:ext uri="{FF2B5EF4-FFF2-40B4-BE49-F238E27FC236}">
                <a16:creationId xmlns:a16="http://schemas.microsoft.com/office/drawing/2014/main" id="{99135C27-221A-EE84-87EB-817C368E92E1}"/>
              </a:ext>
            </a:extLst>
          </p:cNvPr>
          <p:cNvCxnSpPr>
            <a:cxnSpLocks/>
          </p:cNvCxnSpPr>
          <p:nvPr/>
        </p:nvCxnSpPr>
        <p:spPr>
          <a:xfrm>
            <a:off x="1637371" y="5971271"/>
            <a:ext cx="0" cy="135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0" name="타원 1299">
            <a:extLst>
              <a:ext uri="{FF2B5EF4-FFF2-40B4-BE49-F238E27FC236}">
                <a16:creationId xmlns:a16="http://schemas.microsoft.com/office/drawing/2014/main" id="{4B163414-28F4-FCD5-2D66-195DB947938B}"/>
              </a:ext>
            </a:extLst>
          </p:cNvPr>
          <p:cNvSpPr>
            <a:spLocks noChangeAspect="1"/>
          </p:cNvSpPr>
          <p:nvPr/>
        </p:nvSpPr>
        <p:spPr>
          <a:xfrm>
            <a:off x="1619911" y="6020093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1301" name="직선 연결선 1300">
            <a:extLst>
              <a:ext uri="{FF2B5EF4-FFF2-40B4-BE49-F238E27FC236}">
                <a16:creationId xmlns:a16="http://schemas.microsoft.com/office/drawing/2014/main" id="{2C566A6D-95EB-DEF4-DD13-D0BD8F3AF21B}"/>
              </a:ext>
            </a:extLst>
          </p:cNvPr>
          <p:cNvCxnSpPr>
            <a:cxnSpLocks/>
          </p:cNvCxnSpPr>
          <p:nvPr/>
        </p:nvCxnSpPr>
        <p:spPr>
          <a:xfrm>
            <a:off x="1554028" y="6174381"/>
            <a:ext cx="857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2" name="직선 연결선 1301">
            <a:extLst>
              <a:ext uri="{FF2B5EF4-FFF2-40B4-BE49-F238E27FC236}">
                <a16:creationId xmlns:a16="http://schemas.microsoft.com/office/drawing/2014/main" id="{EB5FA724-30ED-9DE9-F7C8-10191CA1BEC4}"/>
              </a:ext>
            </a:extLst>
          </p:cNvPr>
          <p:cNvCxnSpPr>
            <a:cxnSpLocks/>
          </p:cNvCxnSpPr>
          <p:nvPr/>
        </p:nvCxnSpPr>
        <p:spPr>
          <a:xfrm>
            <a:off x="1554028" y="6310112"/>
            <a:ext cx="857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3" name="직선 연결선 1302">
            <a:extLst>
              <a:ext uri="{FF2B5EF4-FFF2-40B4-BE49-F238E27FC236}">
                <a16:creationId xmlns:a16="http://schemas.microsoft.com/office/drawing/2014/main" id="{A7773F93-C828-63A6-C1CE-50B0CB0094A8}"/>
              </a:ext>
            </a:extLst>
          </p:cNvPr>
          <p:cNvCxnSpPr>
            <a:cxnSpLocks/>
          </p:cNvCxnSpPr>
          <p:nvPr/>
        </p:nvCxnSpPr>
        <p:spPr>
          <a:xfrm>
            <a:off x="1637371" y="6174381"/>
            <a:ext cx="0" cy="135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4" name="타원 1303">
            <a:extLst>
              <a:ext uri="{FF2B5EF4-FFF2-40B4-BE49-F238E27FC236}">
                <a16:creationId xmlns:a16="http://schemas.microsoft.com/office/drawing/2014/main" id="{CE905CAA-AAC8-B5A7-13E6-E539FC59E923}"/>
              </a:ext>
            </a:extLst>
          </p:cNvPr>
          <p:cNvSpPr>
            <a:spLocks noChangeAspect="1"/>
          </p:cNvSpPr>
          <p:nvPr/>
        </p:nvSpPr>
        <p:spPr>
          <a:xfrm>
            <a:off x="1619911" y="6223203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1305" name="직선 연결선 1304">
            <a:extLst>
              <a:ext uri="{FF2B5EF4-FFF2-40B4-BE49-F238E27FC236}">
                <a16:creationId xmlns:a16="http://schemas.microsoft.com/office/drawing/2014/main" id="{FDE3ADAB-16C8-50DF-86B4-2F17D5E61E7B}"/>
              </a:ext>
            </a:extLst>
          </p:cNvPr>
          <p:cNvCxnSpPr>
            <a:cxnSpLocks/>
          </p:cNvCxnSpPr>
          <p:nvPr/>
        </p:nvCxnSpPr>
        <p:spPr>
          <a:xfrm>
            <a:off x="1557338" y="6240155"/>
            <a:ext cx="12768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06" name="그룹 1305">
            <a:extLst>
              <a:ext uri="{FF2B5EF4-FFF2-40B4-BE49-F238E27FC236}">
                <a16:creationId xmlns:a16="http://schemas.microsoft.com/office/drawing/2014/main" id="{468C5651-3D2C-0D59-C823-87683D53E303}"/>
              </a:ext>
            </a:extLst>
          </p:cNvPr>
          <p:cNvGrpSpPr/>
          <p:nvPr/>
        </p:nvGrpSpPr>
        <p:grpSpPr>
          <a:xfrm>
            <a:off x="1926414" y="5905917"/>
            <a:ext cx="308828" cy="367599"/>
            <a:chOff x="2385546" y="1084037"/>
            <a:chExt cx="308828" cy="367599"/>
          </a:xfrm>
        </p:grpSpPr>
        <p:sp>
          <p:nvSpPr>
            <p:cNvPr id="1307" name="직사각형 1306">
              <a:extLst>
                <a:ext uri="{FF2B5EF4-FFF2-40B4-BE49-F238E27FC236}">
                  <a16:creationId xmlns:a16="http://schemas.microsoft.com/office/drawing/2014/main" id="{31EF3168-9B97-76D7-3AB9-E35FBBBD355D}"/>
                </a:ext>
              </a:extLst>
            </p:cNvPr>
            <p:cNvSpPr/>
            <p:nvPr/>
          </p:nvSpPr>
          <p:spPr>
            <a:xfrm>
              <a:off x="2392409" y="1177864"/>
              <a:ext cx="260117" cy="27377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</a:rPr>
                <a:t>EMI </a:t>
              </a:r>
            </a:p>
            <a:p>
              <a:pPr algn="ctr"/>
              <a:r>
                <a:rPr lang="en-US" altLang="ko-KR" sz="600" dirty="0">
                  <a:solidFill>
                    <a:schemeClr val="tx1"/>
                  </a:solidFill>
                </a:rPr>
                <a:t>FILTER</a:t>
              </a:r>
              <a:endParaRPr lang="ko-KR" altLang="en-US" sz="600" dirty="0">
                <a:solidFill>
                  <a:schemeClr val="tx1"/>
                </a:solidFill>
              </a:endParaRPr>
            </a:p>
          </p:txBody>
        </p:sp>
        <p:sp>
          <p:nvSpPr>
            <p:cNvPr id="1308" name="TextBox 1307">
              <a:extLst>
                <a:ext uri="{FF2B5EF4-FFF2-40B4-BE49-F238E27FC236}">
                  <a16:creationId xmlns:a16="http://schemas.microsoft.com/office/drawing/2014/main" id="{DCC569BA-5163-EC33-82CC-1A5FE077268F}"/>
                </a:ext>
              </a:extLst>
            </p:cNvPr>
            <p:cNvSpPr txBox="1"/>
            <p:nvPr/>
          </p:nvSpPr>
          <p:spPr>
            <a:xfrm>
              <a:off x="2385546" y="1084037"/>
              <a:ext cx="30882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BNX022</a:t>
              </a:r>
              <a:endParaRPr lang="ko-KR" altLang="en-US" sz="600" b="1" dirty="0"/>
            </a:p>
          </p:txBody>
        </p:sp>
      </p:grpSp>
      <p:grpSp>
        <p:nvGrpSpPr>
          <p:cNvPr id="1309" name="그룹 1308">
            <a:extLst>
              <a:ext uri="{FF2B5EF4-FFF2-40B4-BE49-F238E27FC236}">
                <a16:creationId xmlns:a16="http://schemas.microsoft.com/office/drawing/2014/main" id="{2E42F764-5BEA-2793-7005-FD8BC2B4E962}"/>
              </a:ext>
            </a:extLst>
          </p:cNvPr>
          <p:cNvGrpSpPr/>
          <p:nvPr/>
        </p:nvGrpSpPr>
        <p:grpSpPr>
          <a:xfrm>
            <a:off x="2226453" y="5879318"/>
            <a:ext cx="527958" cy="304609"/>
            <a:chOff x="2792738" y="1158048"/>
            <a:chExt cx="527958" cy="304609"/>
          </a:xfrm>
        </p:grpSpPr>
        <p:cxnSp>
          <p:nvCxnSpPr>
            <p:cNvPr id="1310" name="직선 연결선 1309">
              <a:extLst>
                <a:ext uri="{FF2B5EF4-FFF2-40B4-BE49-F238E27FC236}">
                  <a16:creationId xmlns:a16="http://schemas.microsoft.com/office/drawing/2014/main" id="{DE2BCE8B-46A1-D887-8879-0B959EC7406C}"/>
                </a:ext>
              </a:extLst>
            </p:cNvPr>
            <p:cNvCxnSpPr>
              <a:cxnSpLocks/>
            </p:cNvCxnSpPr>
            <p:nvPr/>
          </p:nvCxnSpPr>
          <p:spPr>
            <a:xfrm>
              <a:off x="2823475" y="1314750"/>
              <a:ext cx="924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11" name="그룹 1310">
              <a:extLst>
                <a:ext uri="{FF2B5EF4-FFF2-40B4-BE49-F238E27FC236}">
                  <a16:creationId xmlns:a16="http://schemas.microsoft.com/office/drawing/2014/main" id="{423546F5-EB8F-5D12-D517-C04EE2F2CB60}"/>
                </a:ext>
              </a:extLst>
            </p:cNvPr>
            <p:cNvGrpSpPr/>
            <p:nvPr/>
          </p:nvGrpSpPr>
          <p:grpSpPr>
            <a:xfrm>
              <a:off x="2919009" y="1284531"/>
              <a:ext cx="231627" cy="60438"/>
              <a:chOff x="4368949" y="6656461"/>
              <a:chExt cx="231627" cy="60438"/>
            </a:xfrm>
          </p:grpSpPr>
          <p:sp>
            <p:nvSpPr>
              <p:cNvPr id="1315" name="타원 1314">
                <a:extLst>
                  <a:ext uri="{FF2B5EF4-FFF2-40B4-BE49-F238E27FC236}">
                    <a16:creationId xmlns:a16="http://schemas.microsoft.com/office/drawing/2014/main" id="{DA09A2DF-4B7C-15D1-7216-D82AAD826017}"/>
                  </a:ext>
                </a:extLst>
              </p:cNvPr>
              <p:cNvSpPr/>
              <p:nvPr/>
            </p:nvSpPr>
            <p:spPr>
              <a:xfrm>
                <a:off x="4368949" y="6656461"/>
                <a:ext cx="60438" cy="6043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16" name="타원 1315">
                <a:extLst>
                  <a:ext uri="{FF2B5EF4-FFF2-40B4-BE49-F238E27FC236}">
                    <a16:creationId xmlns:a16="http://schemas.microsoft.com/office/drawing/2014/main" id="{E1296B41-61AC-A0D1-E759-689B7BE06F61}"/>
                  </a:ext>
                </a:extLst>
              </p:cNvPr>
              <p:cNvSpPr/>
              <p:nvPr/>
            </p:nvSpPr>
            <p:spPr>
              <a:xfrm>
                <a:off x="4544868" y="6658687"/>
                <a:ext cx="55708" cy="5570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317" name="연결선: 구부러짐 1316">
                <a:extLst>
                  <a:ext uri="{FF2B5EF4-FFF2-40B4-BE49-F238E27FC236}">
                    <a16:creationId xmlns:a16="http://schemas.microsoft.com/office/drawing/2014/main" id="{742E52CB-0B4F-650C-7A1F-C35616E78CD9}"/>
                  </a:ext>
                </a:extLst>
              </p:cNvPr>
              <p:cNvCxnSpPr>
                <a:cxnSpLocks/>
                <a:stCxn id="1315" idx="7"/>
                <a:endCxn id="1316" idx="3"/>
              </p:cNvCxnSpPr>
              <p:nvPr/>
            </p:nvCxnSpPr>
            <p:spPr>
              <a:xfrm rot="16200000" flipH="1">
                <a:off x="4466318" y="6619529"/>
                <a:ext cx="40925" cy="132490"/>
              </a:xfrm>
              <a:prstGeom prst="curvedConnector5">
                <a:avLst>
                  <a:gd name="adj1" fmla="val -93097"/>
                  <a:gd name="adj2" fmla="val 50261"/>
                  <a:gd name="adj3" fmla="val 175641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12" name="직선 연결선 1311">
              <a:extLst>
                <a:ext uri="{FF2B5EF4-FFF2-40B4-BE49-F238E27FC236}">
                  <a16:creationId xmlns:a16="http://schemas.microsoft.com/office/drawing/2014/main" id="{17004C2E-BFFF-2656-3E1C-FA691964E8D6}"/>
                </a:ext>
              </a:extLst>
            </p:cNvPr>
            <p:cNvCxnSpPr>
              <a:cxnSpLocks/>
            </p:cNvCxnSpPr>
            <p:nvPr/>
          </p:nvCxnSpPr>
          <p:spPr>
            <a:xfrm>
              <a:off x="3153722" y="1314750"/>
              <a:ext cx="924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3" name="TextBox 1312">
              <a:extLst>
                <a:ext uri="{FF2B5EF4-FFF2-40B4-BE49-F238E27FC236}">
                  <a16:creationId xmlns:a16="http://schemas.microsoft.com/office/drawing/2014/main" id="{3CA9FA92-DCB2-B187-EA2D-1F176DC1170C}"/>
                </a:ext>
              </a:extLst>
            </p:cNvPr>
            <p:cNvSpPr txBox="1"/>
            <p:nvPr/>
          </p:nvSpPr>
          <p:spPr>
            <a:xfrm>
              <a:off x="2792738" y="1370324"/>
              <a:ext cx="52795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0154007.0DR</a:t>
              </a:r>
              <a:endParaRPr lang="ko-KR" altLang="en-US" sz="600" b="1" dirty="0"/>
            </a:p>
          </p:txBody>
        </p:sp>
        <p:sp>
          <p:nvSpPr>
            <p:cNvPr id="1314" name="TextBox 1313">
              <a:extLst>
                <a:ext uri="{FF2B5EF4-FFF2-40B4-BE49-F238E27FC236}">
                  <a16:creationId xmlns:a16="http://schemas.microsoft.com/office/drawing/2014/main" id="{C9339E1B-03F7-ACDB-D0CC-5BF499D0B433}"/>
                </a:ext>
              </a:extLst>
            </p:cNvPr>
            <p:cNvSpPr txBox="1"/>
            <p:nvPr/>
          </p:nvSpPr>
          <p:spPr>
            <a:xfrm>
              <a:off x="2881075" y="1158048"/>
              <a:ext cx="30643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7A Fuse</a:t>
              </a:r>
              <a:endParaRPr lang="ko-KR" altLang="en-US" sz="600" b="1" dirty="0"/>
            </a:p>
          </p:txBody>
        </p:sp>
      </p:grpSp>
      <p:sp>
        <p:nvSpPr>
          <p:cNvPr id="1318" name="타원 1317">
            <a:extLst>
              <a:ext uri="{FF2B5EF4-FFF2-40B4-BE49-F238E27FC236}">
                <a16:creationId xmlns:a16="http://schemas.microsoft.com/office/drawing/2014/main" id="{E8DCE6D3-1BA6-4A9B-34AF-E321E45F0765}"/>
              </a:ext>
            </a:extLst>
          </p:cNvPr>
          <p:cNvSpPr>
            <a:spLocks noChangeAspect="1"/>
          </p:cNvSpPr>
          <p:nvPr/>
        </p:nvSpPr>
        <p:spPr>
          <a:xfrm>
            <a:off x="2274756" y="6222155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1319" name="직선 화살표 연결선 1318">
            <a:extLst>
              <a:ext uri="{FF2B5EF4-FFF2-40B4-BE49-F238E27FC236}">
                <a16:creationId xmlns:a16="http://schemas.microsoft.com/office/drawing/2014/main" id="{F7D6145C-ACFA-DB3A-99D3-94BB6395791D}"/>
              </a:ext>
            </a:extLst>
          </p:cNvPr>
          <p:cNvCxnSpPr>
            <a:cxnSpLocks/>
          </p:cNvCxnSpPr>
          <p:nvPr/>
        </p:nvCxnSpPr>
        <p:spPr>
          <a:xfrm>
            <a:off x="4223281" y="6013937"/>
            <a:ext cx="170874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0" name="직선 화살표 연결선 1319">
            <a:extLst>
              <a:ext uri="{FF2B5EF4-FFF2-40B4-BE49-F238E27FC236}">
                <a16:creationId xmlns:a16="http://schemas.microsoft.com/office/drawing/2014/main" id="{328D2B3E-9D6C-68BF-DAD4-742D534B59BC}"/>
              </a:ext>
            </a:extLst>
          </p:cNvPr>
          <p:cNvCxnSpPr>
            <a:cxnSpLocks/>
          </p:cNvCxnSpPr>
          <p:nvPr/>
        </p:nvCxnSpPr>
        <p:spPr>
          <a:xfrm>
            <a:off x="3462340" y="6218757"/>
            <a:ext cx="919162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1" name="TextBox 1320">
            <a:extLst>
              <a:ext uri="{FF2B5EF4-FFF2-40B4-BE49-F238E27FC236}">
                <a16:creationId xmlns:a16="http://schemas.microsoft.com/office/drawing/2014/main" id="{964DEEBA-BDFA-E6C8-C030-5BB8D9A0E6F5}"/>
              </a:ext>
            </a:extLst>
          </p:cNvPr>
          <p:cNvSpPr txBox="1"/>
          <p:nvPr/>
        </p:nvSpPr>
        <p:spPr>
          <a:xfrm>
            <a:off x="867394" y="6419850"/>
            <a:ext cx="39819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0070C0"/>
                </a:solidFill>
              </a:rPr>
              <a:t>24Vdc</a:t>
            </a:r>
            <a:endParaRPr lang="ko-KR" altLang="en-US" sz="800" dirty="0">
              <a:solidFill>
                <a:srgbClr val="0070C0"/>
              </a:solidFill>
            </a:endParaRPr>
          </a:p>
        </p:txBody>
      </p:sp>
      <p:sp>
        <p:nvSpPr>
          <p:cNvPr id="1322" name="직사각형 1321">
            <a:extLst>
              <a:ext uri="{FF2B5EF4-FFF2-40B4-BE49-F238E27FC236}">
                <a16:creationId xmlns:a16="http://schemas.microsoft.com/office/drawing/2014/main" id="{A67FD7FD-749A-6347-EFFA-C903E4DC82FD}"/>
              </a:ext>
            </a:extLst>
          </p:cNvPr>
          <p:cNvSpPr/>
          <p:nvPr/>
        </p:nvSpPr>
        <p:spPr>
          <a:xfrm>
            <a:off x="2826879" y="5614313"/>
            <a:ext cx="634705" cy="3128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R7812-0.5</a:t>
            </a:r>
          </a:p>
          <a:p>
            <a:pPr algn="ctr"/>
            <a:r>
              <a:rPr lang="en-US" altLang="ko-KR" sz="600" dirty="0">
                <a:solidFill>
                  <a:schemeClr val="tx1"/>
                </a:solidFill>
                <a:latin typeface="+mn-ea"/>
              </a:rPr>
              <a:t>(DCDC module)</a:t>
            </a:r>
          </a:p>
          <a:p>
            <a:pPr algn="ctr"/>
            <a:r>
              <a:rPr lang="en-US" altLang="ko-KR" sz="600" dirty="0">
                <a:solidFill>
                  <a:schemeClr val="tx1"/>
                </a:solidFill>
                <a:latin typeface="+mn-ea"/>
              </a:rPr>
              <a:t>inductor + FET</a:t>
            </a:r>
          </a:p>
        </p:txBody>
      </p:sp>
      <p:cxnSp>
        <p:nvCxnSpPr>
          <p:cNvPr id="1323" name="직선 연결선 1322">
            <a:extLst>
              <a:ext uri="{FF2B5EF4-FFF2-40B4-BE49-F238E27FC236}">
                <a16:creationId xmlns:a16="http://schemas.microsoft.com/office/drawing/2014/main" id="{C18CC834-ACD5-2BF4-83F0-FEE0B157B2D7}"/>
              </a:ext>
            </a:extLst>
          </p:cNvPr>
          <p:cNvCxnSpPr>
            <a:cxnSpLocks/>
          </p:cNvCxnSpPr>
          <p:nvPr/>
        </p:nvCxnSpPr>
        <p:spPr>
          <a:xfrm>
            <a:off x="2710197" y="5770255"/>
            <a:ext cx="1263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4" name="직선 화살표 연결선 1323">
            <a:extLst>
              <a:ext uri="{FF2B5EF4-FFF2-40B4-BE49-F238E27FC236}">
                <a16:creationId xmlns:a16="http://schemas.microsoft.com/office/drawing/2014/main" id="{254616B3-37D0-7FD4-7791-B8A66D0DE50F}"/>
              </a:ext>
            </a:extLst>
          </p:cNvPr>
          <p:cNvCxnSpPr>
            <a:cxnSpLocks/>
          </p:cNvCxnSpPr>
          <p:nvPr/>
        </p:nvCxnSpPr>
        <p:spPr>
          <a:xfrm flipV="1">
            <a:off x="2710197" y="5605473"/>
            <a:ext cx="0" cy="430904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5" name="타원 1324">
            <a:extLst>
              <a:ext uri="{FF2B5EF4-FFF2-40B4-BE49-F238E27FC236}">
                <a16:creationId xmlns:a16="http://schemas.microsoft.com/office/drawing/2014/main" id="{D3C20207-6932-29DB-1F51-75AE07560A59}"/>
              </a:ext>
            </a:extLst>
          </p:cNvPr>
          <p:cNvSpPr>
            <a:spLocks noChangeAspect="1"/>
          </p:cNvSpPr>
          <p:nvPr/>
        </p:nvSpPr>
        <p:spPr>
          <a:xfrm>
            <a:off x="2695118" y="6018378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327" name="TextBox 1326">
            <a:extLst>
              <a:ext uri="{FF2B5EF4-FFF2-40B4-BE49-F238E27FC236}">
                <a16:creationId xmlns:a16="http://schemas.microsoft.com/office/drawing/2014/main" id="{4A02341A-0083-B551-D14A-5C07F276C7D7}"/>
              </a:ext>
            </a:extLst>
          </p:cNvPr>
          <p:cNvSpPr txBox="1"/>
          <p:nvPr/>
        </p:nvSpPr>
        <p:spPr>
          <a:xfrm>
            <a:off x="4342772" y="5737938"/>
            <a:ext cx="3292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P12V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1328" name="직선 연결선 1327">
            <a:extLst>
              <a:ext uri="{FF2B5EF4-FFF2-40B4-BE49-F238E27FC236}">
                <a16:creationId xmlns:a16="http://schemas.microsoft.com/office/drawing/2014/main" id="{93785310-6D59-7DE3-2EF0-C74FEC2264FB}"/>
              </a:ext>
            </a:extLst>
          </p:cNvPr>
          <p:cNvCxnSpPr>
            <a:cxnSpLocks/>
          </p:cNvCxnSpPr>
          <p:nvPr/>
        </p:nvCxnSpPr>
        <p:spPr>
          <a:xfrm>
            <a:off x="3545720" y="6013153"/>
            <a:ext cx="837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" name="직선 연결선 1328">
            <a:extLst>
              <a:ext uri="{FF2B5EF4-FFF2-40B4-BE49-F238E27FC236}">
                <a16:creationId xmlns:a16="http://schemas.microsoft.com/office/drawing/2014/main" id="{2B4346FF-78B4-EACB-C0D0-A0CE2D293194}"/>
              </a:ext>
            </a:extLst>
          </p:cNvPr>
          <p:cNvCxnSpPr>
            <a:cxnSpLocks/>
          </p:cNvCxnSpPr>
          <p:nvPr/>
        </p:nvCxnSpPr>
        <p:spPr>
          <a:xfrm>
            <a:off x="3542837" y="6009244"/>
            <a:ext cx="0" cy="2185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0" name="타원 1329">
            <a:extLst>
              <a:ext uri="{FF2B5EF4-FFF2-40B4-BE49-F238E27FC236}">
                <a16:creationId xmlns:a16="http://schemas.microsoft.com/office/drawing/2014/main" id="{AC9D7B22-D612-A448-6DB2-ABCBBB4C8440}"/>
              </a:ext>
            </a:extLst>
          </p:cNvPr>
          <p:cNvSpPr>
            <a:spLocks noChangeAspect="1"/>
          </p:cNvSpPr>
          <p:nvPr/>
        </p:nvSpPr>
        <p:spPr>
          <a:xfrm>
            <a:off x="3523557" y="6202596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331" name="TextBox 1330">
            <a:extLst>
              <a:ext uri="{FF2B5EF4-FFF2-40B4-BE49-F238E27FC236}">
                <a16:creationId xmlns:a16="http://schemas.microsoft.com/office/drawing/2014/main" id="{5E6354B0-BECC-6243-282F-FF2A66582569}"/>
              </a:ext>
            </a:extLst>
          </p:cNvPr>
          <p:cNvSpPr txBox="1"/>
          <p:nvPr/>
        </p:nvSpPr>
        <p:spPr>
          <a:xfrm>
            <a:off x="4416403" y="5962443"/>
            <a:ext cx="2095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FF0000"/>
                </a:solidFill>
              </a:rPr>
              <a:t>P3V3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1338" name="직선 화살표 연결선 1337">
            <a:extLst>
              <a:ext uri="{FF2B5EF4-FFF2-40B4-BE49-F238E27FC236}">
                <a16:creationId xmlns:a16="http://schemas.microsoft.com/office/drawing/2014/main" id="{0E926841-4FF9-A767-6C90-D6FBAD43F227}"/>
              </a:ext>
            </a:extLst>
          </p:cNvPr>
          <p:cNvCxnSpPr>
            <a:cxnSpLocks/>
          </p:cNvCxnSpPr>
          <p:nvPr/>
        </p:nvCxnSpPr>
        <p:spPr>
          <a:xfrm>
            <a:off x="3457577" y="5796470"/>
            <a:ext cx="935832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1" name="TextBox 1340">
            <a:extLst>
              <a:ext uri="{FF2B5EF4-FFF2-40B4-BE49-F238E27FC236}">
                <a16:creationId xmlns:a16="http://schemas.microsoft.com/office/drawing/2014/main" id="{2E1E55FD-4CF7-15CA-C872-68A7E59E42AB}"/>
              </a:ext>
            </a:extLst>
          </p:cNvPr>
          <p:cNvSpPr txBox="1"/>
          <p:nvPr/>
        </p:nvSpPr>
        <p:spPr>
          <a:xfrm>
            <a:off x="2084302" y="4341492"/>
            <a:ext cx="2520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dirty="0">
                <a:solidFill>
                  <a:srgbClr val="0070C0"/>
                </a:solidFill>
              </a:rPr>
              <a:t>J1#15</a:t>
            </a:r>
            <a:endParaRPr lang="ko-KR" altLang="en-US" sz="600" dirty="0">
              <a:solidFill>
                <a:srgbClr val="0070C0"/>
              </a:solidFill>
            </a:endParaRPr>
          </a:p>
        </p:txBody>
      </p:sp>
      <p:sp>
        <p:nvSpPr>
          <p:cNvPr id="1342" name="TextBox 1341">
            <a:extLst>
              <a:ext uri="{FF2B5EF4-FFF2-40B4-BE49-F238E27FC236}">
                <a16:creationId xmlns:a16="http://schemas.microsoft.com/office/drawing/2014/main" id="{0E36E7FF-F694-CC43-A0D1-F0900FECB78B}"/>
              </a:ext>
            </a:extLst>
          </p:cNvPr>
          <p:cNvSpPr txBox="1"/>
          <p:nvPr/>
        </p:nvSpPr>
        <p:spPr>
          <a:xfrm>
            <a:off x="2084303" y="4266746"/>
            <a:ext cx="2520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dirty="0">
                <a:solidFill>
                  <a:srgbClr val="0070C0"/>
                </a:solidFill>
              </a:rPr>
              <a:t>J1#14</a:t>
            </a:r>
            <a:endParaRPr lang="ko-KR" altLang="en-US" sz="600" dirty="0">
              <a:solidFill>
                <a:srgbClr val="0070C0"/>
              </a:solidFill>
            </a:endParaRPr>
          </a:p>
        </p:txBody>
      </p:sp>
      <p:grpSp>
        <p:nvGrpSpPr>
          <p:cNvPr id="1346" name="그룹 1345">
            <a:extLst>
              <a:ext uri="{FF2B5EF4-FFF2-40B4-BE49-F238E27FC236}">
                <a16:creationId xmlns:a16="http://schemas.microsoft.com/office/drawing/2014/main" id="{08D9D921-CDA2-97E6-A6FA-C8CB39D286A6}"/>
              </a:ext>
            </a:extLst>
          </p:cNvPr>
          <p:cNvGrpSpPr/>
          <p:nvPr/>
        </p:nvGrpSpPr>
        <p:grpSpPr>
          <a:xfrm>
            <a:off x="7380551" y="5720471"/>
            <a:ext cx="476776" cy="524445"/>
            <a:chOff x="7193230" y="529761"/>
            <a:chExt cx="476776" cy="524445"/>
          </a:xfrm>
        </p:grpSpPr>
        <p:sp>
          <p:nvSpPr>
            <p:cNvPr id="1347" name="직사각형 1346">
              <a:extLst>
                <a:ext uri="{FF2B5EF4-FFF2-40B4-BE49-F238E27FC236}">
                  <a16:creationId xmlns:a16="http://schemas.microsoft.com/office/drawing/2014/main" id="{E324CF02-507B-E3D7-0F56-112380D765F9}"/>
                </a:ext>
              </a:extLst>
            </p:cNvPr>
            <p:cNvSpPr/>
            <p:nvPr/>
          </p:nvSpPr>
          <p:spPr>
            <a:xfrm>
              <a:off x="7193230" y="529761"/>
              <a:ext cx="476776" cy="52444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348" name="TextBox 1347">
              <a:extLst>
                <a:ext uri="{FF2B5EF4-FFF2-40B4-BE49-F238E27FC236}">
                  <a16:creationId xmlns:a16="http://schemas.microsoft.com/office/drawing/2014/main" id="{78C02FBF-4062-206B-EE88-D22D68B7736C}"/>
                </a:ext>
              </a:extLst>
            </p:cNvPr>
            <p:cNvSpPr txBox="1"/>
            <p:nvPr/>
          </p:nvSpPr>
          <p:spPr>
            <a:xfrm>
              <a:off x="7218987" y="542714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1</a:t>
              </a:r>
              <a:endParaRPr lang="ko-KR" altLang="en-US" sz="600" dirty="0"/>
            </a:p>
          </p:txBody>
        </p:sp>
        <p:sp>
          <p:nvSpPr>
            <p:cNvPr id="1349" name="TextBox 1348">
              <a:extLst>
                <a:ext uri="{FF2B5EF4-FFF2-40B4-BE49-F238E27FC236}">
                  <a16:creationId xmlns:a16="http://schemas.microsoft.com/office/drawing/2014/main" id="{A0C1668A-90F9-1498-6C02-8ACB6404CE07}"/>
                </a:ext>
              </a:extLst>
            </p:cNvPr>
            <p:cNvSpPr txBox="1"/>
            <p:nvPr/>
          </p:nvSpPr>
          <p:spPr>
            <a:xfrm>
              <a:off x="7218987" y="637706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2</a:t>
              </a:r>
              <a:endParaRPr lang="ko-KR" altLang="en-US" sz="600" dirty="0"/>
            </a:p>
          </p:txBody>
        </p:sp>
        <p:sp>
          <p:nvSpPr>
            <p:cNvPr id="1350" name="TextBox 1349">
              <a:extLst>
                <a:ext uri="{FF2B5EF4-FFF2-40B4-BE49-F238E27FC236}">
                  <a16:creationId xmlns:a16="http://schemas.microsoft.com/office/drawing/2014/main" id="{8FE44700-97A7-064A-EBCF-FE8C61C6D19F}"/>
                </a:ext>
              </a:extLst>
            </p:cNvPr>
            <p:cNvSpPr txBox="1"/>
            <p:nvPr/>
          </p:nvSpPr>
          <p:spPr>
            <a:xfrm>
              <a:off x="7221025" y="735274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4</a:t>
              </a:r>
              <a:endParaRPr lang="ko-KR" altLang="en-US" sz="600" dirty="0"/>
            </a:p>
          </p:txBody>
        </p:sp>
        <p:sp>
          <p:nvSpPr>
            <p:cNvPr id="1351" name="TextBox 1350">
              <a:extLst>
                <a:ext uri="{FF2B5EF4-FFF2-40B4-BE49-F238E27FC236}">
                  <a16:creationId xmlns:a16="http://schemas.microsoft.com/office/drawing/2014/main" id="{EC82BE5D-A435-250B-12A3-EE297B0C2920}"/>
                </a:ext>
              </a:extLst>
            </p:cNvPr>
            <p:cNvSpPr txBox="1"/>
            <p:nvPr/>
          </p:nvSpPr>
          <p:spPr>
            <a:xfrm>
              <a:off x="7218987" y="814250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8</a:t>
              </a:r>
              <a:endParaRPr lang="ko-KR" altLang="en-US" sz="600" dirty="0"/>
            </a:p>
          </p:txBody>
        </p:sp>
        <p:sp>
          <p:nvSpPr>
            <p:cNvPr id="1352" name="TextBox 1351">
              <a:extLst>
                <a:ext uri="{FF2B5EF4-FFF2-40B4-BE49-F238E27FC236}">
                  <a16:creationId xmlns:a16="http://schemas.microsoft.com/office/drawing/2014/main" id="{462C366E-BA94-4922-0D3B-3B294B9A1848}"/>
                </a:ext>
              </a:extLst>
            </p:cNvPr>
            <p:cNvSpPr txBox="1"/>
            <p:nvPr/>
          </p:nvSpPr>
          <p:spPr>
            <a:xfrm>
              <a:off x="7218987" y="936005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C</a:t>
              </a:r>
              <a:endParaRPr lang="ko-KR" altLang="en-US" sz="600" dirty="0"/>
            </a:p>
          </p:txBody>
        </p:sp>
        <p:sp>
          <p:nvSpPr>
            <p:cNvPr id="1353" name="타원 1352">
              <a:extLst>
                <a:ext uri="{FF2B5EF4-FFF2-40B4-BE49-F238E27FC236}">
                  <a16:creationId xmlns:a16="http://schemas.microsoft.com/office/drawing/2014/main" id="{71F32787-4FC5-17A2-8B41-094D75CEBBFE}"/>
                </a:ext>
              </a:extLst>
            </p:cNvPr>
            <p:cNvSpPr/>
            <p:nvPr/>
          </p:nvSpPr>
          <p:spPr>
            <a:xfrm>
              <a:off x="7311379" y="624303"/>
              <a:ext cx="316761" cy="31676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54" name="화살표: 위쪽 1353">
              <a:extLst>
                <a:ext uri="{FF2B5EF4-FFF2-40B4-BE49-F238E27FC236}">
                  <a16:creationId xmlns:a16="http://schemas.microsoft.com/office/drawing/2014/main" id="{6972014C-5CEA-5D2F-2A64-7866DA692316}"/>
                </a:ext>
              </a:extLst>
            </p:cNvPr>
            <p:cNvSpPr/>
            <p:nvPr/>
          </p:nvSpPr>
          <p:spPr>
            <a:xfrm>
              <a:off x="7427562" y="686312"/>
              <a:ext cx="84394" cy="190353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1364" name="직선 연결선 1363">
            <a:extLst>
              <a:ext uri="{FF2B5EF4-FFF2-40B4-BE49-F238E27FC236}">
                <a16:creationId xmlns:a16="http://schemas.microsoft.com/office/drawing/2014/main" id="{E100EAE4-C189-7CE9-3BC7-FB5C15A329B2}"/>
              </a:ext>
            </a:extLst>
          </p:cNvPr>
          <p:cNvCxnSpPr>
            <a:cxnSpLocks/>
          </p:cNvCxnSpPr>
          <p:nvPr/>
        </p:nvCxnSpPr>
        <p:spPr>
          <a:xfrm>
            <a:off x="1550648" y="3711123"/>
            <a:ext cx="5805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6" name="직선 연결선 1365">
            <a:extLst>
              <a:ext uri="{FF2B5EF4-FFF2-40B4-BE49-F238E27FC236}">
                <a16:creationId xmlns:a16="http://schemas.microsoft.com/office/drawing/2014/main" id="{9817599A-ABA3-112E-1E8A-209B898C5302}"/>
              </a:ext>
            </a:extLst>
          </p:cNvPr>
          <p:cNvCxnSpPr>
            <a:cxnSpLocks/>
          </p:cNvCxnSpPr>
          <p:nvPr/>
        </p:nvCxnSpPr>
        <p:spPr>
          <a:xfrm flipV="1">
            <a:off x="1715932" y="3519719"/>
            <a:ext cx="0" cy="1071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9" name="직선 연결선 1378">
            <a:extLst>
              <a:ext uri="{FF2B5EF4-FFF2-40B4-BE49-F238E27FC236}">
                <a16:creationId xmlns:a16="http://schemas.microsoft.com/office/drawing/2014/main" id="{9FCD2A3B-6A28-CEC1-C685-5D36728F8D40}"/>
              </a:ext>
            </a:extLst>
          </p:cNvPr>
          <p:cNvCxnSpPr>
            <a:cxnSpLocks/>
          </p:cNvCxnSpPr>
          <p:nvPr/>
        </p:nvCxnSpPr>
        <p:spPr>
          <a:xfrm flipV="1">
            <a:off x="5283063" y="3998397"/>
            <a:ext cx="0" cy="683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2" name="TextBox 1381">
            <a:extLst>
              <a:ext uri="{FF2B5EF4-FFF2-40B4-BE49-F238E27FC236}">
                <a16:creationId xmlns:a16="http://schemas.microsoft.com/office/drawing/2014/main" id="{5639AEEC-088A-B9FE-9848-B91D26BC4791}"/>
              </a:ext>
            </a:extLst>
          </p:cNvPr>
          <p:cNvSpPr txBox="1"/>
          <p:nvPr/>
        </p:nvSpPr>
        <p:spPr>
          <a:xfrm>
            <a:off x="5316846" y="6273168"/>
            <a:ext cx="40053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/>
              <a:t>ECAT OUT</a:t>
            </a:r>
            <a:endParaRPr lang="ko-KR" altLang="en-US" sz="600" b="1" dirty="0"/>
          </a:p>
        </p:txBody>
      </p:sp>
      <p:sp>
        <p:nvSpPr>
          <p:cNvPr id="1383" name="TextBox 1382">
            <a:extLst>
              <a:ext uri="{FF2B5EF4-FFF2-40B4-BE49-F238E27FC236}">
                <a16:creationId xmlns:a16="http://schemas.microsoft.com/office/drawing/2014/main" id="{A8F24371-5546-97F5-A96C-3E8C088B49B9}"/>
              </a:ext>
            </a:extLst>
          </p:cNvPr>
          <p:cNvSpPr txBox="1"/>
          <p:nvPr/>
        </p:nvSpPr>
        <p:spPr>
          <a:xfrm>
            <a:off x="5797858" y="6273168"/>
            <a:ext cx="40053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/>
              <a:t>ETHERNET</a:t>
            </a:r>
            <a:endParaRPr lang="ko-KR" altLang="en-US" sz="600" b="1" dirty="0"/>
          </a:p>
        </p:txBody>
      </p:sp>
      <p:cxnSp>
        <p:nvCxnSpPr>
          <p:cNvPr id="1400" name="직선 연결선 1399">
            <a:extLst>
              <a:ext uri="{FF2B5EF4-FFF2-40B4-BE49-F238E27FC236}">
                <a16:creationId xmlns:a16="http://schemas.microsoft.com/office/drawing/2014/main" id="{A99C676A-2266-2CEA-2742-3B2EA645BAED}"/>
              </a:ext>
            </a:extLst>
          </p:cNvPr>
          <p:cNvCxnSpPr>
            <a:cxnSpLocks/>
          </p:cNvCxnSpPr>
          <p:nvPr/>
        </p:nvCxnSpPr>
        <p:spPr>
          <a:xfrm>
            <a:off x="7933816" y="2451100"/>
            <a:ext cx="0" cy="21654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3" name="타원 1502">
            <a:extLst>
              <a:ext uri="{FF2B5EF4-FFF2-40B4-BE49-F238E27FC236}">
                <a16:creationId xmlns:a16="http://schemas.microsoft.com/office/drawing/2014/main" id="{8FA783C7-B474-9E26-F0DA-5F7369571B0E}"/>
              </a:ext>
            </a:extLst>
          </p:cNvPr>
          <p:cNvSpPr>
            <a:spLocks noChangeAspect="1"/>
          </p:cNvSpPr>
          <p:nvPr/>
        </p:nvSpPr>
        <p:spPr>
          <a:xfrm>
            <a:off x="6941266" y="3111349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1513" name="직선 연결선 1512">
            <a:extLst>
              <a:ext uri="{FF2B5EF4-FFF2-40B4-BE49-F238E27FC236}">
                <a16:creationId xmlns:a16="http://schemas.microsoft.com/office/drawing/2014/main" id="{D86B5C7B-7B64-F06D-40E9-F09A291D4017}"/>
              </a:ext>
            </a:extLst>
          </p:cNvPr>
          <p:cNvCxnSpPr>
            <a:cxnSpLocks/>
          </p:cNvCxnSpPr>
          <p:nvPr/>
        </p:nvCxnSpPr>
        <p:spPr>
          <a:xfrm>
            <a:off x="5000457" y="4363583"/>
            <a:ext cx="739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4" name="직선 연결선 1513">
            <a:extLst>
              <a:ext uri="{FF2B5EF4-FFF2-40B4-BE49-F238E27FC236}">
                <a16:creationId xmlns:a16="http://schemas.microsoft.com/office/drawing/2014/main" id="{B393413A-D474-8F90-A65B-7B9BF951AA69}"/>
              </a:ext>
            </a:extLst>
          </p:cNvPr>
          <p:cNvCxnSpPr>
            <a:cxnSpLocks/>
          </p:cNvCxnSpPr>
          <p:nvPr/>
        </p:nvCxnSpPr>
        <p:spPr>
          <a:xfrm>
            <a:off x="5072066" y="4365107"/>
            <a:ext cx="0" cy="1769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4" name="그룹 1523">
            <a:extLst>
              <a:ext uri="{FF2B5EF4-FFF2-40B4-BE49-F238E27FC236}">
                <a16:creationId xmlns:a16="http://schemas.microsoft.com/office/drawing/2014/main" id="{7AA9E995-ADA4-8E64-775A-CC37237005DD}"/>
              </a:ext>
            </a:extLst>
          </p:cNvPr>
          <p:cNvGrpSpPr/>
          <p:nvPr/>
        </p:nvGrpSpPr>
        <p:grpSpPr>
          <a:xfrm>
            <a:off x="6835919" y="2965352"/>
            <a:ext cx="423738" cy="218150"/>
            <a:chOff x="7713631" y="2289995"/>
            <a:chExt cx="423738" cy="218150"/>
          </a:xfrm>
        </p:grpSpPr>
        <p:grpSp>
          <p:nvGrpSpPr>
            <p:cNvPr id="1517" name="그룹 1516">
              <a:extLst>
                <a:ext uri="{FF2B5EF4-FFF2-40B4-BE49-F238E27FC236}">
                  <a16:creationId xmlns:a16="http://schemas.microsoft.com/office/drawing/2014/main" id="{E6B9968A-7B4E-D4B6-9999-F791203A9EE9}"/>
                </a:ext>
              </a:extLst>
            </p:cNvPr>
            <p:cNvGrpSpPr/>
            <p:nvPr/>
          </p:nvGrpSpPr>
          <p:grpSpPr>
            <a:xfrm rot="16200000">
              <a:off x="7787402" y="2216224"/>
              <a:ext cx="88636" cy="236178"/>
              <a:chOff x="3717131" y="4988720"/>
              <a:chExt cx="88636" cy="236178"/>
            </a:xfrm>
          </p:grpSpPr>
          <p:sp>
            <p:nvSpPr>
              <p:cNvPr id="1520" name="직사각형 1519">
                <a:extLst>
                  <a:ext uri="{FF2B5EF4-FFF2-40B4-BE49-F238E27FC236}">
                    <a16:creationId xmlns:a16="http://schemas.microsoft.com/office/drawing/2014/main" id="{533A9657-BF1A-3E1F-D1BB-AD513D3A9094}"/>
                  </a:ext>
                </a:extLst>
              </p:cNvPr>
              <p:cNvSpPr/>
              <p:nvPr/>
            </p:nvSpPr>
            <p:spPr>
              <a:xfrm>
                <a:off x="3717131" y="4988720"/>
                <a:ext cx="88636" cy="2361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1521" name="타원 1520">
                <a:extLst>
                  <a:ext uri="{FF2B5EF4-FFF2-40B4-BE49-F238E27FC236}">
                    <a16:creationId xmlns:a16="http://schemas.microsoft.com/office/drawing/2014/main" id="{CB40C7B6-7BCC-36CB-30D9-B48B3E6BD67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88393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1522" name="타원 1521">
                <a:extLst>
                  <a:ext uri="{FF2B5EF4-FFF2-40B4-BE49-F238E27FC236}">
                    <a16:creationId xmlns:a16="http://schemas.microsoft.com/office/drawing/2014/main" id="{CE57AC30-D86C-0542-758C-D7FFE3493E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22320"/>
                <a:ext cx="34919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1523" name="타원 1522">
                <a:extLst>
                  <a:ext uri="{FF2B5EF4-FFF2-40B4-BE49-F238E27FC236}">
                    <a16:creationId xmlns:a16="http://schemas.microsoft.com/office/drawing/2014/main" id="{0C34154E-4EF8-12B4-3B59-2099F0BE86A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154582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  <p:sp>
          <p:nvSpPr>
            <p:cNvPr id="1518" name="TextBox 1517">
              <a:extLst>
                <a:ext uri="{FF2B5EF4-FFF2-40B4-BE49-F238E27FC236}">
                  <a16:creationId xmlns:a16="http://schemas.microsoft.com/office/drawing/2014/main" id="{121D8D9A-48A5-B003-F2BB-08BA50476271}"/>
                </a:ext>
              </a:extLst>
            </p:cNvPr>
            <p:cNvSpPr txBox="1"/>
            <p:nvPr/>
          </p:nvSpPr>
          <p:spPr>
            <a:xfrm>
              <a:off x="7950400" y="2344210"/>
              <a:ext cx="1635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J12</a:t>
              </a:r>
              <a:endParaRPr lang="ko-KR" altLang="en-US" sz="600" b="1" dirty="0"/>
            </a:p>
          </p:txBody>
        </p:sp>
        <p:sp>
          <p:nvSpPr>
            <p:cNvPr id="1519" name="TextBox 1518">
              <a:extLst>
                <a:ext uri="{FF2B5EF4-FFF2-40B4-BE49-F238E27FC236}">
                  <a16:creationId xmlns:a16="http://schemas.microsoft.com/office/drawing/2014/main" id="{6F61BEEF-C7AB-2332-ED50-D36D8F74BC60}"/>
                </a:ext>
              </a:extLst>
            </p:cNvPr>
            <p:cNvSpPr txBox="1"/>
            <p:nvPr/>
          </p:nvSpPr>
          <p:spPr>
            <a:xfrm>
              <a:off x="7953561" y="2415812"/>
              <a:ext cx="1838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SEM</a:t>
              </a:r>
              <a:endParaRPr lang="ko-KR" altLang="en-US" sz="600" b="1" dirty="0"/>
            </a:p>
          </p:txBody>
        </p:sp>
      </p:grpSp>
      <p:cxnSp>
        <p:nvCxnSpPr>
          <p:cNvPr id="1538" name="직선 연결선 1537">
            <a:extLst>
              <a:ext uri="{FF2B5EF4-FFF2-40B4-BE49-F238E27FC236}">
                <a16:creationId xmlns:a16="http://schemas.microsoft.com/office/drawing/2014/main" id="{F0E30156-20BE-5237-4789-CD1CEF343ECB}"/>
              </a:ext>
            </a:extLst>
          </p:cNvPr>
          <p:cNvCxnSpPr>
            <a:cxnSpLocks/>
          </p:cNvCxnSpPr>
          <p:nvPr/>
        </p:nvCxnSpPr>
        <p:spPr>
          <a:xfrm>
            <a:off x="6957418" y="3013396"/>
            <a:ext cx="0" cy="1176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0" name="직선 연결선 1539">
            <a:extLst>
              <a:ext uri="{FF2B5EF4-FFF2-40B4-BE49-F238E27FC236}">
                <a16:creationId xmlns:a16="http://schemas.microsoft.com/office/drawing/2014/main" id="{158A6CD5-FB44-59E3-753C-619F4E472EF5}"/>
              </a:ext>
            </a:extLst>
          </p:cNvPr>
          <p:cNvCxnSpPr>
            <a:cxnSpLocks/>
          </p:cNvCxnSpPr>
          <p:nvPr/>
        </p:nvCxnSpPr>
        <p:spPr>
          <a:xfrm>
            <a:off x="6888362" y="2997632"/>
            <a:ext cx="0" cy="1309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2" name="직선 연결선 1541">
            <a:extLst>
              <a:ext uri="{FF2B5EF4-FFF2-40B4-BE49-F238E27FC236}">
                <a16:creationId xmlns:a16="http://schemas.microsoft.com/office/drawing/2014/main" id="{7598B9D0-9080-29FA-8492-49CE96FD3B1D}"/>
              </a:ext>
            </a:extLst>
          </p:cNvPr>
          <p:cNvCxnSpPr>
            <a:cxnSpLocks/>
          </p:cNvCxnSpPr>
          <p:nvPr/>
        </p:nvCxnSpPr>
        <p:spPr>
          <a:xfrm>
            <a:off x="7021712" y="3014301"/>
            <a:ext cx="0" cy="114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3" name="직선 연결선 1542">
            <a:extLst>
              <a:ext uri="{FF2B5EF4-FFF2-40B4-BE49-F238E27FC236}">
                <a16:creationId xmlns:a16="http://schemas.microsoft.com/office/drawing/2014/main" id="{079E469D-0550-53EC-AF5C-53EB9C794E3C}"/>
              </a:ext>
            </a:extLst>
          </p:cNvPr>
          <p:cNvCxnSpPr>
            <a:cxnSpLocks/>
          </p:cNvCxnSpPr>
          <p:nvPr/>
        </p:nvCxnSpPr>
        <p:spPr>
          <a:xfrm>
            <a:off x="6884485" y="3129120"/>
            <a:ext cx="1420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044EC0DF-7FAB-E3A1-214B-E3D2E870286D}"/>
              </a:ext>
            </a:extLst>
          </p:cNvPr>
          <p:cNvGrpSpPr/>
          <p:nvPr/>
        </p:nvGrpSpPr>
        <p:grpSpPr>
          <a:xfrm>
            <a:off x="3585270" y="3200667"/>
            <a:ext cx="566772" cy="324738"/>
            <a:chOff x="4684443" y="4808948"/>
            <a:chExt cx="566772" cy="324738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B59155A-228E-00EF-4B98-2223B3E52C0D}"/>
                </a:ext>
              </a:extLst>
            </p:cNvPr>
            <p:cNvSpPr/>
            <p:nvPr/>
          </p:nvSpPr>
          <p:spPr>
            <a:xfrm>
              <a:off x="4686696" y="4905085"/>
              <a:ext cx="539227" cy="2286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3DAFDB6-0061-B09E-43A3-B0274FF6D735}"/>
                </a:ext>
              </a:extLst>
            </p:cNvPr>
            <p:cNvSpPr txBox="1"/>
            <p:nvPr/>
          </p:nvSpPr>
          <p:spPr>
            <a:xfrm>
              <a:off x="4684443" y="4808948"/>
              <a:ext cx="56677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BYH05-200S01</a:t>
              </a:r>
              <a:endParaRPr lang="ko-KR" altLang="en-US" sz="6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0E1DC21-99E9-223E-5874-4460083DAEFA}"/>
                </a:ext>
              </a:extLst>
            </p:cNvPr>
            <p:cNvSpPr txBox="1"/>
            <p:nvPr/>
          </p:nvSpPr>
          <p:spPr>
            <a:xfrm>
              <a:off x="4711756" y="5027719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 err="1"/>
                <a:t>Vc</a:t>
              </a:r>
              <a:endParaRPr lang="ko-KR" altLang="en-US" sz="6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737100-F124-E893-78DB-115E9D9522F1}"/>
                </a:ext>
              </a:extLst>
            </p:cNvPr>
            <p:cNvSpPr txBox="1"/>
            <p:nvPr/>
          </p:nvSpPr>
          <p:spPr>
            <a:xfrm>
              <a:off x="4988374" y="4915268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Vo+</a:t>
              </a:r>
              <a:endParaRPr lang="ko-KR" altLang="en-US" sz="6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754AF8F-766A-CF94-C32B-1C2C0767A6BA}"/>
                </a:ext>
              </a:extLst>
            </p:cNvPr>
            <p:cNvSpPr txBox="1"/>
            <p:nvPr/>
          </p:nvSpPr>
          <p:spPr>
            <a:xfrm>
              <a:off x="4969323" y="5031884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Vo-</a:t>
              </a:r>
              <a:endParaRPr lang="ko-KR" altLang="en-US" sz="6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C537B2A-9106-EFA3-C868-8CB435C2EA6B}"/>
                </a:ext>
              </a:extLst>
            </p:cNvPr>
            <p:cNvSpPr txBox="1"/>
            <p:nvPr/>
          </p:nvSpPr>
          <p:spPr>
            <a:xfrm>
              <a:off x="4712454" y="4916090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Vin</a:t>
              </a:r>
              <a:endParaRPr lang="ko-KR" altLang="en-US" sz="600" dirty="0"/>
            </a:p>
          </p:txBody>
        </p:sp>
      </p:grp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6D9A4405-AA99-BD87-51C2-EC5846414E3C}"/>
              </a:ext>
            </a:extLst>
          </p:cNvPr>
          <p:cNvCxnSpPr>
            <a:cxnSpLocks/>
          </p:cNvCxnSpPr>
          <p:nvPr/>
        </p:nvCxnSpPr>
        <p:spPr>
          <a:xfrm>
            <a:off x="3433192" y="3355136"/>
            <a:ext cx="1595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D20A90EE-FAE4-FCA0-50EF-369AA2B596A4}"/>
              </a:ext>
            </a:extLst>
          </p:cNvPr>
          <p:cNvCxnSpPr>
            <a:cxnSpLocks/>
          </p:cNvCxnSpPr>
          <p:nvPr/>
        </p:nvCxnSpPr>
        <p:spPr>
          <a:xfrm>
            <a:off x="3444585" y="3693755"/>
            <a:ext cx="1457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2BED7EFF-E0BC-C1C5-ADA1-386A5CA6BB4B}"/>
              </a:ext>
            </a:extLst>
          </p:cNvPr>
          <p:cNvCxnSpPr>
            <a:cxnSpLocks/>
          </p:cNvCxnSpPr>
          <p:nvPr/>
        </p:nvCxnSpPr>
        <p:spPr>
          <a:xfrm>
            <a:off x="3447480" y="3203991"/>
            <a:ext cx="0" cy="491005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46E0B7B-594D-43E0-67EA-24C26EBD8DEA}"/>
              </a:ext>
            </a:extLst>
          </p:cNvPr>
          <p:cNvSpPr txBox="1"/>
          <p:nvPr/>
        </p:nvSpPr>
        <p:spPr>
          <a:xfrm>
            <a:off x="3703348" y="3382833"/>
            <a:ext cx="27887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+200V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2345E938-94B1-BA6F-D403-73CD2DEEBF31}"/>
              </a:ext>
            </a:extLst>
          </p:cNvPr>
          <p:cNvSpPr>
            <a:spLocks noChangeAspect="1"/>
          </p:cNvSpPr>
          <p:nvPr/>
        </p:nvSpPr>
        <p:spPr>
          <a:xfrm>
            <a:off x="3428351" y="3339161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0FEFA7A8-3DBA-9AFD-409B-71B5AFA4C8F9}"/>
              </a:ext>
            </a:extLst>
          </p:cNvPr>
          <p:cNvCxnSpPr>
            <a:cxnSpLocks/>
          </p:cNvCxnSpPr>
          <p:nvPr/>
        </p:nvCxnSpPr>
        <p:spPr>
          <a:xfrm>
            <a:off x="4125343" y="3466743"/>
            <a:ext cx="1092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8D5B3B3E-BB26-20A4-5F6F-5562D5CCD460}"/>
              </a:ext>
            </a:extLst>
          </p:cNvPr>
          <p:cNvCxnSpPr>
            <a:cxnSpLocks/>
          </p:cNvCxnSpPr>
          <p:nvPr/>
        </p:nvCxnSpPr>
        <p:spPr>
          <a:xfrm>
            <a:off x="4126137" y="3701976"/>
            <a:ext cx="1092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AA3B62EA-A8B3-3AB2-1114-054B754ECD5B}"/>
              </a:ext>
            </a:extLst>
          </p:cNvPr>
          <p:cNvCxnSpPr>
            <a:cxnSpLocks/>
          </p:cNvCxnSpPr>
          <p:nvPr/>
        </p:nvCxnSpPr>
        <p:spPr>
          <a:xfrm>
            <a:off x="4233431" y="3468255"/>
            <a:ext cx="0" cy="2874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ED76855-56A7-7E57-DD97-85FF13A77F34}"/>
              </a:ext>
            </a:extLst>
          </p:cNvPr>
          <p:cNvGrpSpPr/>
          <p:nvPr/>
        </p:nvGrpSpPr>
        <p:grpSpPr>
          <a:xfrm>
            <a:off x="4181997" y="3705434"/>
            <a:ext cx="98106" cy="90145"/>
            <a:chOff x="8462475" y="3600450"/>
            <a:chExt cx="98106" cy="90145"/>
          </a:xfrm>
        </p:grpSpPr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11E2027F-AB33-DB95-0CB8-501F4FFB60AD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4D148E12-30C7-9B1B-657E-8447F3ADEE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666D1A72-01B1-CAB6-4553-061F8748F4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CEB7BD7E-9AE0-F73E-D48F-EF875A38B0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09B8FD68-5EB3-C915-49CC-CD6E3C2FA061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타원 63">
            <a:extLst>
              <a:ext uri="{FF2B5EF4-FFF2-40B4-BE49-F238E27FC236}">
                <a16:creationId xmlns:a16="http://schemas.microsoft.com/office/drawing/2014/main" id="{7F0A15E1-9C49-7228-7B24-1F3C9E6748DB}"/>
              </a:ext>
            </a:extLst>
          </p:cNvPr>
          <p:cNvSpPr>
            <a:spLocks noChangeAspect="1"/>
          </p:cNvSpPr>
          <p:nvPr/>
        </p:nvSpPr>
        <p:spPr>
          <a:xfrm>
            <a:off x="4213590" y="3680520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0AF0A1A6-A25B-7845-4660-1F3150307ABC}"/>
              </a:ext>
            </a:extLst>
          </p:cNvPr>
          <p:cNvCxnSpPr>
            <a:cxnSpLocks/>
          </p:cNvCxnSpPr>
          <p:nvPr/>
        </p:nvCxnSpPr>
        <p:spPr>
          <a:xfrm>
            <a:off x="4125343" y="3357463"/>
            <a:ext cx="1255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2740030-04F9-DD13-AEA1-2F7FA6825F7E}"/>
              </a:ext>
            </a:extLst>
          </p:cNvPr>
          <p:cNvCxnSpPr>
            <a:cxnSpLocks/>
          </p:cNvCxnSpPr>
          <p:nvPr/>
        </p:nvCxnSpPr>
        <p:spPr>
          <a:xfrm>
            <a:off x="4125342" y="3821812"/>
            <a:ext cx="1890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BEA36AF9-632E-28DE-1FE1-2C971A3B08FA}"/>
              </a:ext>
            </a:extLst>
          </p:cNvPr>
          <p:cNvSpPr txBox="1"/>
          <p:nvPr/>
        </p:nvSpPr>
        <p:spPr>
          <a:xfrm>
            <a:off x="3326933" y="3124808"/>
            <a:ext cx="23545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P5V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F2D41BF0-7855-7B93-F55B-454B85B52BC4}"/>
              </a:ext>
            </a:extLst>
          </p:cNvPr>
          <p:cNvCxnSpPr>
            <a:cxnSpLocks/>
          </p:cNvCxnSpPr>
          <p:nvPr/>
        </p:nvCxnSpPr>
        <p:spPr>
          <a:xfrm>
            <a:off x="3490913" y="3466743"/>
            <a:ext cx="89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5D94B986-2AAE-7A09-B1B7-9C0A9309ABB1}"/>
              </a:ext>
            </a:extLst>
          </p:cNvPr>
          <p:cNvCxnSpPr>
            <a:cxnSpLocks/>
          </p:cNvCxnSpPr>
          <p:nvPr/>
        </p:nvCxnSpPr>
        <p:spPr>
          <a:xfrm>
            <a:off x="3533807" y="3809907"/>
            <a:ext cx="541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7CE2B144-8FF1-E976-7A36-4D81104E332C}"/>
              </a:ext>
            </a:extLst>
          </p:cNvPr>
          <p:cNvGrpSpPr/>
          <p:nvPr/>
        </p:nvGrpSpPr>
        <p:grpSpPr>
          <a:xfrm rot="16200000">
            <a:off x="4356747" y="2810918"/>
            <a:ext cx="202956" cy="526336"/>
            <a:chOff x="3602811" y="4988719"/>
            <a:chExt cx="202956" cy="526336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4F393CA8-FD89-8621-76AF-608436BCDB2B}"/>
                </a:ext>
              </a:extLst>
            </p:cNvPr>
            <p:cNvGrpSpPr/>
            <p:nvPr/>
          </p:nvGrpSpPr>
          <p:grpSpPr>
            <a:xfrm>
              <a:off x="3717131" y="4988719"/>
              <a:ext cx="88636" cy="295275"/>
              <a:chOff x="3717131" y="4988719"/>
              <a:chExt cx="88636" cy="295275"/>
            </a:xfrm>
          </p:grpSpPr>
          <p:sp>
            <p:nvSpPr>
              <p:cNvPr id="93" name="직사각형 92">
                <a:extLst>
                  <a:ext uri="{FF2B5EF4-FFF2-40B4-BE49-F238E27FC236}">
                    <a16:creationId xmlns:a16="http://schemas.microsoft.com/office/drawing/2014/main" id="{968A9574-1FA5-ACCA-3620-773C21719DE0}"/>
                  </a:ext>
                </a:extLst>
              </p:cNvPr>
              <p:cNvSpPr/>
              <p:nvPr/>
            </p:nvSpPr>
            <p:spPr>
              <a:xfrm>
                <a:off x="3717131" y="4988719"/>
                <a:ext cx="88636" cy="2952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EC76AB3D-EA06-00F9-27A3-E09FF8886CC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88393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13CFFED2-904A-64DE-38EE-8D99CC108B5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22320"/>
                <a:ext cx="34919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97" name="타원 96">
                <a:extLst>
                  <a:ext uri="{FF2B5EF4-FFF2-40B4-BE49-F238E27FC236}">
                    <a16:creationId xmlns:a16="http://schemas.microsoft.com/office/drawing/2014/main" id="{B7881CD9-2F8F-27C3-1683-392C3CCAE6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154582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D6298754-79EC-A3A2-A759-2379CD15EC1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223645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F84C717-1A11-45BE-4C1B-1BFAA55D9598}"/>
                </a:ext>
              </a:extLst>
            </p:cNvPr>
            <p:cNvSpPr txBox="1"/>
            <p:nvPr/>
          </p:nvSpPr>
          <p:spPr>
            <a:xfrm rot="5400000">
              <a:off x="3630844" y="5331681"/>
              <a:ext cx="1635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J13</a:t>
              </a:r>
              <a:endParaRPr lang="ko-KR" altLang="en-US" sz="600" b="1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1FEE8FD-1A32-7E5C-05FB-2BE1415E736C}"/>
                </a:ext>
              </a:extLst>
            </p:cNvPr>
            <p:cNvSpPr txBox="1"/>
            <p:nvPr/>
          </p:nvSpPr>
          <p:spPr>
            <a:xfrm rot="5400000">
              <a:off x="3529689" y="5349600"/>
              <a:ext cx="23857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Lens</a:t>
              </a:r>
              <a:endParaRPr lang="ko-KR" altLang="en-US" sz="600" b="1" dirty="0"/>
            </a:p>
          </p:txBody>
        </p:sp>
      </p:grp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7042582-76FC-CBA7-D50B-D80FF673529F}"/>
              </a:ext>
            </a:extLst>
          </p:cNvPr>
          <p:cNvCxnSpPr>
            <a:cxnSpLocks/>
          </p:cNvCxnSpPr>
          <p:nvPr/>
        </p:nvCxnSpPr>
        <p:spPr>
          <a:xfrm>
            <a:off x="4247715" y="3024828"/>
            <a:ext cx="0" cy="338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7DA90124-EFA0-AF1B-9459-E56BF803B2F7}"/>
              </a:ext>
            </a:extLst>
          </p:cNvPr>
          <p:cNvGrpSpPr/>
          <p:nvPr/>
        </p:nvGrpSpPr>
        <p:grpSpPr>
          <a:xfrm>
            <a:off x="4398960" y="3087261"/>
            <a:ext cx="98106" cy="90145"/>
            <a:chOff x="8462475" y="3600450"/>
            <a:chExt cx="98106" cy="90145"/>
          </a:xfrm>
        </p:grpSpPr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0C4D7733-F919-6AC0-CC13-6ABC0A1A7B77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BEDE05A5-2998-1598-B486-EDD18D0DB4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1A4810FE-2C46-82ED-39A3-8B572F3853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직선 연결선 108">
              <a:extLst>
                <a:ext uri="{FF2B5EF4-FFF2-40B4-BE49-F238E27FC236}">
                  <a16:creationId xmlns:a16="http://schemas.microsoft.com/office/drawing/2014/main" id="{6F5F7997-1237-0250-8475-983DBE947C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D13A5601-97DB-44B6-F5F3-54275426BF8E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68ECC536-6923-FA1A-51A3-A4C2E61214AC}"/>
              </a:ext>
            </a:extLst>
          </p:cNvPr>
          <p:cNvCxnSpPr>
            <a:cxnSpLocks/>
          </p:cNvCxnSpPr>
          <p:nvPr/>
        </p:nvCxnSpPr>
        <p:spPr>
          <a:xfrm>
            <a:off x="4447740" y="3027210"/>
            <a:ext cx="0" cy="785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5805C7D9-9FE4-E501-337B-E8C6F6046DEC}"/>
              </a:ext>
            </a:extLst>
          </p:cNvPr>
          <p:cNvGrpSpPr/>
          <p:nvPr/>
        </p:nvGrpSpPr>
        <p:grpSpPr>
          <a:xfrm>
            <a:off x="3585141" y="3547031"/>
            <a:ext cx="566772" cy="324738"/>
            <a:chOff x="4684443" y="4808948"/>
            <a:chExt cx="566772" cy="324738"/>
          </a:xfrm>
        </p:grpSpPr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92B152F4-0EE0-70B7-7C13-6A7A25857795}"/>
                </a:ext>
              </a:extLst>
            </p:cNvPr>
            <p:cNvSpPr/>
            <p:nvPr/>
          </p:nvSpPr>
          <p:spPr>
            <a:xfrm>
              <a:off x="4686696" y="4905085"/>
              <a:ext cx="539227" cy="22860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D2ECACD9-32F2-0C7A-9D35-4DD1CBF82E91}"/>
                </a:ext>
              </a:extLst>
            </p:cNvPr>
            <p:cNvSpPr txBox="1"/>
            <p:nvPr/>
          </p:nvSpPr>
          <p:spPr>
            <a:xfrm>
              <a:off x="4684443" y="4808948"/>
              <a:ext cx="56677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BYH05-200S01</a:t>
              </a:r>
              <a:endParaRPr lang="ko-KR" altLang="en-US" sz="600" b="1" dirty="0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91F456EB-550E-0908-0F5E-29145FFC2E9D}"/>
                </a:ext>
              </a:extLst>
            </p:cNvPr>
            <p:cNvSpPr txBox="1"/>
            <p:nvPr/>
          </p:nvSpPr>
          <p:spPr>
            <a:xfrm>
              <a:off x="4711756" y="5027719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 err="1"/>
                <a:t>Vc</a:t>
              </a:r>
              <a:endParaRPr lang="ko-KR" altLang="en-US" sz="600" dirty="0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332298C1-F06E-9B1B-DB67-AC294B938466}"/>
                </a:ext>
              </a:extLst>
            </p:cNvPr>
            <p:cNvSpPr txBox="1"/>
            <p:nvPr/>
          </p:nvSpPr>
          <p:spPr>
            <a:xfrm>
              <a:off x="4988374" y="4915268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Vo+</a:t>
              </a:r>
              <a:endParaRPr lang="ko-KR" altLang="en-US" sz="600" dirty="0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5BA17539-7422-8FB6-A6CC-29B4F8AC5D67}"/>
                </a:ext>
              </a:extLst>
            </p:cNvPr>
            <p:cNvSpPr txBox="1"/>
            <p:nvPr/>
          </p:nvSpPr>
          <p:spPr>
            <a:xfrm>
              <a:off x="4969323" y="5031884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Vo-</a:t>
              </a:r>
              <a:endParaRPr lang="ko-KR" altLang="en-US" sz="600" dirty="0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1B62729A-6417-986E-BEBB-BA439A544FD8}"/>
                </a:ext>
              </a:extLst>
            </p:cNvPr>
            <p:cNvSpPr txBox="1"/>
            <p:nvPr/>
          </p:nvSpPr>
          <p:spPr>
            <a:xfrm>
              <a:off x="4712454" y="4916090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Vin</a:t>
              </a:r>
              <a:endParaRPr lang="ko-KR" altLang="en-US" sz="600" dirty="0"/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0934AB8F-BD8C-F935-95F1-988ABC115FC2}"/>
              </a:ext>
            </a:extLst>
          </p:cNvPr>
          <p:cNvSpPr txBox="1"/>
          <p:nvPr/>
        </p:nvSpPr>
        <p:spPr>
          <a:xfrm>
            <a:off x="3709271" y="3722489"/>
            <a:ext cx="27887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-200V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1E40B10F-8956-03E6-4B1F-719DBAD16E3F}"/>
              </a:ext>
            </a:extLst>
          </p:cNvPr>
          <p:cNvCxnSpPr>
            <a:cxnSpLocks/>
          </p:cNvCxnSpPr>
          <p:nvPr/>
        </p:nvCxnSpPr>
        <p:spPr>
          <a:xfrm>
            <a:off x="3491854" y="3465059"/>
            <a:ext cx="0" cy="17665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18489B17-B2FE-A1E6-FD9F-FD5CEBB69B96}"/>
              </a:ext>
            </a:extLst>
          </p:cNvPr>
          <p:cNvCxnSpPr>
            <a:cxnSpLocks/>
          </p:cNvCxnSpPr>
          <p:nvPr/>
        </p:nvCxnSpPr>
        <p:spPr>
          <a:xfrm>
            <a:off x="3533807" y="3812381"/>
            <a:ext cx="0" cy="14978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9805BF8F-401D-3A04-24DF-DC493A211070}"/>
              </a:ext>
            </a:extLst>
          </p:cNvPr>
          <p:cNvGrpSpPr/>
          <p:nvPr/>
        </p:nvGrpSpPr>
        <p:grpSpPr>
          <a:xfrm rot="16200000">
            <a:off x="5302446" y="2772260"/>
            <a:ext cx="205942" cy="601922"/>
            <a:chOff x="3599825" y="4988719"/>
            <a:chExt cx="205942" cy="601922"/>
          </a:xfrm>
        </p:grpSpPr>
        <p:grpSp>
          <p:nvGrpSpPr>
            <p:cNvPr id="202" name="그룹 201">
              <a:extLst>
                <a:ext uri="{FF2B5EF4-FFF2-40B4-BE49-F238E27FC236}">
                  <a16:creationId xmlns:a16="http://schemas.microsoft.com/office/drawing/2014/main" id="{C390D4B8-643B-8952-55B7-EC579E06E549}"/>
                </a:ext>
              </a:extLst>
            </p:cNvPr>
            <p:cNvGrpSpPr/>
            <p:nvPr/>
          </p:nvGrpSpPr>
          <p:grpSpPr>
            <a:xfrm>
              <a:off x="3717131" y="4988719"/>
              <a:ext cx="88636" cy="295275"/>
              <a:chOff x="3717131" y="4988719"/>
              <a:chExt cx="88636" cy="295275"/>
            </a:xfrm>
          </p:grpSpPr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A8AEEBEB-463C-D818-EACA-CCFF3F3A287F}"/>
                  </a:ext>
                </a:extLst>
              </p:cNvPr>
              <p:cNvSpPr/>
              <p:nvPr/>
            </p:nvSpPr>
            <p:spPr>
              <a:xfrm>
                <a:off x="3717131" y="4988719"/>
                <a:ext cx="88636" cy="2952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206" name="타원 205">
                <a:extLst>
                  <a:ext uri="{FF2B5EF4-FFF2-40B4-BE49-F238E27FC236}">
                    <a16:creationId xmlns:a16="http://schemas.microsoft.com/office/drawing/2014/main" id="{D4B0C8E2-821E-5F13-CAB0-A2C2B076EA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88393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207" name="타원 206">
                <a:extLst>
                  <a:ext uri="{FF2B5EF4-FFF2-40B4-BE49-F238E27FC236}">
                    <a16:creationId xmlns:a16="http://schemas.microsoft.com/office/drawing/2014/main" id="{736906B9-B72C-8967-7884-91CB4E1F7C4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22320"/>
                <a:ext cx="34919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208" name="타원 207">
                <a:extLst>
                  <a:ext uri="{FF2B5EF4-FFF2-40B4-BE49-F238E27FC236}">
                    <a16:creationId xmlns:a16="http://schemas.microsoft.com/office/drawing/2014/main" id="{8A820769-0663-B8C3-F420-8EFDCFD943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154582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209" name="타원 208">
                <a:extLst>
                  <a:ext uri="{FF2B5EF4-FFF2-40B4-BE49-F238E27FC236}">
                    <a16:creationId xmlns:a16="http://schemas.microsoft.com/office/drawing/2014/main" id="{472A0C92-3C97-85A6-1970-02C75226EE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223645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E3979C18-B957-09C8-5CEC-8C48FDDB69A1}"/>
                </a:ext>
              </a:extLst>
            </p:cNvPr>
            <p:cNvSpPr txBox="1"/>
            <p:nvPr/>
          </p:nvSpPr>
          <p:spPr>
            <a:xfrm rot="5400000">
              <a:off x="3631991" y="5331346"/>
              <a:ext cx="1635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J22</a:t>
              </a:r>
              <a:endParaRPr lang="ko-KR" altLang="en-US" sz="600" b="1" dirty="0"/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CB44C477-A0D7-24A4-10AB-59A7B71041ED}"/>
                </a:ext>
              </a:extLst>
            </p:cNvPr>
            <p:cNvSpPr txBox="1"/>
            <p:nvPr/>
          </p:nvSpPr>
          <p:spPr>
            <a:xfrm rot="5400000">
              <a:off x="3480782" y="5379265"/>
              <a:ext cx="33041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Heater-1</a:t>
              </a:r>
              <a:endParaRPr lang="ko-KR" altLang="en-US" sz="600" b="1" dirty="0"/>
            </a:p>
          </p:txBody>
        </p: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33B703F8-4F40-0F1F-C763-7F8CB70BC6D6}"/>
              </a:ext>
            </a:extLst>
          </p:cNvPr>
          <p:cNvGrpSpPr/>
          <p:nvPr/>
        </p:nvGrpSpPr>
        <p:grpSpPr>
          <a:xfrm>
            <a:off x="4631015" y="3201163"/>
            <a:ext cx="363122" cy="326271"/>
            <a:chOff x="1518066" y="2760222"/>
            <a:chExt cx="363122" cy="326271"/>
          </a:xfrm>
        </p:grpSpPr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7C768C34-B428-9C18-1A3A-71BC00413B0B}"/>
                </a:ext>
              </a:extLst>
            </p:cNvPr>
            <p:cNvSpPr/>
            <p:nvPr/>
          </p:nvSpPr>
          <p:spPr>
            <a:xfrm>
              <a:off x="1520322" y="2851535"/>
              <a:ext cx="360866" cy="23495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013DE460-579B-4DD9-8E8A-9AADBE78E122}"/>
                </a:ext>
              </a:extLst>
            </p:cNvPr>
            <p:cNvSpPr txBox="1"/>
            <p:nvPr/>
          </p:nvSpPr>
          <p:spPr>
            <a:xfrm>
              <a:off x="1519215" y="2760222"/>
              <a:ext cx="28498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SSR</a:t>
              </a:r>
              <a:endParaRPr lang="ko-KR" altLang="en-US" sz="600" b="1" dirty="0"/>
            </a:p>
          </p:txBody>
        </p:sp>
        <p:grpSp>
          <p:nvGrpSpPr>
            <p:cNvPr id="213" name="그룹 212">
              <a:extLst>
                <a:ext uri="{FF2B5EF4-FFF2-40B4-BE49-F238E27FC236}">
                  <a16:creationId xmlns:a16="http://schemas.microsoft.com/office/drawing/2014/main" id="{9CA967F6-F3CA-B9E6-0DF3-12B2247036E3}"/>
                </a:ext>
              </a:extLst>
            </p:cNvPr>
            <p:cNvGrpSpPr/>
            <p:nvPr/>
          </p:nvGrpSpPr>
          <p:grpSpPr>
            <a:xfrm rot="5400000">
              <a:off x="1578868" y="2913668"/>
              <a:ext cx="65834" cy="108000"/>
              <a:chOff x="1829742" y="1040605"/>
              <a:chExt cx="65834" cy="108000"/>
            </a:xfrm>
          </p:grpSpPr>
          <p:sp>
            <p:nvSpPr>
              <p:cNvPr id="240" name="이등변 삼각형 239">
                <a:extLst>
                  <a:ext uri="{FF2B5EF4-FFF2-40B4-BE49-F238E27FC236}">
                    <a16:creationId xmlns:a16="http://schemas.microsoft.com/office/drawing/2014/main" id="{DF7EEE26-12CD-B7BF-F02F-618DDECCEA57}"/>
                  </a:ext>
                </a:extLst>
              </p:cNvPr>
              <p:cNvSpPr>
                <a:spLocks/>
              </p:cNvSpPr>
              <p:nvPr/>
            </p:nvSpPr>
            <p:spPr>
              <a:xfrm rot="5400000">
                <a:off x="1808659" y="1065994"/>
                <a:ext cx="98927" cy="56761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42" name="직선 연결선 241">
                <a:extLst>
                  <a:ext uri="{FF2B5EF4-FFF2-40B4-BE49-F238E27FC236}">
                    <a16:creationId xmlns:a16="http://schemas.microsoft.com/office/drawing/2014/main" id="{C92C1FBD-3F3A-485A-3A07-E5939CCF84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5576" y="1040605"/>
                <a:ext cx="0" cy="108000"/>
              </a:xfrm>
              <a:prstGeom prst="lin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4" name="직선 연결선 213">
              <a:extLst>
                <a:ext uri="{FF2B5EF4-FFF2-40B4-BE49-F238E27FC236}">
                  <a16:creationId xmlns:a16="http://schemas.microsoft.com/office/drawing/2014/main" id="{21FF804D-A3A6-B1CD-417C-7F4A988198E6}"/>
                </a:ext>
              </a:extLst>
            </p:cNvPr>
            <p:cNvCxnSpPr>
              <a:cxnSpLocks/>
            </p:cNvCxnSpPr>
            <p:nvPr/>
          </p:nvCxnSpPr>
          <p:spPr>
            <a:xfrm>
              <a:off x="1611454" y="2874169"/>
              <a:ext cx="0" cy="1881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직선 연결선 214">
              <a:extLst>
                <a:ext uri="{FF2B5EF4-FFF2-40B4-BE49-F238E27FC236}">
                  <a16:creationId xmlns:a16="http://schemas.microsoft.com/office/drawing/2014/main" id="{4AF06C0B-0239-EA25-47CA-C1A6F9F216DB}"/>
                </a:ext>
              </a:extLst>
            </p:cNvPr>
            <p:cNvCxnSpPr>
              <a:cxnSpLocks/>
            </p:cNvCxnSpPr>
            <p:nvPr/>
          </p:nvCxnSpPr>
          <p:spPr>
            <a:xfrm>
              <a:off x="1518066" y="2879274"/>
              <a:ext cx="94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직선 연결선 215">
              <a:extLst>
                <a:ext uri="{FF2B5EF4-FFF2-40B4-BE49-F238E27FC236}">
                  <a16:creationId xmlns:a16="http://schemas.microsoft.com/office/drawing/2014/main" id="{3C0FF02A-54C7-EE76-566F-3B61F451984F}"/>
                </a:ext>
              </a:extLst>
            </p:cNvPr>
            <p:cNvCxnSpPr>
              <a:cxnSpLocks/>
            </p:cNvCxnSpPr>
            <p:nvPr/>
          </p:nvCxnSpPr>
          <p:spPr>
            <a:xfrm>
              <a:off x="1518066" y="3062288"/>
              <a:ext cx="94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직선 연결선 216">
              <a:extLst>
                <a:ext uri="{FF2B5EF4-FFF2-40B4-BE49-F238E27FC236}">
                  <a16:creationId xmlns:a16="http://schemas.microsoft.com/office/drawing/2014/main" id="{E1E21958-456F-7CDA-7C03-B3706BFC30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4467" y="2883024"/>
              <a:ext cx="0" cy="16259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87401895-72FE-B20F-8F32-EF377AD1A7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7261" y="2883024"/>
              <a:ext cx="68837" cy="855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직선 화살표 연결선 218">
              <a:extLst>
                <a:ext uri="{FF2B5EF4-FFF2-40B4-BE49-F238E27FC236}">
                  <a16:creationId xmlns:a16="http://schemas.microsoft.com/office/drawing/2014/main" id="{D7F5EA88-7DE5-187D-994A-D37CA96AB448}"/>
                </a:ext>
              </a:extLst>
            </p:cNvPr>
            <p:cNvCxnSpPr>
              <a:cxnSpLocks/>
            </p:cNvCxnSpPr>
            <p:nvPr/>
          </p:nvCxnSpPr>
          <p:spPr>
            <a:xfrm>
              <a:off x="1724467" y="2964806"/>
              <a:ext cx="83751" cy="878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직선 연결선 219">
              <a:extLst>
                <a:ext uri="{FF2B5EF4-FFF2-40B4-BE49-F238E27FC236}">
                  <a16:creationId xmlns:a16="http://schemas.microsoft.com/office/drawing/2014/main" id="{6CDB3604-887F-4F47-B6F8-919765DE6416}"/>
                </a:ext>
              </a:extLst>
            </p:cNvPr>
            <p:cNvCxnSpPr>
              <a:cxnSpLocks/>
            </p:cNvCxnSpPr>
            <p:nvPr/>
          </p:nvCxnSpPr>
          <p:spPr>
            <a:xfrm>
              <a:off x="1792013" y="2885406"/>
              <a:ext cx="844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직선 연결선 237">
              <a:extLst>
                <a:ext uri="{FF2B5EF4-FFF2-40B4-BE49-F238E27FC236}">
                  <a16:creationId xmlns:a16="http://schemas.microsoft.com/office/drawing/2014/main" id="{CB2385F8-92E3-84E2-5892-EF96E3642A8A}"/>
                </a:ext>
              </a:extLst>
            </p:cNvPr>
            <p:cNvCxnSpPr>
              <a:cxnSpLocks/>
            </p:cNvCxnSpPr>
            <p:nvPr/>
          </p:nvCxnSpPr>
          <p:spPr>
            <a:xfrm>
              <a:off x="1802416" y="3052631"/>
              <a:ext cx="7877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84ADBD72-867F-43D4-7602-4A6C28E65E1B}"/>
              </a:ext>
            </a:extLst>
          </p:cNvPr>
          <p:cNvCxnSpPr>
            <a:cxnSpLocks/>
          </p:cNvCxnSpPr>
          <p:nvPr/>
        </p:nvCxnSpPr>
        <p:spPr>
          <a:xfrm>
            <a:off x="4990005" y="3327462"/>
            <a:ext cx="690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3515118A-456D-040A-732C-456503BEADE3}"/>
              </a:ext>
            </a:extLst>
          </p:cNvPr>
          <p:cNvCxnSpPr>
            <a:cxnSpLocks/>
          </p:cNvCxnSpPr>
          <p:nvPr/>
        </p:nvCxnSpPr>
        <p:spPr>
          <a:xfrm>
            <a:off x="4992688" y="3492910"/>
            <a:ext cx="165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D7C74DA1-D06E-F373-F6C0-CED8A295A515}"/>
              </a:ext>
            </a:extLst>
          </p:cNvPr>
          <p:cNvGrpSpPr/>
          <p:nvPr/>
        </p:nvGrpSpPr>
        <p:grpSpPr>
          <a:xfrm>
            <a:off x="4633423" y="3524340"/>
            <a:ext cx="415621" cy="273876"/>
            <a:chOff x="4684442" y="4787516"/>
            <a:chExt cx="415621" cy="273876"/>
          </a:xfrm>
        </p:grpSpPr>
        <p:sp>
          <p:nvSpPr>
            <p:cNvPr id="254" name="직사각형 253">
              <a:extLst>
                <a:ext uri="{FF2B5EF4-FFF2-40B4-BE49-F238E27FC236}">
                  <a16:creationId xmlns:a16="http://schemas.microsoft.com/office/drawing/2014/main" id="{F84565FC-6967-34C6-1680-C914E55279E2}"/>
                </a:ext>
              </a:extLst>
            </p:cNvPr>
            <p:cNvSpPr/>
            <p:nvPr/>
          </p:nvSpPr>
          <p:spPr>
            <a:xfrm>
              <a:off x="4686697" y="4876945"/>
              <a:ext cx="365220" cy="1844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B13C54A9-A471-74F2-E2EB-7EE01325B69F}"/>
                </a:ext>
              </a:extLst>
            </p:cNvPr>
            <p:cNvSpPr txBox="1"/>
            <p:nvPr/>
          </p:nvSpPr>
          <p:spPr>
            <a:xfrm>
              <a:off x="4684442" y="4787516"/>
              <a:ext cx="41562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MAX31855</a:t>
              </a:r>
              <a:endParaRPr lang="ko-KR" altLang="en-US" sz="600" b="1" dirty="0"/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BCBD8CCC-2996-0EB3-D18A-ECC9B14404C8}"/>
                </a:ext>
              </a:extLst>
            </p:cNvPr>
            <p:cNvSpPr txBox="1"/>
            <p:nvPr/>
          </p:nvSpPr>
          <p:spPr>
            <a:xfrm>
              <a:off x="4711584" y="4956656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SPI</a:t>
              </a:r>
              <a:endParaRPr lang="ko-KR" altLang="en-US" sz="600" dirty="0"/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09C2358E-573A-9948-E58D-6B646ADF1D30}"/>
                </a:ext>
              </a:extLst>
            </p:cNvPr>
            <p:cNvSpPr txBox="1"/>
            <p:nvPr/>
          </p:nvSpPr>
          <p:spPr>
            <a:xfrm>
              <a:off x="4809779" y="4886693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TC+</a:t>
              </a:r>
              <a:endParaRPr lang="ko-KR" altLang="en-US" sz="600" dirty="0"/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B2800607-CDD0-AEA5-7B69-049729503B49}"/>
                </a:ext>
              </a:extLst>
            </p:cNvPr>
            <p:cNvSpPr txBox="1"/>
            <p:nvPr/>
          </p:nvSpPr>
          <p:spPr>
            <a:xfrm>
              <a:off x="4856432" y="4961418"/>
              <a:ext cx="15954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TC-</a:t>
              </a:r>
              <a:endParaRPr lang="ko-KR" altLang="en-US" sz="600" dirty="0"/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6A77BC80-312B-1936-969E-EF50BC4CF63B}"/>
                </a:ext>
              </a:extLst>
            </p:cNvPr>
            <p:cNvSpPr txBox="1"/>
            <p:nvPr/>
          </p:nvSpPr>
          <p:spPr>
            <a:xfrm>
              <a:off x="4712454" y="4887515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 err="1"/>
                <a:t>Vdd</a:t>
              </a:r>
              <a:endParaRPr lang="ko-KR" altLang="en-US" sz="600" dirty="0"/>
            </a:p>
          </p:txBody>
        </p:sp>
      </p:grp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B3112127-DCC9-89DD-EF4C-9163BE0F5DFC}"/>
              </a:ext>
            </a:extLst>
          </p:cNvPr>
          <p:cNvCxnSpPr>
            <a:cxnSpLocks/>
          </p:cNvCxnSpPr>
          <p:nvPr/>
        </p:nvCxnSpPr>
        <p:spPr>
          <a:xfrm>
            <a:off x="5002704" y="3679506"/>
            <a:ext cx="2931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직선 연결선 270">
            <a:extLst>
              <a:ext uri="{FF2B5EF4-FFF2-40B4-BE49-F238E27FC236}">
                <a16:creationId xmlns:a16="http://schemas.microsoft.com/office/drawing/2014/main" id="{B4505043-B0D8-F36B-3897-480AFA62F99B}"/>
              </a:ext>
            </a:extLst>
          </p:cNvPr>
          <p:cNvCxnSpPr>
            <a:cxnSpLocks/>
          </p:cNvCxnSpPr>
          <p:nvPr/>
        </p:nvCxnSpPr>
        <p:spPr>
          <a:xfrm>
            <a:off x="4997942" y="3752185"/>
            <a:ext cx="3646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2E9AD7AE-A9C0-9A3A-F452-A57C6A52D939}"/>
              </a:ext>
            </a:extLst>
          </p:cNvPr>
          <p:cNvCxnSpPr>
            <a:cxnSpLocks/>
          </p:cNvCxnSpPr>
          <p:nvPr/>
        </p:nvCxnSpPr>
        <p:spPr>
          <a:xfrm>
            <a:off x="5056968" y="3233498"/>
            <a:ext cx="0" cy="93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34089E6E-2819-53D3-AB5C-528C019475EE}"/>
              </a:ext>
            </a:extLst>
          </p:cNvPr>
          <p:cNvCxnSpPr>
            <a:cxnSpLocks/>
          </p:cNvCxnSpPr>
          <p:nvPr/>
        </p:nvCxnSpPr>
        <p:spPr>
          <a:xfrm>
            <a:off x="4541838" y="3672297"/>
            <a:ext cx="895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53479800-6171-350D-C9B8-9E891058AD20}"/>
              </a:ext>
            </a:extLst>
          </p:cNvPr>
          <p:cNvSpPr txBox="1"/>
          <p:nvPr/>
        </p:nvSpPr>
        <p:spPr>
          <a:xfrm>
            <a:off x="4933468" y="3140323"/>
            <a:ext cx="19812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P24V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286" name="직선 연결선 285">
            <a:extLst>
              <a:ext uri="{FF2B5EF4-FFF2-40B4-BE49-F238E27FC236}">
                <a16:creationId xmlns:a16="http://schemas.microsoft.com/office/drawing/2014/main" id="{7A69B5A2-8390-467B-256A-154999EDAAA6}"/>
              </a:ext>
            </a:extLst>
          </p:cNvPr>
          <p:cNvCxnSpPr>
            <a:cxnSpLocks/>
          </p:cNvCxnSpPr>
          <p:nvPr/>
        </p:nvCxnSpPr>
        <p:spPr>
          <a:xfrm>
            <a:off x="5154601" y="3009099"/>
            <a:ext cx="0" cy="4808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8" name="그룹 297">
            <a:extLst>
              <a:ext uri="{FF2B5EF4-FFF2-40B4-BE49-F238E27FC236}">
                <a16:creationId xmlns:a16="http://schemas.microsoft.com/office/drawing/2014/main" id="{C6CAC511-5101-7016-77BC-480A6245642F}"/>
              </a:ext>
            </a:extLst>
          </p:cNvPr>
          <p:cNvGrpSpPr/>
          <p:nvPr/>
        </p:nvGrpSpPr>
        <p:grpSpPr>
          <a:xfrm>
            <a:off x="5172366" y="3069689"/>
            <a:ext cx="98106" cy="90145"/>
            <a:chOff x="8462475" y="3600450"/>
            <a:chExt cx="98106" cy="90145"/>
          </a:xfrm>
        </p:grpSpPr>
        <p:cxnSp>
          <p:nvCxnSpPr>
            <p:cNvPr id="300" name="직선 연결선 299">
              <a:extLst>
                <a:ext uri="{FF2B5EF4-FFF2-40B4-BE49-F238E27FC236}">
                  <a16:creationId xmlns:a16="http://schemas.microsoft.com/office/drawing/2014/main" id="{7EC9572B-BE58-4A67-628F-FBEBE3E26BBD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직선 연결선 305">
              <a:extLst>
                <a:ext uri="{FF2B5EF4-FFF2-40B4-BE49-F238E27FC236}">
                  <a16:creationId xmlns:a16="http://schemas.microsoft.com/office/drawing/2014/main" id="{F41D517F-C119-699A-A867-0831D6DE5A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직선 연결선 327">
              <a:extLst>
                <a:ext uri="{FF2B5EF4-FFF2-40B4-BE49-F238E27FC236}">
                  <a16:creationId xmlns:a16="http://schemas.microsoft.com/office/drawing/2014/main" id="{26D62847-6E33-015F-BB28-D479395C82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직선 연결선 331">
              <a:extLst>
                <a:ext uri="{FF2B5EF4-FFF2-40B4-BE49-F238E27FC236}">
                  <a16:creationId xmlns:a16="http://schemas.microsoft.com/office/drawing/2014/main" id="{0A974ABA-2C3D-E65B-BD23-E43AA25A3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직선 연결선 333">
              <a:extLst>
                <a:ext uri="{FF2B5EF4-FFF2-40B4-BE49-F238E27FC236}">
                  <a16:creationId xmlns:a16="http://schemas.microsoft.com/office/drawing/2014/main" id="{F70F2E3C-358B-C452-CAB3-2985670991D2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5" name="직선 연결선 344">
            <a:extLst>
              <a:ext uri="{FF2B5EF4-FFF2-40B4-BE49-F238E27FC236}">
                <a16:creationId xmlns:a16="http://schemas.microsoft.com/office/drawing/2014/main" id="{F6013984-F9FE-AEB5-D63D-A1F5CBE00683}"/>
              </a:ext>
            </a:extLst>
          </p:cNvPr>
          <p:cNvCxnSpPr>
            <a:cxnSpLocks/>
          </p:cNvCxnSpPr>
          <p:nvPr/>
        </p:nvCxnSpPr>
        <p:spPr>
          <a:xfrm>
            <a:off x="5221940" y="3029816"/>
            <a:ext cx="0" cy="785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CCB59A9F-99E9-9052-59CA-129C10C51C57}"/>
              </a:ext>
            </a:extLst>
          </p:cNvPr>
          <p:cNvSpPr txBox="1"/>
          <p:nvPr/>
        </p:nvSpPr>
        <p:spPr>
          <a:xfrm>
            <a:off x="4339074" y="3626451"/>
            <a:ext cx="21285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P3V3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347" name="직선 연결선 346">
            <a:extLst>
              <a:ext uri="{FF2B5EF4-FFF2-40B4-BE49-F238E27FC236}">
                <a16:creationId xmlns:a16="http://schemas.microsoft.com/office/drawing/2014/main" id="{6E492DE7-EDC5-A5B1-1BAA-8F1BEA1DBBE6}"/>
              </a:ext>
            </a:extLst>
          </p:cNvPr>
          <p:cNvCxnSpPr>
            <a:cxnSpLocks/>
          </p:cNvCxnSpPr>
          <p:nvPr/>
        </p:nvCxnSpPr>
        <p:spPr>
          <a:xfrm>
            <a:off x="5290332" y="3028950"/>
            <a:ext cx="0" cy="6515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직선 연결선 347">
            <a:extLst>
              <a:ext uri="{FF2B5EF4-FFF2-40B4-BE49-F238E27FC236}">
                <a16:creationId xmlns:a16="http://schemas.microsoft.com/office/drawing/2014/main" id="{73B4134F-CAB9-C756-19D4-4A641E5E5C99}"/>
              </a:ext>
            </a:extLst>
          </p:cNvPr>
          <p:cNvCxnSpPr>
            <a:cxnSpLocks/>
          </p:cNvCxnSpPr>
          <p:nvPr/>
        </p:nvCxnSpPr>
        <p:spPr>
          <a:xfrm>
            <a:off x="5359389" y="3024188"/>
            <a:ext cx="0" cy="7324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직선 연결선 358">
            <a:extLst>
              <a:ext uri="{FF2B5EF4-FFF2-40B4-BE49-F238E27FC236}">
                <a16:creationId xmlns:a16="http://schemas.microsoft.com/office/drawing/2014/main" id="{4C01288E-6803-B2F2-295C-56D247BA1C89}"/>
              </a:ext>
            </a:extLst>
          </p:cNvPr>
          <p:cNvCxnSpPr>
            <a:cxnSpLocks/>
          </p:cNvCxnSpPr>
          <p:nvPr/>
        </p:nvCxnSpPr>
        <p:spPr>
          <a:xfrm>
            <a:off x="4541321" y="3319594"/>
            <a:ext cx="928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TextBox 562">
            <a:extLst>
              <a:ext uri="{FF2B5EF4-FFF2-40B4-BE49-F238E27FC236}">
                <a16:creationId xmlns:a16="http://schemas.microsoft.com/office/drawing/2014/main" id="{11D84129-B3CA-9445-78A1-DF8A571EDF84}"/>
              </a:ext>
            </a:extLst>
          </p:cNvPr>
          <p:cNvSpPr txBox="1"/>
          <p:nvPr/>
        </p:nvSpPr>
        <p:spPr>
          <a:xfrm>
            <a:off x="11065086" y="378563"/>
            <a:ext cx="2420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0070C0"/>
                </a:solidFill>
              </a:rPr>
              <a:t>24VIN</a:t>
            </a:r>
            <a:endParaRPr lang="ko-KR" altLang="en-US" sz="600" dirty="0">
              <a:solidFill>
                <a:srgbClr val="0070C0"/>
              </a:solidFill>
            </a:endParaRPr>
          </a:p>
        </p:txBody>
      </p:sp>
      <p:cxnSp>
        <p:nvCxnSpPr>
          <p:cNvPr id="631" name="직선 연결선 630">
            <a:extLst>
              <a:ext uri="{FF2B5EF4-FFF2-40B4-BE49-F238E27FC236}">
                <a16:creationId xmlns:a16="http://schemas.microsoft.com/office/drawing/2014/main" id="{5BB1C392-68ED-1C36-2BDD-10337521B0E3}"/>
              </a:ext>
            </a:extLst>
          </p:cNvPr>
          <p:cNvCxnSpPr>
            <a:cxnSpLocks/>
          </p:cNvCxnSpPr>
          <p:nvPr/>
        </p:nvCxnSpPr>
        <p:spPr>
          <a:xfrm>
            <a:off x="4546084" y="3852014"/>
            <a:ext cx="10117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0" name="직선 연결선 639">
            <a:extLst>
              <a:ext uri="{FF2B5EF4-FFF2-40B4-BE49-F238E27FC236}">
                <a16:creationId xmlns:a16="http://schemas.microsoft.com/office/drawing/2014/main" id="{1BB3C3E4-B81D-5A40-3A10-A08DE277C19C}"/>
              </a:ext>
            </a:extLst>
          </p:cNvPr>
          <p:cNvCxnSpPr>
            <a:cxnSpLocks/>
          </p:cNvCxnSpPr>
          <p:nvPr/>
        </p:nvCxnSpPr>
        <p:spPr>
          <a:xfrm>
            <a:off x="4544496" y="3743734"/>
            <a:ext cx="895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3" name="직선 연결선 642">
            <a:extLst>
              <a:ext uri="{FF2B5EF4-FFF2-40B4-BE49-F238E27FC236}">
                <a16:creationId xmlns:a16="http://schemas.microsoft.com/office/drawing/2014/main" id="{A45615D2-CEEA-CC77-6430-DEE3DD41D5A1}"/>
              </a:ext>
            </a:extLst>
          </p:cNvPr>
          <p:cNvCxnSpPr>
            <a:cxnSpLocks/>
          </p:cNvCxnSpPr>
          <p:nvPr/>
        </p:nvCxnSpPr>
        <p:spPr>
          <a:xfrm>
            <a:off x="4546587" y="3743879"/>
            <a:ext cx="0" cy="109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2" name="그룹 711">
            <a:extLst>
              <a:ext uri="{FF2B5EF4-FFF2-40B4-BE49-F238E27FC236}">
                <a16:creationId xmlns:a16="http://schemas.microsoft.com/office/drawing/2014/main" id="{DC653421-E7B0-F8A9-D3D0-3B06BE005820}"/>
              </a:ext>
            </a:extLst>
          </p:cNvPr>
          <p:cNvGrpSpPr/>
          <p:nvPr/>
        </p:nvGrpSpPr>
        <p:grpSpPr>
          <a:xfrm rot="5400000">
            <a:off x="2730359" y="2785553"/>
            <a:ext cx="233208" cy="581550"/>
            <a:chOff x="3717132" y="4702444"/>
            <a:chExt cx="233208" cy="581550"/>
          </a:xfrm>
        </p:grpSpPr>
        <p:grpSp>
          <p:nvGrpSpPr>
            <p:cNvPr id="713" name="그룹 712">
              <a:extLst>
                <a:ext uri="{FF2B5EF4-FFF2-40B4-BE49-F238E27FC236}">
                  <a16:creationId xmlns:a16="http://schemas.microsoft.com/office/drawing/2014/main" id="{422E5BA0-DEEC-CA4E-C3F1-B15C5D181854}"/>
                </a:ext>
              </a:extLst>
            </p:cNvPr>
            <p:cNvGrpSpPr/>
            <p:nvPr/>
          </p:nvGrpSpPr>
          <p:grpSpPr>
            <a:xfrm>
              <a:off x="3717132" y="4988719"/>
              <a:ext cx="88636" cy="295275"/>
              <a:chOff x="3717132" y="4988719"/>
              <a:chExt cx="88636" cy="295275"/>
            </a:xfrm>
          </p:grpSpPr>
          <p:sp>
            <p:nvSpPr>
              <p:cNvPr id="716" name="직사각형 715">
                <a:extLst>
                  <a:ext uri="{FF2B5EF4-FFF2-40B4-BE49-F238E27FC236}">
                    <a16:creationId xmlns:a16="http://schemas.microsoft.com/office/drawing/2014/main" id="{CB166A8D-BA6B-AD66-C958-49E245BE0A12}"/>
                  </a:ext>
                </a:extLst>
              </p:cNvPr>
              <p:cNvSpPr/>
              <p:nvPr/>
            </p:nvSpPr>
            <p:spPr>
              <a:xfrm>
                <a:off x="3717132" y="4988719"/>
                <a:ext cx="88636" cy="2952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718" name="타원 717">
                <a:extLst>
                  <a:ext uri="{FF2B5EF4-FFF2-40B4-BE49-F238E27FC236}">
                    <a16:creationId xmlns:a16="http://schemas.microsoft.com/office/drawing/2014/main" id="{D392D36F-296E-CB53-DB70-4BECC26F1BB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88393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719" name="타원 718">
                <a:extLst>
                  <a:ext uri="{FF2B5EF4-FFF2-40B4-BE49-F238E27FC236}">
                    <a16:creationId xmlns:a16="http://schemas.microsoft.com/office/drawing/2014/main" id="{25A6FCBF-D26D-9871-7AB4-270EC9D92B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22320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720" name="타원 719">
                <a:extLst>
                  <a:ext uri="{FF2B5EF4-FFF2-40B4-BE49-F238E27FC236}">
                    <a16:creationId xmlns:a16="http://schemas.microsoft.com/office/drawing/2014/main" id="{A4FC04FC-904D-E087-8CA1-EFB2C9B165C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154582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721" name="타원 720">
                <a:extLst>
                  <a:ext uri="{FF2B5EF4-FFF2-40B4-BE49-F238E27FC236}">
                    <a16:creationId xmlns:a16="http://schemas.microsoft.com/office/drawing/2014/main" id="{AB36AADB-C7D4-7299-106B-57E9C4608C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223645"/>
                <a:ext cx="34919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  <p:sp>
          <p:nvSpPr>
            <p:cNvPr id="714" name="TextBox 713">
              <a:extLst>
                <a:ext uri="{FF2B5EF4-FFF2-40B4-BE49-F238E27FC236}">
                  <a16:creationId xmlns:a16="http://schemas.microsoft.com/office/drawing/2014/main" id="{DF1FCBF5-7740-B5D8-8490-21219FA0997D}"/>
                </a:ext>
              </a:extLst>
            </p:cNvPr>
            <p:cNvSpPr txBox="1"/>
            <p:nvPr/>
          </p:nvSpPr>
          <p:spPr>
            <a:xfrm rot="16200000">
              <a:off x="3741348" y="4877692"/>
              <a:ext cx="1635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J14</a:t>
              </a:r>
              <a:endParaRPr lang="ko-KR" altLang="en-US" sz="600" b="1" dirty="0"/>
            </a:p>
          </p:txBody>
        </p:sp>
        <p:sp>
          <p:nvSpPr>
            <p:cNvPr id="715" name="TextBox 714">
              <a:extLst>
                <a:ext uri="{FF2B5EF4-FFF2-40B4-BE49-F238E27FC236}">
                  <a16:creationId xmlns:a16="http://schemas.microsoft.com/office/drawing/2014/main" id="{79D4346D-A36A-3D06-E319-8D5D36458097}"/>
                </a:ext>
              </a:extLst>
            </p:cNvPr>
            <p:cNvSpPr txBox="1"/>
            <p:nvPr/>
          </p:nvSpPr>
          <p:spPr>
            <a:xfrm rot="16200000">
              <a:off x="3757415" y="4803036"/>
              <a:ext cx="29351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PKR361</a:t>
              </a:r>
              <a:endParaRPr lang="ko-KR" altLang="en-US" sz="600" b="1" dirty="0"/>
            </a:p>
          </p:txBody>
        </p:sp>
      </p:grpSp>
      <p:sp>
        <p:nvSpPr>
          <p:cNvPr id="722" name="TextBox 721">
            <a:extLst>
              <a:ext uri="{FF2B5EF4-FFF2-40B4-BE49-F238E27FC236}">
                <a16:creationId xmlns:a16="http://schemas.microsoft.com/office/drawing/2014/main" id="{07B504E3-936D-54DE-4A9C-88FFFEFD93ED}"/>
              </a:ext>
            </a:extLst>
          </p:cNvPr>
          <p:cNvSpPr txBox="1"/>
          <p:nvPr/>
        </p:nvSpPr>
        <p:spPr>
          <a:xfrm>
            <a:off x="2220209" y="3100194"/>
            <a:ext cx="2420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P24V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723" name="직선 연결선 722">
            <a:extLst>
              <a:ext uri="{FF2B5EF4-FFF2-40B4-BE49-F238E27FC236}">
                <a16:creationId xmlns:a16="http://schemas.microsoft.com/office/drawing/2014/main" id="{4588A859-0C88-0DF4-EEAD-2D3B68F5D8B9}"/>
              </a:ext>
            </a:extLst>
          </p:cNvPr>
          <p:cNvCxnSpPr>
            <a:cxnSpLocks/>
          </p:cNvCxnSpPr>
          <p:nvPr/>
        </p:nvCxnSpPr>
        <p:spPr>
          <a:xfrm>
            <a:off x="2670425" y="3146937"/>
            <a:ext cx="693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4" name="타원 723">
            <a:extLst>
              <a:ext uri="{FF2B5EF4-FFF2-40B4-BE49-F238E27FC236}">
                <a16:creationId xmlns:a16="http://schemas.microsoft.com/office/drawing/2014/main" id="{17A7A78B-5EE2-6F0E-5E4E-8BCC4E8ECC68}"/>
              </a:ext>
            </a:extLst>
          </p:cNvPr>
          <p:cNvSpPr>
            <a:spLocks noChangeAspect="1"/>
          </p:cNvSpPr>
          <p:nvPr/>
        </p:nvSpPr>
        <p:spPr>
          <a:xfrm>
            <a:off x="2717563" y="3130502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725" name="직선 연결선 724">
            <a:extLst>
              <a:ext uri="{FF2B5EF4-FFF2-40B4-BE49-F238E27FC236}">
                <a16:creationId xmlns:a16="http://schemas.microsoft.com/office/drawing/2014/main" id="{C7DA69D4-6348-EE10-C5FD-2BF95FB222AC}"/>
              </a:ext>
            </a:extLst>
          </p:cNvPr>
          <p:cNvCxnSpPr>
            <a:cxnSpLocks/>
          </p:cNvCxnSpPr>
          <p:nvPr/>
        </p:nvCxnSpPr>
        <p:spPr>
          <a:xfrm>
            <a:off x="2447574" y="3146937"/>
            <a:ext cx="1482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9" name="직선 연결선 728">
            <a:extLst>
              <a:ext uri="{FF2B5EF4-FFF2-40B4-BE49-F238E27FC236}">
                <a16:creationId xmlns:a16="http://schemas.microsoft.com/office/drawing/2014/main" id="{6A24907F-0249-30EB-E6D1-452C85D2559A}"/>
              </a:ext>
            </a:extLst>
          </p:cNvPr>
          <p:cNvCxnSpPr>
            <a:cxnSpLocks/>
          </p:cNvCxnSpPr>
          <p:nvPr/>
        </p:nvCxnSpPr>
        <p:spPr>
          <a:xfrm flipV="1">
            <a:off x="2598592" y="3029658"/>
            <a:ext cx="0" cy="1172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1" name="그룹 730">
            <a:extLst>
              <a:ext uri="{FF2B5EF4-FFF2-40B4-BE49-F238E27FC236}">
                <a16:creationId xmlns:a16="http://schemas.microsoft.com/office/drawing/2014/main" id="{CC5A0864-E0C5-72E3-96EF-16050E33B763}"/>
              </a:ext>
            </a:extLst>
          </p:cNvPr>
          <p:cNvGrpSpPr/>
          <p:nvPr/>
        </p:nvGrpSpPr>
        <p:grpSpPr>
          <a:xfrm>
            <a:off x="2684771" y="3142720"/>
            <a:ext cx="98106" cy="90145"/>
            <a:chOff x="8462475" y="3600450"/>
            <a:chExt cx="98106" cy="90145"/>
          </a:xfrm>
        </p:grpSpPr>
        <p:cxnSp>
          <p:nvCxnSpPr>
            <p:cNvPr id="732" name="직선 연결선 731">
              <a:extLst>
                <a:ext uri="{FF2B5EF4-FFF2-40B4-BE49-F238E27FC236}">
                  <a16:creationId xmlns:a16="http://schemas.microsoft.com/office/drawing/2014/main" id="{5BA60070-5AE7-B62E-D9AB-2818FA95CDC1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직선 연결선 732">
              <a:extLst>
                <a:ext uri="{FF2B5EF4-FFF2-40B4-BE49-F238E27FC236}">
                  <a16:creationId xmlns:a16="http://schemas.microsoft.com/office/drawing/2014/main" id="{C87A1187-88D6-FEA4-948A-5A5BEFD589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직선 연결선 733">
              <a:extLst>
                <a:ext uri="{FF2B5EF4-FFF2-40B4-BE49-F238E27FC236}">
                  <a16:creationId xmlns:a16="http://schemas.microsoft.com/office/drawing/2014/main" id="{7F2C0655-0412-2045-6E9C-9B3C951F13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직선 연결선 734">
              <a:extLst>
                <a:ext uri="{FF2B5EF4-FFF2-40B4-BE49-F238E27FC236}">
                  <a16:creationId xmlns:a16="http://schemas.microsoft.com/office/drawing/2014/main" id="{0838643F-7BF5-0BE5-B2E7-474A9AA363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직선 연결선 735">
              <a:extLst>
                <a:ext uri="{FF2B5EF4-FFF2-40B4-BE49-F238E27FC236}">
                  <a16:creationId xmlns:a16="http://schemas.microsoft.com/office/drawing/2014/main" id="{B50BDA9C-A9D0-4573-EF2F-94BC1FA4DB31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37" name="직선 연결선 736">
            <a:extLst>
              <a:ext uri="{FF2B5EF4-FFF2-40B4-BE49-F238E27FC236}">
                <a16:creationId xmlns:a16="http://schemas.microsoft.com/office/drawing/2014/main" id="{542837D9-81ED-C0C5-1DC5-D1386E2C86DE}"/>
              </a:ext>
            </a:extLst>
          </p:cNvPr>
          <p:cNvCxnSpPr>
            <a:cxnSpLocks/>
          </p:cNvCxnSpPr>
          <p:nvPr/>
        </p:nvCxnSpPr>
        <p:spPr>
          <a:xfrm flipV="1">
            <a:off x="2668442" y="3029658"/>
            <a:ext cx="0" cy="1172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8" name="직선 연결선 737">
            <a:extLst>
              <a:ext uri="{FF2B5EF4-FFF2-40B4-BE49-F238E27FC236}">
                <a16:creationId xmlns:a16="http://schemas.microsoft.com/office/drawing/2014/main" id="{0344629F-2202-E19F-465E-B1307D9C36AE}"/>
              </a:ext>
            </a:extLst>
          </p:cNvPr>
          <p:cNvCxnSpPr>
            <a:cxnSpLocks/>
          </p:cNvCxnSpPr>
          <p:nvPr/>
        </p:nvCxnSpPr>
        <p:spPr>
          <a:xfrm flipV="1">
            <a:off x="2735117" y="3032847"/>
            <a:ext cx="0" cy="1172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5" name="직선 연결선 754">
            <a:extLst>
              <a:ext uri="{FF2B5EF4-FFF2-40B4-BE49-F238E27FC236}">
                <a16:creationId xmlns:a16="http://schemas.microsoft.com/office/drawing/2014/main" id="{5205B793-EB95-F0D0-7717-6A43C372E0BA}"/>
              </a:ext>
            </a:extLst>
          </p:cNvPr>
          <p:cNvCxnSpPr>
            <a:cxnSpLocks/>
          </p:cNvCxnSpPr>
          <p:nvPr/>
        </p:nvCxnSpPr>
        <p:spPr>
          <a:xfrm flipV="1">
            <a:off x="2301974" y="3302824"/>
            <a:ext cx="0" cy="2456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직선 연결선 807">
            <a:extLst>
              <a:ext uri="{FF2B5EF4-FFF2-40B4-BE49-F238E27FC236}">
                <a16:creationId xmlns:a16="http://schemas.microsoft.com/office/drawing/2014/main" id="{3303ABCA-DE24-600C-24EC-01E35FB7D7BA}"/>
              </a:ext>
            </a:extLst>
          </p:cNvPr>
          <p:cNvCxnSpPr>
            <a:cxnSpLocks/>
          </p:cNvCxnSpPr>
          <p:nvPr/>
        </p:nvCxnSpPr>
        <p:spPr>
          <a:xfrm>
            <a:off x="6343650" y="4995162"/>
            <a:ext cx="1671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0" name="직선 연결선 809">
            <a:extLst>
              <a:ext uri="{FF2B5EF4-FFF2-40B4-BE49-F238E27FC236}">
                <a16:creationId xmlns:a16="http://schemas.microsoft.com/office/drawing/2014/main" id="{80DE182F-D354-AC82-9471-3352A47EB60F}"/>
              </a:ext>
            </a:extLst>
          </p:cNvPr>
          <p:cNvCxnSpPr>
            <a:cxnSpLocks/>
          </p:cNvCxnSpPr>
          <p:nvPr/>
        </p:nvCxnSpPr>
        <p:spPr>
          <a:xfrm>
            <a:off x="6343650" y="4925548"/>
            <a:ext cx="17478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직선 연결선 812">
            <a:extLst>
              <a:ext uri="{FF2B5EF4-FFF2-40B4-BE49-F238E27FC236}">
                <a16:creationId xmlns:a16="http://schemas.microsoft.com/office/drawing/2014/main" id="{D24E6FF3-D07F-8479-16A5-B36C42940F47}"/>
              </a:ext>
            </a:extLst>
          </p:cNvPr>
          <p:cNvCxnSpPr>
            <a:cxnSpLocks/>
          </p:cNvCxnSpPr>
          <p:nvPr/>
        </p:nvCxnSpPr>
        <p:spPr>
          <a:xfrm flipV="1">
            <a:off x="8015574" y="4995162"/>
            <a:ext cx="0" cy="10786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직선 연결선 815">
            <a:extLst>
              <a:ext uri="{FF2B5EF4-FFF2-40B4-BE49-F238E27FC236}">
                <a16:creationId xmlns:a16="http://schemas.microsoft.com/office/drawing/2014/main" id="{0F50C6E8-F8FB-A9F3-C859-F26940B743D7}"/>
              </a:ext>
            </a:extLst>
          </p:cNvPr>
          <p:cNvCxnSpPr>
            <a:cxnSpLocks/>
          </p:cNvCxnSpPr>
          <p:nvPr/>
        </p:nvCxnSpPr>
        <p:spPr>
          <a:xfrm flipV="1">
            <a:off x="8091774" y="4925548"/>
            <a:ext cx="0" cy="4656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2" name="그룹 541">
            <a:extLst>
              <a:ext uri="{FF2B5EF4-FFF2-40B4-BE49-F238E27FC236}">
                <a16:creationId xmlns:a16="http://schemas.microsoft.com/office/drawing/2014/main" id="{F343A074-75F8-3237-69D3-0BDD7700BC22}"/>
              </a:ext>
            </a:extLst>
          </p:cNvPr>
          <p:cNvGrpSpPr/>
          <p:nvPr/>
        </p:nvGrpSpPr>
        <p:grpSpPr>
          <a:xfrm>
            <a:off x="9812250" y="2300087"/>
            <a:ext cx="469451" cy="270180"/>
            <a:chOff x="3336316" y="4954284"/>
            <a:chExt cx="469451" cy="270180"/>
          </a:xfrm>
        </p:grpSpPr>
        <p:grpSp>
          <p:nvGrpSpPr>
            <p:cNvPr id="543" name="그룹 542">
              <a:extLst>
                <a:ext uri="{FF2B5EF4-FFF2-40B4-BE49-F238E27FC236}">
                  <a16:creationId xmlns:a16="http://schemas.microsoft.com/office/drawing/2014/main" id="{D5C9EE46-56FA-7E6C-CE08-F1116E2D9FD7}"/>
                </a:ext>
              </a:extLst>
            </p:cNvPr>
            <p:cNvGrpSpPr/>
            <p:nvPr/>
          </p:nvGrpSpPr>
          <p:grpSpPr>
            <a:xfrm>
              <a:off x="3717131" y="4988720"/>
              <a:ext cx="88636" cy="235744"/>
              <a:chOff x="3717131" y="4988720"/>
              <a:chExt cx="88636" cy="235744"/>
            </a:xfrm>
          </p:grpSpPr>
          <p:sp>
            <p:nvSpPr>
              <p:cNvPr id="546" name="직사각형 545">
                <a:extLst>
                  <a:ext uri="{FF2B5EF4-FFF2-40B4-BE49-F238E27FC236}">
                    <a16:creationId xmlns:a16="http://schemas.microsoft.com/office/drawing/2014/main" id="{433C16DC-1C7E-1042-8F94-D1F1CD66ADCA}"/>
                  </a:ext>
                </a:extLst>
              </p:cNvPr>
              <p:cNvSpPr/>
              <p:nvPr/>
            </p:nvSpPr>
            <p:spPr>
              <a:xfrm>
                <a:off x="3717131" y="4988720"/>
                <a:ext cx="88636" cy="2357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547" name="타원 546">
                <a:extLst>
                  <a:ext uri="{FF2B5EF4-FFF2-40B4-BE49-F238E27FC236}">
                    <a16:creationId xmlns:a16="http://schemas.microsoft.com/office/drawing/2014/main" id="{A6080523-DCD8-6365-119F-85B93FC3959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88393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548" name="타원 547">
                <a:extLst>
                  <a:ext uri="{FF2B5EF4-FFF2-40B4-BE49-F238E27FC236}">
                    <a16:creationId xmlns:a16="http://schemas.microsoft.com/office/drawing/2014/main" id="{76E1D3AC-B4FF-32CE-5AF7-AFDE44B75D8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22320"/>
                <a:ext cx="34919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549" name="타원 548">
                <a:extLst>
                  <a:ext uri="{FF2B5EF4-FFF2-40B4-BE49-F238E27FC236}">
                    <a16:creationId xmlns:a16="http://schemas.microsoft.com/office/drawing/2014/main" id="{6605D498-F61B-F805-FBD3-D6F611442BD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154582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8CC20A20-E742-CF5C-9EAD-5B210F2C6F3B}"/>
                </a:ext>
              </a:extLst>
            </p:cNvPr>
            <p:cNvSpPr txBox="1"/>
            <p:nvPr/>
          </p:nvSpPr>
          <p:spPr>
            <a:xfrm>
              <a:off x="3546070" y="4957140"/>
              <a:ext cx="1635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J26</a:t>
              </a:r>
              <a:endParaRPr lang="ko-KR" altLang="en-US" sz="600" b="1" dirty="0"/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6FBA8755-6AB2-D898-7FF4-B5142B7BEFAE}"/>
                </a:ext>
              </a:extLst>
            </p:cNvPr>
            <p:cNvSpPr txBox="1"/>
            <p:nvPr/>
          </p:nvSpPr>
          <p:spPr>
            <a:xfrm>
              <a:off x="3336316" y="4954284"/>
              <a:ext cx="2101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AUX3</a:t>
              </a:r>
              <a:endParaRPr lang="ko-KR" altLang="en-US" sz="600" b="1" dirty="0"/>
            </a:p>
          </p:txBody>
        </p:sp>
      </p:grpSp>
      <p:grpSp>
        <p:nvGrpSpPr>
          <p:cNvPr id="532" name="그룹 531">
            <a:extLst>
              <a:ext uri="{FF2B5EF4-FFF2-40B4-BE49-F238E27FC236}">
                <a16:creationId xmlns:a16="http://schemas.microsoft.com/office/drawing/2014/main" id="{CA0C9BF3-6BA7-AC5D-1ADD-753B67A4B007}"/>
              </a:ext>
            </a:extLst>
          </p:cNvPr>
          <p:cNvGrpSpPr/>
          <p:nvPr/>
        </p:nvGrpSpPr>
        <p:grpSpPr>
          <a:xfrm>
            <a:off x="9758075" y="3144031"/>
            <a:ext cx="528679" cy="490104"/>
            <a:chOff x="3282259" y="4867774"/>
            <a:chExt cx="528679" cy="490104"/>
          </a:xfrm>
        </p:grpSpPr>
        <p:grpSp>
          <p:nvGrpSpPr>
            <p:cNvPr id="533" name="그룹 532">
              <a:extLst>
                <a:ext uri="{FF2B5EF4-FFF2-40B4-BE49-F238E27FC236}">
                  <a16:creationId xmlns:a16="http://schemas.microsoft.com/office/drawing/2014/main" id="{3C054BF1-2662-4527-73EC-1829F1015B05}"/>
                </a:ext>
              </a:extLst>
            </p:cNvPr>
            <p:cNvGrpSpPr/>
            <p:nvPr/>
          </p:nvGrpSpPr>
          <p:grpSpPr>
            <a:xfrm>
              <a:off x="3717131" y="4988719"/>
              <a:ext cx="88636" cy="369159"/>
              <a:chOff x="3717131" y="4988719"/>
              <a:chExt cx="88636" cy="369159"/>
            </a:xfrm>
          </p:grpSpPr>
          <p:sp>
            <p:nvSpPr>
              <p:cNvPr id="536" name="직사각형 535">
                <a:extLst>
                  <a:ext uri="{FF2B5EF4-FFF2-40B4-BE49-F238E27FC236}">
                    <a16:creationId xmlns:a16="http://schemas.microsoft.com/office/drawing/2014/main" id="{487A6350-D7E3-EBD0-F8FE-31A9642E25EE}"/>
                  </a:ext>
                </a:extLst>
              </p:cNvPr>
              <p:cNvSpPr/>
              <p:nvPr/>
            </p:nvSpPr>
            <p:spPr>
              <a:xfrm>
                <a:off x="3717131" y="4988719"/>
                <a:ext cx="88636" cy="3691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537" name="타원 536">
                <a:extLst>
                  <a:ext uri="{FF2B5EF4-FFF2-40B4-BE49-F238E27FC236}">
                    <a16:creationId xmlns:a16="http://schemas.microsoft.com/office/drawing/2014/main" id="{A8876A31-CF29-377B-5DB4-F7211897265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88393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538" name="타원 537">
                <a:extLst>
                  <a:ext uri="{FF2B5EF4-FFF2-40B4-BE49-F238E27FC236}">
                    <a16:creationId xmlns:a16="http://schemas.microsoft.com/office/drawing/2014/main" id="{8F147BFF-FC9C-3047-E43D-6A9B29A15CD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22320"/>
                <a:ext cx="34919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539" name="타원 538">
                <a:extLst>
                  <a:ext uri="{FF2B5EF4-FFF2-40B4-BE49-F238E27FC236}">
                    <a16:creationId xmlns:a16="http://schemas.microsoft.com/office/drawing/2014/main" id="{A3A6CB1D-1323-D3C0-1E4B-1E1B1A5F71C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154582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540" name="타원 539">
                <a:extLst>
                  <a:ext uri="{FF2B5EF4-FFF2-40B4-BE49-F238E27FC236}">
                    <a16:creationId xmlns:a16="http://schemas.microsoft.com/office/drawing/2014/main" id="{49793E8C-764D-DD5E-A7DB-C514C47A4E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223645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541" name="타원 540">
                <a:extLst>
                  <a:ext uri="{FF2B5EF4-FFF2-40B4-BE49-F238E27FC236}">
                    <a16:creationId xmlns:a16="http://schemas.microsoft.com/office/drawing/2014/main" id="{8EA3FD5F-6446-43AF-87E2-9DC05857C0C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293717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13C5F874-E98A-94A9-BD12-373469A093B1}"/>
                </a:ext>
              </a:extLst>
            </p:cNvPr>
            <p:cNvSpPr txBox="1"/>
            <p:nvPr/>
          </p:nvSpPr>
          <p:spPr>
            <a:xfrm>
              <a:off x="3544715" y="4944880"/>
              <a:ext cx="1635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J17</a:t>
              </a:r>
              <a:endParaRPr lang="ko-KR" altLang="en-US" sz="600" b="1" dirty="0"/>
            </a:p>
          </p:txBody>
        </p:sp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9C9731B3-46FC-26AB-F8DE-BC256CA0F1DE}"/>
                </a:ext>
              </a:extLst>
            </p:cNvPr>
            <p:cNvSpPr txBox="1"/>
            <p:nvPr/>
          </p:nvSpPr>
          <p:spPr>
            <a:xfrm>
              <a:off x="3282259" y="4867774"/>
              <a:ext cx="52867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Back panel</a:t>
              </a:r>
              <a:endParaRPr lang="ko-KR" altLang="en-US" sz="600" b="1" dirty="0"/>
            </a:p>
          </p:txBody>
        </p:sp>
      </p:grpSp>
      <p:sp>
        <p:nvSpPr>
          <p:cNvPr id="920" name="TextBox 919">
            <a:extLst>
              <a:ext uri="{FF2B5EF4-FFF2-40B4-BE49-F238E27FC236}">
                <a16:creationId xmlns:a16="http://schemas.microsoft.com/office/drawing/2014/main" id="{CAC9BFF9-4340-71A1-3BED-473D9F67F1CA}"/>
              </a:ext>
            </a:extLst>
          </p:cNvPr>
          <p:cNvSpPr txBox="1"/>
          <p:nvPr/>
        </p:nvSpPr>
        <p:spPr>
          <a:xfrm>
            <a:off x="2585364" y="5516584"/>
            <a:ext cx="25877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P24V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1343" name="직선 연결선 1342">
            <a:extLst>
              <a:ext uri="{FF2B5EF4-FFF2-40B4-BE49-F238E27FC236}">
                <a16:creationId xmlns:a16="http://schemas.microsoft.com/office/drawing/2014/main" id="{3B81E7D2-4D0B-C73E-E2B8-9113FDE8474C}"/>
              </a:ext>
            </a:extLst>
          </p:cNvPr>
          <p:cNvCxnSpPr>
            <a:cxnSpLocks/>
          </p:cNvCxnSpPr>
          <p:nvPr/>
        </p:nvCxnSpPr>
        <p:spPr>
          <a:xfrm>
            <a:off x="1547965" y="3196873"/>
            <a:ext cx="1024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5" name="타원 1344">
            <a:extLst>
              <a:ext uri="{FF2B5EF4-FFF2-40B4-BE49-F238E27FC236}">
                <a16:creationId xmlns:a16="http://schemas.microsoft.com/office/drawing/2014/main" id="{A7E2A4F3-7E72-A2D4-2909-76172F0FF6D5}"/>
              </a:ext>
            </a:extLst>
          </p:cNvPr>
          <p:cNvSpPr>
            <a:spLocks noChangeAspect="1"/>
          </p:cNvSpPr>
          <p:nvPr/>
        </p:nvSpPr>
        <p:spPr>
          <a:xfrm>
            <a:off x="1630771" y="3435994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381" name="TextBox 1380">
            <a:extLst>
              <a:ext uri="{FF2B5EF4-FFF2-40B4-BE49-F238E27FC236}">
                <a16:creationId xmlns:a16="http://schemas.microsoft.com/office/drawing/2014/main" id="{A09CCDDF-4C18-46D5-CC41-507908532757}"/>
              </a:ext>
            </a:extLst>
          </p:cNvPr>
          <p:cNvSpPr txBox="1"/>
          <p:nvPr/>
        </p:nvSpPr>
        <p:spPr>
          <a:xfrm>
            <a:off x="9544583" y="4970484"/>
            <a:ext cx="290211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solidFill>
                  <a:srgbClr val="0070C0"/>
                </a:solidFill>
              </a:rPr>
              <a:t>RS-485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grpSp>
        <p:nvGrpSpPr>
          <p:cNvPr id="1395" name="그룹 1394">
            <a:extLst>
              <a:ext uri="{FF2B5EF4-FFF2-40B4-BE49-F238E27FC236}">
                <a16:creationId xmlns:a16="http://schemas.microsoft.com/office/drawing/2014/main" id="{CE328FEE-CEA6-8560-8936-C3E6C7E64898}"/>
              </a:ext>
            </a:extLst>
          </p:cNvPr>
          <p:cNvGrpSpPr/>
          <p:nvPr/>
        </p:nvGrpSpPr>
        <p:grpSpPr>
          <a:xfrm>
            <a:off x="9424657" y="2635942"/>
            <a:ext cx="853920" cy="284612"/>
            <a:chOff x="2951847" y="4939852"/>
            <a:chExt cx="853920" cy="284612"/>
          </a:xfrm>
        </p:grpSpPr>
        <p:grpSp>
          <p:nvGrpSpPr>
            <p:cNvPr id="1396" name="그룹 1395">
              <a:extLst>
                <a:ext uri="{FF2B5EF4-FFF2-40B4-BE49-F238E27FC236}">
                  <a16:creationId xmlns:a16="http://schemas.microsoft.com/office/drawing/2014/main" id="{77790A88-AD90-A448-37C3-3B7A2E363757}"/>
                </a:ext>
              </a:extLst>
            </p:cNvPr>
            <p:cNvGrpSpPr/>
            <p:nvPr/>
          </p:nvGrpSpPr>
          <p:grpSpPr>
            <a:xfrm>
              <a:off x="3717131" y="4988720"/>
              <a:ext cx="88636" cy="235744"/>
              <a:chOff x="3717131" y="4988720"/>
              <a:chExt cx="88636" cy="235744"/>
            </a:xfrm>
          </p:grpSpPr>
          <p:sp>
            <p:nvSpPr>
              <p:cNvPr id="1401" name="직사각형 1400">
                <a:extLst>
                  <a:ext uri="{FF2B5EF4-FFF2-40B4-BE49-F238E27FC236}">
                    <a16:creationId xmlns:a16="http://schemas.microsoft.com/office/drawing/2014/main" id="{DF4D4C3D-0243-6968-AAAA-E6E3D191666B}"/>
                  </a:ext>
                </a:extLst>
              </p:cNvPr>
              <p:cNvSpPr/>
              <p:nvPr/>
            </p:nvSpPr>
            <p:spPr>
              <a:xfrm>
                <a:off x="3717131" y="4988720"/>
                <a:ext cx="88636" cy="2357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1402" name="타원 1401">
                <a:extLst>
                  <a:ext uri="{FF2B5EF4-FFF2-40B4-BE49-F238E27FC236}">
                    <a16:creationId xmlns:a16="http://schemas.microsoft.com/office/drawing/2014/main" id="{C9FE5AD5-61E7-52C0-D957-5C0E677C10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88393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1403" name="타원 1402">
                <a:extLst>
                  <a:ext uri="{FF2B5EF4-FFF2-40B4-BE49-F238E27FC236}">
                    <a16:creationId xmlns:a16="http://schemas.microsoft.com/office/drawing/2014/main" id="{20431B9E-EDF0-2174-473F-ADF0FD468C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22320"/>
                <a:ext cx="34919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1404" name="타원 1403">
                <a:extLst>
                  <a:ext uri="{FF2B5EF4-FFF2-40B4-BE49-F238E27FC236}">
                    <a16:creationId xmlns:a16="http://schemas.microsoft.com/office/drawing/2014/main" id="{8971155A-5E99-01FC-8483-87B08402B6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154582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  <p:sp>
          <p:nvSpPr>
            <p:cNvPr id="1397" name="TextBox 1396">
              <a:extLst>
                <a:ext uri="{FF2B5EF4-FFF2-40B4-BE49-F238E27FC236}">
                  <a16:creationId xmlns:a16="http://schemas.microsoft.com/office/drawing/2014/main" id="{D84049F6-1200-46B6-1242-3370820C97C8}"/>
                </a:ext>
              </a:extLst>
            </p:cNvPr>
            <p:cNvSpPr txBox="1"/>
            <p:nvPr/>
          </p:nvSpPr>
          <p:spPr>
            <a:xfrm>
              <a:off x="3541125" y="4950580"/>
              <a:ext cx="1635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J27</a:t>
              </a:r>
              <a:endParaRPr lang="ko-KR" altLang="en-US" sz="600" b="1" dirty="0"/>
            </a:p>
          </p:txBody>
        </p:sp>
        <p:sp>
          <p:nvSpPr>
            <p:cNvPr id="1399" name="TextBox 1398">
              <a:extLst>
                <a:ext uri="{FF2B5EF4-FFF2-40B4-BE49-F238E27FC236}">
                  <a16:creationId xmlns:a16="http://schemas.microsoft.com/office/drawing/2014/main" id="{603D9B96-C1CD-D5BE-3004-9ED2E1DF5BA9}"/>
                </a:ext>
              </a:extLst>
            </p:cNvPr>
            <p:cNvSpPr txBox="1"/>
            <p:nvPr/>
          </p:nvSpPr>
          <p:spPr>
            <a:xfrm>
              <a:off x="2951847" y="4939852"/>
              <a:ext cx="5826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DO (Digital Out)</a:t>
              </a:r>
              <a:endParaRPr lang="ko-KR" altLang="en-US" sz="600" b="1" dirty="0"/>
            </a:p>
          </p:txBody>
        </p:sp>
      </p:grpSp>
      <p:grpSp>
        <p:nvGrpSpPr>
          <p:cNvPr id="1405" name="그룹 1404">
            <a:extLst>
              <a:ext uri="{FF2B5EF4-FFF2-40B4-BE49-F238E27FC236}">
                <a16:creationId xmlns:a16="http://schemas.microsoft.com/office/drawing/2014/main" id="{44EACB9D-8BE5-3C6B-36A6-C246074CDDCC}"/>
              </a:ext>
            </a:extLst>
          </p:cNvPr>
          <p:cNvGrpSpPr/>
          <p:nvPr/>
        </p:nvGrpSpPr>
        <p:grpSpPr>
          <a:xfrm>
            <a:off x="10048550" y="2868031"/>
            <a:ext cx="98106" cy="90145"/>
            <a:chOff x="8462475" y="3600450"/>
            <a:chExt cx="98106" cy="90145"/>
          </a:xfrm>
        </p:grpSpPr>
        <p:cxnSp>
          <p:nvCxnSpPr>
            <p:cNvPr id="1406" name="직선 연결선 1405">
              <a:extLst>
                <a:ext uri="{FF2B5EF4-FFF2-40B4-BE49-F238E27FC236}">
                  <a16:creationId xmlns:a16="http://schemas.microsoft.com/office/drawing/2014/main" id="{82ECD689-832C-6E51-230F-0A5461202C30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7" name="직선 연결선 1406">
              <a:extLst>
                <a:ext uri="{FF2B5EF4-FFF2-40B4-BE49-F238E27FC236}">
                  <a16:creationId xmlns:a16="http://schemas.microsoft.com/office/drawing/2014/main" id="{3E8DB27B-41F8-22B9-E6E4-94646A652D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2" name="직선 연결선 1471">
              <a:extLst>
                <a:ext uri="{FF2B5EF4-FFF2-40B4-BE49-F238E27FC236}">
                  <a16:creationId xmlns:a16="http://schemas.microsoft.com/office/drawing/2014/main" id="{41DD78D1-139A-42F2-BEFF-BDA20B4095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3" name="직선 연결선 1472">
              <a:extLst>
                <a:ext uri="{FF2B5EF4-FFF2-40B4-BE49-F238E27FC236}">
                  <a16:creationId xmlns:a16="http://schemas.microsoft.com/office/drawing/2014/main" id="{0DA0074C-0F86-F334-39B3-893FF62AD1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4" name="직선 연결선 1473">
              <a:extLst>
                <a:ext uri="{FF2B5EF4-FFF2-40B4-BE49-F238E27FC236}">
                  <a16:creationId xmlns:a16="http://schemas.microsoft.com/office/drawing/2014/main" id="{81AE02D1-E9FD-3463-209F-B6763EBC3B74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75" name="직선 연결선 1474">
            <a:extLst>
              <a:ext uri="{FF2B5EF4-FFF2-40B4-BE49-F238E27FC236}">
                <a16:creationId xmlns:a16="http://schemas.microsoft.com/office/drawing/2014/main" id="{08C8A71C-D62A-3353-8BCD-44771E9F80B5}"/>
              </a:ext>
            </a:extLst>
          </p:cNvPr>
          <p:cNvCxnSpPr>
            <a:cxnSpLocks/>
          </p:cNvCxnSpPr>
          <p:nvPr/>
        </p:nvCxnSpPr>
        <p:spPr>
          <a:xfrm>
            <a:off x="10095855" y="2871205"/>
            <a:ext cx="120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1" name="직선 연결선 1500">
            <a:extLst>
              <a:ext uri="{FF2B5EF4-FFF2-40B4-BE49-F238E27FC236}">
                <a16:creationId xmlns:a16="http://schemas.microsoft.com/office/drawing/2014/main" id="{49E6BFBD-47D1-4FC8-42D8-7499C948E8D5}"/>
              </a:ext>
            </a:extLst>
          </p:cNvPr>
          <p:cNvCxnSpPr>
            <a:cxnSpLocks/>
          </p:cNvCxnSpPr>
          <p:nvPr/>
        </p:nvCxnSpPr>
        <p:spPr>
          <a:xfrm>
            <a:off x="9308034" y="2738438"/>
            <a:ext cx="0" cy="15524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2" name="직선 연결선 1501">
            <a:extLst>
              <a:ext uri="{FF2B5EF4-FFF2-40B4-BE49-F238E27FC236}">
                <a16:creationId xmlns:a16="http://schemas.microsoft.com/office/drawing/2014/main" id="{CEB8469B-C6CA-CC99-167C-84D35EA8931B}"/>
              </a:ext>
            </a:extLst>
          </p:cNvPr>
          <p:cNvCxnSpPr>
            <a:cxnSpLocks/>
          </p:cNvCxnSpPr>
          <p:nvPr/>
        </p:nvCxnSpPr>
        <p:spPr>
          <a:xfrm>
            <a:off x="9361553" y="2797969"/>
            <a:ext cx="0" cy="15671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5" name="직선 연결선 1524">
            <a:extLst>
              <a:ext uri="{FF2B5EF4-FFF2-40B4-BE49-F238E27FC236}">
                <a16:creationId xmlns:a16="http://schemas.microsoft.com/office/drawing/2014/main" id="{91CE32DD-E513-5D7B-074A-5A87458F8FDC}"/>
              </a:ext>
            </a:extLst>
          </p:cNvPr>
          <p:cNvCxnSpPr>
            <a:cxnSpLocks/>
          </p:cNvCxnSpPr>
          <p:nvPr/>
        </p:nvCxnSpPr>
        <p:spPr>
          <a:xfrm>
            <a:off x="9298781" y="2737967"/>
            <a:ext cx="922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8" name="직선 연결선 1527">
            <a:extLst>
              <a:ext uri="{FF2B5EF4-FFF2-40B4-BE49-F238E27FC236}">
                <a16:creationId xmlns:a16="http://schemas.microsoft.com/office/drawing/2014/main" id="{5865D3EB-8E7B-EAD7-437B-C75B59D5FBDA}"/>
              </a:ext>
            </a:extLst>
          </p:cNvPr>
          <p:cNvCxnSpPr>
            <a:cxnSpLocks/>
          </p:cNvCxnSpPr>
          <p:nvPr/>
        </p:nvCxnSpPr>
        <p:spPr>
          <a:xfrm>
            <a:off x="9365457" y="2799879"/>
            <a:ext cx="8553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8" name="직선 연결선 1577">
            <a:extLst>
              <a:ext uri="{FF2B5EF4-FFF2-40B4-BE49-F238E27FC236}">
                <a16:creationId xmlns:a16="http://schemas.microsoft.com/office/drawing/2014/main" id="{40B3B58E-D725-A7B2-5EDF-B9EB9E06358A}"/>
              </a:ext>
            </a:extLst>
          </p:cNvPr>
          <p:cNvCxnSpPr>
            <a:cxnSpLocks/>
          </p:cNvCxnSpPr>
          <p:nvPr/>
        </p:nvCxnSpPr>
        <p:spPr>
          <a:xfrm>
            <a:off x="573881" y="4405605"/>
            <a:ext cx="9601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0" name="직선 연결선 1579">
            <a:extLst>
              <a:ext uri="{FF2B5EF4-FFF2-40B4-BE49-F238E27FC236}">
                <a16:creationId xmlns:a16="http://schemas.microsoft.com/office/drawing/2014/main" id="{FD156A46-120A-500C-FCBD-487AF430A4EE}"/>
              </a:ext>
            </a:extLst>
          </p:cNvPr>
          <p:cNvCxnSpPr>
            <a:cxnSpLocks/>
          </p:cNvCxnSpPr>
          <p:nvPr/>
        </p:nvCxnSpPr>
        <p:spPr>
          <a:xfrm>
            <a:off x="569119" y="4542096"/>
            <a:ext cx="9601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1" name="직선 연결선 1580">
            <a:extLst>
              <a:ext uri="{FF2B5EF4-FFF2-40B4-BE49-F238E27FC236}">
                <a16:creationId xmlns:a16="http://schemas.microsoft.com/office/drawing/2014/main" id="{36D2787E-B02F-B484-A7C9-82EA2CEAF724}"/>
              </a:ext>
            </a:extLst>
          </p:cNvPr>
          <p:cNvCxnSpPr>
            <a:cxnSpLocks/>
          </p:cNvCxnSpPr>
          <p:nvPr/>
        </p:nvCxnSpPr>
        <p:spPr>
          <a:xfrm>
            <a:off x="573879" y="4679010"/>
            <a:ext cx="9482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2" name="TextBox 1581">
            <a:extLst>
              <a:ext uri="{FF2B5EF4-FFF2-40B4-BE49-F238E27FC236}">
                <a16:creationId xmlns:a16="http://schemas.microsoft.com/office/drawing/2014/main" id="{B77C48A8-AE73-B633-D361-56816C9D1390}"/>
              </a:ext>
            </a:extLst>
          </p:cNvPr>
          <p:cNvSpPr txBox="1"/>
          <p:nvPr/>
        </p:nvSpPr>
        <p:spPr>
          <a:xfrm>
            <a:off x="626401" y="4354028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GR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1583" name="TextBox 1582">
            <a:extLst>
              <a:ext uri="{FF2B5EF4-FFF2-40B4-BE49-F238E27FC236}">
                <a16:creationId xmlns:a16="http://schemas.microsoft.com/office/drawing/2014/main" id="{CE95BA9B-2573-9164-7D85-6546C1966596}"/>
              </a:ext>
            </a:extLst>
          </p:cNvPr>
          <p:cNvSpPr txBox="1"/>
          <p:nvPr/>
        </p:nvSpPr>
        <p:spPr>
          <a:xfrm>
            <a:off x="621923" y="4495929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BL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1584" name="TextBox 1583">
            <a:extLst>
              <a:ext uri="{FF2B5EF4-FFF2-40B4-BE49-F238E27FC236}">
                <a16:creationId xmlns:a16="http://schemas.microsoft.com/office/drawing/2014/main" id="{035E7BAB-5C35-1FA6-3B7D-2B201A494D35}"/>
              </a:ext>
            </a:extLst>
          </p:cNvPr>
          <p:cNvSpPr txBox="1"/>
          <p:nvPr/>
        </p:nvSpPr>
        <p:spPr>
          <a:xfrm>
            <a:off x="621923" y="4633237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OR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1585" name="TextBox 1584">
            <a:extLst>
              <a:ext uri="{FF2B5EF4-FFF2-40B4-BE49-F238E27FC236}">
                <a16:creationId xmlns:a16="http://schemas.microsoft.com/office/drawing/2014/main" id="{A155D022-8257-A45C-D22C-37AB4DD6C4E9}"/>
              </a:ext>
            </a:extLst>
          </p:cNvPr>
          <p:cNvSpPr txBox="1"/>
          <p:nvPr/>
        </p:nvSpPr>
        <p:spPr>
          <a:xfrm>
            <a:off x="618524" y="4780256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VL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cxnSp>
        <p:nvCxnSpPr>
          <p:cNvPr id="1586" name="직선 연결선 1585">
            <a:extLst>
              <a:ext uri="{FF2B5EF4-FFF2-40B4-BE49-F238E27FC236}">
                <a16:creationId xmlns:a16="http://schemas.microsoft.com/office/drawing/2014/main" id="{FB91AF99-EC3E-1CD3-2D3F-ED148BF25483}"/>
              </a:ext>
            </a:extLst>
          </p:cNvPr>
          <p:cNvCxnSpPr>
            <a:cxnSpLocks/>
          </p:cNvCxnSpPr>
          <p:nvPr/>
        </p:nvCxnSpPr>
        <p:spPr>
          <a:xfrm>
            <a:off x="571500" y="4814518"/>
            <a:ext cx="247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8" name="직선 연결선 1587">
            <a:extLst>
              <a:ext uri="{FF2B5EF4-FFF2-40B4-BE49-F238E27FC236}">
                <a16:creationId xmlns:a16="http://schemas.microsoft.com/office/drawing/2014/main" id="{1D7C3BA8-4B1C-E643-E4D0-8FE3DD9FA708}"/>
              </a:ext>
            </a:extLst>
          </p:cNvPr>
          <p:cNvCxnSpPr>
            <a:cxnSpLocks/>
          </p:cNvCxnSpPr>
          <p:nvPr/>
        </p:nvCxnSpPr>
        <p:spPr>
          <a:xfrm flipV="1">
            <a:off x="818045" y="3707606"/>
            <a:ext cx="0" cy="11042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1" name="직선 연결선 1590">
            <a:extLst>
              <a:ext uri="{FF2B5EF4-FFF2-40B4-BE49-F238E27FC236}">
                <a16:creationId xmlns:a16="http://schemas.microsoft.com/office/drawing/2014/main" id="{427B4D61-D282-897B-49AC-B4CB66E2AABB}"/>
              </a:ext>
            </a:extLst>
          </p:cNvPr>
          <p:cNvCxnSpPr>
            <a:cxnSpLocks/>
          </p:cNvCxnSpPr>
          <p:nvPr/>
        </p:nvCxnSpPr>
        <p:spPr>
          <a:xfrm>
            <a:off x="819150" y="3711140"/>
            <a:ext cx="6981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7" name="직선 연결선 1596">
            <a:extLst>
              <a:ext uri="{FF2B5EF4-FFF2-40B4-BE49-F238E27FC236}">
                <a16:creationId xmlns:a16="http://schemas.microsoft.com/office/drawing/2014/main" id="{A2C7A03C-828A-F4F4-9D2D-8AC6987BEB57}"/>
              </a:ext>
            </a:extLst>
          </p:cNvPr>
          <p:cNvCxnSpPr>
            <a:cxnSpLocks/>
          </p:cNvCxnSpPr>
          <p:nvPr/>
        </p:nvCxnSpPr>
        <p:spPr>
          <a:xfrm>
            <a:off x="128588" y="3777054"/>
            <a:ext cx="13887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9" name="직선 연결선 1598">
            <a:extLst>
              <a:ext uri="{FF2B5EF4-FFF2-40B4-BE49-F238E27FC236}">
                <a16:creationId xmlns:a16="http://schemas.microsoft.com/office/drawing/2014/main" id="{C0CEB53B-D0B9-3439-C017-776301846362}"/>
              </a:ext>
            </a:extLst>
          </p:cNvPr>
          <p:cNvCxnSpPr>
            <a:cxnSpLocks/>
          </p:cNvCxnSpPr>
          <p:nvPr/>
        </p:nvCxnSpPr>
        <p:spPr>
          <a:xfrm flipV="1">
            <a:off x="127481" y="3776663"/>
            <a:ext cx="0" cy="979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0" name="직선 연결선 1599">
            <a:extLst>
              <a:ext uri="{FF2B5EF4-FFF2-40B4-BE49-F238E27FC236}">
                <a16:creationId xmlns:a16="http://schemas.microsoft.com/office/drawing/2014/main" id="{1C24633D-BEED-82B2-F5B3-06B7EF9D75BC}"/>
              </a:ext>
            </a:extLst>
          </p:cNvPr>
          <p:cNvCxnSpPr>
            <a:cxnSpLocks/>
          </p:cNvCxnSpPr>
          <p:nvPr/>
        </p:nvCxnSpPr>
        <p:spPr>
          <a:xfrm>
            <a:off x="123825" y="4760400"/>
            <a:ext cx="2381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3" name="TextBox 1602">
            <a:extLst>
              <a:ext uri="{FF2B5EF4-FFF2-40B4-BE49-F238E27FC236}">
                <a16:creationId xmlns:a16="http://schemas.microsoft.com/office/drawing/2014/main" id="{28CDAC13-14A7-02BC-4429-EFF74AC8450B}"/>
              </a:ext>
            </a:extLst>
          </p:cNvPr>
          <p:cNvSpPr txBox="1"/>
          <p:nvPr/>
        </p:nvSpPr>
        <p:spPr>
          <a:xfrm>
            <a:off x="144656" y="4714233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BK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cxnSp>
        <p:nvCxnSpPr>
          <p:cNvPr id="1607" name="직선 연결선 1606">
            <a:extLst>
              <a:ext uri="{FF2B5EF4-FFF2-40B4-BE49-F238E27FC236}">
                <a16:creationId xmlns:a16="http://schemas.microsoft.com/office/drawing/2014/main" id="{29E1D411-DE31-7CE0-C663-C03F50D1AD82}"/>
              </a:ext>
            </a:extLst>
          </p:cNvPr>
          <p:cNvCxnSpPr>
            <a:cxnSpLocks/>
          </p:cNvCxnSpPr>
          <p:nvPr/>
        </p:nvCxnSpPr>
        <p:spPr>
          <a:xfrm>
            <a:off x="940594" y="4338423"/>
            <a:ext cx="5981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9" name="직선 연결선 1608">
            <a:extLst>
              <a:ext uri="{FF2B5EF4-FFF2-40B4-BE49-F238E27FC236}">
                <a16:creationId xmlns:a16="http://schemas.microsoft.com/office/drawing/2014/main" id="{71A33E44-BFA6-1C35-27DA-D193E919EA40}"/>
              </a:ext>
            </a:extLst>
          </p:cNvPr>
          <p:cNvCxnSpPr>
            <a:cxnSpLocks/>
          </p:cNvCxnSpPr>
          <p:nvPr/>
        </p:nvCxnSpPr>
        <p:spPr>
          <a:xfrm flipV="1">
            <a:off x="939487" y="4331798"/>
            <a:ext cx="0" cy="6143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1" name="직선 연결선 1610">
            <a:extLst>
              <a:ext uri="{FF2B5EF4-FFF2-40B4-BE49-F238E27FC236}">
                <a16:creationId xmlns:a16="http://schemas.microsoft.com/office/drawing/2014/main" id="{C6A089FA-4F91-542A-3EDF-368C278DEEB2}"/>
              </a:ext>
            </a:extLst>
          </p:cNvPr>
          <p:cNvCxnSpPr>
            <a:cxnSpLocks/>
          </p:cNvCxnSpPr>
          <p:nvPr/>
        </p:nvCxnSpPr>
        <p:spPr>
          <a:xfrm>
            <a:off x="564356" y="4949622"/>
            <a:ext cx="3786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4" name="TextBox 1613">
            <a:extLst>
              <a:ext uri="{FF2B5EF4-FFF2-40B4-BE49-F238E27FC236}">
                <a16:creationId xmlns:a16="http://schemas.microsoft.com/office/drawing/2014/main" id="{B78FD31A-B8DD-4782-7BFF-D9FA6C7C0B40}"/>
              </a:ext>
            </a:extLst>
          </p:cNvPr>
          <p:cNvSpPr txBox="1"/>
          <p:nvPr/>
        </p:nvSpPr>
        <p:spPr>
          <a:xfrm>
            <a:off x="616144" y="4906318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RD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grpSp>
        <p:nvGrpSpPr>
          <p:cNvPr id="1977" name="그룹 1976">
            <a:extLst>
              <a:ext uri="{FF2B5EF4-FFF2-40B4-BE49-F238E27FC236}">
                <a16:creationId xmlns:a16="http://schemas.microsoft.com/office/drawing/2014/main" id="{8FBA3F5B-F2B2-6137-ED8D-C8A5FEA5371E}"/>
              </a:ext>
            </a:extLst>
          </p:cNvPr>
          <p:cNvGrpSpPr/>
          <p:nvPr/>
        </p:nvGrpSpPr>
        <p:grpSpPr>
          <a:xfrm>
            <a:off x="11319397" y="2104741"/>
            <a:ext cx="512772" cy="928757"/>
            <a:chOff x="11127038" y="2032278"/>
            <a:chExt cx="512772" cy="928757"/>
          </a:xfrm>
        </p:grpSpPr>
        <p:sp>
          <p:nvSpPr>
            <p:cNvPr id="1975" name="사다리꼴 1974">
              <a:extLst>
                <a:ext uri="{FF2B5EF4-FFF2-40B4-BE49-F238E27FC236}">
                  <a16:creationId xmlns:a16="http://schemas.microsoft.com/office/drawing/2014/main" id="{7BD5DACE-DD47-E223-2ECB-CCFCDA3FE9D2}"/>
                </a:ext>
              </a:extLst>
            </p:cNvPr>
            <p:cNvSpPr/>
            <p:nvPr/>
          </p:nvSpPr>
          <p:spPr>
            <a:xfrm rot="5400000">
              <a:off x="10991446" y="2453685"/>
              <a:ext cx="744091" cy="270609"/>
            </a:xfrm>
            <a:prstGeom prst="trapezoid">
              <a:avLst>
                <a:gd name="adj" fmla="val 2921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18" name="타원 1617">
              <a:extLst>
                <a:ext uri="{FF2B5EF4-FFF2-40B4-BE49-F238E27FC236}">
                  <a16:creationId xmlns:a16="http://schemas.microsoft.com/office/drawing/2014/main" id="{F18B3AD5-C5EF-7835-E676-3E5D1B473E0E}"/>
                </a:ext>
              </a:extLst>
            </p:cNvPr>
            <p:cNvSpPr/>
            <p:nvPr/>
          </p:nvSpPr>
          <p:spPr>
            <a:xfrm>
              <a:off x="11266580" y="2277892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1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1619" name="타원 1618">
              <a:extLst>
                <a:ext uri="{FF2B5EF4-FFF2-40B4-BE49-F238E27FC236}">
                  <a16:creationId xmlns:a16="http://schemas.microsoft.com/office/drawing/2014/main" id="{B9370A08-8356-FA42-AD62-9ADD991D9016}"/>
                </a:ext>
              </a:extLst>
            </p:cNvPr>
            <p:cNvSpPr/>
            <p:nvPr/>
          </p:nvSpPr>
          <p:spPr>
            <a:xfrm>
              <a:off x="11264200" y="2414522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2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1620" name="타원 1619">
              <a:extLst>
                <a:ext uri="{FF2B5EF4-FFF2-40B4-BE49-F238E27FC236}">
                  <a16:creationId xmlns:a16="http://schemas.microsoft.com/office/drawing/2014/main" id="{04EC160A-FDBA-8A8E-E363-501C910C7186}"/>
                </a:ext>
              </a:extLst>
            </p:cNvPr>
            <p:cNvSpPr/>
            <p:nvPr/>
          </p:nvSpPr>
          <p:spPr>
            <a:xfrm>
              <a:off x="11266580" y="2552163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3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1621" name="타원 1620">
              <a:extLst>
                <a:ext uri="{FF2B5EF4-FFF2-40B4-BE49-F238E27FC236}">
                  <a16:creationId xmlns:a16="http://schemas.microsoft.com/office/drawing/2014/main" id="{E0A58B17-8A4A-02C9-C0D7-3A0843F5454E}"/>
                </a:ext>
              </a:extLst>
            </p:cNvPr>
            <p:cNvSpPr/>
            <p:nvPr/>
          </p:nvSpPr>
          <p:spPr>
            <a:xfrm>
              <a:off x="11267089" y="2689685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4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1622" name="타원 1621">
              <a:extLst>
                <a:ext uri="{FF2B5EF4-FFF2-40B4-BE49-F238E27FC236}">
                  <a16:creationId xmlns:a16="http://schemas.microsoft.com/office/drawing/2014/main" id="{230B5256-D620-10EB-5B44-71B9F5F99634}"/>
                </a:ext>
              </a:extLst>
            </p:cNvPr>
            <p:cNvSpPr/>
            <p:nvPr/>
          </p:nvSpPr>
          <p:spPr>
            <a:xfrm>
              <a:off x="11264708" y="2823291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5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1623" name="타원 1622">
              <a:extLst>
                <a:ext uri="{FF2B5EF4-FFF2-40B4-BE49-F238E27FC236}">
                  <a16:creationId xmlns:a16="http://schemas.microsoft.com/office/drawing/2014/main" id="{ECB80B31-A604-8F6E-9D8A-AFCDCBDAC1D0}"/>
                </a:ext>
              </a:extLst>
            </p:cNvPr>
            <p:cNvSpPr/>
            <p:nvPr/>
          </p:nvSpPr>
          <p:spPr>
            <a:xfrm>
              <a:off x="11386168" y="2356473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6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1624" name="타원 1623">
              <a:extLst>
                <a:ext uri="{FF2B5EF4-FFF2-40B4-BE49-F238E27FC236}">
                  <a16:creationId xmlns:a16="http://schemas.microsoft.com/office/drawing/2014/main" id="{1B9FF271-104D-1C8E-5179-4B8C09D8871A}"/>
                </a:ext>
              </a:extLst>
            </p:cNvPr>
            <p:cNvSpPr/>
            <p:nvPr/>
          </p:nvSpPr>
          <p:spPr>
            <a:xfrm>
              <a:off x="11388547" y="2489561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7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1625" name="타원 1624">
              <a:extLst>
                <a:ext uri="{FF2B5EF4-FFF2-40B4-BE49-F238E27FC236}">
                  <a16:creationId xmlns:a16="http://schemas.microsoft.com/office/drawing/2014/main" id="{6D8F1A75-C755-812B-F970-3C9E35BFC68B}"/>
                </a:ext>
              </a:extLst>
            </p:cNvPr>
            <p:cNvSpPr/>
            <p:nvPr/>
          </p:nvSpPr>
          <p:spPr>
            <a:xfrm>
              <a:off x="11390929" y="2630283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8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1626" name="타원 1625">
              <a:extLst>
                <a:ext uri="{FF2B5EF4-FFF2-40B4-BE49-F238E27FC236}">
                  <a16:creationId xmlns:a16="http://schemas.microsoft.com/office/drawing/2014/main" id="{30CE1F80-1012-7DA2-FD2F-2993B4014EA9}"/>
                </a:ext>
              </a:extLst>
            </p:cNvPr>
            <p:cNvSpPr/>
            <p:nvPr/>
          </p:nvSpPr>
          <p:spPr>
            <a:xfrm>
              <a:off x="11390929" y="2760049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9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1628" name="TextBox 1627">
              <a:extLst>
                <a:ext uri="{FF2B5EF4-FFF2-40B4-BE49-F238E27FC236}">
                  <a16:creationId xmlns:a16="http://schemas.microsoft.com/office/drawing/2014/main" id="{419F3568-0A38-75DF-4F7D-B4C6FABAAA9D}"/>
                </a:ext>
              </a:extLst>
            </p:cNvPr>
            <p:cNvSpPr txBox="1"/>
            <p:nvPr/>
          </p:nvSpPr>
          <p:spPr>
            <a:xfrm>
              <a:off x="11127038" y="2032278"/>
              <a:ext cx="512772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rgbClr val="0070C0"/>
                  </a:solidFill>
                </a:rPr>
                <a:t>Remote OUT</a:t>
              </a:r>
            </a:p>
            <a:p>
              <a:pPr algn="ctr"/>
              <a:r>
                <a:rPr lang="en-US" altLang="ko-KR" sz="600" b="1" dirty="0">
                  <a:solidFill>
                    <a:srgbClr val="0070C0"/>
                  </a:solidFill>
                </a:rPr>
                <a:t>(female)</a:t>
              </a:r>
              <a:endParaRPr lang="ko-KR" altLang="en-US" sz="600" b="1" dirty="0">
                <a:solidFill>
                  <a:srgbClr val="0070C0"/>
                </a:solidFill>
              </a:endParaRPr>
            </a:p>
          </p:txBody>
        </p:sp>
      </p:grpSp>
      <p:cxnSp>
        <p:nvCxnSpPr>
          <p:cNvPr id="1636" name="직선 연결선 1635">
            <a:extLst>
              <a:ext uri="{FF2B5EF4-FFF2-40B4-BE49-F238E27FC236}">
                <a16:creationId xmlns:a16="http://schemas.microsoft.com/office/drawing/2014/main" id="{D536FB76-0ED7-83C2-DF40-98BD8A8D1AAB}"/>
              </a:ext>
            </a:extLst>
          </p:cNvPr>
          <p:cNvCxnSpPr>
            <a:cxnSpLocks/>
          </p:cNvCxnSpPr>
          <p:nvPr/>
        </p:nvCxnSpPr>
        <p:spPr>
          <a:xfrm>
            <a:off x="11153775" y="2387694"/>
            <a:ext cx="2976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7" name="직선 연결선 1636">
            <a:extLst>
              <a:ext uri="{FF2B5EF4-FFF2-40B4-BE49-F238E27FC236}">
                <a16:creationId xmlns:a16="http://schemas.microsoft.com/office/drawing/2014/main" id="{937EA343-173D-914B-9EA5-018FDC073F73}"/>
              </a:ext>
            </a:extLst>
          </p:cNvPr>
          <p:cNvCxnSpPr>
            <a:cxnSpLocks/>
          </p:cNvCxnSpPr>
          <p:nvPr/>
        </p:nvCxnSpPr>
        <p:spPr>
          <a:xfrm>
            <a:off x="10263772" y="2384425"/>
            <a:ext cx="8201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2" name="TextBox 1631">
            <a:extLst>
              <a:ext uri="{FF2B5EF4-FFF2-40B4-BE49-F238E27FC236}">
                <a16:creationId xmlns:a16="http://schemas.microsoft.com/office/drawing/2014/main" id="{626BB081-BAA8-4E32-BE6C-31A21EA7489E}"/>
              </a:ext>
            </a:extLst>
          </p:cNvPr>
          <p:cNvSpPr txBox="1"/>
          <p:nvPr/>
        </p:nvSpPr>
        <p:spPr>
          <a:xfrm>
            <a:off x="11239153" y="2336053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GR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1633" name="TextBox 1632">
            <a:extLst>
              <a:ext uri="{FF2B5EF4-FFF2-40B4-BE49-F238E27FC236}">
                <a16:creationId xmlns:a16="http://schemas.microsoft.com/office/drawing/2014/main" id="{E7DC11B9-241E-9AC6-7BF3-ACE5783026D0}"/>
              </a:ext>
            </a:extLst>
          </p:cNvPr>
          <p:cNvSpPr txBox="1"/>
          <p:nvPr/>
        </p:nvSpPr>
        <p:spPr>
          <a:xfrm>
            <a:off x="11239153" y="2473980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BL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1634" name="TextBox 1633">
            <a:extLst>
              <a:ext uri="{FF2B5EF4-FFF2-40B4-BE49-F238E27FC236}">
                <a16:creationId xmlns:a16="http://schemas.microsoft.com/office/drawing/2014/main" id="{7D839183-3B31-3FB0-F2B1-177C65B5D3DD}"/>
              </a:ext>
            </a:extLst>
          </p:cNvPr>
          <p:cNvSpPr txBox="1"/>
          <p:nvPr/>
        </p:nvSpPr>
        <p:spPr>
          <a:xfrm>
            <a:off x="11239153" y="2617995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OR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1635" name="TextBox 1634">
            <a:extLst>
              <a:ext uri="{FF2B5EF4-FFF2-40B4-BE49-F238E27FC236}">
                <a16:creationId xmlns:a16="http://schemas.microsoft.com/office/drawing/2014/main" id="{C1EAA5C6-2FF7-687E-ABEF-32031DA3B718}"/>
              </a:ext>
            </a:extLst>
          </p:cNvPr>
          <p:cNvSpPr txBox="1"/>
          <p:nvPr/>
        </p:nvSpPr>
        <p:spPr>
          <a:xfrm>
            <a:off x="11239153" y="2755651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YL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1638" name="TextBox 1637">
            <a:extLst>
              <a:ext uri="{FF2B5EF4-FFF2-40B4-BE49-F238E27FC236}">
                <a16:creationId xmlns:a16="http://schemas.microsoft.com/office/drawing/2014/main" id="{AE1147A0-4A97-9C18-09F3-B4E17BDFFE44}"/>
              </a:ext>
            </a:extLst>
          </p:cNvPr>
          <p:cNvSpPr txBox="1"/>
          <p:nvPr/>
        </p:nvSpPr>
        <p:spPr>
          <a:xfrm>
            <a:off x="11848440" y="2832971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BK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1639" name="TextBox 1638">
            <a:extLst>
              <a:ext uri="{FF2B5EF4-FFF2-40B4-BE49-F238E27FC236}">
                <a16:creationId xmlns:a16="http://schemas.microsoft.com/office/drawing/2014/main" id="{88E555B1-2D41-450E-76D7-7ADC086E42D5}"/>
              </a:ext>
            </a:extLst>
          </p:cNvPr>
          <p:cNvSpPr txBox="1"/>
          <p:nvPr/>
        </p:nvSpPr>
        <p:spPr>
          <a:xfrm>
            <a:off x="11242364" y="2887547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RD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cxnSp>
        <p:nvCxnSpPr>
          <p:cNvPr id="1656" name="직선 연결선 1655">
            <a:extLst>
              <a:ext uri="{FF2B5EF4-FFF2-40B4-BE49-F238E27FC236}">
                <a16:creationId xmlns:a16="http://schemas.microsoft.com/office/drawing/2014/main" id="{03A37FDF-E288-527D-634A-96F7BD52F8DA}"/>
              </a:ext>
            </a:extLst>
          </p:cNvPr>
          <p:cNvCxnSpPr>
            <a:cxnSpLocks/>
          </p:cNvCxnSpPr>
          <p:nvPr/>
        </p:nvCxnSpPr>
        <p:spPr>
          <a:xfrm>
            <a:off x="11087100" y="2526837"/>
            <a:ext cx="3667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7" name="직선 연결선 1656">
            <a:extLst>
              <a:ext uri="{FF2B5EF4-FFF2-40B4-BE49-F238E27FC236}">
                <a16:creationId xmlns:a16="http://schemas.microsoft.com/office/drawing/2014/main" id="{A1F8C7B6-954F-53FC-225D-590A1D68556A}"/>
              </a:ext>
            </a:extLst>
          </p:cNvPr>
          <p:cNvCxnSpPr>
            <a:cxnSpLocks/>
          </p:cNvCxnSpPr>
          <p:nvPr/>
        </p:nvCxnSpPr>
        <p:spPr>
          <a:xfrm>
            <a:off x="11087960" y="2384425"/>
            <a:ext cx="0" cy="1352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3" name="직선 연결선 1662">
            <a:extLst>
              <a:ext uri="{FF2B5EF4-FFF2-40B4-BE49-F238E27FC236}">
                <a16:creationId xmlns:a16="http://schemas.microsoft.com/office/drawing/2014/main" id="{3FE230D4-7B6E-B4B8-FB8D-5F5DA5478E04}"/>
              </a:ext>
            </a:extLst>
          </p:cNvPr>
          <p:cNvCxnSpPr>
            <a:cxnSpLocks/>
          </p:cNvCxnSpPr>
          <p:nvPr/>
        </p:nvCxnSpPr>
        <p:spPr>
          <a:xfrm>
            <a:off x="10255835" y="2735358"/>
            <a:ext cx="9789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4" name="직선 연결선 1663">
            <a:extLst>
              <a:ext uri="{FF2B5EF4-FFF2-40B4-BE49-F238E27FC236}">
                <a16:creationId xmlns:a16="http://schemas.microsoft.com/office/drawing/2014/main" id="{32925825-D388-98BE-BC87-492A1A674187}"/>
              </a:ext>
            </a:extLst>
          </p:cNvPr>
          <p:cNvCxnSpPr>
            <a:cxnSpLocks/>
          </p:cNvCxnSpPr>
          <p:nvPr/>
        </p:nvCxnSpPr>
        <p:spPr>
          <a:xfrm>
            <a:off x="10253455" y="2802857"/>
            <a:ext cx="12003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1" name="직선 연결선 1670">
            <a:extLst>
              <a:ext uri="{FF2B5EF4-FFF2-40B4-BE49-F238E27FC236}">
                <a16:creationId xmlns:a16="http://schemas.microsoft.com/office/drawing/2014/main" id="{EE3F31FC-C8E8-D112-F927-E2427216F5F3}"/>
              </a:ext>
            </a:extLst>
          </p:cNvPr>
          <p:cNvCxnSpPr>
            <a:cxnSpLocks/>
          </p:cNvCxnSpPr>
          <p:nvPr/>
        </p:nvCxnSpPr>
        <p:spPr>
          <a:xfrm>
            <a:off x="11237119" y="2938146"/>
            <a:ext cx="2190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2" name="직선 연결선 1671">
            <a:extLst>
              <a:ext uri="{FF2B5EF4-FFF2-40B4-BE49-F238E27FC236}">
                <a16:creationId xmlns:a16="http://schemas.microsoft.com/office/drawing/2014/main" id="{A66E11B2-6E9B-FFCE-610E-96CB1C396B7E}"/>
              </a:ext>
            </a:extLst>
          </p:cNvPr>
          <p:cNvCxnSpPr>
            <a:cxnSpLocks/>
          </p:cNvCxnSpPr>
          <p:nvPr/>
        </p:nvCxnSpPr>
        <p:spPr>
          <a:xfrm>
            <a:off x="11237980" y="2939006"/>
            <a:ext cx="0" cy="1262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3" name="직선 연결선 1672">
            <a:extLst>
              <a:ext uri="{FF2B5EF4-FFF2-40B4-BE49-F238E27FC236}">
                <a16:creationId xmlns:a16="http://schemas.microsoft.com/office/drawing/2014/main" id="{96677CCD-2E63-89D8-5586-5EE8B5E2C47D}"/>
              </a:ext>
            </a:extLst>
          </p:cNvPr>
          <p:cNvCxnSpPr>
            <a:cxnSpLocks/>
          </p:cNvCxnSpPr>
          <p:nvPr/>
        </p:nvCxnSpPr>
        <p:spPr>
          <a:xfrm>
            <a:off x="11818208" y="2463840"/>
            <a:ext cx="0" cy="4227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5" name="직선 연결선 1674">
            <a:extLst>
              <a:ext uri="{FF2B5EF4-FFF2-40B4-BE49-F238E27FC236}">
                <a16:creationId xmlns:a16="http://schemas.microsoft.com/office/drawing/2014/main" id="{FAEE2FE6-AF6B-02E9-041C-96888C52BB0C}"/>
              </a:ext>
            </a:extLst>
          </p:cNvPr>
          <p:cNvCxnSpPr>
            <a:cxnSpLocks/>
          </p:cNvCxnSpPr>
          <p:nvPr/>
        </p:nvCxnSpPr>
        <p:spPr>
          <a:xfrm>
            <a:off x="11656218" y="2469039"/>
            <a:ext cx="16430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7" name="직선 연결선 1676">
            <a:extLst>
              <a:ext uri="{FF2B5EF4-FFF2-40B4-BE49-F238E27FC236}">
                <a16:creationId xmlns:a16="http://schemas.microsoft.com/office/drawing/2014/main" id="{8E36FFEA-8D28-28E5-7137-A4FF70A5182E}"/>
              </a:ext>
            </a:extLst>
          </p:cNvPr>
          <p:cNvCxnSpPr>
            <a:cxnSpLocks/>
          </p:cNvCxnSpPr>
          <p:nvPr/>
        </p:nvCxnSpPr>
        <p:spPr>
          <a:xfrm>
            <a:off x="11653837" y="2601365"/>
            <a:ext cx="16430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8" name="직선 연결선 1677">
            <a:extLst>
              <a:ext uri="{FF2B5EF4-FFF2-40B4-BE49-F238E27FC236}">
                <a16:creationId xmlns:a16="http://schemas.microsoft.com/office/drawing/2014/main" id="{2B096DC0-8C9D-D8D5-7F91-759C04AF9A9A}"/>
              </a:ext>
            </a:extLst>
          </p:cNvPr>
          <p:cNvCxnSpPr>
            <a:cxnSpLocks/>
          </p:cNvCxnSpPr>
          <p:nvPr/>
        </p:nvCxnSpPr>
        <p:spPr>
          <a:xfrm>
            <a:off x="11658598" y="2740942"/>
            <a:ext cx="16430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9" name="직선 연결선 1678">
            <a:extLst>
              <a:ext uri="{FF2B5EF4-FFF2-40B4-BE49-F238E27FC236}">
                <a16:creationId xmlns:a16="http://schemas.microsoft.com/office/drawing/2014/main" id="{C96513AC-4C5C-64C9-674A-E32837906D6F}"/>
              </a:ext>
            </a:extLst>
          </p:cNvPr>
          <p:cNvCxnSpPr>
            <a:cxnSpLocks/>
          </p:cNvCxnSpPr>
          <p:nvPr/>
        </p:nvCxnSpPr>
        <p:spPr>
          <a:xfrm>
            <a:off x="11663363" y="2872257"/>
            <a:ext cx="3714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1" name="직선 연결선 1680">
            <a:extLst>
              <a:ext uri="{FF2B5EF4-FFF2-40B4-BE49-F238E27FC236}">
                <a16:creationId xmlns:a16="http://schemas.microsoft.com/office/drawing/2014/main" id="{9289D3DE-FFA4-1D1F-A9C0-E17D0EF70644}"/>
              </a:ext>
            </a:extLst>
          </p:cNvPr>
          <p:cNvCxnSpPr>
            <a:cxnSpLocks/>
          </p:cNvCxnSpPr>
          <p:nvPr/>
        </p:nvCxnSpPr>
        <p:spPr>
          <a:xfrm>
            <a:off x="11234738" y="3063821"/>
            <a:ext cx="79533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5" name="타원 1684">
            <a:extLst>
              <a:ext uri="{FF2B5EF4-FFF2-40B4-BE49-F238E27FC236}">
                <a16:creationId xmlns:a16="http://schemas.microsoft.com/office/drawing/2014/main" id="{EB7FAF51-2C65-52FE-1B02-42FB95F6C700}"/>
              </a:ext>
            </a:extLst>
          </p:cNvPr>
          <p:cNvSpPr>
            <a:spLocks noChangeAspect="1"/>
          </p:cNvSpPr>
          <p:nvPr/>
        </p:nvSpPr>
        <p:spPr>
          <a:xfrm>
            <a:off x="11801207" y="2855335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686" name="타원 1685">
            <a:extLst>
              <a:ext uri="{FF2B5EF4-FFF2-40B4-BE49-F238E27FC236}">
                <a16:creationId xmlns:a16="http://schemas.microsoft.com/office/drawing/2014/main" id="{9E701650-16D4-AB72-4A08-884428159F3E}"/>
              </a:ext>
            </a:extLst>
          </p:cNvPr>
          <p:cNvSpPr>
            <a:spLocks noChangeAspect="1"/>
          </p:cNvSpPr>
          <p:nvPr/>
        </p:nvSpPr>
        <p:spPr>
          <a:xfrm>
            <a:off x="11801208" y="2721894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687" name="타원 1686">
            <a:extLst>
              <a:ext uri="{FF2B5EF4-FFF2-40B4-BE49-F238E27FC236}">
                <a16:creationId xmlns:a16="http://schemas.microsoft.com/office/drawing/2014/main" id="{1F2E2F27-4EDC-2E51-9708-6E71AC80CA45}"/>
              </a:ext>
            </a:extLst>
          </p:cNvPr>
          <p:cNvSpPr>
            <a:spLocks noChangeAspect="1"/>
          </p:cNvSpPr>
          <p:nvPr/>
        </p:nvSpPr>
        <p:spPr>
          <a:xfrm>
            <a:off x="11801207" y="2583365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1691" name="직선 연결선 1690">
            <a:extLst>
              <a:ext uri="{FF2B5EF4-FFF2-40B4-BE49-F238E27FC236}">
                <a16:creationId xmlns:a16="http://schemas.microsoft.com/office/drawing/2014/main" id="{1E39FD98-31CD-447C-A8C2-9E8734B3C5B6}"/>
              </a:ext>
            </a:extLst>
          </p:cNvPr>
          <p:cNvCxnSpPr>
            <a:cxnSpLocks/>
          </p:cNvCxnSpPr>
          <p:nvPr/>
        </p:nvCxnSpPr>
        <p:spPr>
          <a:xfrm>
            <a:off x="12034903" y="3011240"/>
            <a:ext cx="0" cy="13975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12" name="그룹 1711">
            <a:extLst>
              <a:ext uri="{FF2B5EF4-FFF2-40B4-BE49-F238E27FC236}">
                <a16:creationId xmlns:a16="http://schemas.microsoft.com/office/drawing/2014/main" id="{75B404FF-8496-B064-3190-86F820FBA40D}"/>
              </a:ext>
            </a:extLst>
          </p:cNvPr>
          <p:cNvGrpSpPr/>
          <p:nvPr/>
        </p:nvGrpSpPr>
        <p:grpSpPr>
          <a:xfrm>
            <a:off x="11673016" y="3141160"/>
            <a:ext cx="153592" cy="112899"/>
            <a:chOff x="11224145" y="3817414"/>
            <a:chExt cx="153592" cy="112899"/>
          </a:xfrm>
        </p:grpSpPr>
        <p:grpSp>
          <p:nvGrpSpPr>
            <p:cNvPr id="1704" name="그룹 1703">
              <a:extLst>
                <a:ext uri="{FF2B5EF4-FFF2-40B4-BE49-F238E27FC236}">
                  <a16:creationId xmlns:a16="http://schemas.microsoft.com/office/drawing/2014/main" id="{C863206B-0AA7-0D0B-18CA-C1A104B6AB4B}"/>
                </a:ext>
              </a:extLst>
            </p:cNvPr>
            <p:cNvGrpSpPr/>
            <p:nvPr/>
          </p:nvGrpSpPr>
          <p:grpSpPr>
            <a:xfrm>
              <a:off x="11224145" y="3864769"/>
              <a:ext cx="65833" cy="65544"/>
              <a:chOff x="1829733" y="1054489"/>
              <a:chExt cx="65833" cy="65544"/>
            </a:xfrm>
          </p:grpSpPr>
          <p:sp>
            <p:nvSpPr>
              <p:cNvPr id="1705" name="이등변 삼각형 1704">
                <a:extLst>
                  <a:ext uri="{FF2B5EF4-FFF2-40B4-BE49-F238E27FC236}">
                    <a16:creationId xmlns:a16="http://schemas.microsoft.com/office/drawing/2014/main" id="{8EBD4061-15D9-5658-4A2A-B2B96787995A}"/>
                  </a:ext>
                </a:extLst>
              </p:cNvPr>
              <p:cNvSpPr>
                <a:spLocks/>
              </p:cNvSpPr>
              <p:nvPr/>
            </p:nvSpPr>
            <p:spPr>
              <a:xfrm rot="5400000">
                <a:off x="1827725" y="1056497"/>
                <a:ext cx="60777" cy="56761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706" name="직선 연결선 1705">
                <a:extLst>
                  <a:ext uri="{FF2B5EF4-FFF2-40B4-BE49-F238E27FC236}">
                    <a16:creationId xmlns:a16="http://schemas.microsoft.com/office/drawing/2014/main" id="{4309BE2D-2325-E183-CF1C-E12C8B610D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5566" y="1054489"/>
                <a:ext cx="0" cy="65544"/>
              </a:xfrm>
              <a:prstGeom prst="lin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11" name="직선 화살표 연결선 1710">
              <a:extLst>
                <a:ext uri="{FF2B5EF4-FFF2-40B4-BE49-F238E27FC236}">
                  <a16:creationId xmlns:a16="http://schemas.microsoft.com/office/drawing/2014/main" id="{DEB49A75-954B-BAC6-739E-2F0330BC85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8207" y="3817414"/>
              <a:ext cx="59530" cy="71438"/>
            </a:xfrm>
            <a:prstGeom prst="straightConnector1">
              <a:avLst/>
            </a:prstGeom>
            <a:ln>
              <a:headEnd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15" name="직선 연결선 1714">
            <a:extLst>
              <a:ext uri="{FF2B5EF4-FFF2-40B4-BE49-F238E27FC236}">
                <a16:creationId xmlns:a16="http://schemas.microsoft.com/office/drawing/2014/main" id="{DF703F24-FDA8-AA68-E3F4-328842A6DF2F}"/>
              </a:ext>
            </a:extLst>
          </p:cNvPr>
          <p:cNvCxnSpPr>
            <a:cxnSpLocks/>
          </p:cNvCxnSpPr>
          <p:nvPr/>
        </p:nvCxnSpPr>
        <p:spPr>
          <a:xfrm>
            <a:off x="11232423" y="2664162"/>
            <a:ext cx="0" cy="722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6" name="직선 연결선 1715">
            <a:extLst>
              <a:ext uri="{FF2B5EF4-FFF2-40B4-BE49-F238E27FC236}">
                <a16:creationId xmlns:a16="http://schemas.microsoft.com/office/drawing/2014/main" id="{FC230476-16B4-D3D8-F2F9-DAA2188F6BC9}"/>
              </a:ext>
            </a:extLst>
          </p:cNvPr>
          <p:cNvCxnSpPr>
            <a:cxnSpLocks/>
          </p:cNvCxnSpPr>
          <p:nvPr/>
        </p:nvCxnSpPr>
        <p:spPr>
          <a:xfrm>
            <a:off x="11227594" y="2664162"/>
            <a:ext cx="2214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직선 연결선 1049">
            <a:extLst>
              <a:ext uri="{FF2B5EF4-FFF2-40B4-BE49-F238E27FC236}">
                <a16:creationId xmlns:a16="http://schemas.microsoft.com/office/drawing/2014/main" id="{DD7A7F0F-65EE-59FC-60C9-F38615DFFB72}"/>
              </a:ext>
            </a:extLst>
          </p:cNvPr>
          <p:cNvCxnSpPr>
            <a:cxnSpLocks/>
          </p:cNvCxnSpPr>
          <p:nvPr/>
        </p:nvCxnSpPr>
        <p:spPr>
          <a:xfrm>
            <a:off x="10710863" y="3218840"/>
            <a:ext cx="11691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9" name="직선 연결선 1738">
            <a:extLst>
              <a:ext uri="{FF2B5EF4-FFF2-40B4-BE49-F238E27FC236}">
                <a16:creationId xmlns:a16="http://schemas.microsoft.com/office/drawing/2014/main" id="{EC1E8E87-3EBF-80A7-78D0-58F4ED06DAE5}"/>
              </a:ext>
            </a:extLst>
          </p:cNvPr>
          <p:cNvCxnSpPr>
            <a:cxnSpLocks/>
          </p:cNvCxnSpPr>
          <p:nvPr/>
        </p:nvCxnSpPr>
        <p:spPr>
          <a:xfrm>
            <a:off x="10822781" y="3417750"/>
            <a:ext cx="10477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3" name="직사각형 1702">
            <a:extLst>
              <a:ext uri="{FF2B5EF4-FFF2-40B4-BE49-F238E27FC236}">
                <a16:creationId xmlns:a16="http://schemas.microsoft.com/office/drawing/2014/main" id="{94E6C899-70C4-0E93-9829-DA8D89E008FC}"/>
              </a:ext>
            </a:extLst>
          </p:cNvPr>
          <p:cNvSpPr/>
          <p:nvPr/>
        </p:nvSpPr>
        <p:spPr>
          <a:xfrm>
            <a:off x="11413443" y="3179053"/>
            <a:ext cx="164306" cy="778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2.2K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cxnSp>
        <p:nvCxnSpPr>
          <p:cNvPr id="1740" name="직선 연결선 1739">
            <a:extLst>
              <a:ext uri="{FF2B5EF4-FFF2-40B4-BE49-F238E27FC236}">
                <a16:creationId xmlns:a16="http://schemas.microsoft.com/office/drawing/2014/main" id="{820EF12B-133C-77BF-2A77-AD9E22F8DAC2}"/>
              </a:ext>
            </a:extLst>
          </p:cNvPr>
          <p:cNvCxnSpPr>
            <a:cxnSpLocks/>
          </p:cNvCxnSpPr>
          <p:nvPr/>
        </p:nvCxnSpPr>
        <p:spPr>
          <a:xfrm>
            <a:off x="11875365" y="3219147"/>
            <a:ext cx="0" cy="3741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5" name="타원 1744">
            <a:extLst>
              <a:ext uri="{FF2B5EF4-FFF2-40B4-BE49-F238E27FC236}">
                <a16:creationId xmlns:a16="http://schemas.microsoft.com/office/drawing/2014/main" id="{4691C75C-75C4-123B-2D22-20D16B59E599}"/>
              </a:ext>
            </a:extLst>
          </p:cNvPr>
          <p:cNvSpPr>
            <a:spLocks noChangeAspect="1"/>
          </p:cNvSpPr>
          <p:nvPr/>
        </p:nvSpPr>
        <p:spPr>
          <a:xfrm>
            <a:off x="11857564" y="3497573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746" name="타원 1745">
            <a:extLst>
              <a:ext uri="{FF2B5EF4-FFF2-40B4-BE49-F238E27FC236}">
                <a16:creationId xmlns:a16="http://schemas.microsoft.com/office/drawing/2014/main" id="{13970AC6-536F-8A2B-B982-5A01D1A434EB}"/>
              </a:ext>
            </a:extLst>
          </p:cNvPr>
          <p:cNvSpPr>
            <a:spLocks noChangeAspect="1"/>
          </p:cNvSpPr>
          <p:nvPr/>
        </p:nvSpPr>
        <p:spPr>
          <a:xfrm>
            <a:off x="11859945" y="3399564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748" name="타원 1747">
            <a:extLst>
              <a:ext uri="{FF2B5EF4-FFF2-40B4-BE49-F238E27FC236}">
                <a16:creationId xmlns:a16="http://schemas.microsoft.com/office/drawing/2014/main" id="{7E55D76A-758F-828D-9BF4-21D4C53646A1}"/>
              </a:ext>
            </a:extLst>
          </p:cNvPr>
          <p:cNvSpPr>
            <a:spLocks noChangeAspect="1"/>
          </p:cNvSpPr>
          <p:nvPr/>
        </p:nvSpPr>
        <p:spPr>
          <a:xfrm>
            <a:off x="11857564" y="3305538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1750" name="직선 연결선 1749">
            <a:extLst>
              <a:ext uri="{FF2B5EF4-FFF2-40B4-BE49-F238E27FC236}">
                <a16:creationId xmlns:a16="http://schemas.microsoft.com/office/drawing/2014/main" id="{7FA809C3-0088-9701-5193-822B3B55577B}"/>
              </a:ext>
            </a:extLst>
          </p:cNvPr>
          <p:cNvCxnSpPr>
            <a:cxnSpLocks/>
          </p:cNvCxnSpPr>
          <p:nvPr/>
        </p:nvCxnSpPr>
        <p:spPr>
          <a:xfrm>
            <a:off x="10258426" y="3382532"/>
            <a:ext cx="511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2" name="직선 연결선 1751">
            <a:extLst>
              <a:ext uri="{FF2B5EF4-FFF2-40B4-BE49-F238E27FC236}">
                <a16:creationId xmlns:a16="http://schemas.microsoft.com/office/drawing/2014/main" id="{E1DBBF58-9CE5-FF58-628C-62DA85F95F8D}"/>
              </a:ext>
            </a:extLst>
          </p:cNvPr>
          <p:cNvCxnSpPr>
            <a:cxnSpLocks/>
          </p:cNvCxnSpPr>
          <p:nvPr/>
        </p:nvCxnSpPr>
        <p:spPr>
          <a:xfrm>
            <a:off x="10258151" y="3447035"/>
            <a:ext cx="5693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6" name="직선 연결선 1765">
            <a:extLst>
              <a:ext uri="{FF2B5EF4-FFF2-40B4-BE49-F238E27FC236}">
                <a16:creationId xmlns:a16="http://schemas.microsoft.com/office/drawing/2014/main" id="{A232FD5F-9C8C-E331-0F85-A6B7F61EE42F}"/>
              </a:ext>
            </a:extLst>
          </p:cNvPr>
          <p:cNvCxnSpPr>
            <a:cxnSpLocks/>
          </p:cNvCxnSpPr>
          <p:nvPr/>
        </p:nvCxnSpPr>
        <p:spPr>
          <a:xfrm>
            <a:off x="10239103" y="5291218"/>
            <a:ext cx="8694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8" name="직선 연결선 1767">
            <a:extLst>
              <a:ext uri="{FF2B5EF4-FFF2-40B4-BE49-F238E27FC236}">
                <a16:creationId xmlns:a16="http://schemas.microsoft.com/office/drawing/2014/main" id="{07790CF8-F908-EFD6-ABAE-849D682A54B3}"/>
              </a:ext>
            </a:extLst>
          </p:cNvPr>
          <p:cNvCxnSpPr>
            <a:cxnSpLocks/>
          </p:cNvCxnSpPr>
          <p:nvPr/>
        </p:nvCxnSpPr>
        <p:spPr>
          <a:xfrm>
            <a:off x="10258154" y="5419805"/>
            <a:ext cx="9980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5" name="직선 연결선 1774">
            <a:extLst>
              <a:ext uri="{FF2B5EF4-FFF2-40B4-BE49-F238E27FC236}">
                <a16:creationId xmlns:a16="http://schemas.microsoft.com/office/drawing/2014/main" id="{22F02ED9-6731-C799-E677-D40CD00E6DED}"/>
              </a:ext>
            </a:extLst>
          </p:cNvPr>
          <p:cNvCxnSpPr>
            <a:cxnSpLocks/>
          </p:cNvCxnSpPr>
          <p:nvPr/>
        </p:nvCxnSpPr>
        <p:spPr>
          <a:xfrm>
            <a:off x="11110913" y="4705314"/>
            <a:ext cx="352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9" name="직선 연결선 1778">
            <a:extLst>
              <a:ext uri="{FF2B5EF4-FFF2-40B4-BE49-F238E27FC236}">
                <a16:creationId xmlns:a16="http://schemas.microsoft.com/office/drawing/2014/main" id="{612C9A64-6602-E5DF-48C2-FF6A64BE1E0F}"/>
              </a:ext>
            </a:extLst>
          </p:cNvPr>
          <p:cNvCxnSpPr>
            <a:cxnSpLocks/>
          </p:cNvCxnSpPr>
          <p:nvPr/>
        </p:nvCxnSpPr>
        <p:spPr>
          <a:xfrm>
            <a:off x="10255772" y="5353130"/>
            <a:ext cx="9313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1" name="직선 연결선 1780">
            <a:extLst>
              <a:ext uri="{FF2B5EF4-FFF2-40B4-BE49-F238E27FC236}">
                <a16:creationId xmlns:a16="http://schemas.microsoft.com/office/drawing/2014/main" id="{752AC551-1703-078E-3856-4D68DD010E44}"/>
              </a:ext>
            </a:extLst>
          </p:cNvPr>
          <p:cNvCxnSpPr>
            <a:cxnSpLocks/>
          </p:cNvCxnSpPr>
          <p:nvPr/>
        </p:nvCxnSpPr>
        <p:spPr>
          <a:xfrm flipV="1">
            <a:off x="11111778" y="4710064"/>
            <a:ext cx="0" cy="5786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2" name="직선 연결선 1801">
            <a:extLst>
              <a:ext uri="{FF2B5EF4-FFF2-40B4-BE49-F238E27FC236}">
                <a16:creationId xmlns:a16="http://schemas.microsoft.com/office/drawing/2014/main" id="{122940FC-2996-6E00-CBBE-B56790C8740E}"/>
              </a:ext>
            </a:extLst>
          </p:cNvPr>
          <p:cNvCxnSpPr>
            <a:cxnSpLocks/>
          </p:cNvCxnSpPr>
          <p:nvPr/>
        </p:nvCxnSpPr>
        <p:spPr>
          <a:xfrm>
            <a:off x="10765631" y="3322107"/>
            <a:ext cx="11072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2" name="직사각형 1731">
            <a:extLst>
              <a:ext uri="{FF2B5EF4-FFF2-40B4-BE49-F238E27FC236}">
                <a16:creationId xmlns:a16="http://schemas.microsoft.com/office/drawing/2014/main" id="{D506BAD7-357F-093A-3DEE-F955112BCE16}"/>
              </a:ext>
            </a:extLst>
          </p:cNvPr>
          <p:cNvSpPr/>
          <p:nvPr/>
        </p:nvSpPr>
        <p:spPr>
          <a:xfrm>
            <a:off x="11414475" y="3279836"/>
            <a:ext cx="164306" cy="778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2.2K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803" name="직사각형 1802">
            <a:extLst>
              <a:ext uri="{FF2B5EF4-FFF2-40B4-BE49-F238E27FC236}">
                <a16:creationId xmlns:a16="http://schemas.microsoft.com/office/drawing/2014/main" id="{6A171E78-2EAE-F600-38BF-7D702B42518E}"/>
              </a:ext>
            </a:extLst>
          </p:cNvPr>
          <p:cNvSpPr/>
          <p:nvPr/>
        </p:nvSpPr>
        <p:spPr>
          <a:xfrm>
            <a:off x="11414357" y="3378129"/>
            <a:ext cx="164306" cy="778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2.2K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cxnSp>
        <p:nvCxnSpPr>
          <p:cNvPr id="1805" name="직선 연결선 1804">
            <a:extLst>
              <a:ext uri="{FF2B5EF4-FFF2-40B4-BE49-F238E27FC236}">
                <a16:creationId xmlns:a16="http://schemas.microsoft.com/office/drawing/2014/main" id="{B4061CBF-4C07-0B48-68B4-0B5EA3338AB1}"/>
              </a:ext>
            </a:extLst>
          </p:cNvPr>
          <p:cNvCxnSpPr>
            <a:cxnSpLocks/>
          </p:cNvCxnSpPr>
          <p:nvPr/>
        </p:nvCxnSpPr>
        <p:spPr>
          <a:xfrm>
            <a:off x="10256044" y="3515721"/>
            <a:ext cx="16168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4" name="직사각형 1803">
            <a:extLst>
              <a:ext uri="{FF2B5EF4-FFF2-40B4-BE49-F238E27FC236}">
                <a16:creationId xmlns:a16="http://schemas.microsoft.com/office/drawing/2014/main" id="{954E870D-93E9-419F-462C-40A415E92660}"/>
              </a:ext>
            </a:extLst>
          </p:cNvPr>
          <p:cNvSpPr/>
          <p:nvPr/>
        </p:nvSpPr>
        <p:spPr>
          <a:xfrm>
            <a:off x="11414357" y="3476781"/>
            <a:ext cx="164306" cy="778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2.2K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cxnSp>
        <p:nvCxnSpPr>
          <p:cNvPr id="1810" name="직선 연결선 1809">
            <a:extLst>
              <a:ext uri="{FF2B5EF4-FFF2-40B4-BE49-F238E27FC236}">
                <a16:creationId xmlns:a16="http://schemas.microsoft.com/office/drawing/2014/main" id="{EFF4B1FF-3435-4897-B606-2F117C6384F8}"/>
              </a:ext>
            </a:extLst>
          </p:cNvPr>
          <p:cNvCxnSpPr>
            <a:cxnSpLocks/>
          </p:cNvCxnSpPr>
          <p:nvPr/>
        </p:nvCxnSpPr>
        <p:spPr>
          <a:xfrm>
            <a:off x="9120201" y="3924965"/>
            <a:ext cx="11022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3" name="직선 연결선 1812">
            <a:extLst>
              <a:ext uri="{FF2B5EF4-FFF2-40B4-BE49-F238E27FC236}">
                <a16:creationId xmlns:a16="http://schemas.microsoft.com/office/drawing/2014/main" id="{EE056DF8-5202-7F48-8925-E859254B3A0F}"/>
              </a:ext>
            </a:extLst>
          </p:cNvPr>
          <p:cNvCxnSpPr>
            <a:cxnSpLocks/>
          </p:cNvCxnSpPr>
          <p:nvPr/>
        </p:nvCxnSpPr>
        <p:spPr>
          <a:xfrm>
            <a:off x="10825179" y="3412331"/>
            <a:ext cx="0" cy="38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5" name="직선 연결선 1814">
            <a:extLst>
              <a:ext uri="{FF2B5EF4-FFF2-40B4-BE49-F238E27FC236}">
                <a16:creationId xmlns:a16="http://schemas.microsoft.com/office/drawing/2014/main" id="{A1DA31C9-9D25-59D2-6449-D4035E537FA6}"/>
              </a:ext>
            </a:extLst>
          </p:cNvPr>
          <p:cNvCxnSpPr>
            <a:cxnSpLocks/>
          </p:cNvCxnSpPr>
          <p:nvPr/>
        </p:nvCxnSpPr>
        <p:spPr>
          <a:xfrm>
            <a:off x="10768026" y="3321844"/>
            <a:ext cx="0" cy="606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6" name="직선 연결선 1815">
            <a:extLst>
              <a:ext uri="{FF2B5EF4-FFF2-40B4-BE49-F238E27FC236}">
                <a16:creationId xmlns:a16="http://schemas.microsoft.com/office/drawing/2014/main" id="{FD2C3C66-7023-8A49-CC3B-03BFA84EB654}"/>
              </a:ext>
            </a:extLst>
          </p:cNvPr>
          <p:cNvCxnSpPr>
            <a:cxnSpLocks/>
          </p:cNvCxnSpPr>
          <p:nvPr/>
        </p:nvCxnSpPr>
        <p:spPr>
          <a:xfrm>
            <a:off x="10708497" y="3219147"/>
            <a:ext cx="0" cy="1026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9" name="직선 연결선 1828">
            <a:extLst>
              <a:ext uri="{FF2B5EF4-FFF2-40B4-BE49-F238E27FC236}">
                <a16:creationId xmlns:a16="http://schemas.microsoft.com/office/drawing/2014/main" id="{8B6E0346-D6B5-6777-0E86-4F33263CA31E}"/>
              </a:ext>
            </a:extLst>
          </p:cNvPr>
          <p:cNvCxnSpPr>
            <a:cxnSpLocks/>
          </p:cNvCxnSpPr>
          <p:nvPr/>
        </p:nvCxnSpPr>
        <p:spPr>
          <a:xfrm>
            <a:off x="10256044" y="3586856"/>
            <a:ext cx="16192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7" name="TextBox 1836">
            <a:extLst>
              <a:ext uri="{FF2B5EF4-FFF2-40B4-BE49-F238E27FC236}">
                <a16:creationId xmlns:a16="http://schemas.microsoft.com/office/drawing/2014/main" id="{6D226D69-ADDD-50AB-ECEC-E06F9AC3E089}"/>
              </a:ext>
            </a:extLst>
          </p:cNvPr>
          <p:cNvSpPr txBox="1"/>
          <p:nvPr/>
        </p:nvSpPr>
        <p:spPr>
          <a:xfrm>
            <a:off x="11009654" y="3132576"/>
            <a:ext cx="34835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solidFill>
                  <a:srgbClr val="FF0000"/>
                </a:solidFill>
              </a:rPr>
              <a:t>CB PWR</a:t>
            </a:r>
            <a:endParaRPr lang="ko-KR" altLang="en-US" sz="600" b="1" dirty="0">
              <a:solidFill>
                <a:srgbClr val="FF0000"/>
              </a:solidFill>
            </a:endParaRPr>
          </a:p>
        </p:txBody>
      </p:sp>
      <p:sp>
        <p:nvSpPr>
          <p:cNvPr id="1838" name="TextBox 1837">
            <a:extLst>
              <a:ext uri="{FF2B5EF4-FFF2-40B4-BE49-F238E27FC236}">
                <a16:creationId xmlns:a16="http://schemas.microsoft.com/office/drawing/2014/main" id="{86CD6282-EBC7-AB36-2E45-F1D1D2C1B6D7}"/>
              </a:ext>
            </a:extLst>
          </p:cNvPr>
          <p:cNvSpPr txBox="1"/>
          <p:nvPr/>
        </p:nvSpPr>
        <p:spPr>
          <a:xfrm>
            <a:off x="10941560" y="3236605"/>
            <a:ext cx="46722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solidFill>
                  <a:srgbClr val="FF0000"/>
                </a:solidFill>
              </a:rPr>
              <a:t>Plasma PWR</a:t>
            </a:r>
            <a:endParaRPr lang="ko-KR" altLang="en-US" sz="600" b="1" dirty="0">
              <a:solidFill>
                <a:srgbClr val="FF0000"/>
              </a:solidFill>
            </a:endParaRPr>
          </a:p>
        </p:txBody>
      </p:sp>
      <p:sp>
        <p:nvSpPr>
          <p:cNvPr id="1839" name="TextBox 1838">
            <a:extLst>
              <a:ext uri="{FF2B5EF4-FFF2-40B4-BE49-F238E27FC236}">
                <a16:creationId xmlns:a16="http://schemas.microsoft.com/office/drawing/2014/main" id="{C27033E5-D545-3D83-7C27-32CA13ECEF68}"/>
              </a:ext>
            </a:extLst>
          </p:cNvPr>
          <p:cNvSpPr txBox="1"/>
          <p:nvPr/>
        </p:nvSpPr>
        <p:spPr>
          <a:xfrm>
            <a:off x="10856276" y="3333060"/>
            <a:ext cx="62144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solidFill>
                  <a:srgbClr val="FF0000"/>
                </a:solidFill>
              </a:rPr>
              <a:t>CB to PC conn.</a:t>
            </a:r>
            <a:endParaRPr lang="ko-KR" altLang="en-US" sz="600" b="1" dirty="0">
              <a:solidFill>
                <a:srgbClr val="FF0000"/>
              </a:solidFill>
            </a:endParaRPr>
          </a:p>
        </p:txBody>
      </p:sp>
      <p:sp>
        <p:nvSpPr>
          <p:cNvPr id="1840" name="TextBox 1839">
            <a:extLst>
              <a:ext uri="{FF2B5EF4-FFF2-40B4-BE49-F238E27FC236}">
                <a16:creationId xmlns:a16="http://schemas.microsoft.com/office/drawing/2014/main" id="{74EC2A0B-F7DF-C75E-AEDE-1278C7B1DF81}"/>
              </a:ext>
            </a:extLst>
          </p:cNvPr>
          <p:cNvSpPr txBox="1"/>
          <p:nvPr/>
        </p:nvSpPr>
        <p:spPr>
          <a:xfrm>
            <a:off x="10856276" y="3430692"/>
            <a:ext cx="62144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solidFill>
                  <a:srgbClr val="FF0000"/>
                </a:solidFill>
              </a:rPr>
              <a:t>PC to CB conn.</a:t>
            </a:r>
            <a:endParaRPr lang="ko-KR" altLang="en-US" sz="600" b="1" dirty="0">
              <a:solidFill>
                <a:srgbClr val="FF0000"/>
              </a:solidFill>
            </a:endParaRPr>
          </a:p>
        </p:txBody>
      </p:sp>
      <p:pic>
        <p:nvPicPr>
          <p:cNvPr id="1842" name="그림 1841">
            <a:extLst>
              <a:ext uri="{FF2B5EF4-FFF2-40B4-BE49-F238E27FC236}">
                <a16:creationId xmlns:a16="http://schemas.microsoft.com/office/drawing/2014/main" id="{26EDD883-7DB8-79F4-58E8-0231D1582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993263" y="3638652"/>
            <a:ext cx="477220" cy="719501"/>
          </a:xfrm>
          <a:prstGeom prst="rect">
            <a:avLst/>
          </a:prstGeom>
        </p:spPr>
      </p:pic>
      <p:cxnSp>
        <p:nvCxnSpPr>
          <p:cNvPr id="1843" name="직선 연결선 1842">
            <a:extLst>
              <a:ext uri="{FF2B5EF4-FFF2-40B4-BE49-F238E27FC236}">
                <a16:creationId xmlns:a16="http://schemas.microsoft.com/office/drawing/2014/main" id="{04F4B3C3-C205-C209-DBB3-7D90C4E84887}"/>
              </a:ext>
            </a:extLst>
          </p:cNvPr>
          <p:cNvCxnSpPr>
            <a:cxnSpLocks/>
          </p:cNvCxnSpPr>
          <p:nvPr/>
        </p:nvCxnSpPr>
        <p:spPr>
          <a:xfrm>
            <a:off x="1534970" y="6412834"/>
            <a:ext cx="870298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47" name="그룹 1846">
            <a:extLst>
              <a:ext uri="{FF2B5EF4-FFF2-40B4-BE49-F238E27FC236}">
                <a16:creationId xmlns:a16="http://schemas.microsoft.com/office/drawing/2014/main" id="{EF815C94-3EFC-8070-6548-C562022E97E7}"/>
              </a:ext>
            </a:extLst>
          </p:cNvPr>
          <p:cNvGrpSpPr/>
          <p:nvPr/>
        </p:nvGrpSpPr>
        <p:grpSpPr>
          <a:xfrm>
            <a:off x="5303757" y="5376431"/>
            <a:ext cx="478818" cy="430345"/>
            <a:chOff x="4678654" y="4751801"/>
            <a:chExt cx="478818" cy="430345"/>
          </a:xfrm>
        </p:grpSpPr>
        <p:sp>
          <p:nvSpPr>
            <p:cNvPr id="1848" name="직사각형 1847">
              <a:extLst>
                <a:ext uri="{FF2B5EF4-FFF2-40B4-BE49-F238E27FC236}">
                  <a16:creationId xmlns:a16="http://schemas.microsoft.com/office/drawing/2014/main" id="{A3DCAC2C-52C1-8A26-5AD7-5A4A749672BD}"/>
                </a:ext>
              </a:extLst>
            </p:cNvPr>
            <p:cNvSpPr/>
            <p:nvPr/>
          </p:nvSpPr>
          <p:spPr>
            <a:xfrm>
              <a:off x="4686696" y="4876945"/>
              <a:ext cx="407217" cy="2134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49" name="TextBox 1848">
              <a:extLst>
                <a:ext uri="{FF2B5EF4-FFF2-40B4-BE49-F238E27FC236}">
                  <a16:creationId xmlns:a16="http://schemas.microsoft.com/office/drawing/2014/main" id="{E0621C4C-C9B0-3DEB-8E61-38874D88765E}"/>
                </a:ext>
              </a:extLst>
            </p:cNvPr>
            <p:cNvSpPr txBox="1"/>
            <p:nvPr/>
          </p:nvSpPr>
          <p:spPr>
            <a:xfrm>
              <a:off x="4684443" y="4751801"/>
              <a:ext cx="4571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b="1" dirty="0"/>
                <a:t>LAN8710</a:t>
              </a:r>
              <a:endParaRPr lang="ko-KR" altLang="en-US" sz="800" b="1" dirty="0"/>
            </a:p>
          </p:txBody>
        </p:sp>
        <p:sp>
          <p:nvSpPr>
            <p:cNvPr id="1850" name="TextBox 1849">
              <a:extLst>
                <a:ext uri="{FF2B5EF4-FFF2-40B4-BE49-F238E27FC236}">
                  <a16:creationId xmlns:a16="http://schemas.microsoft.com/office/drawing/2014/main" id="{C7D506BF-1B1A-FC27-9FE3-7ACD69A01F9C}"/>
                </a:ext>
              </a:extLst>
            </p:cNvPr>
            <p:cNvSpPr txBox="1"/>
            <p:nvPr/>
          </p:nvSpPr>
          <p:spPr>
            <a:xfrm>
              <a:off x="4678654" y="5089813"/>
              <a:ext cx="47881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10/100M PHY</a:t>
              </a:r>
              <a:endParaRPr lang="ko-KR" altLang="en-US" sz="600" dirty="0"/>
            </a:p>
          </p:txBody>
        </p:sp>
        <p:sp>
          <p:nvSpPr>
            <p:cNvPr id="1851" name="TextBox 1850">
              <a:extLst>
                <a:ext uri="{FF2B5EF4-FFF2-40B4-BE49-F238E27FC236}">
                  <a16:creationId xmlns:a16="http://schemas.microsoft.com/office/drawing/2014/main" id="{4B2EF779-9A1A-1625-3590-62C6194898E2}"/>
                </a:ext>
              </a:extLst>
            </p:cNvPr>
            <p:cNvSpPr txBox="1"/>
            <p:nvPr/>
          </p:nvSpPr>
          <p:spPr>
            <a:xfrm>
              <a:off x="4736383" y="4999039"/>
              <a:ext cx="29959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TX    RX</a:t>
              </a:r>
              <a:endParaRPr lang="ko-KR" altLang="en-US" sz="600" dirty="0"/>
            </a:p>
          </p:txBody>
        </p:sp>
        <p:sp>
          <p:nvSpPr>
            <p:cNvPr id="1852" name="TextBox 1851">
              <a:extLst>
                <a:ext uri="{FF2B5EF4-FFF2-40B4-BE49-F238E27FC236}">
                  <a16:creationId xmlns:a16="http://schemas.microsoft.com/office/drawing/2014/main" id="{637DE231-F41F-91E7-C071-D27C550C793F}"/>
                </a:ext>
              </a:extLst>
            </p:cNvPr>
            <p:cNvSpPr txBox="1"/>
            <p:nvPr/>
          </p:nvSpPr>
          <p:spPr>
            <a:xfrm>
              <a:off x="4798973" y="4890195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RMII</a:t>
              </a:r>
              <a:endParaRPr lang="ko-KR" altLang="en-US" sz="600" dirty="0"/>
            </a:p>
          </p:txBody>
        </p:sp>
      </p:grpSp>
      <p:grpSp>
        <p:nvGrpSpPr>
          <p:cNvPr id="1853" name="그룹 1852">
            <a:extLst>
              <a:ext uri="{FF2B5EF4-FFF2-40B4-BE49-F238E27FC236}">
                <a16:creationId xmlns:a16="http://schemas.microsoft.com/office/drawing/2014/main" id="{AB9D24BB-0D35-1954-4520-C6A0BA541D25}"/>
              </a:ext>
            </a:extLst>
          </p:cNvPr>
          <p:cNvGrpSpPr/>
          <p:nvPr/>
        </p:nvGrpSpPr>
        <p:grpSpPr>
          <a:xfrm>
            <a:off x="5805407" y="5373256"/>
            <a:ext cx="478818" cy="430345"/>
            <a:chOff x="4678654" y="4751801"/>
            <a:chExt cx="478818" cy="430345"/>
          </a:xfrm>
        </p:grpSpPr>
        <p:sp>
          <p:nvSpPr>
            <p:cNvPr id="1854" name="직사각형 1853">
              <a:extLst>
                <a:ext uri="{FF2B5EF4-FFF2-40B4-BE49-F238E27FC236}">
                  <a16:creationId xmlns:a16="http://schemas.microsoft.com/office/drawing/2014/main" id="{0AE3533A-2853-2AD7-8879-7E1909FDBDC0}"/>
                </a:ext>
              </a:extLst>
            </p:cNvPr>
            <p:cNvSpPr/>
            <p:nvPr/>
          </p:nvSpPr>
          <p:spPr>
            <a:xfrm>
              <a:off x="4686696" y="4876945"/>
              <a:ext cx="407217" cy="21342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55" name="TextBox 1854">
              <a:extLst>
                <a:ext uri="{FF2B5EF4-FFF2-40B4-BE49-F238E27FC236}">
                  <a16:creationId xmlns:a16="http://schemas.microsoft.com/office/drawing/2014/main" id="{89CC89BF-78F6-5E27-0FA2-8767DC5EE710}"/>
                </a:ext>
              </a:extLst>
            </p:cNvPr>
            <p:cNvSpPr txBox="1"/>
            <p:nvPr/>
          </p:nvSpPr>
          <p:spPr>
            <a:xfrm>
              <a:off x="4684443" y="4751801"/>
              <a:ext cx="45715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b="1" dirty="0"/>
                <a:t>LAN8710</a:t>
              </a:r>
              <a:endParaRPr lang="ko-KR" altLang="en-US" sz="800" b="1" dirty="0"/>
            </a:p>
          </p:txBody>
        </p:sp>
        <p:sp>
          <p:nvSpPr>
            <p:cNvPr id="1856" name="TextBox 1855">
              <a:extLst>
                <a:ext uri="{FF2B5EF4-FFF2-40B4-BE49-F238E27FC236}">
                  <a16:creationId xmlns:a16="http://schemas.microsoft.com/office/drawing/2014/main" id="{5F2DBFAB-5B98-4390-9DCF-790561BDDA04}"/>
                </a:ext>
              </a:extLst>
            </p:cNvPr>
            <p:cNvSpPr txBox="1"/>
            <p:nvPr/>
          </p:nvSpPr>
          <p:spPr>
            <a:xfrm>
              <a:off x="4678654" y="5089813"/>
              <a:ext cx="47881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10/100M PHY</a:t>
              </a:r>
              <a:endParaRPr lang="ko-KR" altLang="en-US" sz="600" dirty="0"/>
            </a:p>
          </p:txBody>
        </p:sp>
        <p:sp>
          <p:nvSpPr>
            <p:cNvPr id="1857" name="TextBox 1856">
              <a:extLst>
                <a:ext uri="{FF2B5EF4-FFF2-40B4-BE49-F238E27FC236}">
                  <a16:creationId xmlns:a16="http://schemas.microsoft.com/office/drawing/2014/main" id="{5F013DD6-2C81-FBF0-485D-190929D18657}"/>
                </a:ext>
              </a:extLst>
            </p:cNvPr>
            <p:cNvSpPr txBox="1"/>
            <p:nvPr/>
          </p:nvSpPr>
          <p:spPr>
            <a:xfrm>
              <a:off x="4736383" y="4999039"/>
              <a:ext cx="29959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TX    RX</a:t>
              </a:r>
              <a:endParaRPr lang="ko-KR" altLang="en-US" sz="600" dirty="0"/>
            </a:p>
          </p:txBody>
        </p:sp>
        <p:sp>
          <p:nvSpPr>
            <p:cNvPr id="1858" name="TextBox 1857">
              <a:extLst>
                <a:ext uri="{FF2B5EF4-FFF2-40B4-BE49-F238E27FC236}">
                  <a16:creationId xmlns:a16="http://schemas.microsoft.com/office/drawing/2014/main" id="{86B1CD29-E55A-4F95-74AD-88024AF79F18}"/>
                </a:ext>
              </a:extLst>
            </p:cNvPr>
            <p:cNvSpPr txBox="1"/>
            <p:nvPr/>
          </p:nvSpPr>
          <p:spPr>
            <a:xfrm>
              <a:off x="4798973" y="4890195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RMII</a:t>
              </a:r>
              <a:endParaRPr lang="ko-KR" altLang="en-US" sz="600" dirty="0"/>
            </a:p>
          </p:txBody>
        </p:sp>
      </p:grpSp>
      <p:cxnSp>
        <p:nvCxnSpPr>
          <p:cNvPr id="1860" name="직선 연결선 1859">
            <a:extLst>
              <a:ext uri="{FF2B5EF4-FFF2-40B4-BE49-F238E27FC236}">
                <a16:creationId xmlns:a16="http://schemas.microsoft.com/office/drawing/2014/main" id="{1097333C-8EB5-D784-53C0-E995AE5BD37B}"/>
              </a:ext>
            </a:extLst>
          </p:cNvPr>
          <p:cNvCxnSpPr>
            <a:cxnSpLocks/>
          </p:cNvCxnSpPr>
          <p:nvPr/>
        </p:nvCxnSpPr>
        <p:spPr>
          <a:xfrm flipV="1">
            <a:off x="5494241" y="5262281"/>
            <a:ext cx="0" cy="1161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1" name="직선 연결선 1860">
            <a:extLst>
              <a:ext uri="{FF2B5EF4-FFF2-40B4-BE49-F238E27FC236}">
                <a16:creationId xmlns:a16="http://schemas.microsoft.com/office/drawing/2014/main" id="{C5E58E5C-0679-FBB7-B0C9-1976AAB637C9}"/>
              </a:ext>
            </a:extLst>
          </p:cNvPr>
          <p:cNvCxnSpPr>
            <a:cxnSpLocks/>
          </p:cNvCxnSpPr>
          <p:nvPr/>
        </p:nvCxnSpPr>
        <p:spPr>
          <a:xfrm flipV="1">
            <a:off x="5980016" y="5262281"/>
            <a:ext cx="0" cy="1161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6" name="직선 연결선 1875">
            <a:extLst>
              <a:ext uri="{FF2B5EF4-FFF2-40B4-BE49-F238E27FC236}">
                <a16:creationId xmlns:a16="http://schemas.microsoft.com/office/drawing/2014/main" id="{72C4F7DC-A3F3-7C10-134B-23C998DDDE13}"/>
              </a:ext>
            </a:extLst>
          </p:cNvPr>
          <p:cNvCxnSpPr>
            <a:cxnSpLocks/>
          </p:cNvCxnSpPr>
          <p:nvPr/>
        </p:nvCxnSpPr>
        <p:spPr>
          <a:xfrm>
            <a:off x="244195" y="6586399"/>
            <a:ext cx="1179540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5" name="직사각형 1874">
            <a:extLst>
              <a:ext uri="{FF2B5EF4-FFF2-40B4-BE49-F238E27FC236}">
                <a16:creationId xmlns:a16="http://schemas.microsoft.com/office/drawing/2014/main" id="{AD7CDEF0-CCAE-D1FD-82C0-01BA69EF846E}"/>
              </a:ext>
            </a:extLst>
          </p:cNvPr>
          <p:cNvSpPr/>
          <p:nvPr/>
        </p:nvSpPr>
        <p:spPr>
          <a:xfrm>
            <a:off x="456808" y="6401578"/>
            <a:ext cx="429598" cy="35200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AC/DC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877" name="TextBox 1876">
            <a:extLst>
              <a:ext uri="{FF2B5EF4-FFF2-40B4-BE49-F238E27FC236}">
                <a16:creationId xmlns:a16="http://schemas.microsoft.com/office/drawing/2014/main" id="{F3A6637E-37E8-2DFE-A44B-82B084BECA76}"/>
              </a:ext>
            </a:extLst>
          </p:cNvPr>
          <p:cNvSpPr txBox="1"/>
          <p:nvPr/>
        </p:nvSpPr>
        <p:spPr>
          <a:xfrm>
            <a:off x="66657" y="6419850"/>
            <a:ext cx="39819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0070C0"/>
                </a:solidFill>
              </a:rPr>
              <a:t>220Vac</a:t>
            </a:r>
            <a:endParaRPr lang="ko-KR" altLang="en-US" sz="800" dirty="0">
              <a:solidFill>
                <a:srgbClr val="0070C0"/>
              </a:solidFill>
            </a:endParaRPr>
          </a:p>
        </p:txBody>
      </p:sp>
      <p:cxnSp>
        <p:nvCxnSpPr>
          <p:cNvPr id="1878" name="직선 연결선 1877">
            <a:extLst>
              <a:ext uri="{FF2B5EF4-FFF2-40B4-BE49-F238E27FC236}">
                <a16:creationId xmlns:a16="http://schemas.microsoft.com/office/drawing/2014/main" id="{249B8915-43C2-40EE-39C4-A53D0F0F4C44}"/>
              </a:ext>
            </a:extLst>
          </p:cNvPr>
          <p:cNvCxnSpPr>
            <a:cxnSpLocks/>
          </p:cNvCxnSpPr>
          <p:nvPr/>
        </p:nvCxnSpPr>
        <p:spPr>
          <a:xfrm flipV="1">
            <a:off x="1242108" y="6172200"/>
            <a:ext cx="0" cy="4094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1" name="직선 연결선 1880">
            <a:extLst>
              <a:ext uri="{FF2B5EF4-FFF2-40B4-BE49-F238E27FC236}">
                <a16:creationId xmlns:a16="http://schemas.microsoft.com/office/drawing/2014/main" id="{8D6426B6-87A9-88CB-40A0-6FCE6B7D46F0}"/>
              </a:ext>
            </a:extLst>
          </p:cNvPr>
          <p:cNvCxnSpPr>
            <a:cxnSpLocks/>
          </p:cNvCxnSpPr>
          <p:nvPr/>
        </p:nvCxnSpPr>
        <p:spPr>
          <a:xfrm>
            <a:off x="1238249" y="6174454"/>
            <a:ext cx="230392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4" name="직선 연결선 1883">
            <a:extLst>
              <a:ext uri="{FF2B5EF4-FFF2-40B4-BE49-F238E27FC236}">
                <a16:creationId xmlns:a16="http://schemas.microsoft.com/office/drawing/2014/main" id="{6C0608CB-B95E-D67E-6234-F5E94BF33F83}"/>
              </a:ext>
            </a:extLst>
          </p:cNvPr>
          <p:cNvCxnSpPr>
            <a:cxnSpLocks/>
          </p:cNvCxnSpPr>
          <p:nvPr/>
        </p:nvCxnSpPr>
        <p:spPr>
          <a:xfrm flipV="1">
            <a:off x="12032028" y="2593225"/>
            <a:ext cx="0" cy="39884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6" name="직선 연결선 1905">
            <a:extLst>
              <a:ext uri="{FF2B5EF4-FFF2-40B4-BE49-F238E27FC236}">
                <a16:creationId xmlns:a16="http://schemas.microsoft.com/office/drawing/2014/main" id="{28789AD3-7864-FD6C-F8D6-569AF643B49A}"/>
              </a:ext>
            </a:extLst>
          </p:cNvPr>
          <p:cNvCxnSpPr>
            <a:cxnSpLocks/>
          </p:cNvCxnSpPr>
          <p:nvPr/>
        </p:nvCxnSpPr>
        <p:spPr>
          <a:xfrm>
            <a:off x="10258425" y="3314091"/>
            <a:ext cx="4548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1" name="직선 연결선 1910">
            <a:extLst>
              <a:ext uri="{FF2B5EF4-FFF2-40B4-BE49-F238E27FC236}">
                <a16:creationId xmlns:a16="http://schemas.microsoft.com/office/drawing/2014/main" id="{1DBF24E1-37F9-1667-A599-80B9BD619437}"/>
              </a:ext>
            </a:extLst>
          </p:cNvPr>
          <p:cNvCxnSpPr>
            <a:cxnSpLocks/>
          </p:cNvCxnSpPr>
          <p:nvPr/>
        </p:nvCxnSpPr>
        <p:spPr>
          <a:xfrm>
            <a:off x="10239103" y="3925174"/>
            <a:ext cx="5479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2" name="직선 연결선 1911">
            <a:extLst>
              <a:ext uri="{FF2B5EF4-FFF2-40B4-BE49-F238E27FC236}">
                <a16:creationId xmlns:a16="http://schemas.microsoft.com/office/drawing/2014/main" id="{8D159459-CB34-CACC-1FCC-180FE1B1A5A0}"/>
              </a:ext>
            </a:extLst>
          </p:cNvPr>
          <p:cNvCxnSpPr>
            <a:cxnSpLocks/>
          </p:cNvCxnSpPr>
          <p:nvPr/>
        </p:nvCxnSpPr>
        <p:spPr>
          <a:xfrm>
            <a:off x="10779919" y="4134724"/>
            <a:ext cx="2976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3" name="직선 연결선 1912">
            <a:extLst>
              <a:ext uri="{FF2B5EF4-FFF2-40B4-BE49-F238E27FC236}">
                <a16:creationId xmlns:a16="http://schemas.microsoft.com/office/drawing/2014/main" id="{EE3CB844-881F-B5A9-482D-B62DCC0262AE}"/>
              </a:ext>
            </a:extLst>
          </p:cNvPr>
          <p:cNvCxnSpPr>
            <a:cxnSpLocks/>
          </p:cNvCxnSpPr>
          <p:nvPr/>
        </p:nvCxnSpPr>
        <p:spPr>
          <a:xfrm>
            <a:off x="10782312" y="3916665"/>
            <a:ext cx="0" cy="2171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6" name="직선 연결선 1915">
            <a:extLst>
              <a:ext uri="{FF2B5EF4-FFF2-40B4-BE49-F238E27FC236}">
                <a16:creationId xmlns:a16="http://schemas.microsoft.com/office/drawing/2014/main" id="{2B21E451-91E5-A70D-ACF4-CAA3747F2BF5}"/>
              </a:ext>
            </a:extLst>
          </p:cNvPr>
          <p:cNvCxnSpPr>
            <a:cxnSpLocks/>
          </p:cNvCxnSpPr>
          <p:nvPr/>
        </p:nvCxnSpPr>
        <p:spPr>
          <a:xfrm>
            <a:off x="10839450" y="3879933"/>
            <a:ext cx="24050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8" name="직선 연결선 1917">
            <a:extLst>
              <a:ext uri="{FF2B5EF4-FFF2-40B4-BE49-F238E27FC236}">
                <a16:creationId xmlns:a16="http://schemas.microsoft.com/office/drawing/2014/main" id="{D6331970-5486-8BF9-6E4A-2C326A107344}"/>
              </a:ext>
            </a:extLst>
          </p:cNvPr>
          <p:cNvCxnSpPr>
            <a:cxnSpLocks/>
          </p:cNvCxnSpPr>
          <p:nvPr/>
        </p:nvCxnSpPr>
        <p:spPr>
          <a:xfrm>
            <a:off x="10258153" y="4054857"/>
            <a:ext cx="586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0" name="직선 연결선 1919">
            <a:extLst>
              <a:ext uri="{FF2B5EF4-FFF2-40B4-BE49-F238E27FC236}">
                <a16:creationId xmlns:a16="http://schemas.microsoft.com/office/drawing/2014/main" id="{C994239F-8949-2556-0EFA-B0CD504735DF}"/>
              </a:ext>
            </a:extLst>
          </p:cNvPr>
          <p:cNvCxnSpPr>
            <a:cxnSpLocks/>
          </p:cNvCxnSpPr>
          <p:nvPr/>
        </p:nvCxnSpPr>
        <p:spPr>
          <a:xfrm>
            <a:off x="10841845" y="3877925"/>
            <a:ext cx="0" cy="1736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3" name="직선 연결선 1922">
            <a:extLst>
              <a:ext uri="{FF2B5EF4-FFF2-40B4-BE49-F238E27FC236}">
                <a16:creationId xmlns:a16="http://schemas.microsoft.com/office/drawing/2014/main" id="{F8D07ACC-E950-115F-5C1F-C042A9F24D00}"/>
              </a:ext>
            </a:extLst>
          </p:cNvPr>
          <p:cNvCxnSpPr>
            <a:cxnSpLocks/>
          </p:cNvCxnSpPr>
          <p:nvPr/>
        </p:nvCxnSpPr>
        <p:spPr>
          <a:xfrm>
            <a:off x="11379994" y="3873884"/>
            <a:ext cx="65960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5" name="직선 연결선 1924">
            <a:extLst>
              <a:ext uri="{FF2B5EF4-FFF2-40B4-BE49-F238E27FC236}">
                <a16:creationId xmlns:a16="http://schemas.microsoft.com/office/drawing/2014/main" id="{31D4BEBB-B3C9-B032-2D05-4F17EA8D67CC}"/>
              </a:ext>
            </a:extLst>
          </p:cNvPr>
          <p:cNvCxnSpPr>
            <a:cxnSpLocks/>
          </p:cNvCxnSpPr>
          <p:nvPr/>
        </p:nvCxnSpPr>
        <p:spPr>
          <a:xfrm>
            <a:off x="11372850" y="4133439"/>
            <a:ext cx="36433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4" name="직선 연결선 1933">
            <a:extLst>
              <a:ext uri="{FF2B5EF4-FFF2-40B4-BE49-F238E27FC236}">
                <a16:creationId xmlns:a16="http://schemas.microsoft.com/office/drawing/2014/main" id="{6471896F-2978-C7F0-4EB3-F40EB5DB4105}"/>
              </a:ext>
            </a:extLst>
          </p:cNvPr>
          <p:cNvCxnSpPr>
            <a:cxnSpLocks/>
          </p:cNvCxnSpPr>
          <p:nvPr/>
        </p:nvCxnSpPr>
        <p:spPr>
          <a:xfrm>
            <a:off x="11832431" y="4134908"/>
            <a:ext cx="1905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9" name="TextBox 1938">
            <a:extLst>
              <a:ext uri="{FF2B5EF4-FFF2-40B4-BE49-F238E27FC236}">
                <a16:creationId xmlns:a16="http://schemas.microsoft.com/office/drawing/2014/main" id="{4C9A6491-B7EC-7D8B-B32A-C9D5C2DCE2C9}"/>
              </a:ext>
            </a:extLst>
          </p:cNvPr>
          <p:cNvSpPr txBox="1"/>
          <p:nvPr/>
        </p:nvSpPr>
        <p:spPr>
          <a:xfrm>
            <a:off x="11599529" y="3976813"/>
            <a:ext cx="36778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/>
              <a:t>CB power</a:t>
            </a:r>
            <a:endParaRPr lang="ko-KR" altLang="en-US" sz="600" b="1" dirty="0"/>
          </a:p>
        </p:txBody>
      </p:sp>
      <p:pic>
        <p:nvPicPr>
          <p:cNvPr id="1946" name="그림 1945">
            <a:extLst>
              <a:ext uri="{FF2B5EF4-FFF2-40B4-BE49-F238E27FC236}">
                <a16:creationId xmlns:a16="http://schemas.microsoft.com/office/drawing/2014/main" id="{87E43EFE-82FD-8EDC-E072-C5DC8573F9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7407" y="546100"/>
            <a:ext cx="1082500" cy="653547"/>
          </a:xfrm>
          <a:prstGeom prst="rect">
            <a:avLst/>
          </a:prstGeom>
        </p:spPr>
      </p:pic>
      <p:grpSp>
        <p:nvGrpSpPr>
          <p:cNvPr id="2000" name="그룹 1999">
            <a:extLst>
              <a:ext uri="{FF2B5EF4-FFF2-40B4-BE49-F238E27FC236}">
                <a16:creationId xmlns:a16="http://schemas.microsoft.com/office/drawing/2014/main" id="{304FB35B-76ED-23C6-5F92-5E4B43434E4C}"/>
              </a:ext>
            </a:extLst>
          </p:cNvPr>
          <p:cNvGrpSpPr/>
          <p:nvPr/>
        </p:nvGrpSpPr>
        <p:grpSpPr>
          <a:xfrm rot="16200000">
            <a:off x="10979619" y="609961"/>
            <a:ext cx="1254576" cy="588981"/>
            <a:chOff x="7012780" y="740224"/>
            <a:chExt cx="1254576" cy="588981"/>
          </a:xfrm>
        </p:grpSpPr>
        <p:sp>
          <p:nvSpPr>
            <p:cNvPr id="1974" name="사다리꼴 1973">
              <a:extLst>
                <a:ext uri="{FF2B5EF4-FFF2-40B4-BE49-F238E27FC236}">
                  <a16:creationId xmlns:a16="http://schemas.microsoft.com/office/drawing/2014/main" id="{700A9BC4-7740-AE31-5AB3-2C3A9B33B81B}"/>
                </a:ext>
              </a:extLst>
            </p:cNvPr>
            <p:cNvSpPr/>
            <p:nvPr/>
          </p:nvSpPr>
          <p:spPr>
            <a:xfrm rot="10800000">
              <a:off x="7012780" y="850955"/>
              <a:ext cx="1152525" cy="270609"/>
            </a:xfrm>
            <a:prstGeom prst="trapezoid">
              <a:avLst>
                <a:gd name="adj" fmla="val 2921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50" name="타원 1949">
              <a:extLst>
                <a:ext uri="{FF2B5EF4-FFF2-40B4-BE49-F238E27FC236}">
                  <a16:creationId xmlns:a16="http://schemas.microsoft.com/office/drawing/2014/main" id="{327DA1D2-BAA8-13C3-0C47-DB944133CA3D}"/>
                </a:ext>
              </a:extLst>
            </p:cNvPr>
            <p:cNvSpPr/>
            <p:nvPr/>
          </p:nvSpPr>
          <p:spPr>
            <a:xfrm>
              <a:off x="8029782" y="876701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1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1951" name="타원 1950">
              <a:extLst>
                <a:ext uri="{FF2B5EF4-FFF2-40B4-BE49-F238E27FC236}">
                  <a16:creationId xmlns:a16="http://schemas.microsoft.com/office/drawing/2014/main" id="{5584104A-EC09-D47D-F8A4-C0B7FF09711A}"/>
                </a:ext>
              </a:extLst>
            </p:cNvPr>
            <p:cNvSpPr/>
            <p:nvPr/>
          </p:nvSpPr>
          <p:spPr>
            <a:xfrm>
              <a:off x="7894051" y="876701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2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1952" name="타원 1951">
              <a:extLst>
                <a:ext uri="{FF2B5EF4-FFF2-40B4-BE49-F238E27FC236}">
                  <a16:creationId xmlns:a16="http://schemas.microsoft.com/office/drawing/2014/main" id="{61CFC6F9-74D8-606C-2F22-5C0DC3E3377C}"/>
                </a:ext>
              </a:extLst>
            </p:cNvPr>
            <p:cNvSpPr/>
            <p:nvPr/>
          </p:nvSpPr>
          <p:spPr>
            <a:xfrm>
              <a:off x="7760699" y="876701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3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1953" name="타원 1952">
              <a:extLst>
                <a:ext uri="{FF2B5EF4-FFF2-40B4-BE49-F238E27FC236}">
                  <a16:creationId xmlns:a16="http://schemas.microsoft.com/office/drawing/2014/main" id="{037A0F7A-04DB-FB4A-A572-DD1116490038}"/>
                </a:ext>
              </a:extLst>
            </p:cNvPr>
            <p:cNvSpPr/>
            <p:nvPr/>
          </p:nvSpPr>
          <p:spPr>
            <a:xfrm>
              <a:off x="7623095" y="876701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4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1954" name="타원 1953">
              <a:extLst>
                <a:ext uri="{FF2B5EF4-FFF2-40B4-BE49-F238E27FC236}">
                  <a16:creationId xmlns:a16="http://schemas.microsoft.com/office/drawing/2014/main" id="{CA24626B-8BCF-D0EE-674E-37362A5C2EAE}"/>
                </a:ext>
              </a:extLst>
            </p:cNvPr>
            <p:cNvSpPr/>
            <p:nvPr/>
          </p:nvSpPr>
          <p:spPr>
            <a:xfrm>
              <a:off x="7492127" y="876701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5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1955" name="타원 1954">
              <a:extLst>
                <a:ext uri="{FF2B5EF4-FFF2-40B4-BE49-F238E27FC236}">
                  <a16:creationId xmlns:a16="http://schemas.microsoft.com/office/drawing/2014/main" id="{2C830F4D-302B-4DD6-B3FB-E3D8DDC945EB}"/>
                </a:ext>
              </a:extLst>
            </p:cNvPr>
            <p:cNvSpPr/>
            <p:nvPr/>
          </p:nvSpPr>
          <p:spPr>
            <a:xfrm>
              <a:off x="7354640" y="876701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6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1956" name="타원 1955">
              <a:extLst>
                <a:ext uri="{FF2B5EF4-FFF2-40B4-BE49-F238E27FC236}">
                  <a16:creationId xmlns:a16="http://schemas.microsoft.com/office/drawing/2014/main" id="{9453839A-3B50-AA1C-2F5A-E91DFAB9807A}"/>
                </a:ext>
              </a:extLst>
            </p:cNvPr>
            <p:cNvSpPr/>
            <p:nvPr/>
          </p:nvSpPr>
          <p:spPr>
            <a:xfrm>
              <a:off x="7218298" y="876701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7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1957" name="타원 1956">
              <a:extLst>
                <a:ext uri="{FF2B5EF4-FFF2-40B4-BE49-F238E27FC236}">
                  <a16:creationId xmlns:a16="http://schemas.microsoft.com/office/drawing/2014/main" id="{0FDD65B0-1ECA-140E-0159-1DBC61CCFFE1}"/>
                </a:ext>
              </a:extLst>
            </p:cNvPr>
            <p:cNvSpPr/>
            <p:nvPr/>
          </p:nvSpPr>
          <p:spPr>
            <a:xfrm>
              <a:off x="7073637" y="876701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8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1958" name="타원 1957">
              <a:extLst>
                <a:ext uri="{FF2B5EF4-FFF2-40B4-BE49-F238E27FC236}">
                  <a16:creationId xmlns:a16="http://schemas.microsoft.com/office/drawing/2014/main" id="{AAF80168-C1D5-4085-5526-9B95B526E7C0}"/>
                </a:ext>
              </a:extLst>
            </p:cNvPr>
            <p:cNvSpPr/>
            <p:nvPr/>
          </p:nvSpPr>
          <p:spPr>
            <a:xfrm>
              <a:off x="7963631" y="1006235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9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1960" name="TextBox 1959">
              <a:extLst>
                <a:ext uri="{FF2B5EF4-FFF2-40B4-BE49-F238E27FC236}">
                  <a16:creationId xmlns:a16="http://schemas.microsoft.com/office/drawing/2014/main" id="{CA3B0CA0-9221-CEEE-B33D-266BC6FB4887}"/>
                </a:ext>
              </a:extLst>
            </p:cNvPr>
            <p:cNvSpPr txBox="1"/>
            <p:nvPr/>
          </p:nvSpPr>
          <p:spPr>
            <a:xfrm rot="5400000">
              <a:off x="7926699" y="988548"/>
              <a:ext cx="58898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rgbClr val="0070C0"/>
                  </a:solidFill>
                </a:rPr>
                <a:t>DP (female)</a:t>
              </a:r>
              <a:endParaRPr lang="ko-KR" altLang="en-US" sz="600" b="1" dirty="0">
                <a:solidFill>
                  <a:srgbClr val="0070C0"/>
                </a:solidFill>
              </a:endParaRPr>
            </a:p>
          </p:txBody>
        </p:sp>
        <p:sp>
          <p:nvSpPr>
            <p:cNvPr id="1964" name="타원 1963">
              <a:extLst>
                <a:ext uri="{FF2B5EF4-FFF2-40B4-BE49-F238E27FC236}">
                  <a16:creationId xmlns:a16="http://schemas.microsoft.com/office/drawing/2014/main" id="{7670EA4D-CD08-EE5A-A3BA-83442EBF58ED}"/>
                </a:ext>
              </a:extLst>
            </p:cNvPr>
            <p:cNvSpPr/>
            <p:nvPr/>
          </p:nvSpPr>
          <p:spPr>
            <a:xfrm>
              <a:off x="7827898" y="1006235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300" b="1" dirty="0">
                  <a:solidFill>
                    <a:schemeClr val="tx1"/>
                  </a:solidFill>
                </a:rPr>
                <a:t>10</a:t>
              </a:r>
              <a:endParaRPr lang="ko-KR" altLang="en-US" sz="300" b="1" dirty="0">
                <a:solidFill>
                  <a:schemeClr val="tx1"/>
                </a:solidFill>
              </a:endParaRPr>
            </a:p>
          </p:txBody>
        </p:sp>
        <p:sp>
          <p:nvSpPr>
            <p:cNvPr id="1968" name="타원 1967">
              <a:extLst>
                <a:ext uri="{FF2B5EF4-FFF2-40B4-BE49-F238E27FC236}">
                  <a16:creationId xmlns:a16="http://schemas.microsoft.com/office/drawing/2014/main" id="{C7D5119A-FC24-559F-10BC-676E1E65B265}"/>
                </a:ext>
              </a:extLst>
            </p:cNvPr>
            <p:cNvSpPr/>
            <p:nvPr/>
          </p:nvSpPr>
          <p:spPr>
            <a:xfrm>
              <a:off x="7694547" y="1006235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300" b="1" dirty="0">
                  <a:solidFill>
                    <a:schemeClr val="tx1"/>
                  </a:solidFill>
                </a:rPr>
                <a:t>11</a:t>
              </a:r>
              <a:endParaRPr lang="ko-KR" altLang="en-US" sz="300" b="1" dirty="0">
                <a:solidFill>
                  <a:schemeClr val="tx1"/>
                </a:solidFill>
              </a:endParaRPr>
            </a:p>
          </p:txBody>
        </p:sp>
        <p:sp>
          <p:nvSpPr>
            <p:cNvPr id="1969" name="타원 1968">
              <a:extLst>
                <a:ext uri="{FF2B5EF4-FFF2-40B4-BE49-F238E27FC236}">
                  <a16:creationId xmlns:a16="http://schemas.microsoft.com/office/drawing/2014/main" id="{7BEEBC03-4624-3643-16DD-E8C06AF12D72}"/>
                </a:ext>
              </a:extLst>
            </p:cNvPr>
            <p:cNvSpPr/>
            <p:nvPr/>
          </p:nvSpPr>
          <p:spPr>
            <a:xfrm>
              <a:off x="7556436" y="1006235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300" b="1" dirty="0">
                  <a:solidFill>
                    <a:schemeClr val="tx1"/>
                  </a:solidFill>
                </a:rPr>
                <a:t>12</a:t>
              </a:r>
              <a:endParaRPr lang="ko-KR" altLang="en-US" sz="300" b="1" dirty="0">
                <a:solidFill>
                  <a:schemeClr val="tx1"/>
                </a:solidFill>
              </a:endParaRPr>
            </a:p>
          </p:txBody>
        </p:sp>
        <p:sp>
          <p:nvSpPr>
            <p:cNvPr id="1970" name="타원 1969">
              <a:extLst>
                <a:ext uri="{FF2B5EF4-FFF2-40B4-BE49-F238E27FC236}">
                  <a16:creationId xmlns:a16="http://schemas.microsoft.com/office/drawing/2014/main" id="{86EC5A0B-C66A-F48D-34E4-A4C058211963}"/>
                </a:ext>
              </a:extLst>
            </p:cNvPr>
            <p:cNvSpPr/>
            <p:nvPr/>
          </p:nvSpPr>
          <p:spPr>
            <a:xfrm>
              <a:off x="7426078" y="1006235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300" b="1" dirty="0">
                  <a:solidFill>
                    <a:schemeClr val="tx1"/>
                  </a:solidFill>
                </a:rPr>
                <a:t>13</a:t>
              </a:r>
              <a:endParaRPr lang="ko-KR" altLang="en-US" sz="300" b="1" dirty="0">
                <a:solidFill>
                  <a:schemeClr val="tx1"/>
                </a:solidFill>
              </a:endParaRPr>
            </a:p>
          </p:txBody>
        </p:sp>
        <p:sp>
          <p:nvSpPr>
            <p:cNvPr id="1971" name="타원 1970">
              <a:extLst>
                <a:ext uri="{FF2B5EF4-FFF2-40B4-BE49-F238E27FC236}">
                  <a16:creationId xmlns:a16="http://schemas.microsoft.com/office/drawing/2014/main" id="{D6E8CA6B-0000-394F-1A42-0AE72328F330}"/>
                </a:ext>
              </a:extLst>
            </p:cNvPr>
            <p:cNvSpPr/>
            <p:nvPr/>
          </p:nvSpPr>
          <p:spPr>
            <a:xfrm>
              <a:off x="7289737" y="1006235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300" b="1" dirty="0">
                  <a:solidFill>
                    <a:schemeClr val="tx1"/>
                  </a:solidFill>
                </a:rPr>
                <a:t>14</a:t>
              </a:r>
              <a:endParaRPr lang="ko-KR" altLang="en-US" sz="300" b="1" dirty="0">
                <a:solidFill>
                  <a:schemeClr val="tx1"/>
                </a:solidFill>
              </a:endParaRPr>
            </a:p>
          </p:txBody>
        </p:sp>
        <p:sp>
          <p:nvSpPr>
            <p:cNvPr id="1972" name="타원 1971">
              <a:extLst>
                <a:ext uri="{FF2B5EF4-FFF2-40B4-BE49-F238E27FC236}">
                  <a16:creationId xmlns:a16="http://schemas.microsoft.com/office/drawing/2014/main" id="{FFF45B62-C65D-6257-AFB3-5DA6BFC57E52}"/>
                </a:ext>
              </a:extLst>
            </p:cNvPr>
            <p:cNvSpPr/>
            <p:nvPr/>
          </p:nvSpPr>
          <p:spPr>
            <a:xfrm>
              <a:off x="7146862" y="1006235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300" b="1" dirty="0">
                  <a:solidFill>
                    <a:schemeClr val="tx1"/>
                  </a:solidFill>
                </a:rPr>
                <a:t>15</a:t>
              </a:r>
              <a:endParaRPr lang="ko-KR" altLang="en-US" sz="3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53" name="그룹 2052">
            <a:extLst>
              <a:ext uri="{FF2B5EF4-FFF2-40B4-BE49-F238E27FC236}">
                <a16:creationId xmlns:a16="http://schemas.microsoft.com/office/drawing/2014/main" id="{0DDD416D-02BF-CC33-5AD9-C0E6D5A0B86C}"/>
              </a:ext>
            </a:extLst>
          </p:cNvPr>
          <p:cNvGrpSpPr/>
          <p:nvPr/>
        </p:nvGrpSpPr>
        <p:grpSpPr>
          <a:xfrm>
            <a:off x="10072635" y="5413306"/>
            <a:ext cx="98106" cy="90145"/>
            <a:chOff x="8462475" y="3600450"/>
            <a:chExt cx="98106" cy="90145"/>
          </a:xfrm>
        </p:grpSpPr>
        <p:cxnSp>
          <p:nvCxnSpPr>
            <p:cNvPr id="2054" name="직선 연결선 2053">
              <a:extLst>
                <a:ext uri="{FF2B5EF4-FFF2-40B4-BE49-F238E27FC236}">
                  <a16:creationId xmlns:a16="http://schemas.microsoft.com/office/drawing/2014/main" id="{E9EABE3C-3EC6-A3D9-114A-8762753D3CEA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5" name="직선 연결선 2054">
              <a:extLst>
                <a:ext uri="{FF2B5EF4-FFF2-40B4-BE49-F238E27FC236}">
                  <a16:creationId xmlns:a16="http://schemas.microsoft.com/office/drawing/2014/main" id="{C544444A-31C2-5F84-BC07-69F492243F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직선 연결선 2055">
              <a:extLst>
                <a:ext uri="{FF2B5EF4-FFF2-40B4-BE49-F238E27FC236}">
                  <a16:creationId xmlns:a16="http://schemas.microsoft.com/office/drawing/2014/main" id="{17A34473-46F6-10E5-03F4-314E495DD2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7" name="직선 연결선 2056">
              <a:extLst>
                <a:ext uri="{FF2B5EF4-FFF2-40B4-BE49-F238E27FC236}">
                  <a16:creationId xmlns:a16="http://schemas.microsoft.com/office/drawing/2014/main" id="{E4FA3566-0977-3E5F-86D8-100DB0D44F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직선 연결선 2057">
              <a:extLst>
                <a:ext uri="{FF2B5EF4-FFF2-40B4-BE49-F238E27FC236}">
                  <a16:creationId xmlns:a16="http://schemas.microsoft.com/office/drawing/2014/main" id="{3B3E0CF1-3818-1721-5543-740FD85816B6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0" name="직선 연결선 2059">
            <a:extLst>
              <a:ext uri="{FF2B5EF4-FFF2-40B4-BE49-F238E27FC236}">
                <a16:creationId xmlns:a16="http://schemas.microsoft.com/office/drawing/2014/main" id="{A48CC2AE-EE5C-A818-3877-93156120EC52}"/>
              </a:ext>
            </a:extLst>
          </p:cNvPr>
          <p:cNvCxnSpPr>
            <a:cxnSpLocks/>
          </p:cNvCxnSpPr>
          <p:nvPr/>
        </p:nvCxnSpPr>
        <p:spPr>
          <a:xfrm flipV="1">
            <a:off x="10122166" y="5357809"/>
            <a:ext cx="0" cy="1000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8" name="직선 연결선 2087">
            <a:extLst>
              <a:ext uri="{FF2B5EF4-FFF2-40B4-BE49-F238E27FC236}">
                <a16:creationId xmlns:a16="http://schemas.microsoft.com/office/drawing/2014/main" id="{4812D075-447D-92AF-E093-F3516D343D7D}"/>
              </a:ext>
            </a:extLst>
          </p:cNvPr>
          <p:cNvCxnSpPr>
            <a:cxnSpLocks/>
          </p:cNvCxnSpPr>
          <p:nvPr/>
        </p:nvCxnSpPr>
        <p:spPr>
          <a:xfrm>
            <a:off x="10363266" y="476250"/>
            <a:ext cx="0" cy="38992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9" name="직선 연결선 2088">
            <a:extLst>
              <a:ext uri="{FF2B5EF4-FFF2-40B4-BE49-F238E27FC236}">
                <a16:creationId xmlns:a16="http://schemas.microsoft.com/office/drawing/2014/main" id="{44625AE2-854D-2801-FB48-C099FEB61F56}"/>
              </a:ext>
            </a:extLst>
          </p:cNvPr>
          <p:cNvCxnSpPr>
            <a:cxnSpLocks/>
          </p:cNvCxnSpPr>
          <p:nvPr/>
        </p:nvCxnSpPr>
        <p:spPr>
          <a:xfrm>
            <a:off x="10425178" y="1359694"/>
            <a:ext cx="0" cy="30829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2" name="직선 연결선 2091">
            <a:extLst>
              <a:ext uri="{FF2B5EF4-FFF2-40B4-BE49-F238E27FC236}">
                <a16:creationId xmlns:a16="http://schemas.microsoft.com/office/drawing/2014/main" id="{2F0C8CB7-F797-D654-E585-2163BC27560E}"/>
              </a:ext>
            </a:extLst>
          </p:cNvPr>
          <p:cNvCxnSpPr>
            <a:cxnSpLocks/>
          </p:cNvCxnSpPr>
          <p:nvPr/>
        </p:nvCxnSpPr>
        <p:spPr>
          <a:xfrm>
            <a:off x="10239103" y="4375488"/>
            <a:ext cx="1240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4" name="직선 연결선 2093">
            <a:extLst>
              <a:ext uri="{FF2B5EF4-FFF2-40B4-BE49-F238E27FC236}">
                <a16:creationId xmlns:a16="http://schemas.microsoft.com/office/drawing/2014/main" id="{2001803B-865D-C461-A706-59DB1A3B21B6}"/>
              </a:ext>
            </a:extLst>
          </p:cNvPr>
          <p:cNvCxnSpPr>
            <a:cxnSpLocks/>
          </p:cNvCxnSpPr>
          <p:nvPr/>
        </p:nvCxnSpPr>
        <p:spPr>
          <a:xfrm>
            <a:off x="10258153" y="4442163"/>
            <a:ext cx="1717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7" name="직선 연결선 2096">
            <a:extLst>
              <a:ext uri="{FF2B5EF4-FFF2-40B4-BE49-F238E27FC236}">
                <a16:creationId xmlns:a16="http://schemas.microsoft.com/office/drawing/2014/main" id="{C4254207-8167-07D3-90D7-BE2A7EA67CAF}"/>
              </a:ext>
            </a:extLst>
          </p:cNvPr>
          <p:cNvCxnSpPr>
            <a:cxnSpLocks/>
          </p:cNvCxnSpPr>
          <p:nvPr/>
        </p:nvCxnSpPr>
        <p:spPr>
          <a:xfrm>
            <a:off x="10425113" y="1361595"/>
            <a:ext cx="11596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2" name="직선 연결선 2101">
            <a:extLst>
              <a:ext uri="{FF2B5EF4-FFF2-40B4-BE49-F238E27FC236}">
                <a16:creationId xmlns:a16="http://schemas.microsoft.com/office/drawing/2014/main" id="{76BEB050-67CF-AC64-144C-3B637C64DB47}"/>
              </a:ext>
            </a:extLst>
          </p:cNvPr>
          <p:cNvCxnSpPr>
            <a:cxnSpLocks/>
          </p:cNvCxnSpPr>
          <p:nvPr/>
        </p:nvCxnSpPr>
        <p:spPr>
          <a:xfrm>
            <a:off x="10363200" y="473389"/>
            <a:ext cx="10834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5" name="직사각형 2104">
            <a:extLst>
              <a:ext uri="{FF2B5EF4-FFF2-40B4-BE49-F238E27FC236}">
                <a16:creationId xmlns:a16="http://schemas.microsoft.com/office/drawing/2014/main" id="{5F49AD94-8042-54B2-542F-6E73ECE4FC93}"/>
              </a:ext>
            </a:extLst>
          </p:cNvPr>
          <p:cNvSpPr/>
          <p:nvPr/>
        </p:nvSpPr>
        <p:spPr>
          <a:xfrm>
            <a:off x="10532269" y="413915"/>
            <a:ext cx="216694" cy="1214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NTC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cxnSp>
        <p:nvCxnSpPr>
          <p:cNvPr id="2106" name="직선 연결선 2105">
            <a:extLst>
              <a:ext uri="{FF2B5EF4-FFF2-40B4-BE49-F238E27FC236}">
                <a16:creationId xmlns:a16="http://schemas.microsoft.com/office/drawing/2014/main" id="{2FA6E987-CE44-058C-C099-0D97AF94FA32}"/>
              </a:ext>
            </a:extLst>
          </p:cNvPr>
          <p:cNvCxnSpPr>
            <a:cxnSpLocks/>
          </p:cNvCxnSpPr>
          <p:nvPr/>
        </p:nvCxnSpPr>
        <p:spPr>
          <a:xfrm>
            <a:off x="10429875" y="611502"/>
            <a:ext cx="101679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8" name="직선 연결선 2107">
            <a:extLst>
              <a:ext uri="{FF2B5EF4-FFF2-40B4-BE49-F238E27FC236}">
                <a16:creationId xmlns:a16="http://schemas.microsoft.com/office/drawing/2014/main" id="{C0B236B5-5EEE-C7F4-0BC1-0BDFF6760273}"/>
              </a:ext>
            </a:extLst>
          </p:cNvPr>
          <p:cNvCxnSpPr>
            <a:cxnSpLocks/>
          </p:cNvCxnSpPr>
          <p:nvPr/>
        </p:nvCxnSpPr>
        <p:spPr>
          <a:xfrm>
            <a:off x="10432256" y="1009171"/>
            <a:ext cx="101679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9" name="직선 연결선 2108">
            <a:extLst>
              <a:ext uri="{FF2B5EF4-FFF2-40B4-BE49-F238E27FC236}">
                <a16:creationId xmlns:a16="http://schemas.microsoft.com/office/drawing/2014/main" id="{F97CF801-2A26-B551-D5C7-8449D2F13935}"/>
              </a:ext>
            </a:extLst>
          </p:cNvPr>
          <p:cNvCxnSpPr>
            <a:cxnSpLocks/>
          </p:cNvCxnSpPr>
          <p:nvPr/>
        </p:nvCxnSpPr>
        <p:spPr>
          <a:xfrm>
            <a:off x="10434638" y="1154427"/>
            <a:ext cx="10144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0" name="직선 연결선 2109">
            <a:extLst>
              <a:ext uri="{FF2B5EF4-FFF2-40B4-BE49-F238E27FC236}">
                <a16:creationId xmlns:a16="http://schemas.microsoft.com/office/drawing/2014/main" id="{8887026B-6643-B11F-44F9-4E07CCCC7631}"/>
              </a:ext>
            </a:extLst>
          </p:cNvPr>
          <p:cNvCxnSpPr>
            <a:cxnSpLocks/>
          </p:cNvCxnSpPr>
          <p:nvPr/>
        </p:nvCxnSpPr>
        <p:spPr>
          <a:xfrm>
            <a:off x="10429875" y="1287777"/>
            <a:ext cx="102393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1" name="직선 연결선 2110">
            <a:extLst>
              <a:ext uri="{FF2B5EF4-FFF2-40B4-BE49-F238E27FC236}">
                <a16:creationId xmlns:a16="http://schemas.microsoft.com/office/drawing/2014/main" id="{5C2D3FE7-88BC-97CB-33BA-8235DD44AA4A}"/>
              </a:ext>
            </a:extLst>
          </p:cNvPr>
          <p:cNvCxnSpPr>
            <a:cxnSpLocks/>
          </p:cNvCxnSpPr>
          <p:nvPr/>
        </p:nvCxnSpPr>
        <p:spPr>
          <a:xfrm>
            <a:off x="10429774" y="609172"/>
            <a:ext cx="0" cy="6838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4" name="타원 2113">
            <a:extLst>
              <a:ext uri="{FF2B5EF4-FFF2-40B4-BE49-F238E27FC236}">
                <a16:creationId xmlns:a16="http://schemas.microsoft.com/office/drawing/2014/main" id="{B9D7513A-8AAA-BCD2-410E-1D0973448F41}"/>
              </a:ext>
            </a:extLst>
          </p:cNvPr>
          <p:cNvSpPr>
            <a:spLocks noChangeAspect="1"/>
          </p:cNvSpPr>
          <p:nvPr/>
        </p:nvSpPr>
        <p:spPr>
          <a:xfrm>
            <a:off x="10413731" y="1137939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2116" name="타원 2115">
            <a:extLst>
              <a:ext uri="{FF2B5EF4-FFF2-40B4-BE49-F238E27FC236}">
                <a16:creationId xmlns:a16="http://schemas.microsoft.com/office/drawing/2014/main" id="{8217E74C-D042-AE1F-C573-E8327941BD4A}"/>
              </a:ext>
            </a:extLst>
          </p:cNvPr>
          <p:cNvSpPr>
            <a:spLocks noChangeAspect="1"/>
          </p:cNvSpPr>
          <p:nvPr/>
        </p:nvSpPr>
        <p:spPr>
          <a:xfrm>
            <a:off x="10412938" y="991890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2117" name="TextBox 2116">
            <a:extLst>
              <a:ext uri="{FF2B5EF4-FFF2-40B4-BE49-F238E27FC236}">
                <a16:creationId xmlns:a16="http://schemas.microsoft.com/office/drawing/2014/main" id="{B46399E1-7AE8-241C-7B94-52D6C3E60244}"/>
              </a:ext>
            </a:extLst>
          </p:cNvPr>
          <p:cNvSpPr txBox="1"/>
          <p:nvPr/>
        </p:nvSpPr>
        <p:spPr>
          <a:xfrm>
            <a:off x="11136524" y="1281056"/>
            <a:ext cx="2420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</a:rPr>
              <a:t>GND</a:t>
            </a:r>
            <a:endParaRPr lang="ko-KR" altLang="en-US" sz="600" dirty="0">
              <a:solidFill>
                <a:srgbClr val="0070C0"/>
              </a:solidFill>
            </a:endParaRPr>
          </a:p>
        </p:txBody>
      </p:sp>
      <p:sp>
        <p:nvSpPr>
          <p:cNvPr id="2118" name="TextBox 2117">
            <a:extLst>
              <a:ext uri="{FF2B5EF4-FFF2-40B4-BE49-F238E27FC236}">
                <a16:creationId xmlns:a16="http://schemas.microsoft.com/office/drawing/2014/main" id="{EB609951-0B15-F900-0FF8-541F09D8E55F}"/>
              </a:ext>
            </a:extLst>
          </p:cNvPr>
          <p:cNvSpPr txBox="1"/>
          <p:nvPr/>
        </p:nvSpPr>
        <p:spPr>
          <a:xfrm>
            <a:off x="11008519" y="1202476"/>
            <a:ext cx="32245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0070C0"/>
                </a:solidFill>
              </a:rPr>
              <a:t>24VOUT</a:t>
            </a:r>
            <a:endParaRPr lang="ko-KR" altLang="en-US" sz="600" dirty="0">
              <a:solidFill>
                <a:srgbClr val="0070C0"/>
              </a:solidFill>
            </a:endParaRPr>
          </a:p>
        </p:txBody>
      </p:sp>
      <p:sp>
        <p:nvSpPr>
          <p:cNvPr id="2119" name="TextBox 2118">
            <a:extLst>
              <a:ext uri="{FF2B5EF4-FFF2-40B4-BE49-F238E27FC236}">
                <a16:creationId xmlns:a16="http://schemas.microsoft.com/office/drawing/2014/main" id="{A7960BA9-B7EA-6F8B-2C52-3CFA7B391CB2}"/>
              </a:ext>
            </a:extLst>
          </p:cNvPr>
          <p:cNvSpPr txBox="1"/>
          <p:nvPr/>
        </p:nvSpPr>
        <p:spPr>
          <a:xfrm>
            <a:off x="10991850" y="1066744"/>
            <a:ext cx="34766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0070C0"/>
                </a:solidFill>
              </a:rPr>
              <a:t>Standby</a:t>
            </a:r>
            <a:endParaRPr lang="ko-KR" altLang="en-US" sz="600" dirty="0">
              <a:solidFill>
                <a:srgbClr val="0070C0"/>
              </a:solidFill>
            </a:endParaRPr>
          </a:p>
        </p:txBody>
      </p:sp>
      <p:sp>
        <p:nvSpPr>
          <p:cNvPr id="2120" name="TextBox 2119">
            <a:extLst>
              <a:ext uri="{FF2B5EF4-FFF2-40B4-BE49-F238E27FC236}">
                <a16:creationId xmlns:a16="http://schemas.microsoft.com/office/drawing/2014/main" id="{AF185059-B394-5A3E-4717-24F0EA73AC93}"/>
              </a:ext>
            </a:extLst>
          </p:cNvPr>
          <p:cNvSpPr txBox="1"/>
          <p:nvPr/>
        </p:nvSpPr>
        <p:spPr>
          <a:xfrm>
            <a:off x="10970420" y="926252"/>
            <a:ext cx="35817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0070C0"/>
                </a:solidFill>
              </a:rPr>
              <a:t>Pump on</a:t>
            </a:r>
            <a:endParaRPr lang="ko-KR" altLang="en-US" sz="600" dirty="0">
              <a:solidFill>
                <a:srgbClr val="0070C0"/>
              </a:solidFill>
            </a:endParaRPr>
          </a:p>
        </p:txBody>
      </p:sp>
      <p:sp>
        <p:nvSpPr>
          <p:cNvPr id="2121" name="TextBox 2120">
            <a:extLst>
              <a:ext uri="{FF2B5EF4-FFF2-40B4-BE49-F238E27FC236}">
                <a16:creationId xmlns:a16="http://schemas.microsoft.com/office/drawing/2014/main" id="{6F1934B1-3D8B-16AC-E216-C3C8716EC359}"/>
              </a:ext>
            </a:extLst>
          </p:cNvPr>
          <p:cNvSpPr txBox="1"/>
          <p:nvPr/>
        </p:nvSpPr>
        <p:spPr>
          <a:xfrm>
            <a:off x="11039478" y="528583"/>
            <a:ext cx="32245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0070C0"/>
                </a:solidFill>
              </a:rPr>
              <a:t>DI PRI.</a:t>
            </a:r>
            <a:endParaRPr lang="ko-KR" altLang="en-US" sz="600" dirty="0">
              <a:solidFill>
                <a:srgbClr val="0070C0"/>
              </a:solidFill>
            </a:endParaRPr>
          </a:p>
        </p:txBody>
      </p:sp>
      <p:sp>
        <p:nvSpPr>
          <p:cNvPr id="2130" name="오른쪽 대괄호 2129">
            <a:extLst>
              <a:ext uri="{FF2B5EF4-FFF2-40B4-BE49-F238E27FC236}">
                <a16:creationId xmlns:a16="http://schemas.microsoft.com/office/drawing/2014/main" id="{895DCC5E-2E40-8ADE-60DC-571FDB12A610}"/>
              </a:ext>
            </a:extLst>
          </p:cNvPr>
          <p:cNvSpPr/>
          <p:nvPr/>
        </p:nvSpPr>
        <p:spPr>
          <a:xfrm>
            <a:off x="11718135" y="1026319"/>
            <a:ext cx="45719" cy="235744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1" name="TextBox 2130">
            <a:extLst>
              <a:ext uri="{FF2B5EF4-FFF2-40B4-BE49-F238E27FC236}">
                <a16:creationId xmlns:a16="http://schemas.microsoft.com/office/drawing/2014/main" id="{B31180BF-2E0A-54A6-2E98-76635045BFF3}"/>
              </a:ext>
            </a:extLst>
          </p:cNvPr>
          <p:cNvSpPr txBox="1"/>
          <p:nvPr/>
        </p:nvSpPr>
        <p:spPr>
          <a:xfrm>
            <a:off x="11649285" y="1517058"/>
            <a:ext cx="54271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</a:rPr>
              <a:t>RS-485</a:t>
            </a:r>
          </a:p>
          <a:p>
            <a:r>
              <a:rPr lang="en-US" altLang="ko-KR" sz="600" dirty="0">
                <a:solidFill>
                  <a:srgbClr val="0070C0"/>
                </a:solidFill>
              </a:rPr>
              <a:t>(9600, N, 8, 1)</a:t>
            </a:r>
          </a:p>
          <a:p>
            <a:r>
              <a:rPr lang="en-US" altLang="ko-KR" sz="600" dirty="0">
                <a:solidFill>
                  <a:srgbClr val="FF0000"/>
                </a:solidFill>
              </a:rPr>
              <a:t>not connected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grpSp>
        <p:nvGrpSpPr>
          <p:cNvPr id="2196" name="그룹 2195">
            <a:extLst>
              <a:ext uri="{FF2B5EF4-FFF2-40B4-BE49-F238E27FC236}">
                <a16:creationId xmlns:a16="http://schemas.microsoft.com/office/drawing/2014/main" id="{5578780B-8C14-18AE-A9C7-1D260F47EB3A}"/>
              </a:ext>
            </a:extLst>
          </p:cNvPr>
          <p:cNvGrpSpPr/>
          <p:nvPr/>
        </p:nvGrpSpPr>
        <p:grpSpPr>
          <a:xfrm>
            <a:off x="8731887" y="1181119"/>
            <a:ext cx="1614801" cy="683460"/>
            <a:chOff x="8831302" y="1334627"/>
            <a:chExt cx="1614801" cy="683460"/>
          </a:xfrm>
        </p:grpSpPr>
        <p:sp>
          <p:nvSpPr>
            <p:cNvPr id="1947" name="TextBox 1946">
              <a:extLst>
                <a:ext uri="{FF2B5EF4-FFF2-40B4-BE49-F238E27FC236}">
                  <a16:creationId xmlns:a16="http://schemas.microsoft.com/office/drawing/2014/main" id="{20FBE615-4933-7E95-137F-FC9E9F907654}"/>
                </a:ext>
              </a:extLst>
            </p:cNvPr>
            <p:cNvSpPr txBox="1"/>
            <p:nvPr/>
          </p:nvSpPr>
          <p:spPr>
            <a:xfrm>
              <a:off x="9061303" y="1334627"/>
              <a:ext cx="1158750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rgbClr val="0070C0"/>
                  </a:solidFill>
                </a:rPr>
                <a:t>DP (Diaphragm Pump)</a:t>
              </a:r>
              <a:endParaRPr lang="ko-KR" altLang="en-US" sz="800" b="1" dirty="0">
                <a:solidFill>
                  <a:srgbClr val="0070C0"/>
                </a:solidFill>
              </a:endParaRPr>
            </a:p>
          </p:txBody>
        </p:sp>
        <p:grpSp>
          <p:nvGrpSpPr>
            <p:cNvPr id="2141" name="그룹 2140">
              <a:extLst>
                <a:ext uri="{FF2B5EF4-FFF2-40B4-BE49-F238E27FC236}">
                  <a16:creationId xmlns:a16="http://schemas.microsoft.com/office/drawing/2014/main" id="{C88BFB14-5E6B-E62E-1E72-4D085C9D78A5}"/>
                </a:ext>
              </a:extLst>
            </p:cNvPr>
            <p:cNvGrpSpPr/>
            <p:nvPr/>
          </p:nvGrpSpPr>
          <p:grpSpPr>
            <a:xfrm rot="10800000">
              <a:off x="9294541" y="1555750"/>
              <a:ext cx="186009" cy="186009"/>
              <a:chOff x="9294541" y="1555750"/>
              <a:chExt cx="186009" cy="186009"/>
            </a:xfrm>
          </p:grpSpPr>
          <p:sp>
            <p:nvSpPr>
              <p:cNvPr id="2135" name="타원 2134">
                <a:extLst>
                  <a:ext uri="{FF2B5EF4-FFF2-40B4-BE49-F238E27FC236}">
                    <a16:creationId xmlns:a16="http://schemas.microsoft.com/office/drawing/2014/main" id="{E276D3FB-82C6-6954-9183-6EAAA0780E0F}"/>
                  </a:ext>
                </a:extLst>
              </p:cNvPr>
              <p:cNvSpPr/>
              <p:nvPr/>
            </p:nvSpPr>
            <p:spPr>
              <a:xfrm>
                <a:off x="9294541" y="1555750"/>
                <a:ext cx="186009" cy="1860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137" name="직선 연결선 2136">
                <a:extLst>
                  <a:ext uri="{FF2B5EF4-FFF2-40B4-BE49-F238E27FC236}">
                    <a16:creationId xmlns:a16="http://schemas.microsoft.com/office/drawing/2014/main" id="{39054F7E-3D20-2D12-F721-7E821B74F89B}"/>
                  </a:ext>
                </a:extLst>
              </p:cNvPr>
              <p:cNvCxnSpPr>
                <a:stCxn id="2135" idx="7"/>
                <a:endCxn id="2135" idx="2"/>
              </p:cNvCxnSpPr>
              <p:nvPr/>
            </p:nvCxnSpPr>
            <p:spPr>
              <a:xfrm flipH="1">
                <a:off x="9294541" y="1582990"/>
                <a:ext cx="158769" cy="6576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8" name="직선 연결선 2137">
                <a:extLst>
                  <a:ext uri="{FF2B5EF4-FFF2-40B4-BE49-F238E27FC236}">
                    <a16:creationId xmlns:a16="http://schemas.microsoft.com/office/drawing/2014/main" id="{94BB3E87-E0DE-D35F-C2D4-6232FD338139}"/>
                  </a:ext>
                </a:extLst>
              </p:cNvPr>
              <p:cNvCxnSpPr>
                <a:cxnSpLocks/>
                <a:stCxn id="2135" idx="5"/>
                <a:endCxn id="2135" idx="2"/>
              </p:cNvCxnSpPr>
              <p:nvPr/>
            </p:nvCxnSpPr>
            <p:spPr>
              <a:xfrm flipH="1" flipV="1">
                <a:off x="9294541" y="1648755"/>
                <a:ext cx="158769" cy="6576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42" name="그룹 2141">
              <a:extLst>
                <a:ext uri="{FF2B5EF4-FFF2-40B4-BE49-F238E27FC236}">
                  <a16:creationId xmlns:a16="http://schemas.microsoft.com/office/drawing/2014/main" id="{3DB54DAA-6680-ECEA-7755-0F3AE5E6A74A}"/>
                </a:ext>
              </a:extLst>
            </p:cNvPr>
            <p:cNvGrpSpPr/>
            <p:nvPr/>
          </p:nvGrpSpPr>
          <p:grpSpPr>
            <a:xfrm rot="10800000">
              <a:off x="9294541" y="1800597"/>
              <a:ext cx="186009" cy="186009"/>
              <a:chOff x="9294541" y="1555750"/>
              <a:chExt cx="186009" cy="186009"/>
            </a:xfrm>
          </p:grpSpPr>
          <p:sp>
            <p:nvSpPr>
              <p:cNvPr id="2143" name="타원 2142">
                <a:extLst>
                  <a:ext uri="{FF2B5EF4-FFF2-40B4-BE49-F238E27FC236}">
                    <a16:creationId xmlns:a16="http://schemas.microsoft.com/office/drawing/2014/main" id="{0C474CB1-828A-2EEC-EE25-8F99928422C6}"/>
                  </a:ext>
                </a:extLst>
              </p:cNvPr>
              <p:cNvSpPr/>
              <p:nvPr/>
            </p:nvSpPr>
            <p:spPr>
              <a:xfrm>
                <a:off x="9294541" y="1555750"/>
                <a:ext cx="186009" cy="1860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144" name="직선 연결선 2143">
                <a:extLst>
                  <a:ext uri="{FF2B5EF4-FFF2-40B4-BE49-F238E27FC236}">
                    <a16:creationId xmlns:a16="http://schemas.microsoft.com/office/drawing/2014/main" id="{A05BCC1F-8C69-81A6-22AF-B9B8998ACFAA}"/>
                  </a:ext>
                </a:extLst>
              </p:cNvPr>
              <p:cNvCxnSpPr>
                <a:stCxn id="2143" idx="7"/>
                <a:endCxn id="2143" idx="2"/>
              </p:cNvCxnSpPr>
              <p:nvPr/>
            </p:nvCxnSpPr>
            <p:spPr>
              <a:xfrm flipH="1">
                <a:off x="9294541" y="1582990"/>
                <a:ext cx="158769" cy="6576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5" name="직선 연결선 2144">
                <a:extLst>
                  <a:ext uri="{FF2B5EF4-FFF2-40B4-BE49-F238E27FC236}">
                    <a16:creationId xmlns:a16="http://schemas.microsoft.com/office/drawing/2014/main" id="{93366165-03CD-FA19-1559-BEC818956449}"/>
                  </a:ext>
                </a:extLst>
              </p:cNvPr>
              <p:cNvCxnSpPr>
                <a:cxnSpLocks/>
                <a:stCxn id="2143" idx="5"/>
                <a:endCxn id="2143" idx="2"/>
              </p:cNvCxnSpPr>
              <p:nvPr/>
            </p:nvCxnSpPr>
            <p:spPr>
              <a:xfrm flipH="1" flipV="1">
                <a:off x="9294541" y="1648755"/>
                <a:ext cx="158769" cy="6576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46" name="그룹 2145">
              <a:extLst>
                <a:ext uri="{FF2B5EF4-FFF2-40B4-BE49-F238E27FC236}">
                  <a16:creationId xmlns:a16="http://schemas.microsoft.com/office/drawing/2014/main" id="{F55E40B7-B78D-3598-F033-A35861D93102}"/>
                </a:ext>
              </a:extLst>
            </p:cNvPr>
            <p:cNvGrpSpPr/>
            <p:nvPr/>
          </p:nvGrpSpPr>
          <p:grpSpPr>
            <a:xfrm rot="10800000">
              <a:off x="9623809" y="1677809"/>
              <a:ext cx="186009" cy="186009"/>
              <a:chOff x="9294541" y="1555750"/>
              <a:chExt cx="186009" cy="186009"/>
            </a:xfrm>
          </p:grpSpPr>
          <p:sp>
            <p:nvSpPr>
              <p:cNvPr id="2147" name="타원 2146">
                <a:extLst>
                  <a:ext uri="{FF2B5EF4-FFF2-40B4-BE49-F238E27FC236}">
                    <a16:creationId xmlns:a16="http://schemas.microsoft.com/office/drawing/2014/main" id="{D832452E-6E53-2BBB-1E97-BE1D80CBA546}"/>
                  </a:ext>
                </a:extLst>
              </p:cNvPr>
              <p:cNvSpPr/>
              <p:nvPr/>
            </p:nvSpPr>
            <p:spPr>
              <a:xfrm>
                <a:off x="9294541" y="1555750"/>
                <a:ext cx="186009" cy="1860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148" name="직선 연결선 2147">
                <a:extLst>
                  <a:ext uri="{FF2B5EF4-FFF2-40B4-BE49-F238E27FC236}">
                    <a16:creationId xmlns:a16="http://schemas.microsoft.com/office/drawing/2014/main" id="{903A0FB3-8461-C364-10C9-C088B2C6FFAB}"/>
                  </a:ext>
                </a:extLst>
              </p:cNvPr>
              <p:cNvCxnSpPr>
                <a:stCxn id="2147" idx="7"/>
                <a:endCxn id="2147" idx="2"/>
              </p:cNvCxnSpPr>
              <p:nvPr/>
            </p:nvCxnSpPr>
            <p:spPr>
              <a:xfrm flipH="1">
                <a:off x="9294541" y="1582990"/>
                <a:ext cx="158769" cy="6576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9" name="직선 연결선 2148">
                <a:extLst>
                  <a:ext uri="{FF2B5EF4-FFF2-40B4-BE49-F238E27FC236}">
                    <a16:creationId xmlns:a16="http://schemas.microsoft.com/office/drawing/2014/main" id="{45F2F155-B2AB-F906-B10E-E6BCCCED01AE}"/>
                  </a:ext>
                </a:extLst>
              </p:cNvPr>
              <p:cNvCxnSpPr>
                <a:cxnSpLocks/>
                <a:stCxn id="2147" idx="5"/>
                <a:endCxn id="2147" idx="2"/>
              </p:cNvCxnSpPr>
              <p:nvPr/>
            </p:nvCxnSpPr>
            <p:spPr>
              <a:xfrm flipH="1" flipV="1">
                <a:off x="9294541" y="1648755"/>
                <a:ext cx="158769" cy="6576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50" name="그룹 2149">
              <a:extLst>
                <a:ext uri="{FF2B5EF4-FFF2-40B4-BE49-F238E27FC236}">
                  <a16:creationId xmlns:a16="http://schemas.microsoft.com/office/drawing/2014/main" id="{B5A6540F-0D0C-AD01-8E17-DED674781BE4}"/>
                </a:ext>
              </a:extLst>
            </p:cNvPr>
            <p:cNvGrpSpPr/>
            <p:nvPr/>
          </p:nvGrpSpPr>
          <p:grpSpPr>
            <a:xfrm rot="10800000">
              <a:off x="9884701" y="1676851"/>
              <a:ext cx="186009" cy="186009"/>
              <a:chOff x="9294541" y="1555750"/>
              <a:chExt cx="186009" cy="186009"/>
            </a:xfrm>
          </p:grpSpPr>
          <p:sp>
            <p:nvSpPr>
              <p:cNvPr id="2151" name="타원 2150">
                <a:extLst>
                  <a:ext uri="{FF2B5EF4-FFF2-40B4-BE49-F238E27FC236}">
                    <a16:creationId xmlns:a16="http://schemas.microsoft.com/office/drawing/2014/main" id="{BF1887A1-674B-3B79-F423-1B387EC7D1A2}"/>
                  </a:ext>
                </a:extLst>
              </p:cNvPr>
              <p:cNvSpPr/>
              <p:nvPr/>
            </p:nvSpPr>
            <p:spPr>
              <a:xfrm>
                <a:off x="9294541" y="1555750"/>
                <a:ext cx="186009" cy="1860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152" name="직선 연결선 2151">
                <a:extLst>
                  <a:ext uri="{FF2B5EF4-FFF2-40B4-BE49-F238E27FC236}">
                    <a16:creationId xmlns:a16="http://schemas.microsoft.com/office/drawing/2014/main" id="{A52ACC88-7415-1EC3-843D-0ACF2981CD3E}"/>
                  </a:ext>
                </a:extLst>
              </p:cNvPr>
              <p:cNvCxnSpPr>
                <a:stCxn id="2151" idx="7"/>
                <a:endCxn id="2151" idx="2"/>
              </p:cNvCxnSpPr>
              <p:nvPr/>
            </p:nvCxnSpPr>
            <p:spPr>
              <a:xfrm flipH="1">
                <a:off x="9294541" y="1582990"/>
                <a:ext cx="158769" cy="6576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직선 연결선 2152">
                <a:extLst>
                  <a:ext uri="{FF2B5EF4-FFF2-40B4-BE49-F238E27FC236}">
                    <a16:creationId xmlns:a16="http://schemas.microsoft.com/office/drawing/2014/main" id="{E796BA3A-CA00-12B0-9CDD-0C97DB8A6E4D}"/>
                  </a:ext>
                </a:extLst>
              </p:cNvPr>
              <p:cNvCxnSpPr>
                <a:cxnSpLocks/>
                <a:stCxn id="2151" idx="5"/>
                <a:endCxn id="2151" idx="2"/>
              </p:cNvCxnSpPr>
              <p:nvPr/>
            </p:nvCxnSpPr>
            <p:spPr>
              <a:xfrm flipH="1" flipV="1">
                <a:off x="9294541" y="1648755"/>
                <a:ext cx="158769" cy="6576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65" name="직선 연결선 2164">
              <a:extLst>
                <a:ext uri="{FF2B5EF4-FFF2-40B4-BE49-F238E27FC236}">
                  <a16:creationId xmlns:a16="http://schemas.microsoft.com/office/drawing/2014/main" id="{623DAC6B-2B55-2296-9DA2-F0AB31F0693C}"/>
                </a:ext>
              </a:extLst>
            </p:cNvPr>
            <p:cNvCxnSpPr>
              <a:cxnSpLocks/>
            </p:cNvCxnSpPr>
            <p:nvPr/>
          </p:nvCxnSpPr>
          <p:spPr>
            <a:xfrm>
              <a:off x="8836025" y="1772582"/>
              <a:ext cx="373018" cy="0"/>
            </a:xfrm>
            <a:prstGeom prst="line">
              <a:avLst/>
            </a:prstGeom>
            <a:ln w="63500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직선 연결선 2166">
              <a:extLst>
                <a:ext uri="{FF2B5EF4-FFF2-40B4-BE49-F238E27FC236}">
                  <a16:creationId xmlns:a16="http://schemas.microsoft.com/office/drawing/2014/main" id="{5939FC30-8000-09B6-BB42-CC894A7EAC8C}"/>
                </a:ext>
              </a:extLst>
            </p:cNvPr>
            <p:cNvCxnSpPr>
              <a:cxnSpLocks/>
            </p:cNvCxnSpPr>
            <p:nvPr/>
          </p:nvCxnSpPr>
          <p:spPr>
            <a:xfrm>
              <a:off x="9197839" y="1653520"/>
              <a:ext cx="96702" cy="0"/>
            </a:xfrm>
            <a:prstGeom prst="line">
              <a:avLst/>
            </a:prstGeom>
            <a:ln w="38100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8" name="직선 연결선 2167">
              <a:extLst>
                <a:ext uri="{FF2B5EF4-FFF2-40B4-BE49-F238E27FC236}">
                  <a16:creationId xmlns:a16="http://schemas.microsoft.com/office/drawing/2014/main" id="{64708322-251C-AEA9-5B3E-F144F86D1EE4}"/>
                </a:ext>
              </a:extLst>
            </p:cNvPr>
            <p:cNvCxnSpPr>
              <a:cxnSpLocks/>
            </p:cNvCxnSpPr>
            <p:nvPr/>
          </p:nvCxnSpPr>
          <p:spPr>
            <a:xfrm>
              <a:off x="9197839" y="1896407"/>
              <a:ext cx="103845" cy="0"/>
            </a:xfrm>
            <a:prstGeom prst="line">
              <a:avLst/>
            </a:prstGeom>
            <a:ln w="38100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2" name="직선 연결선 2171">
              <a:extLst>
                <a:ext uri="{FF2B5EF4-FFF2-40B4-BE49-F238E27FC236}">
                  <a16:creationId xmlns:a16="http://schemas.microsoft.com/office/drawing/2014/main" id="{E6368C1D-976A-6CF0-0672-ECE301DF0FCB}"/>
                </a:ext>
              </a:extLst>
            </p:cNvPr>
            <p:cNvCxnSpPr>
              <a:cxnSpLocks/>
            </p:cNvCxnSpPr>
            <p:nvPr/>
          </p:nvCxnSpPr>
          <p:spPr>
            <a:xfrm>
              <a:off x="9227349" y="1664733"/>
              <a:ext cx="0" cy="22359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1" name="직선 연결선 2180">
              <a:extLst>
                <a:ext uri="{FF2B5EF4-FFF2-40B4-BE49-F238E27FC236}">
                  <a16:creationId xmlns:a16="http://schemas.microsoft.com/office/drawing/2014/main" id="{B063662A-D4FA-4C20-3F2A-CC6AE20656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8113" y="1638300"/>
              <a:ext cx="0" cy="273844"/>
            </a:xfrm>
            <a:prstGeom prst="line">
              <a:avLst/>
            </a:prstGeom>
            <a:ln w="38100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5" name="직선 연결선 2184">
              <a:extLst>
                <a:ext uri="{FF2B5EF4-FFF2-40B4-BE49-F238E27FC236}">
                  <a16:creationId xmlns:a16="http://schemas.microsoft.com/office/drawing/2014/main" id="{3E31EF5D-B7B9-178A-74E0-20FA13CA170F}"/>
                </a:ext>
              </a:extLst>
            </p:cNvPr>
            <p:cNvCxnSpPr>
              <a:cxnSpLocks/>
            </p:cNvCxnSpPr>
            <p:nvPr/>
          </p:nvCxnSpPr>
          <p:spPr>
            <a:xfrm>
              <a:off x="9482024" y="1646376"/>
              <a:ext cx="76428" cy="0"/>
            </a:xfrm>
            <a:prstGeom prst="line">
              <a:avLst/>
            </a:prstGeom>
            <a:ln w="38100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6" name="직선 연결선 2185">
              <a:extLst>
                <a:ext uri="{FF2B5EF4-FFF2-40B4-BE49-F238E27FC236}">
                  <a16:creationId xmlns:a16="http://schemas.microsoft.com/office/drawing/2014/main" id="{7D64401C-83BE-AEB9-2C38-4CD4083D2F7C}"/>
                </a:ext>
              </a:extLst>
            </p:cNvPr>
            <p:cNvCxnSpPr>
              <a:cxnSpLocks/>
            </p:cNvCxnSpPr>
            <p:nvPr/>
          </p:nvCxnSpPr>
          <p:spPr>
            <a:xfrm>
              <a:off x="9487825" y="1889263"/>
              <a:ext cx="64293" cy="0"/>
            </a:xfrm>
            <a:prstGeom prst="line">
              <a:avLst/>
            </a:prstGeom>
            <a:ln w="38100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7" name="직선 연결선 2186">
              <a:extLst>
                <a:ext uri="{FF2B5EF4-FFF2-40B4-BE49-F238E27FC236}">
                  <a16:creationId xmlns:a16="http://schemas.microsoft.com/office/drawing/2014/main" id="{9651BE58-95C9-72DB-AE6C-C9A57BFFF5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6500" y="1628775"/>
              <a:ext cx="0" cy="278607"/>
            </a:xfrm>
            <a:prstGeom prst="line">
              <a:avLst/>
            </a:prstGeom>
            <a:ln w="38100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2" name="직선 연결선 2191">
              <a:extLst>
                <a:ext uri="{FF2B5EF4-FFF2-40B4-BE49-F238E27FC236}">
                  <a16:creationId xmlns:a16="http://schemas.microsoft.com/office/drawing/2014/main" id="{F1D956F1-E67F-61E2-5AA9-AA2CE77D1D5D}"/>
                </a:ext>
              </a:extLst>
            </p:cNvPr>
            <p:cNvCxnSpPr>
              <a:cxnSpLocks/>
            </p:cNvCxnSpPr>
            <p:nvPr/>
          </p:nvCxnSpPr>
          <p:spPr>
            <a:xfrm>
              <a:off x="9556024" y="1772581"/>
              <a:ext cx="76428" cy="0"/>
            </a:xfrm>
            <a:prstGeom prst="line">
              <a:avLst/>
            </a:prstGeom>
            <a:ln w="38100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3" name="직선 연결선 2192">
              <a:extLst>
                <a:ext uri="{FF2B5EF4-FFF2-40B4-BE49-F238E27FC236}">
                  <a16:creationId xmlns:a16="http://schemas.microsoft.com/office/drawing/2014/main" id="{3DDC0195-E950-7235-9A93-E094E7B40DFF}"/>
                </a:ext>
              </a:extLst>
            </p:cNvPr>
            <p:cNvCxnSpPr>
              <a:cxnSpLocks/>
            </p:cNvCxnSpPr>
            <p:nvPr/>
          </p:nvCxnSpPr>
          <p:spPr>
            <a:xfrm>
              <a:off x="9815438" y="1772582"/>
              <a:ext cx="76428" cy="0"/>
            </a:xfrm>
            <a:prstGeom prst="line">
              <a:avLst/>
            </a:prstGeom>
            <a:ln w="38100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4" name="직선 연결선 2193">
              <a:extLst>
                <a:ext uri="{FF2B5EF4-FFF2-40B4-BE49-F238E27FC236}">
                  <a16:creationId xmlns:a16="http://schemas.microsoft.com/office/drawing/2014/main" id="{CE3228D7-10FF-657C-B24A-520DD24F2F87}"/>
                </a:ext>
              </a:extLst>
            </p:cNvPr>
            <p:cNvCxnSpPr>
              <a:cxnSpLocks/>
            </p:cNvCxnSpPr>
            <p:nvPr/>
          </p:nvCxnSpPr>
          <p:spPr>
            <a:xfrm>
              <a:off x="10066533" y="1772582"/>
              <a:ext cx="347467" cy="0"/>
            </a:xfrm>
            <a:prstGeom prst="line">
              <a:avLst/>
            </a:prstGeom>
            <a:ln w="63500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5" name="직사각형 2194">
              <a:extLst>
                <a:ext uri="{FF2B5EF4-FFF2-40B4-BE49-F238E27FC236}">
                  <a16:creationId xmlns:a16="http://schemas.microsoft.com/office/drawing/2014/main" id="{789C20C8-9A89-AD74-E209-5B0C756BE257}"/>
                </a:ext>
              </a:extLst>
            </p:cNvPr>
            <p:cNvSpPr/>
            <p:nvPr/>
          </p:nvSpPr>
          <p:spPr>
            <a:xfrm>
              <a:off x="9154047" y="1519238"/>
              <a:ext cx="970500" cy="498849"/>
            </a:xfrm>
            <a:prstGeom prst="rect">
              <a:avLst/>
            </a:prstGeom>
            <a:noFill/>
            <a:ln>
              <a:solidFill>
                <a:srgbClr val="0070C0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61" name="TextBox 2360">
              <a:extLst>
                <a:ext uri="{FF2B5EF4-FFF2-40B4-BE49-F238E27FC236}">
                  <a16:creationId xmlns:a16="http://schemas.microsoft.com/office/drawing/2014/main" id="{DA99288C-CCB9-B860-166F-61AF5E1F1EFA}"/>
                </a:ext>
              </a:extLst>
            </p:cNvPr>
            <p:cNvSpPr txBox="1"/>
            <p:nvPr/>
          </p:nvSpPr>
          <p:spPr>
            <a:xfrm>
              <a:off x="8831302" y="1643913"/>
              <a:ext cx="33769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rgbClr val="0070C0"/>
                  </a:solidFill>
                </a:rPr>
                <a:t>vacuum</a:t>
              </a:r>
              <a:endParaRPr lang="ko-KR" altLang="en-US" sz="600" b="1" dirty="0">
                <a:solidFill>
                  <a:srgbClr val="0070C0"/>
                </a:solidFill>
              </a:endParaRPr>
            </a:p>
          </p:txBody>
        </p:sp>
        <p:sp>
          <p:nvSpPr>
            <p:cNvPr id="2362" name="TextBox 2361">
              <a:extLst>
                <a:ext uri="{FF2B5EF4-FFF2-40B4-BE49-F238E27FC236}">
                  <a16:creationId xmlns:a16="http://schemas.microsoft.com/office/drawing/2014/main" id="{C167C765-4450-83F4-3FAB-98CEEB04D10D}"/>
                </a:ext>
              </a:extLst>
            </p:cNvPr>
            <p:cNvSpPr txBox="1"/>
            <p:nvPr/>
          </p:nvSpPr>
          <p:spPr>
            <a:xfrm>
              <a:off x="10108404" y="1651733"/>
              <a:ext cx="33769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rgbClr val="0070C0"/>
                  </a:solidFill>
                </a:rPr>
                <a:t>exhaust</a:t>
              </a:r>
              <a:endParaRPr lang="ko-KR" altLang="en-US" sz="600" b="1" dirty="0">
                <a:solidFill>
                  <a:srgbClr val="0070C0"/>
                </a:solidFill>
              </a:endParaRPr>
            </a:p>
          </p:txBody>
        </p:sp>
      </p:grpSp>
      <p:cxnSp>
        <p:nvCxnSpPr>
          <p:cNvPr id="2200" name="직선 화살표 연결선 2199">
            <a:extLst>
              <a:ext uri="{FF2B5EF4-FFF2-40B4-BE49-F238E27FC236}">
                <a16:creationId xmlns:a16="http://schemas.microsoft.com/office/drawing/2014/main" id="{38815885-6AEB-FE62-77FF-84501C0DACD3}"/>
              </a:ext>
            </a:extLst>
          </p:cNvPr>
          <p:cNvCxnSpPr>
            <a:cxnSpLocks/>
          </p:cNvCxnSpPr>
          <p:nvPr/>
        </p:nvCxnSpPr>
        <p:spPr>
          <a:xfrm flipH="1">
            <a:off x="10026378" y="1779588"/>
            <a:ext cx="152744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2" name="직선 연결선 2201">
            <a:extLst>
              <a:ext uri="{FF2B5EF4-FFF2-40B4-BE49-F238E27FC236}">
                <a16:creationId xmlns:a16="http://schemas.microsoft.com/office/drawing/2014/main" id="{781D5A76-AC9F-9204-39DC-694D0FFF677E}"/>
              </a:ext>
            </a:extLst>
          </p:cNvPr>
          <p:cNvCxnSpPr>
            <a:cxnSpLocks/>
          </p:cNvCxnSpPr>
          <p:nvPr/>
        </p:nvCxnSpPr>
        <p:spPr>
          <a:xfrm>
            <a:off x="11551343" y="1488291"/>
            <a:ext cx="0" cy="29209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05" name="그룹 2204">
            <a:extLst>
              <a:ext uri="{FF2B5EF4-FFF2-40B4-BE49-F238E27FC236}">
                <a16:creationId xmlns:a16="http://schemas.microsoft.com/office/drawing/2014/main" id="{1ACD91B0-EBD8-6AC0-820F-044740AA0978}"/>
              </a:ext>
            </a:extLst>
          </p:cNvPr>
          <p:cNvGrpSpPr/>
          <p:nvPr/>
        </p:nvGrpSpPr>
        <p:grpSpPr>
          <a:xfrm rot="16200000">
            <a:off x="10981842" y="5614184"/>
            <a:ext cx="1254576" cy="588981"/>
            <a:chOff x="7012780" y="740224"/>
            <a:chExt cx="1254576" cy="588981"/>
          </a:xfrm>
        </p:grpSpPr>
        <p:sp>
          <p:nvSpPr>
            <p:cNvPr id="2206" name="사다리꼴 2205">
              <a:extLst>
                <a:ext uri="{FF2B5EF4-FFF2-40B4-BE49-F238E27FC236}">
                  <a16:creationId xmlns:a16="http://schemas.microsoft.com/office/drawing/2014/main" id="{F151194A-F11C-DDD0-0232-D50127EAA401}"/>
                </a:ext>
              </a:extLst>
            </p:cNvPr>
            <p:cNvSpPr/>
            <p:nvPr/>
          </p:nvSpPr>
          <p:spPr>
            <a:xfrm rot="10800000">
              <a:off x="7012780" y="850955"/>
              <a:ext cx="1152525" cy="270609"/>
            </a:xfrm>
            <a:prstGeom prst="trapezoid">
              <a:avLst>
                <a:gd name="adj" fmla="val 2921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07" name="타원 2206">
              <a:extLst>
                <a:ext uri="{FF2B5EF4-FFF2-40B4-BE49-F238E27FC236}">
                  <a16:creationId xmlns:a16="http://schemas.microsoft.com/office/drawing/2014/main" id="{5C3600FF-B446-9F97-5AB0-8A55471FFEC4}"/>
                </a:ext>
              </a:extLst>
            </p:cNvPr>
            <p:cNvSpPr/>
            <p:nvPr/>
          </p:nvSpPr>
          <p:spPr>
            <a:xfrm>
              <a:off x="8029782" y="876701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1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2208" name="타원 2207">
              <a:extLst>
                <a:ext uri="{FF2B5EF4-FFF2-40B4-BE49-F238E27FC236}">
                  <a16:creationId xmlns:a16="http://schemas.microsoft.com/office/drawing/2014/main" id="{DE602CE6-A8CF-BABC-20D6-6A9ED3B2F2C8}"/>
                </a:ext>
              </a:extLst>
            </p:cNvPr>
            <p:cNvSpPr/>
            <p:nvPr/>
          </p:nvSpPr>
          <p:spPr>
            <a:xfrm>
              <a:off x="7894051" y="876701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2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2209" name="타원 2208">
              <a:extLst>
                <a:ext uri="{FF2B5EF4-FFF2-40B4-BE49-F238E27FC236}">
                  <a16:creationId xmlns:a16="http://schemas.microsoft.com/office/drawing/2014/main" id="{5F79A824-474F-5824-9B61-668842CBAADD}"/>
                </a:ext>
              </a:extLst>
            </p:cNvPr>
            <p:cNvSpPr/>
            <p:nvPr/>
          </p:nvSpPr>
          <p:spPr>
            <a:xfrm>
              <a:off x="7760699" y="876701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3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2210" name="타원 2209">
              <a:extLst>
                <a:ext uri="{FF2B5EF4-FFF2-40B4-BE49-F238E27FC236}">
                  <a16:creationId xmlns:a16="http://schemas.microsoft.com/office/drawing/2014/main" id="{5A153AE9-66D5-2F55-922C-0D44891FEA64}"/>
                </a:ext>
              </a:extLst>
            </p:cNvPr>
            <p:cNvSpPr/>
            <p:nvPr/>
          </p:nvSpPr>
          <p:spPr>
            <a:xfrm>
              <a:off x="7623095" y="876701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4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2211" name="타원 2210">
              <a:extLst>
                <a:ext uri="{FF2B5EF4-FFF2-40B4-BE49-F238E27FC236}">
                  <a16:creationId xmlns:a16="http://schemas.microsoft.com/office/drawing/2014/main" id="{28379361-82DC-EF38-C1F4-220AC479A204}"/>
                </a:ext>
              </a:extLst>
            </p:cNvPr>
            <p:cNvSpPr/>
            <p:nvPr/>
          </p:nvSpPr>
          <p:spPr>
            <a:xfrm>
              <a:off x="7492127" y="876701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5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2212" name="타원 2211">
              <a:extLst>
                <a:ext uri="{FF2B5EF4-FFF2-40B4-BE49-F238E27FC236}">
                  <a16:creationId xmlns:a16="http://schemas.microsoft.com/office/drawing/2014/main" id="{A043FB70-5751-0B21-3F9F-FBDD6A574997}"/>
                </a:ext>
              </a:extLst>
            </p:cNvPr>
            <p:cNvSpPr/>
            <p:nvPr/>
          </p:nvSpPr>
          <p:spPr>
            <a:xfrm>
              <a:off x="7354640" y="876701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6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2213" name="타원 2212">
              <a:extLst>
                <a:ext uri="{FF2B5EF4-FFF2-40B4-BE49-F238E27FC236}">
                  <a16:creationId xmlns:a16="http://schemas.microsoft.com/office/drawing/2014/main" id="{B0271A35-1360-8738-15E6-C62E47F6B6FB}"/>
                </a:ext>
              </a:extLst>
            </p:cNvPr>
            <p:cNvSpPr/>
            <p:nvPr/>
          </p:nvSpPr>
          <p:spPr>
            <a:xfrm>
              <a:off x="7218298" y="876701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7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2214" name="타원 2213">
              <a:extLst>
                <a:ext uri="{FF2B5EF4-FFF2-40B4-BE49-F238E27FC236}">
                  <a16:creationId xmlns:a16="http://schemas.microsoft.com/office/drawing/2014/main" id="{4555361E-26CF-8ECE-DCF1-892C07165E9B}"/>
                </a:ext>
              </a:extLst>
            </p:cNvPr>
            <p:cNvSpPr/>
            <p:nvPr/>
          </p:nvSpPr>
          <p:spPr>
            <a:xfrm>
              <a:off x="7073637" y="876701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8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2215" name="타원 2214">
              <a:extLst>
                <a:ext uri="{FF2B5EF4-FFF2-40B4-BE49-F238E27FC236}">
                  <a16:creationId xmlns:a16="http://schemas.microsoft.com/office/drawing/2014/main" id="{A064500C-5916-AC8D-4816-5F68BEB4B6F1}"/>
                </a:ext>
              </a:extLst>
            </p:cNvPr>
            <p:cNvSpPr/>
            <p:nvPr/>
          </p:nvSpPr>
          <p:spPr>
            <a:xfrm>
              <a:off x="7963631" y="1006235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tx1"/>
                  </a:solidFill>
                </a:rPr>
                <a:t>9</a:t>
              </a:r>
              <a:endParaRPr lang="ko-KR" altLang="en-US" sz="500" b="1" dirty="0">
                <a:solidFill>
                  <a:schemeClr val="tx1"/>
                </a:solidFill>
              </a:endParaRPr>
            </a:p>
          </p:txBody>
        </p:sp>
        <p:sp>
          <p:nvSpPr>
            <p:cNvPr id="2216" name="TextBox 2215">
              <a:extLst>
                <a:ext uri="{FF2B5EF4-FFF2-40B4-BE49-F238E27FC236}">
                  <a16:creationId xmlns:a16="http://schemas.microsoft.com/office/drawing/2014/main" id="{0092972B-EA83-4AB4-7B88-93FF0D498BC9}"/>
                </a:ext>
              </a:extLst>
            </p:cNvPr>
            <p:cNvSpPr txBox="1"/>
            <p:nvPr/>
          </p:nvSpPr>
          <p:spPr>
            <a:xfrm rot="5400000">
              <a:off x="7926699" y="988548"/>
              <a:ext cx="58898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rgbClr val="0070C0"/>
                  </a:solidFill>
                </a:rPr>
                <a:t>TMP (female)</a:t>
              </a:r>
              <a:endParaRPr lang="ko-KR" altLang="en-US" sz="600" b="1" dirty="0">
                <a:solidFill>
                  <a:srgbClr val="0070C0"/>
                </a:solidFill>
              </a:endParaRPr>
            </a:p>
          </p:txBody>
        </p:sp>
        <p:sp>
          <p:nvSpPr>
            <p:cNvPr id="2217" name="타원 2216">
              <a:extLst>
                <a:ext uri="{FF2B5EF4-FFF2-40B4-BE49-F238E27FC236}">
                  <a16:creationId xmlns:a16="http://schemas.microsoft.com/office/drawing/2014/main" id="{B3B19A42-62D2-26C2-F5F5-FBC49431CFBC}"/>
                </a:ext>
              </a:extLst>
            </p:cNvPr>
            <p:cNvSpPr/>
            <p:nvPr/>
          </p:nvSpPr>
          <p:spPr>
            <a:xfrm>
              <a:off x="7827898" y="1006235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300" b="1" dirty="0">
                  <a:solidFill>
                    <a:schemeClr val="tx1"/>
                  </a:solidFill>
                </a:rPr>
                <a:t>10</a:t>
              </a:r>
              <a:endParaRPr lang="ko-KR" altLang="en-US" sz="300" b="1" dirty="0">
                <a:solidFill>
                  <a:schemeClr val="tx1"/>
                </a:solidFill>
              </a:endParaRPr>
            </a:p>
          </p:txBody>
        </p:sp>
        <p:sp>
          <p:nvSpPr>
            <p:cNvPr id="2218" name="타원 2217">
              <a:extLst>
                <a:ext uri="{FF2B5EF4-FFF2-40B4-BE49-F238E27FC236}">
                  <a16:creationId xmlns:a16="http://schemas.microsoft.com/office/drawing/2014/main" id="{AB7D59FA-8BA7-2637-C4C8-66CB8AB02156}"/>
                </a:ext>
              </a:extLst>
            </p:cNvPr>
            <p:cNvSpPr/>
            <p:nvPr/>
          </p:nvSpPr>
          <p:spPr>
            <a:xfrm>
              <a:off x="7694547" y="1006235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300" b="1" dirty="0">
                  <a:solidFill>
                    <a:schemeClr val="tx1"/>
                  </a:solidFill>
                </a:rPr>
                <a:t>11</a:t>
              </a:r>
              <a:endParaRPr lang="ko-KR" altLang="en-US" sz="300" b="1" dirty="0">
                <a:solidFill>
                  <a:schemeClr val="tx1"/>
                </a:solidFill>
              </a:endParaRPr>
            </a:p>
          </p:txBody>
        </p:sp>
        <p:sp>
          <p:nvSpPr>
            <p:cNvPr id="2219" name="타원 2218">
              <a:extLst>
                <a:ext uri="{FF2B5EF4-FFF2-40B4-BE49-F238E27FC236}">
                  <a16:creationId xmlns:a16="http://schemas.microsoft.com/office/drawing/2014/main" id="{3DFD8F32-A9A8-F7C6-D9A3-A76503677C5F}"/>
                </a:ext>
              </a:extLst>
            </p:cNvPr>
            <p:cNvSpPr/>
            <p:nvPr/>
          </p:nvSpPr>
          <p:spPr>
            <a:xfrm>
              <a:off x="7556436" y="1006235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300" b="1" dirty="0">
                  <a:solidFill>
                    <a:schemeClr val="tx1"/>
                  </a:solidFill>
                </a:rPr>
                <a:t>12</a:t>
              </a:r>
              <a:endParaRPr lang="ko-KR" altLang="en-US" sz="300" b="1" dirty="0">
                <a:solidFill>
                  <a:schemeClr val="tx1"/>
                </a:solidFill>
              </a:endParaRPr>
            </a:p>
          </p:txBody>
        </p:sp>
        <p:sp>
          <p:nvSpPr>
            <p:cNvPr id="2220" name="타원 2219">
              <a:extLst>
                <a:ext uri="{FF2B5EF4-FFF2-40B4-BE49-F238E27FC236}">
                  <a16:creationId xmlns:a16="http://schemas.microsoft.com/office/drawing/2014/main" id="{08125B8D-A059-DB96-2631-31E86875FCB5}"/>
                </a:ext>
              </a:extLst>
            </p:cNvPr>
            <p:cNvSpPr/>
            <p:nvPr/>
          </p:nvSpPr>
          <p:spPr>
            <a:xfrm>
              <a:off x="7426078" y="1006235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300" b="1" dirty="0">
                  <a:solidFill>
                    <a:schemeClr val="tx1"/>
                  </a:solidFill>
                </a:rPr>
                <a:t>13</a:t>
              </a:r>
              <a:endParaRPr lang="ko-KR" altLang="en-US" sz="300" b="1" dirty="0">
                <a:solidFill>
                  <a:schemeClr val="tx1"/>
                </a:solidFill>
              </a:endParaRPr>
            </a:p>
          </p:txBody>
        </p:sp>
        <p:sp>
          <p:nvSpPr>
            <p:cNvPr id="2221" name="타원 2220">
              <a:extLst>
                <a:ext uri="{FF2B5EF4-FFF2-40B4-BE49-F238E27FC236}">
                  <a16:creationId xmlns:a16="http://schemas.microsoft.com/office/drawing/2014/main" id="{513E25D6-0B3B-1A68-BC4B-C51749485374}"/>
                </a:ext>
              </a:extLst>
            </p:cNvPr>
            <p:cNvSpPr/>
            <p:nvPr/>
          </p:nvSpPr>
          <p:spPr>
            <a:xfrm>
              <a:off x="7289737" y="1006235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300" b="1" dirty="0">
                  <a:solidFill>
                    <a:schemeClr val="tx1"/>
                  </a:solidFill>
                </a:rPr>
                <a:t>14</a:t>
              </a:r>
              <a:endParaRPr lang="ko-KR" altLang="en-US" sz="300" b="1" dirty="0">
                <a:solidFill>
                  <a:schemeClr val="tx1"/>
                </a:solidFill>
              </a:endParaRPr>
            </a:p>
          </p:txBody>
        </p:sp>
        <p:sp>
          <p:nvSpPr>
            <p:cNvPr id="2222" name="타원 2221">
              <a:extLst>
                <a:ext uri="{FF2B5EF4-FFF2-40B4-BE49-F238E27FC236}">
                  <a16:creationId xmlns:a16="http://schemas.microsoft.com/office/drawing/2014/main" id="{A4DBB381-E431-40B5-F0EE-FE340E253CE7}"/>
                </a:ext>
              </a:extLst>
            </p:cNvPr>
            <p:cNvSpPr/>
            <p:nvPr/>
          </p:nvSpPr>
          <p:spPr>
            <a:xfrm>
              <a:off x="7146862" y="1006235"/>
              <a:ext cx="80962" cy="8096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300" b="1" dirty="0">
                  <a:solidFill>
                    <a:schemeClr val="tx1"/>
                  </a:solidFill>
                </a:rPr>
                <a:t>15</a:t>
              </a:r>
              <a:endParaRPr lang="ko-KR" altLang="en-US" sz="3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23" name="그룹 2222">
            <a:extLst>
              <a:ext uri="{FF2B5EF4-FFF2-40B4-BE49-F238E27FC236}">
                <a16:creationId xmlns:a16="http://schemas.microsoft.com/office/drawing/2014/main" id="{82912D00-FA6D-B329-0863-4C286FF5071C}"/>
              </a:ext>
            </a:extLst>
          </p:cNvPr>
          <p:cNvGrpSpPr/>
          <p:nvPr/>
        </p:nvGrpSpPr>
        <p:grpSpPr>
          <a:xfrm>
            <a:off x="11670636" y="3244420"/>
            <a:ext cx="153592" cy="112899"/>
            <a:chOff x="11224145" y="3817414"/>
            <a:chExt cx="153592" cy="112899"/>
          </a:xfrm>
        </p:grpSpPr>
        <p:grpSp>
          <p:nvGrpSpPr>
            <p:cNvPr id="2224" name="그룹 2223">
              <a:extLst>
                <a:ext uri="{FF2B5EF4-FFF2-40B4-BE49-F238E27FC236}">
                  <a16:creationId xmlns:a16="http://schemas.microsoft.com/office/drawing/2014/main" id="{F6FB0EC2-9F4E-CD7B-F09F-15E3BA5844E4}"/>
                </a:ext>
              </a:extLst>
            </p:cNvPr>
            <p:cNvGrpSpPr/>
            <p:nvPr/>
          </p:nvGrpSpPr>
          <p:grpSpPr>
            <a:xfrm>
              <a:off x="11224145" y="3864769"/>
              <a:ext cx="65833" cy="65544"/>
              <a:chOff x="1829733" y="1054489"/>
              <a:chExt cx="65833" cy="65544"/>
            </a:xfrm>
          </p:grpSpPr>
          <p:sp>
            <p:nvSpPr>
              <p:cNvPr id="2226" name="이등변 삼각형 2225">
                <a:extLst>
                  <a:ext uri="{FF2B5EF4-FFF2-40B4-BE49-F238E27FC236}">
                    <a16:creationId xmlns:a16="http://schemas.microsoft.com/office/drawing/2014/main" id="{F1A2BE25-2FD0-F0BA-7B76-E142A6B3A7A6}"/>
                  </a:ext>
                </a:extLst>
              </p:cNvPr>
              <p:cNvSpPr>
                <a:spLocks/>
              </p:cNvSpPr>
              <p:nvPr/>
            </p:nvSpPr>
            <p:spPr>
              <a:xfrm rot="5400000">
                <a:off x="1827725" y="1056497"/>
                <a:ext cx="60777" cy="56761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227" name="직선 연결선 2226">
                <a:extLst>
                  <a:ext uri="{FF2B5EF4-FFF2-40B4-BE49-F238E27FC236}">
                    <a16:creationId xmlns:a16="http://schemas.microsoft.com/office/drawing/2014/main" id="{8DAC7717-9835-6B98-8AAA-20D296417A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5566" y="1054489"/>
                <a:ext cx="0" cy="65544"/>
              </a:xfrm>
              <a:prstGeom prst="lin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25" name="직선 화살표 연결선 2224">
              <a:extLst>
                <a:ext uri="{FF2B5EF4-FFF2-40B4-BE49-F238E27FC236}">
                  <a16:creationId xmlns:a16="http://schemas.microsoft.com/office/drawing/2014/main" id="{2D41611A-CAD0-D912-2BFE-1EDCB0EC13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8207" y="3817414"/>
              <a:ext cx="59530" cy="71438"/>
            </a:xfrm>
            <a:prstGeom prst="straightConnector1">
              <a:avLst/>
            </a:prstGeom>
            <a:ln>
              <a:headEnd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28" name="그룹 2227">
            <a:extLst>
              <a:ext uri="{FF2B5EF4-FFF2-40B4-BE49-F238E27FC236}">
                <a16:creationId xmlns:a16="http://schemas.microsoft.com/office/drawing/2014/main" id="{CA207C0B-A921-4B5A-F2AC-EDD238110C28}"/>
              </a:ext>
            </a:extLst>
          </p:cNvPr>
          <p:cNvGrpSpPr/>
          <p:nvPr/>
        </p:nvGrpSpPr>
        <p:grpSpPr>
          <a:xfrm>
            <a:off x="11673018" y="3338512"/>
            <a:ext cx="153592" cy="112899"/>
            <a:chOff x="11224145" y="3817414"/>
            <a:chExt cx="153592" cy="112899"/>
          </a:xfrm>
        </p:grpSpPr>
        <p:grpSp>
          <p:nvGrpSpPr>
            <p:cNvPr id="2229" name="그룹 2228">
              <a:extLst>
                <a:ext uri="{FF2B5EF4-FFF2-40B4-BE49-F238E27FC236}">
                  <a16:creationId xmlns:a16="http://schemas.microsoft.com/office/drawing/2014/main" id="{7DAD782B-8B57-AD83-4E2E-DDC652B0269B}"/>
                </a:ext>
              </a:extLst>
            </p:cNvPr>
            <p:cNvGrpSpPr/>
            <p:nvPr/>
          </p:nvGrpSpPr>
          <p:grpSpPr>
            <a:xfrm>
              <a:off x="11224145" y="3864769"/>
              <a:ext cx="65833" cy="65544"/>
              <a:chOff x="1829733" y="1054489"/>
              <a:chExt cx="65833" cy="65544"/>
            </a:xfrm>
          </p:grpSpPr>
          <p:sp>
            <p:nvSpPr>
              <p:cNvPr id="2231" name="이등변 삼각형 2230">
                <a:extLst>
                  <a:ext uri="{FF2B5EF4-FFF2-40B4-BE49-F238E27FC236}">
                    <a16:creationId xmlns:a16="http://schemas.microsoft.com/office/drawing/2014/main" id="{2EA461E6-D7E1-F956-072E-62CFEFFE39DD}"/>
                  </a:ext>
                </a:extLst>
              </p:cNvPr>
              <p:cNvSpPr>
                <a:spLocks/>
              </p:cNvSpPr>
              <p:nvPr/>
            </p:nvSpPr>
            <p:spPr>
              <a:xfrm rot="5400000">
                <a:off x="1827725" y="1056497"/>
                <a:ext cx="60777" cy="56761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232" name="직선 연결선 2231">
                <a:extLst>
                  <a:ext uri="{FF2B5EF4-FFF2-40B4-BE49-F238E27FC236}">
                    <a16:creationId xmlns:a16="http://schemas.microsoft.com/office/drawing/2014/main" id="{B4477CEB-ACE2-D1CA-DEDA-84E2FF0CC3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5566" y="1054489"/>
                <a:ext cx="0" cy="65544"/>
              </a:xfrm>
              <a:prstGeom prst="lin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30" name="직선 화살표 연결선 2229">
              <a:extLst>
                <a:ext uri="{FF2B5EF4-FFF2-40B4-BE49-F238E27FC236}">
                  <a16:creationId xmlns:a16="http://schemas.microsoft.com/office/drawing/2014/main" id="{995D148E-A6A6-E010-382B-75A99A48FC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8207" y="3817414"/>
              <a:ext cx="59530" cy="71438"/>
            </a:xfrm>
            <a:prstGeom prst="straightConnector1">
              <a:avLst/>
            </a:prstGeom>
            <a:ln>
              <a:headEnd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33" name="그룹 2232">
            <a:extLst>
              <a:ext uri="{FF2B5EF4-FFF2-40B4-BE49-F238E27FC236}">
                <a16:creationId xmlns:a16="http://schemas.microsoft.com/office/drawing/2014/main" id="{E1E9194F-AE58-527B-9B2D-677F0A87C786}"/>
              </a:ext>
            </a:extLst>
          </p:cNvPr>
          <p:cNvGrpSpPr/>
          <p:nvPr/>
        </p:nvGrpSpPr>
        <p:grpSpPr>
          <a:xfrm>
            <a:off x="11673018" y="3435129"/>
            <a:ext cx="153592" cy="112899"/>
            <a:chOff x="11224145" y="3817414"/>
            <a:chExt cx="153592" cy="112899"/>
          </a:xfrm>
        </p:grpSpPr>
        <p:grpSp>
          <p:nvGrpSpPr>
            <p:cNvPr id="2234" name="그룹 2233">
              <a:extLst>
                <a:ext uri="{FF2B5EF4-FFF2-40B4-BE49-F238E27FC236}">
                  <a16:creationId xmlns:a16="http://schemas.microsoft.com/office/drawing/2014/main" id="{A845DBF5-D568-54C2-C489-EFEA4E306E3E}"/>
                </a:ext>
              </a:extLst>
            </p:cNvPr>
            <p:cNvGrpSpPr/>
            <p:nvPr/>
          </p:nvGrpSpPr>
          <p:grpSpPr>
            <a:xfrm>
              <a:off x="11224145" y="3864769"/>
              <a:ext cx="65833" cy="65544"/>
              <a:chOff x="1829733" y="1054489"/>
              <a:chExt cx="65833" cy="65544"/>
            </a:xfrm>
          </p:grpSpPr>
          <p:sp>
            <p:nvSpPr>
              <p:cNvPr id="2236" name="이등변 삼각형 2235">
                <a:extLst>
                  <a:ext uri="{FF2B5EF4-FFF2-40B4-BE49-F238E27FC236}">
                    <a16:creationId xmlns:a16="http://schemas.microsoft.com/office/drawing/2014/main" id="{932B0949-3C13-4951-77DF-E3A363BF6A3B}"/>
                  </a:ext>
                </a:extLst>
              </p:cNvPr>
              <p:cNvSpPr>
                <a:spLocks/>
              </p:cNvSpPr>
              <p:nvPr/>
            </p:nvSpPr>
            <p:spPr>
              <a:xfrm rot="5400000">
                <a:off x="1827725" y="1056497"/>
                <a:ext cx="60777" cy="56761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237" name="직선 연결선 2236">
                <a:extLst>
                  <a:ext uri="{FF2B5EF4-FFF2-40B4-BE49-F238E27FC236}">
                    <a16:creationId xmlns:a16="http://schemas.microsoft.com/office/drawing/2014/main" id="{0753764A-B21D-A29B-FF6A-C8BF7D47C1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5566" y="1054489"/>
                <a:ext cx="0" cy="65544"/>
              </a:xfrm>
              <a:prstGeom prst="lin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35" name="직선 화살표 연결선 2234">
              <a:extLst>
                <a:ext uri="{FF2B5EF4-FFF2-40B4-BE49-F238E27FC236}">
                  <a16:creationId xmlns:a16="http://schemas.microsoft.com/office/drawing/2014/main" id="{C02DCA28-FE56-F11F-7E58-29CCB5D864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8207" y="3817414"/>
              <a:ext cx="59530" cy="71438"/>
            </a:xfrm>
            <a:prstGeom prst="straightConnector1">
              <a:avLst/>
            </a:prstGeom>
            <a:ln>
              <a:headEnd w="med" len="med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48" name="직선 연결선 2247">
            <a:extLst>
              <a:ext uri="{FF2B5EF4-FFF2-40B4-BE49-F238E27FC236}">
                <a16:creationId xmlns:a16="http://schemas.microsoft.com/office/drawing/2014/main" id="{2E4CD93E-B39E-1868-172E-EE23E12A11B7}"/>
              </a:ext>
            </a:extLst>
          </p:cNvPr>
          <p:cNvCxnSpPr>
            <a:cxnSpLocks/>
          </p:cNvCxnSpPr>
          <p:nvPr/>
        </p:nvCxnSpPr>
        <p:spPr>
          <a:xfrm>
            <a:off x="8421702" y="4286088"/>
            <a:ext cx="756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4" name="직선 연결선 2253">
            <a:extLst>
              <a:ext uri="{FF2B5EF4-FFF2-40B4-BE49-F238E27FC236}">
                <a16:creationId xmlns:a16="http://schemas.microsoft.com/office/drawing/2014/main" id="{2BF1BDEA-D581-F6C4-1727-E064075DBD3A}"/>
              </a:ext>
            </a:extLst>
          </p:cNvPr>
          <p:cNvCxnSpPr>
            <a:cxnSpLocks/>
          </p:cNvCxnSpPr>
          <p:nvPr/>
        </p:nvCxnSpPr>
        <p:spPr>
          <a:xfrm>
            <a:off x="9413754" y="4063998"/>
            <a:ext cx="0" cy="5813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5" name="직선 연결선 2254">
            <a:extLst>
              <a:ext uri="{FF2B5EF4-FFF2-40B4-BE49-F238E27FC236}">
                <a16:creationId xmlns:a16="http://schemas.microsoft.com/office/drawing/2014/main" id="{93D845DF-0941-471E-57CE-11A5E6F279A9}"/>
              </a:ext>
            </a:extLst>
          </p:cNvPr>
          <p:cNvCxnSpPr>
            <a:cxnSpLocks/>
          </p:cNvCxnSpPr>
          <p:nvPr/>
        </p:nvCxnSpPr>
        <p:spPr>
          <a:xfrm>
            <a:off x="9033125" y="4069038"/>
            <a:ext cx="3728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3" name="직선 연결선 2282">
            <a:extLst>
              <a:ext uri="{FF2B5EF4-FFF2-40B4-BE49-F238E27FC236}">
                <a16:creationId xmlns:a16="http://schemas.microsoft.com/office/drawing/2014/main" id="{D66BCB53-7219-EDDB-8337-9044F0BB6A32}"/>
              </a:ext>
            </a:extLst>
          </p:cNvPr>
          <p:cNvCxnSpPr>
            <a:cxnSpLocks/>
          </p:cNvCxnSpPr>
          <p:nvPr/>
        </p:nvCxnSpPr>
        <p:spPr>
          <a:xfrm>
            <a:off x="11253788" y="4778349"/>
            <a:ext cx="3357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4" name="직선 연결선 2283">
            <a:extLst>
              <a:ext uri="{FF2B5EF4-FFF2-40B4-BE49-F238E27FC236}">
                <a16:creationId xmlns:a16="http://schemas.microsoft.com/office/drawing/2014/main" id="{5411F35D-2C82-C252-B01C-0FAA9BB72F61}"/>
              </a:ext>
            </a:extLst>
          </p:cNvPr>
          <p:cNvCxnSpPr>
            <a:cxnSpLocks/>
          </p:cNvCxnSpPr>
          <p:nvPr/>
        </p:nvCxnSpPr>
        <p:spPr>
          <a:xfrm flipV="1">
            <a:off x="11257036" y="4779169"/>
            <a:ext cx="0" cy="6405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3" name="직선 연결선 2292">
            <a:extLst>
              <a:ext uri="{FF2B5EF4-FFF2-40B4-BE49-F238E27FC236}">
                <a16:creationId xmlns:a16="http://schemas.microsoft.com/office/drawing/2014/main" id="{BA5C8B49-C9F8-5AF1-7E58-AD922481FD92}"/>
              </a:ext>
            </a:extLst>
          </p:cNvPr>
          <p:cNvCxnSpPr>
            <a:cxnSpLocks/>
          </p:cNvCxnSpPr>
          <p:nvPr/>
        </p:nvCxnSpPr>
        <p:spPr>
          <a:xfrm flipV="1">
            <a:off x="11185596" y="5112544"/>
            <a:ext cx="0" cy="2405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7" name="직선 연결선 2296">
            <a:extLst>
              <a:ext uri="{FF2B5EF4-FFF2-40B4-BE49-F238E27FC236}">
                <a16:creationId xmlns:a16="http://schemas.microsoft.com/office/drawing/2014/main" id="{F9FF7AAE-B93C-CCB3-850C-59EB68B70E0C}"/>
              </a:ext>
            </a:extLst>
          </p:cNvPr>
          <p:cNvCxnSpPr>
            <a:cxnSpLocks/>
          </p:cNvCxnSpPr>
          <p:nvPr/>
        </p:nvCxnSpPr>
        <p:spPr>
          <a:xfrm>
            <a:off x="11182350" y="5112508"/>
            <a:ext cx="2809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5" name="직선 연결선 2304">
            <a:extLst>
              <a:ext uri="{FF2B5EF4-FFF2-40B4-BE49-F238E27FC236}">
                <a16:creationId xmlns:a16="http://schemas.microsoft.com/office/drawing/2014/main" id="{9B510775-71B0-1B32-FEBB-8AD17A657ACE}"/>
              </a:ext>
            </a:extLst>
          </p:cNvPr>
          <p:cNvCxnSpPr>
            <a:cxnSpLocks/>
          </p:cNvCxnSpPr>
          <p:nvPr/>
        </p:nvCxnSpPr>
        <p:spPr>
          <a:xfrm>
            <a:off x="11120438" y="5475368"/>
            <a:ext cx="3357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6" name="직선 연결선 2305">
            <a:extLst>
              <a:ext uri="{FF2B5EF4-FFF2-40B4-BE49-F238E27FC236}">
                <a16:creationId xmlns:a16="http://schemas.microsoft.com/office/drawing/2014/main" id="{CDFE235E-EB7B-DB98-4AAD-AF09703D2FF1}"/>
              </a:ext>
            </a:extLst>
          </p:cNvPr>
          <p:cNvCxnSpPr>
            <a:cxnSpLocks/>
          </p:cNvCxnSpPr>
          <p:nvPr/>
        </p:nvCxnSpPr>
        <p:spPr>
          <a:xfrm>
            <a:off x="10239103" y="5745243"/>
            <a:ext cx="8837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8" name="직선 연결선 2307">
            <a:extLst>
              <a:ext uri="{FF2B5EF4-FFF2-40B4-BE49-F238E27FC236}">
                <a16:creationId xmlns:a16="http://schemas.microsoft.com/office/drawing/2014/main" id="{D892DA9D-15FD-29A4-8057-CDF7CD781459}"/>
              </a:ext>
            </a:extLst>
          </p:cNvPr>
          <p:cNvCxnSpPr>
            <a:cxnSpLocks/>
          </p:cNvCxnSpPr>
          <p:nvPr/>
        </p:nvCxnSpPr>
        <p:spPr>
          <a:xfrm flipV="1">
            <a:off x="11122893" y="5475239"/>
            <a:ext cx="0" cy="271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0" name="TextBox 2309">
            <a:extLst>
              <a:ext uri="{FF2B5EF4-FFF2-40B4-BE49-F238E27FC236}">
                <a16:creationId xmlns:a16="http://schemas.microsoft.com/office/drawing/2014/main" id="{EFE12876-8BAA-9717-AD0F-19D99B25D18A}"/>
              </a:ext>
            </a:extLst>
          </p:cNvPr>
          <p:cNvSpPr txBox="1"/>
          <p:nvPr/>
        </p:nvSpPr>
        <p:spPr>
          <a:xfrm>
            <a:off x="11160570" y="5762891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GR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2311" name="TextBox 2310">
            <a:extLst>
              <a:ext uri="{FF2B5EF4-FFF2-40B4-BE49-F238E27FC236}">
                <a16:creationId xmlns:a16="http://schemas.microsoft.com/office/drawing/2014/main" id="{D8ACCF5B-23F7-D78E-C0E0-9813A01E6EB5}"/>
              </a:ext>
            </a:extLst>
          </p:cNvPr>
          <p:cNvSpPr txBox="1"/>
          <p:nvPr/>
        </p:nvSpPr>
        <p:spPr>
          <a:xfrm>
            <a:off x="11189146" y="6248480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BL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2313" name="TextBox 2312">
            <a:extLst>
              <a:ext uri="{FF2B5EF4-FFF2-40B4-BE49-F238E27FC236}">
                <a16:creationId xmlns:a16="http://schemas.microsoft.com/office/drawing/2014/main" id="{095B1E5B-D37B-32CD-5687-449E1D406AD6}"/>
              </a:ext>
            </a:extLst>
          </p:cNvPr>
          <p:cNvSpPr txBox="1"/>
          <p:nvPr/>
        </p:nvSpPr>
        <p:spPr>
          <a:xfrm>
            <a:off x="11189146" y="6175345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YL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2314" name="TextBox 2313">
            <a:extLst>
              <a:ext uri="{FF2B5EF4-FFF2-40B4-BE49-F238E27FC236}">
                <a16:creationId xmlns:a16="http://schemas.microsoft.com/office/drawing/2014/main" id="{7F3BE003-54B0-8D41-AE30-2A31451FDEFB}"/>
              </a:ext>
            </a:extLst>
          </p:cNvPr>
          <p:cNvSpPr txBox="1"/>
          <p:nvPr/>
        </p:nvSpPr>
        <p:spPr>
          <a:xfrm>
            <a:off x="11193908" y="6317993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BK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2315" name="TextBox 2314">
            <a:extLst>
              <a:ext uri="{FF2B5EF4-FFF2-40B4-BE49-F238E27FC236}">
                <a16:creationId xmlns:a16="http://schemas.microsoft.com/office/drawing/2014/main" id="{5D16D019-A500-26C5-8F13-47AEBC9A4864}"/>
              </a:ext>
            </a:extLst>
          </p:cNvPr>
          <p:cNvSpPr txBox="1"/>
          <p:nvPr/>
        </p:nvSpPr>
        <p:spPr>
          <a:xfrm>
            <a:off x="11170094" y="5429361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RD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cxnSp>
        <p:nvCxnSpPr>
          <p:cNvPr id="2320" name="직선 연결선 2319">
            <a:extLst>
              <a:ext uri="{FF2B5EF4-FFF2-40B4-BE49-F238E27FC236}">
                <a16:creationId xmlns:a16="http://schemas.microsoft.com/office/drawing/2014/main" id="{4F3F284A-442C-56C5-25A2-35A110240256}"/>
              </a:ext>
            </a:extLst>
          </p:cNvPr>
          <p:cNvCxnSpPr>
            <a:cxnSpLocks/>
          </p:cNvCxnSpPr>
          <p:nvPr/>
        </p:nvCxnSpPr>
        <p:spPr>
          <a:xfrm>
            <a:off x="10260535" y="5807156"/>
            <a:ext cx="10742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3" name="직선 연결선 2322">
            <a:extLst>
              <a:ext uri="{FF2B5EF4-FFF2-40B4-BE49-F238E27FC236}">
                <a16:creationId xmlns:a16="http://schemas.microsoft.com/office/drawing/2014/main" id="{0ADF4E23-F434-B1E0-B375-DF071A8CBB10}"/>
              </a:ext>
            </a:extLst>
          </p:cNvPr>
          <p:cNvCxnSpPr>
            <a:cxnSpLocks/>
          </p:cNvCxnSpPr>
          <p:nvPr/>
        </p:nvCxnSpPr>
        <p:spPr>
          <a:xfrm>
            <a:off x="11334754" y="5613480"/>
            <a:ext cx="1142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5" name="직선 연결선 2324">
            <a:extLst>
              <a:ext uri="{FF2B5EF4-FFF2-40B4-BE49-F238E27FC236}">
                <a16:creationId xmlns:a16="http://schemas.microsoft.com/office/drawing/2014/main" id="{DECC8888-F555-5D1A-18BE-A613F9C42E01}"/>
              </a:ext>
            </a:extLst>
          </p:cNvPr>
          <p:cNvCxnSpPr>
            <a:cxnSpLocks/>
          </p:cNvCxnSpPr>
          <p:nvPr/>
        </p:nvCxnSpPr>
        <p:spPr>
          <a:xfrm>
            <a:off x="11337136" y="6018292"/>
            <a:ext cx="1142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6" name="직선 연결선 2325">
            <a:extLst>
              <a:ext uri="{FF2B5EF4-FFF2-40B4-BE49-F238E27FC236}">
                <a16:creationId xmlns:a16="http://schemas.microsoft.com/office/drawing/2014/main" id="{67CD0BB2-2575-D340-E56D-3C098584DFA2}"/>
              </a:ext>
            </a:extLst>
          </p:cNvPr>
          <p:cNvCxnSpPr>
            <a:cxnSpLocks/>
          </p:cNvCxnSpPr>
          <p:nvPr/>
        </p:nvCxnSpPr>
        <p:spPr>
          <a:xfrm flipV="1">
            <a:off x="11334827" y="5615733"/>
            <a:ext cx="0" cy="4040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9" name="타원 2328">
            <a:extLst>
              <a:ext uri="{FF2B5EF4-FFF2-40B4-BE49-F238E27FC236}">
                <a16:creationId xmlns:a16="http://schemas.microsoft.com/office/drawing/2014/main" id="{9B1B5A29-3EFA-7E27-06C1-0C448D10DB4D}"/>
              </a:ext>
            </a:extLst>
          </p:cNvPr>
          <p:cNvSpPr>
            <a:spLocks noChangeAspect="1"/>
          </p:cNvSpPr>
          <p:nvPr/>
        </p:nvSpPr>
        <p:spPr>
          <a:xfrm>
            <a:off x="11319396" y="5790659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rgbClr val="0070C0"/>
              </a:solidFill>
            </a:endParaRPr>
          </a:p>
        </p:txBody>
      </p:sp>
      <p:cxnSp>
        <p:nvCxnSpPr>
          <p:cNvPr id="2330" name="직선 연결선 2329">
            <a:extLst>
              <a:ext uri="{FF2B5EF4-FFF2-40B4-BE49-F238E27FC236}">
                <a16:creationId xmlns:a16="http://schemas.microsoft.com/office/drawing/2014/main" id="{E039D662-B0F4-369B-C0E1-851311C47643}"/>
              </a:ext>
            </a:extLst>
          </p:cNvPr>
          <p:cNvCxnSpPr>
            <a:cxnSpLocks/>
          </p:cNvCxnSpPr>
          <p:nvPr/>
        </p:nvCxnSpPr>
        <p:spPr>
          <a:xfrm>
            <a:off x="10255772" y="5942887"/>
            <a:ext cx="8670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1" name="직선 연결선 2330">
            <a:extLst>
              <a:ext uri="{FF2B5EF4-FFF2-40B4-BE49-F238E27FC236}">
                <a16:creationId xmlns:a16="http://schemas.microsoft.com/office/drawing/2014/main" id="{C00E336F-E267-2159-F1A0-E4A89540CA6B}"/>
              </a:ext>
            </a:extLst>
          </p:cNvPr>
          <p:cNvCxnSpPr>
            <a:cxnSpLocks/>
          </p:cNvCxnSpPr>
          <p:nvPr/>
        </p:nvCxnSpPr>
        <p:spPr>
          <a:xfrm flipV="1">
            <a:off x="11122893" y="5941964"/>
            <a:ext cx="0" cy="3469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2" name="직선 연결선 2331">
            <a:extLst>
              <a:ext uri="{FF2B5EF4-FFF2-40B4-BE49-F238E27FC236}">
                <a16:creationId xmlns:a16="http://schemas.microsoft.com/office/drawing/2014/main" id="{7838C046-9204-F482-CD6A-8CB7C004B25F}"/>
              </a:ext>
            </a:extLst>
          </p:cNvPr>
          <p:cNvCxnSpPr>
            <a:cxnSpLocks/>
          </p:cNvCxnSpPr>
          <p:nvPr/>
        </p:nvCxnSpPr>
        <p:spPr>
          <a:xfrm>
            <a:off x="11118056" y="6292137"/>
            <a:ext cx="3381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4" name="직선 연결선 2333">
            <a:extLst>
              <a:ext uri="{FF2B5EF4-FFF2-40B4-BE49-F238E27FC236}">
                <a16:creationId xmlns:a16="http://schemas.microsoft.com/office/drawing/2014/main" id="{32BE1270-F0E7-CA29-E2ED-75854263A1E3}"/>
              </a:ext>
            </a:extLst>
          </p:cNvPr>
          <p:cNvCxnSpPr>
            <a:cxnSpLocks/>
          </p:cNvCxnSpPr>
          <p:nvPr/>
        </p:nvCxnSpPr>
        <p:spPr>
          <a:xfrm>
            <a:off x="10258154" y="6081000"/>
            <a:ext cx="13266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6" name="TextBox 2335">
            <a:extLst>
              <a:ext uri="{FF2B5EF4-FFF2-40B4-BE49-F238E27FC236}">
                <a16:creationId xmlns:a16="http://schemas.microsoft.com/office/drawing/2014/main" id="{6AA0EDC8-B2EA-4A96-4B15-A9199CCAFA8E}"/>
              </a:ext>
            </a:extLst>
          </p:cNvPr>
          <p:cNvSpPr txBox="1"/>
          <p:nvPr/>
        </p:nvSpPr>
        <p:spPr>
          <a:xfrm>
            <a:off x="11189146" y="6035971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WH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cxnSp>
        <p:nvCxnSpPr>
          <p:cNvPr id="2337" name="직선 연결선 2336">
            <a:extLst>
              <a:ext uri="{FF2B5EF4-FFF2-40B4-BE49-F238E27FC236}">
                <a16:creationId xmlns:a16="http://schemas.microsoft.com/office/drawing/2014/main" id="{904A5436-F46E-DFE8-F9C4-B53576CA1683}"/>
              </a:ext>
            </a:extLst>
          </p:cNvPr>
          <p:cNvCxnSpPr>
            <a:cxnSpLocks/>
          </p:cNvCxnSpPr>
          <p:nvPr/>
        </p:nvCxnSpPr>
        <p:spPr>
          <a:xfrm>
            <a:off x="10260536" y="6140531"/>
            <a:ext cx="7265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9" name="직선 연결선 2338">
            <a:extLst>
              <a:ext uri="{FF2B5EF4-FFF2-40B4-BE49-F238E27FC236}">
                <a16:creationId xmlns:a16="http://schemas.microsoft.com/office/drawing/2014/main" id="{0B9D4837-F59E-88F7-244D-CBC20DD253AC}"/>
              </a:ext>
            </a:extLst>
          </p:cNvPr>
          <p:cNvCxnSpPr>
            <a:cxnSpLocks/>
          </p:cNvCxnSpPr>
          <p:nvPr/>
        </p:nvCxnSpPr>
        <p:spPr>
          <a:xfrm>
            <a:off x="10984706" y="6223081"/>
            <a:ext cx="600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0" name="직선 연결선 2339">
            <a:extLst>
              <a:ext uri="{FF2B5EF4-FFF2-40B4-BE49-F238E27FC236}">
                <a16:creationId xmlns:a16="http://schemas.microsoft.com/office/drawing/2014/main" id="{42BEFECE-0701-7641-5F43-2FA6A3D7EFC3}"/>
              </a:ext>
            </a:extLst>
          </p:cNvPr>
          <p:cNvCxnSpPr>
            <a:cxnSpLocks/>
          </p:cNvCxnSpPr>
          <p:nvPr/>
        </p:nvCxnSpPr>
        <p:spPr>
          <a:xfrm flipV="1">
            <a:off x="10984779" y="6141244"/>
            <a:ext cx="0" cy="833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4" name="직선 연결선 2343">
            <a:extLst>
              <a:ext uri="{FF2B5EF4-FFF2-40B4-BE49-F238E27FC236}">
                <a16:creationId xmlns:a16="http://schemas.microsoft.com/office/drawing/2014/main" id="{7A35D444-F9DF-365A-C106-B6C841CA2D79}"/>
              </a:ext>
            </a:extLst>
          </p:cNvPr>
          <p:cNvCxnSpPr>
            <a:cxnSpLocks/>
          </p:cNvCxnSpPr>
          <p:nvPr/>
        </p:nvCxnSpPr>
        <p:spPr>
          <a:xfrm>
            <a:off x="11049000" y="6363575"/>
            <a:ext cx="533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6" name="직선 연결선 2345">
            <a:extLst>
              <a:ext uri="{FF2B5EF4-FFF2-40B4-BE49-F238E27FC236}">
                <a16:creationId xmlns:a16="http://schemas.microsoft.com/office/drawing/2014/main" id="{D8BC02A7-3E05-3C1A-06B2-32304D8D94ED}"/>
              </a:ext>
            </a:extLst>
          </p:cNvPr>
          <p:cNvCxnSpPr>
            <a:cxnSpLocks/>
          </p:cNvCxnSpPr>
          <p:nvPr/>
        </p:nvCxnSpPr>
        <p:spPr>
          <a:xfrm flipV="1">
            <a:off x="11053837" y="6015782"/>
            <a:ext cx="0" cy="3469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7" name="직선 연결선 2346">
            <a:extLst>
              <a:ext uri="{FF2B5EF4-FFF2-40B4-BE49-F238E27FC236}">
                <a16:creationId xmlns:a16="http://schemas.microsoft.com/office/drawing/2014/main" id="{A07921AE-90E7-50E2-5C2F-B384FE80B871}"/>
              </a:ext>
            </a:extLst>
          </p:cNvPr>
          <p:cNvCxnSpPr>
            <a:cxnSpLocks/>
          </p:cNvCxnSpPr>
          <p:nvPr/>
        </p:nvCxnSpPr>
        <p:spPr>
          <a:xfrm>
            <a:off x="10255773" y="6014325"/>
            <a:ext cx="7979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6" name="TextBox 2355">
            <a:extLst>
              <a:ext uri="{FF2B5EF4-FFF2-40B4-BE49-F238E27FC236}">
                <a16:creationId xmlns:a16="http://schemas.microsoft.com/office/drawing/2014/main" id="{61558A94-6B96-1AD2-310F-E784F5C54673}"/>
              </a:ext>
            </a:extLst>
          </p:cNvPr>
          <p:cNvSpPr txBox="1"/>
          <p:nvPr/>
        </p:nvSpPr>
        <p:spPr>
          <a:xfrm>
            <a:off x="9330259" y="6194122"/>
            <a:ext cx="73765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</a:rPr>
              <a:t>SW : TMP test ON</a:t>
            </a:r>
          </a:p>
          <a:p>
            <a:r>
              <a:rPr lang="en-US" altLang="ko-KR" sz="600" dirty="0">
                <a:solidFill>
                  <a:srgbClr val="0070C0"/>
                </a:solidFill>
              </a:rPr>
              <a:t>       (#2,#5,#7 short)</a:t>
            </a:r>
            <a:endParaRPr lang="ko-KR" altLang="en-US" sz="600" dirty="0">
              <a:solidFill>
                <a:srgbClr val="0070C0"/>
              </a:solidFill>
            </a:endParaRPr>
          </a:p>
        </p:txBody>
      </p:sp>
      <p:cxnSp>
        <p:nvCxnSpPr>
          <p:cNvPr id="2357" name="직선 화살표 연결선 2356">
            <a:extLst>
              <a:ext uri="{FF2B5EF4-FFF2-40B4-BE49-F238E27FC236}">
                <a16:creationId xmlns:a16="http://schemas.microsoft.com/office/drawing/2014/main" id="{CC7AE75F-6C39-E41E-A457-AC9F9F98FA91}"/>
              </a:ext>
            </a:extLst>
          </p:cNvPr>
          <p:cNvCxnSpPr>
            <a:cxnSpLocks/>
          </p:cNvCxnSpPr>
          <p:nvPr/>
        </p:nvCxnSpPr>
        <p:spPr>
          <a:xfrm flipV="1">
            <a:off x="9406003" y="5905500"/>
            <a:ext cx="114235" cy="29289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67" name="그림 2366">
            <a:extLst>
              <a:ext uri="{FF2B5EF4-FFF2-40B4-BE49-F238E27FC236}">
                <a16:creationId xmlns:a16="http://schemas.microsoft.com/office/drawing/2014/main" id="{8F774C78-1FF7-9912-1EBE-F2A0A256E4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7182" y="132820"/>
            <a:ext cx="762952" cy="949833"/>
          </a:xfrm>
          <a:prstGeom prst="rect">
            <a:avLst/>
          </a:prstGeom>
        </p:spPr>
      </p:pic>
      <p:grpSp>
        <p:nvGrpSpPr>
          <p:cNvPr id="2370" name="그룹 2369">
            <a:extLst>
              <a:ext uri="{FF2B5EF4-FFF2-40B4-BE49-F238E27FC236}">
                <a16:creationId xmlns:a16="http://schemas.microsoft.com/office/drawing/2014/main" id="{73B15201-6212-143F-4B74-CABB3C614E40}"/>
              </a:ext>
            </a:extLst>
          </p:cNvPr>
          <p:cNvGrpSpPr/>
          <p:nvPr/>
        </p:nvGrpSpPr>
        <p:grpSpPr>
          <a:xfrm>
            <a:off x="7555572" y="1074718"/>
            <a:ext cx="1415067" cy="789586"/>
            <a:chOff x="9233770" y="1228501"/>
            <a:chExt cx="1415067" cy="789586"/>
          </a:xfrm>
        </p:grpSpPr>
        <p:grpSp>
          <p:nvGrpSpPr>
            <p:cNvPr id="2373" name="그룹 2372">
              <a:extLst>
                <a:ext uri="{FF2B5EF4-FFF2-40B4-BE49-F238E27FC236}">
                  <a16:creationId xmlns:a16="http://schemas.microsoft.com/office/drawing/2014/main" id="{2B7E2720-BFA5-A75E-2732-BBC9782BC5CA}"/>
                </a:ext>
              </a:extLst>
            </p:cNvPr>
            <p:cNvGrpSpPr/>
            <p:nvPr/>
          </p:nvGrpSpPr>
          <p:grpSpPr>
            <a:xfrm rot="10800000">
              <a:off x="9770790" y="1629508"/>
              <a:ext cx="289607" cy="289607"/>
              <a:chOff x="8714694" y="1623241"/>
              <a:chExt cx="289607" cy="289607"/>
            </a:xfrm>
          </p:grpSpPr>
          <p:sp>
            <p:nvSpPr>
              <p:cNvPr id="2398" name="타원 2397">
                <a:extLst>
                  <a:ext uri="{FF2B5EF4-FFF2-40B4-BE49-F238E27FC236}">
                    <a16:creationId xmlns:a16="http://schemas.microsoft.com/office/drawing/2014/main" id="{7964284F-6AD9-C2C7-A82A-E04BFCA21F3E}"/>
                  </a:ext>
                </a:extLst>
              </p:cNvPr>
              <p:cNvSpPr/>
              <p:nvPr/>
            </p:nvSpPr>
            <p:spPr>
              <a:xfrm>
                <a:off x="8714694" y="1623241"/>
                <a:ext cx="289607" cy="28960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399" name="직선 연결선 2398">
                <a:extLst>
                  <a:ext uri="{FF2B5EF4-FFF2-40B4-BE49-F238E27FC236}">
                    <a16:creationId xmlns:a16="http://schemas.microsoft.com/office/drawing/2014/main" id="{F0C65CC7-89E8-6DEF-C57E-D4A098B83425}"/>
                  </a:ext>
                </a:extLst>
              </p:cNvPr>
              <p:cNvCxnSpPr>
                <a:cxnSpLocks/>
                <a:stCxn id="2398" idx="7"/>
                <a:endCxn id="2398" idx="2"/>
              </p:cNvCxnSpPr>
              <p:nvPr/>
            </p:nvCxnSpPr>
            <p:spPr>
              <a:xfrm rot="10800000" flipV="1">
                <a:off x="8714694" y="1665653"/>
                <a:ext cx="247195" cy="10239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0" name="직선 연결선 2399">
                <a:extLst>
                  <a:ext uri="{FF2B5EF4-FFF2-40B4-BE49-F238E27FC236}">
                    <a16:creationId xmlns:a16="http://schemas.microsoft.com/office/drawing/2014/main" id="{6E376DE7-0CCE-7AE6-32E1-30D06323B718}"/>
                  </a:ext>
                </a:extLst>
              </p:cNvPr>
              <p:cNvCxnSpPr>
                <a:cxnSpLocks/>
                <a:stCxn id="2398" idx="5"/>
                <a:endCxn id="2398" idx="2"/>
              </p:cNvCxnSpPr>
              <p:nvPr/>
            </p:nvCxnSpPr>
            <p:spPr>
              <a:xfrm rot="10800000">
                <a:off x="8714694" y="1768045"/>
                <a:ext cx="247195" cy="10239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76" name="직선 연결선 2375">
              <a:extLst>
                <a:ext uri="{FF2B5EF4-FFF2-40B4-BE49-F238E27FC236}">
                  <a16:creationId xmlns:a16="http://schemas.microsoft.com/office/drawing/2014/main" id="{5A888B88-239D-DE70-189B-F68BF4206DEC}"/>
                </a:ext>
              </a:extLst>
            </p:cNvPr>
            <p:cNvCxnSpPr>
              <a:cxnSpLocks/>
            </p:cNvCxnSpPr>
            <p:nvPr/>
          </p:nvCxnSpPr>
          <p:spPr>
            <a:xfrm>
              <a:off x="9393237" y="1782107"/>
              <a:ext cx="373018" cy="0"/>
            </a:xfrm>
            <a:prstGeom prst="line">
              <a:avLst/>
            </a:prstGeom>
            <a:ln w="63500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6" name="직선 연결선 2385">
              <a:extLst>
                <a:ext uri="{FF2B5EF4-FFF2-40B4-BE49-F238E27FC236}">
                  <a16:creationId xmlns:a16="http://schemas.microsoft.com/office/drawing/2014/main" id="{2DDA8ABA-AFD0-C97B-A85B-57B3533D2E25}"/>
                </a:ext>
              </a:extLst>
            </p:cNvPr>
            <p:cNvCxnSpPr>
              <a:cxnSpLocks/>
            </p:cNvCxnSpPr>
            <p:nvPr/>
          </p:nvCxnSpPr>
          <p:spPr>
            <a:xfrm>
              <a:off x="10066533" y="1772582"/>
              <a:ext cx="347467" cy="0"/>
            </a:xfrm>
            <a:prstGeom prst="line">
              <a:avLst/>
            </a:prstGeom>
            <a:ln w="63500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7" name="직사각형 2386">
              <a:extLst>
                <a:ext uri="{FF2B5EF4-FFF2-40B4-BE49-F238E27FC236}">
                  <a16:creationId xmlns:a16="http://schemas.microsoft.com/office/drawing/2014/main" id="{6F4F3C02-793E-BFEC-F686-2B2F7E7B0891}"/>
                </a:ext>
              </a:extLst>
            </p:cNvPr>
            <p:cNvSpPr/>
            <p:nvPr/>
          </p:nvSpPr>
          <p:spPr>
            <a:xfrm>
              <a:off x="9746071" y="1519238"/>
              <a:ext cx="361951" cy="498849"/>
            </a:xfrm>
            <a:prstGeom prst="rect">
              <a:avLst/>
            </a:prstGeom>
            <a:noFill/>
            <a:ln>
              <a:solidFill>
                <a:srgbClr val="0070C0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88" name="TextBox 2387">
              <a:extLst>
                <a:ext uri="{FF2B5EF4-FFF2-40B4-BE49-F238E27FC236}">
                  <a16:creationId xmlns:a16="http://schemas.microsoft.com/office/drawing/2014/main" id="{160C34B0-F962-05A0-D9C7-85519F3FD69E}"/>
                </a:ext>
              </a:extLst>
            </p:cNvPr>
            <p:cNvSpPr txBox="1"/>
            <p:nvPr/>
          </p:nvSpPr>
          <p:spPr>
            <a:xfrm>
              <a:off x="9421850" y="1653438"/>
              <a:ext cx="33769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rgbClr val="0070C0"/>
                  </a:solidFill>
                </a:rPr>
                <a:t>vacuum</a:t>
              </a:r>
              <a:endParaRPr lang="ko-KR" altLang="en-US" sz="600" b="1" dirty="0">
                <a:solidFill>
                  <a:srgbClr val="0070C0"/>
                </a:solidFill>
              </a:endParaRPr>
            </a:p>
          </p:txBody>
        </p:sp>
        <p:sp>
          <p:nvSpPr>
            <p:cNvPr id="2389" name="TextBox 2388">
              <a:extLst>
                <a:ext uri="{FF2B5EF4-FFF2-40B4-BE49-F238E27FC236}">
                  <a16:creationId xmlns:a16="http://schemas.microsoft.com/office/drawing/2014/main" id="{C2034614-ADE6-7C07-0B20-EBCA99F190EC}"/>
                </a:ext>
              </a:extLst>
            </p:cNvPr>
            <p:cNvSpPr txBox="1"/>
            <p:nvPr/>
          </p:nvSpPr>
          <p:spPr>
            <a:xfrm>
              <a:off x="10098878" y="1651733"/>
              <a:ext cx="33769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rgbClr val="0070C0"/>
                  </a:solidFill>
                </a:rPr>
                <a:t>exhaust</a:t>
              </a:r>
              <a:endParaRPr lang="ko-KR" altLang="en-US" sz="600" b="1" dirty="0">
                <a:solidFill>
                  <a:srgbClr val="0070C0"/>
                </a:solidFill>
              </a:endParaRPr>
            </a:p>
          </p:txBody>
        </p:sp>
        <p:sp>
          <p:nvSpPr>
            <p:cNvPr id="2390" name="TextBox 2389">
              <a:extLst>
                <a:ext uri="{FF2B5EF4-FFF2-40B4-BE49-F238E27FC236}">
                  <a16:creationId xmlns:a16="http://schemas.microsoft.com/office/drawing/2014/main" id="{8E646C88-4434-7E69-68E2-FA0BE7C06354}"/>
                </a:ext>
              </a:extLst>
            </p:cNvPr>
            <p:cNvSpPr txBox="1"/>
            <p:nvPr/>
          </p:nvSpPr>
          <p:spPr>
            <a:xfrm>
              <a:off x="9233770" y="1228501"/>
              <a:ext cx="1415067" cy="33855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800" b="1" dirty="0">
                  <a:solidFill>
                    <a:srgbClr val="0070C0"/>
                  </a:solidFill>
                </a:rPr>
                <a:t>TMP </a:t>
              </a:r>
            </a:p>
            <a:p>
              <a:pPr algn="ctr"/>
              <a:r>
                <a:rPr lang="en-US" altLang="ko-KR" sz="800" b="1" dirty="0">
                  <a:solidFill>
                    <a:srgbClr val="0070C0"/>
                  </a:solidFill>
                </a:rPr>
                <a:t>(Turbo Molecular Pump)</a:t>
              </a:r>
              <a:endParaRPr lang="ko-KR" altLang="en-US" sz="800" b="1" dirty="0">
                <a:solidFill>
                  <a:srgbClr val="0070C0"/>
                </a:solidFill>
              </a:endParaRPr>
            </a:p>
          </p:txBody>
        </p:sp>
      </p:grpSp>
      <p:pic>
        <p:nvPicPr>
          <p:cNvPr id="2404" name="그림 2403">
            <a:extLst>
              <a:ext uri="{FF2B5EF4-FFF2-40B4-BE49-F238E27FC236}">
                <a16:creationId xmlns:a16="http://schemas.microsoft.com/office/drawing/2014/main" id="{9EC232B8-A758-3FDA-A63B-483BE6DC1A8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024" r="22240" b="15275"/>
          <a:stretch>
            <a:fillRect/>
          </a:stretch>
        </p:blipFill>
        <p:spPr>
          <a:xfrm>
            <a:off x="8363471" y="32295"/>
            <a:ext cx="536120" cy="1120631"/>
          </a:xfrm>
          <a:prstGeom prst="rect">
            <a:avLst/>
          </a:prstGeom>
        </p:spPr>
      </p:pic>
      <p:cxnSp>
        <p:nvCxnSpPr>
          <p:cNvPr id="2412" name="직선 화살표 연결선 2411">
            <a:extLst>
              <a:ext uri="{FF2B5EF4-FFF2-40B4-BE49-F238E27FC236}">
                <a16:creationId xmlns:a16="http://schemas.microsoft.com/office/drawing/2014/main" id="{7D7717F3-0230-5EE1-4D2E-9544A8965F48}"/>
              </a:ext>
            </a:extLst>
          </p:cNvPr>
          <p:cNvCxnSpPr>
            <a:cxnSpLocks/>
          </p:cNvCxnSpPr>
          <p:nvPr/>
        </p:nvCxnSpPr>
        <p:spPr>
          <a:xfrm flipH="1" flipV="1">
            <a:off x="8298036" y="1875171"/>
            <a:ext cx="166274" cy="18167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3" name="직선 연결선 2412">
            <a:extLst>
              <a:ext uri="{FF2B5EF4-FFF2-40B4-BE49-F238E27FC236}">
                <a16:creationId xmlns:a16="http://schemas.microsoft.com/office/drawing/2014/main" id="{190EBCBC-C272-0E97-6E0B-C40150CE4844}"/>
              </a:ext>
            </a:extLst>
          </p:cNvPr>
          <p:cNvCxnSpPr>
            <a:cxnSpLocks/>
          </p:cNvCxnSpPr>
          <p:nvPr/>
        </p:nvCxnSpPr>
        <p:spPr>
          <a:xfrm>
            <a:off x="12123798" y="2052638"/>
            <a:ext cx="0" cy="3859212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4" name="직선 연결선 2413">
            <a:extLst>
              <a:ext uri="{FF2B5EF4-FFF2-40B4-BE49-F238E27FC236}">
                <a16:creationId xmlns:a16="http://schemas.microsoft.com/office/drawing/2014/main" id="{71E5866E-4FCC-69E8-EE4E-ABFE1907C909}"/>
              </a:ext>
            </a:extLst>
          </p:cNvPr>
          <p:cNvCxnSpPr>
            <a:cxnSpLocks/>
          </p:cNvCxnSpPr>
          <p:nvPr/>
        </p:nvCxnSpPr>
        <p:spPr>
          <a:xfrm flipH="1">
            <a:off x="8464310" y="2053222"/>
            <a:ext cx="3665778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3" name="직선 연결선 2422">
            <a:extLst>
              <a:ext uri="{FF2B5EF4-FFF2-40B4-BE49-F238E27FC236}">
                <a16:creationId xmlns:a16="http://schemas.microsoft.com/office/drawing/2014/main" id="{B2A59D99-9CBA-076D-82DE-FB3C700FE187}"/>
              </a:ext>
            </a:extLst>
          </p:cNvPr>
          <p:cNvCxnSpPr>
            <a:cxnSpLocks/>
          </p:cNvCxnSpPr>
          <p:nvPr/>
        </p:nvCxnSpPr>
        <p:spPr>
          <a:xfrm flipH="1">
            <a:off x="11687175" y="5898147"/>
            <a:ext cx="435768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1" name="직선 연결선 2440">
            <a:extLst>
              <a:ext uri="{FF2B5EF4-FFF2-40B4-BE49-F238E27FC236}">
                <a16:creationId xmlns:a16="http://schemas.microsoft.com/office/drawing/2014/main" id="{191B3B99-5CB2-B1E0-4591-F763CBD6B449}"/>
              </a:ext>
            </a:extLst>
          </p:cNvPr>
          <p:cNvCxnSpPr>
            <a:cxnSpLocks/>
          </p:cNvCxnSpPr>
          <p:nvPr/>
        </p:nvCxnSpPr>
        <p:spPr>
          <a:xfrm>
            <a:off x="8362699" y="3257761"/>
            <a:ext cx="0" cy="8521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5" name="직선 연결선 2444">
            <a:extLst>
              <a:ext uri="{FF2B5EF4-FFF2-40B4-BE49-F238E27FC236}">
                <a16:creationId xmlns:a16="http://schemas.microsoft.com/office/drawing/2014/main" id="{62CC9F53-40F2-0CDF-3953-BC05792611E2}"/>
              </a:ext>
            </a:extLst>
          </p:cNvPr>
          <p:cNvCxnSpPr>
            <a:cxnSpLocks/>
          </p:cNvCxnSpPr>
          <p:nvPr/>
        </p:nvCxnSpPr>
        <p:spPr>
          <a:xfrm>
            <a:off x="8298656" y="3100121"/>
            <a:ext cx="0" cy="8521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8" name="타원 2447">
            <a:extLst>
              <a:ext uri="{FF2B5EF4-FFF2-40B4-BE49-F238E27FC236}">
                <a16:creationId xmlns:a16="http://schemas.microsoft.com/office/drawing/2014/main" id="{1CC6904F-2859-002A-F2C2-12ECE08FD138}"/>
              </a:ext>
            </a:extLst>
          </p:cNvPr>
          <p:cNvSpPr>
            <a:spLocks noChangeAspect="1"/>
          </p:cNvSpPr>
          <p:nvPr/>
        </p:nvSpPr>
        <p:spPr>
          <a:xfrm>
            <a:off x="8280085" y="3084243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2450" name="타원 2449">
            <a:extLst>
              <a:ext uri="{FF2B5EF4-FFF2-40B4-BE49-F238E27FC236}">
                <a16:creationId xmlns:a16="http://schemas.microsoft.com/office/drawing/2014/main" id="{CB58C384-B310-0B29-BFF1-5BEE1C406791}"/>
              </a:ext>
            </a:extLst>
          </p:cNvPr>
          <p:cNvSpPr>
            <a:spLocks noChangeAspect="1"/>
          </p:cNvSpPr>
          <p:nvPr/>
        </p:nvSpPr>
        <p:spPr>
          <a:xfrm>
            <a:off x="8346844" y="3242483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2457" name="그림 2456">
            <a:extLst>
              <a:ext uri="{FF2B5EF4-FFF2-40B4-BE49-F238E27FC236}">
                <a16:creationId xmlns:a16="http://schemas.microsoft.com/office/drawing/2014/main" id="{0E769EA6-9341-8CAA-48C4-F532AF4F1F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719" y="6178119"/>
            <a:ext cx="212231" cy="189343"/>
          </a:xfrm>
          <a:prstGeom prst="rect">
            <a:avLst/>
          </a:prstGeom>
        </p:spPr>
      </p:pic>
      <p:grpSp>
        <p:nvGrpSpPr>
          <p:cNvPr id="2458" name="그룹 2457">
            <a:extLst>
              <a:ext uri="{FF2B5EF4-FFF2-40B4-BE49-F238E27FC236}">
                <a16:creationId xmlns:a16="http://schemas.microsoft.com/office/drawing/2014/main" id="{EE0C030B-0C9F-D6C2-64B8-F4E4E161B783}"/>
              </a:ext>
            </a:extLst>
          </p:cNvPr>
          <p:cNvGrpSpPr/>
          <p:nvPr/>
        </p:nvGrpSpPr>
        <p:grpSpPr>
          <a:xfrm>
            <a:off x="1487805" y="5670969"/>
            <a:ext cx="611794" cy="183470"/>
            <a:chOff x="3717131" y="4988720"/>
            <a:chExt cx="611794" cy="183470"/>
          </a:xfrm>
        </p:grpSpPr>
        <p:grpSp>
          <p:nvGrpSpPr>
            <p:cNvPr id="2459" name="그룹 2458">
              <a:extLst>
                <a:ext uri="{FF2B5EF4-FFF2-40B4-BE49-F238E27FC236}">
                  <a16:creationId xmlns:a16="http://schemas.microsoft.com/office/drawing/2014/main" id="{6F4DD27C-4659-0E8D-3B26-D9C53E379C1A}"/>
                </a:ext>
              </a:extLst>
            </p:cNvPr>
            <p:cNvGrpSpPr/>
            <p:nvPr/>
          </p:nvGrpSpPr>
          <p:grpSpPr>
            <a:xfrm>
              <a:off x="3717131" y="4988720"/>
              <a:ext cx="88636" cy="178592"/>
              <a:chOff x="3717131" y="4988720"/>
              <a:chExt cx="88636" cy="178592"/>
            </a:xfrm>
          </p:grpSpPr>
          <p:sp>
            <p:nvSpPr>
              <p:cNvPr id="2462" name="직사각형 2461">
                <a:extLst>
                  <a:ext uri="{FF2B5EF4-FFF2-40B4-BE49-F238E27FC236}">
                    <a16:creationId xmlns:a16="http://schemas.microsoft.com/office/drawing/2014/main" id="{F9B212A7-422B-7A29-8776-B961ACB408E3}"/>
                  </a:ext>
                </a:extLst>
              </p:cNvPr>
              <p:cNvSpPr/>
              <p:nvPr/>
            </p:nvSpPr>
            <p:spPr>
              <a:xfrm>
                <a:off x="3717131" y="4988720"/>
                <a:ext cx="88636" cy="1785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2463" name="타원 2462">
                <a:extLst>
                  <a:ext uri="{FF2B5EF4-FFF2-40B4-BE49-F238E27FC236}">
                    <a16:creationId xmlns:a16="http://schemas.microsoft.com/office/drawing/2014/main" id="{56113E1F-103E-6FCE-E805-48E22F06DA1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88393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2464" name="타원 2463">
                <a:extLst>
                  <a:ext uri="{FF2B5EF4-FFF2-40B4-BE49-F238E27FC236}">
                    <a16:creationId xmlns:a16="http://schemas.microsoft.com/office/drawing/2014/main" id="{E9C6822F-8EA1-B5DA-832B-67D8A212AF3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22320"/>
                <a:ext cx="34919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  <p:sp>
          <p:nvSpPr>
            <p:cNvPr id="2460" name="TextBox 2459">
              <a:extLst>
                <a:ext uri="{FF2B5EF4-FFF2-40B4-BE49-F238E27FC236}">
                  <a16:creationId xmlns:a16="http://schemas.microsoft.com/office/drawing/2014/main" id="{C6639404-2290-4E5E-6231-58F6167CA027}"/>
                </a:ext>
              </a:extLst>
            </p:cNvPr>
            <p:cNvSpPr txBox="1"/>
            <p:nvPr/>
          </p:nvSpPr>
          <p:spPr>
            <a:xfrm>
              <a:off x="3930392" y="5079857"/>
              <a:ext cx="1635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J9</a:t>
              </a:r>
              <a:endParaRPr lang="ko-KR" altLang="en-US" sz="600" b="1" dirty="0"/>
            </a:p>
          </p:txBody>
        </p:sp>
        <p:sp>
          <p:nvSpPr>
            <p:cNvPr id="2461" name="TextBox 2460">
              <a:extLst>
                <a:ext uri="{FF2B5EF4-FFF2-40B4-BE49-F238E27FC236}">
                  <a16:creationId xmlns:a16="http://schemas.microsoft.com/office/drawing/2014/main" id="{4E009FDB-49B8-B110-BDBB-586439D6FE40}"/>
                </a:ext>
              </a:extLst>
            </p:cNvPr>
            <p:cNvSpPr txBox="1"/>
            <p:nvPr/>
          </p:nvSpPr>
          <p:spPr>
            <a:xfrm>
              <a:off x="4090348" y="5079857"/>
              <a:ext cx="23857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FAN1</a:t>
              </a:r>
              <a:endParaRPr lang="ko-KR" altLang="en-US" sz="600" b="1" dirty="0"/>
            </a:p>
          </p:txBody>
        </p:sp>
      </p:grpSp>
      <p:cxnSp>
        <p:nvCxnSpPr>
          <p:cNvPr id="2465" name="직선 연결선 2464">
            <a:extLst>
              <a:ext uri="{FF2B5EF4-FFF2-40B4-BE49-F238E27FC236}">
                <a16:creationId xmlns:a16="http://schemas.microsoft.com/office/drawing/2014/main" id="{86FCA7E2-0974-291E-90DE-B5428169CFC2}"/>
              </a:ext>
            </a:extLst>
          </p:cNvPr>
          <p:cNvCxnSpPr>
            <a:cxnSpLocks/>
          </p:cNvCxnSpPr>
          <p:nvPr/>
        </p:nvCxnSpPr>
        <p:spPr>
          <a:xfrm>
            <a:off x="1554275" y="5722673"/>
            <a:ext cx="1662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67" name="그룹 2466">
            <a:extLst>
              <a:ext uri="{FF2B5EF4-FFF2-40B4-BE49-F238E27FC236}">
                <a16:creationId xmlns:a16="http://schemas.microsoft.com/office/drawing/2014/main" id="{8CC048EB-22E2-E189-D432-2B037E559456}"/>
              </a:ext>
            </a:extLst>
          </p:cNvPr>
          <p:cNvGrpSpPr/>
          <p:nvPr/>
        </p:nvGrpSpPr>
        <p:grpSpPr>
          <a:xfrm>
            <a:off x="1613902" y="5789791"/>
            <a:ext cx="98106" cy="90145"/>
            <a:chOff x="8462475" y="3600450"/>
            <a:chExt cx="98106" cy="90145"/>
          </a:xfrm>
        </p:grpSpPr>
        <p:cxnSp>
          <p:nvCxnSpPr>
            <p:cNvPr id="2468" name="직선 연결선 2467">
              <a:extLst>
                <a:ext uri="{FF2B5EF4-FFF2-40B4-BE49-F238E27FC236}">
                  <a16:creationId xmlns:a16="http://schemas.microsoft.com/office/drawing/2014/main" id="{AB13B5AC-06A0-0D93-A78A-D2A771EE005B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9" name="직선 연결선 2468">
              <a:extLst>
                <a:ext uri="{FF2B5EF4-FFF2-40B4-BE49-F238E27FC236}">
                  <a16:creationId xmlns:a16="http://schemas.microsoft.com/office/drawing/2014/main" id="{D9960B4B-21D6-367F-2527-E4C5D2D73A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0" name="직선 연결선 2469">
              <a:extLst>
                <a:ext uri="{FF2B5EF4-FFF2-40B4-BE49-F238E27FC236}">
                  <a16:creationId xmlns:a16="http://schemas.microsoft.com/office/drawing/2014/main" id="{750062F9-556A-A9A7-2D0C-6477A403EC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1" name="직선 연결선 2470">
              <a:extLst>
                <a:ext uri="{FF2B5EF4-FFF2-40B4-BE49-F238E27FC236}">
                  <a16:creationId xmlns:a16="http://schemas.microsoft.com/office/drawing/2014/main" id="{8DE91C30-E99C-DCFA-6BEF-6996819C99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2" name="직선 연결선 2471">
              <a:extLst>
                <a:ext uri="{FF2B5EF4-FFF2-40B4-BE49-F238E27FC236}">
                  <a16:creationId xmlns:a16="http://schemas.microsoft.com/office/drawing/2014/main" id="{391FCB19-D277-941B-B8D9-4E5C96AD05CC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74" name="직선 연결선 2473">
            <a:extLst>
              <a:ext uri="{FF2B5EF4-FFF2-40B4-BE49-F238E27FC236}">
                <a16:creationId xmlns:a16="http://schemas.microsoft.com/office/drawing/2014/main" id="{E0319BF3-20FB-C751-60A1-7F699A98613A}"/>
              </a:ext>
            </a:extLst>
          </p:cNvPr>
          <p:cNvCxnSpPr>
            <a:cxnSpLocks/>
          </p:cNvCxnSpPr>
          <p:nvPr/>
        </p:nvCxnSpPr>
        <p:spPr>
          <a:xfrm>
            <a:off x="1554105" y="5786967"/>
            <a:ext cx="1137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7" name="직선 연결선 2476">
            <a:extLst>
              <a:ext uri="{FF2B5EF4-FFF2-40B4-BE49-F238E27FC236}">
                <a16:creationId xmlns:a16="http://schemas.microsoft.com/office/drawing/2014/main" id="{10ED5B1D-3238-0CB7-D91C-C32E5A7B6B27}"/>
              </a:ext>
            </a:extLst>
          </p:cNvPr>
          <p:cNvCxnSpPr>
            <a:cxnSpLocks/>
          </p:cNvCxnSpPr>
          <p:nvPr/>
        </p:nvCxnSpPr>
        <p:spPr>
          <a:xfrm>
            <a:off x="1062038" y="5758158"/>
            <a:ext cx="4243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80" name="그룹 2479">
            <a:extLst>
              <a:ext uri="{FF2B5EF4-FFF2-40B4-BE49-F238E27FC236}">
                <a16:creationId xmlns:a16="http://schemas.microsoft.com/office/drawing/2014/main" id="{591C8F78-C0DB-BD11-3624-6DD19BEA9281}"/>
              </a:ext>
            </a:extLst>
          </p:cNvPr>
          <p:cNvGrpSpPr/>
          <p:nvPr/>
        </p:nvGrpSpPr>
        <p:grpSpPr>
          <a:xfrm>
            <a:off x="1489027" y="5446365"/>
            <a:ext cx="629188" cy="190336"/>
            <a:chOff x="3717131" y="4988720"/>
            <a:chExt cx="629188" cy="190336"/>
          </a:xfrm>
        </p:grpSpPr>
        <p:grpSp>
          <p:nvGrpSpPr>
            <p:cNvPr id="2481" name="그룹 2480">
              <a:extLst>
                <a:ext uri="{FF2B5EF4-FFF2-40B4-BE49-F238E27FC236}">
                  <a16:creationId xmlns:a16="http://schemas.microsoft.com/office/drawing/2014/main" id="{EC83A085-6319-235F-A8FF-6CA5223C033A}"/>
                </a:ext>
              </a:extLst>
            </p:cNvPr>
            <p:cNvGrpSpPr/>
            <p:nvPr/>
          </p:nvGrpSpPr>
          <p:grpSpPr>
            <a:xfrm>
              <a:off x="3717131" y="4988720"/>
              <a:ext cx="88636" cy="178592"/>
              <a:chOff x="3717131" y="4988720"/>
              <a:chExt cx="88636" cy="178592"/>
            </a:xfrm>
          </p:grpSpPr>
          <p:sp>
            <p:nvSpPr>
              <p:cNvPr id="2484" name="직사각형 2483">
                <a:extLst>
                  <a:ext uri="{FF2B5EF4-FFF2-40B4-BE49-F238E27FC236}">
                    <a16:creationId xmlns:a16="http://schemas.microsoft.com/office/drawing/2014/main" id="{80B28704-6088-C831-8E54-DEF2B70199F7}"/>
                  </a:ext>
                </a:extLst>
              </p:cNvPr>
              <p:cNvSpPr/>
              <p:nvPr/>
            </p:nvSpPr>
            <p:spPr>
              <a:xfrm>
                <a:off x="3717131" y="4988720"/>
                <a:ext cx="88636" cy="1785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2485" name="타원 2484">
                <a:extLst>
                  <a:ext uri="{FF2B5EF4-FFF2-40B4-BE49-F238E27FC236}">
                    <a16:creationId xmlns:a16="http://schemas.microsoft.com/office/drawing/2014/main" id="{E5987485-621C-ED2E-103B-89F9070C40A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88393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2486" name="타원 2485">
                <a:extLst>
                  <a:ext uri="{FF2B5EF4-FFF2-40B4-BE49-F238E27FC236}">
                    <a16:creationId xmlns:a16="http://schemas.microsoft.com/office/drawing/2014/main" id="{79E11DA2-E103-EE0D-0FBB-D8AAAE640C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22320"/>
                <a:ext cx="34919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  <p:sp>
          <p:nvSpPr>
            <p:cNvPr id="2482" name="TextBox 2481">
              <a:extLst>
                <a:ext uri="{FF2B5EF4-FFF2-40B4-BE49-F238E27FC236}">
                  <a16:creationId xmlns:a16="http://schemas.microsoft.com/office/drawing/2014/main" id="{A0059759-3A1E-0CE4-B28D-0C4D384141BA}"/>
                </a:ext>
              </a:extLst>
            </p:cNvPr>
            <p:cNvSpPr txBox="1"/>
            <p:nvPr/>
          </p:nvSpPr>
          <p:spPr>
            <a:xfrm>
              <a:off x="3943206" y="5085280"/>
              <a:ext cx="1635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J10</a:t>
              </a:r>
              <a:endParaRPr lang="ko-KR" altLang="en-US" sz="600" b="1" dirty="0"/>
            </a:p>
          </p:txBody>
        </p:sp>
        <p:sp>
          <p:nvSpPr>
            <p:cNvPr id="2483" name="TextBox 2482">
              <a:extLst>
                <a:ext uri="{FF2B5EF4-FFF2-40B4-BE49-F238E27FC236}">
                  <a16:creationId xmlns:a16="http://schemas.microsoft.com/office/drawing/2014/main" id="{3B8BFA4E-408C-ACBB-4FEF-95C4A1B407E6}"/>
                </a:ext>
              </a:extLst>
            </p:cNvPr>
            <p:cNvSpPr txBox="1"/>
            <p:nvPr/>
          </p:nvSpPr>
          <p:spPr>
            <a:xfrm>
              <a:off x="4107742" y="5086723"/>
              <a:ext cx="23857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FAN2</a:t>
              </a:r>
              <a:endParaRPr lang="ko-KR" altLang="en-US" sz="600" b="1" dirty="0"/>
            </a:p>
          </p:txBody>
        </p:sp>
      </p:grpSp>
      <p:cxnSp>
        <p:nvCxnSpPr>
          <p:cNvPr id="2491" name="직선 연결선 2490">
            <a:extLst>
              <a:ext uri="{FF2B5EF4-FFF2-40B4-BE49-F238E27FC236}">
                <a16:creationId xmlns:a16="http://schemas.microsoft.com/office/drawing/2014/main" id="{77D4A657-F4E8-CA0D-A20A-ECAEF71C7029}"/>
              </a:ext>
            </a:extLst>
          </p:cNvPr>
          <p:cNvCxnSpPr>
            <a:cxnSpLocks/>
          </p:cNvCxnSpPr>
          <p:nvPr/>
        </p:nvCxnSpPr>
        <p:spPr>
          <a:xfrm>
            <a:off x="1551875" y="4154934"/>
            <a:ext cx="3007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2" name="타원 2511">
            <a:extLst>
              <a:ext uri="{FF2B5EF4-FFF2-40B4-BE49-F238E27FC236}">
                <a16:creationId xmlns:a16="http://schemas.microsoft.com/office/drawing/2014/main" id="{A6F1B7EF-46DF-FC56-0933-A1CB8C8C5104}"/>
              </a:ext>
            </a:extLst>
          </p:cNvPr>
          <p:cNvSpPr>
            <a:spLocks noChangeAspect="1"/>
          </p:cNvSpPr>
          <p:nvPr/>
        </p:nvSpPr>
        <p:spPr>
          <a:xfrm>
            <a:off x="2695118" y="5754049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2515" name="직선 연결선 2514">
            <a:extLst>
              <a:ext uri="{FF2B5EF4-FFF2-40B4-BE49-F238E27FC236}">
                <a16:creationId xmlns:a16="http://schemas.microsoft.com/office/drawing/2014/main" id="{A7D85C55-3F29-3AF2-D7CC-72792FAB8760}"/>
              </a:ext>
            </a:extLst>
          </p:cNvPr>
          <p:cNvCxnSpPr>
            <a:cxnSpLocks/>
          </p:cNvCxnSpPr>
          <p:nvPr/>
        </p:nvCxnSpPr>
        <p:spPr>
          <a:xfrm>
            <a:off x="1553100" y="5496452"/>
            <a:ext cx="2616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6" name="TextBox 2515">
            <a:extLst>
              <a:ext uri="{FF2B5EF4-FFF2-40B4-BE49-F238E27FC236}">
                <a16:creationId xmlns:a16="http://schemas.microsoft.com/office/drawing/2014/main" id="{9C4BCC50-3CFA-BDDA-8F63-DECF84F7C99A}"/>
              </a:ext>
            </a:extLst>
          </p:cNvPr>
          <p:cNvSpPr txBox="1"/>
          <p:nvPr/>
        </p:nvSpPr>
        <p:spPr>
          <a:xfrm>
            <a:off x="1793014" y="5442936"/>
            <a:ext cx="2420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P24V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2517" name="직선 연결선 2516">
            <a:extLst>
              <a:ext uri="{FF2B5EF4-FFF2-40B4-BE49-F238E27FC236}">
                <a16:creationId xmlns:a16="http://schemas.microsoft.com/office/drawing/2014/main" id="{10672B55-F781-9E0A-7C8A-035D1AE8A4A0}"/>
              </a:ext>
            </a:extLst>
          </p:cNvPr>
          <p:cNvCxnSpPr>
            <a:cxnSpLocks/>
          </p:cNvCxnSpPr>
          <p:nvPr/>
        </p:nvCxnSpPr>
        <p:spPr>
          <a:xfrm flipV="1">
            <a:off x="1662085" y="5564981"/>
            <a:ext cx="0" cy="2284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9" name="직선 연결선 2518">
            <a:extLst>
              <a:ext uri="{FF2B5EF4-FFF2-40B4-BE49-F238E27FC236}">
                <a16:creationId xmlns:a16="http://schemas.microsoft.com/office/drawing/2014/main" id="{94BDC1C3-0E9B-4CEE-46A0-8925E531F83E}"/>
              </a:ext>
            </a:extLst>
          </p:cNvPr>
          <p:cNvCxnSpPr>
            <a:cxnSpLocks/>
          </p:cNvCxnSpPr>
          <p:nvPr/>
        </p:nvCxnSpPr>
        <p:spPr>
          <a:xfrm>
            <a:off x="1553632" y="5563127"/>
            <a:ext cx="1142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1" name="직선 연결선 2520">
            <a:extLst>
              <a:ext uri="{FF2B5EF4-FFF2-40B4-BE49-F238E27FC236}">
                <a16:creationId xmlns:a16="http://schemas.microsoft.com/office/drawing/2014/main" id="{FCF3D233-D18B-7809-B1BE-05536539BD96}"/>
              </a:ext>
            </a:extLst>
          </p:cNvPr>
          <p:cNvCxnSpPr>
            <a:cxnSpLocks/>
          </p:cNvCxnSpPr>
          <p:nvPr/>
        </p:nvCxnSpPr>
        <p:spPr>
          <a:xfrm flipV="1">
            <a:off x="1720537" y="5499100"/>
            <a:ext cx="0" cy="2204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7" name="타원 2526">
            <a:extLst>
              <a:ext uri="{FF2B5EF4-FFF2-40B4-BE49-F238E27FC236}">
                <a16:creationId xmlns:a16="http://schemas.microsoft.com/office/drawing/2014/main" id="{7C8D8A77-D3E2-ECEC-E800-86505692577F}"/>
              </a:ext>
            </a:extLst>
          </p:cNvPr>
          <p:cNvSpPr>
            <a:spLocks noChangeAspect="1"/>
          </p:cNvSpPr>
          <p:nvPr/>
        </p:nvSpPr>
        <p:spPr>
          <a:xfrm>
            <a:off x="1647227" y="5770387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2528" name="타원 2527">
            <a:extLst>
              <a:ext uri="{FF2B5EF4-FFF2-40B4-BE49-F238E27FC236}">
                <a16:creationId xmlns:a16="http://schemas.microsoft.com/office/drawing/2014/main" id="{16F0EC13-70DD-1B89-59A8-648B86816DDF}"/>
              </a:ext>
            </a:extLst>
          </p:cNvPr>
          <p:cNvSpPr>
            <a:spLocks noChangeAspect="1"/>
          </p:cNvSpPr>
          <p:nvPr/>
        </p:nvSpPr>
        <p:spPr>
          <a:xfrm>
            <a:off x="1703078" y="5479875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2530" name="직선 연결선 2529">
            <a:extLst>
              <a:ext uri="{FF2B5EF4-FFF2-40B4-BE49-F238E27FC236}">
                <a16:creationId xmlns:a16="http://schemas.microsoft.com/office/drawing/2014/main" id="{72884E8F-D3EC-4DB5-CCAC-41010AB8CDFE}"/>
              </a:ext>
            </a:extLst>
          </p:cNvPr>
          <p:cNvCxnSpPr>
            <a:cxnSpLocks/>
          </p:cNvCxnSpPr>
          <p:nvPr/>
        </p:nvCxnSpPr>
        <p:spPr>
          <a:xfrm flipV="1">
            <a:off x="1066772" y="5760243"/>
            <a:ext cx="0" cy="509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32" name="그림 2531">
            <a:extLst>
              <a:ext uri="{FF2B5EF4-FFF2-40B4-BE49-F238E27FC236}">
                <a16:creationId xmlns:a16="http://schemas.microsoft.com/office/drawing/2014/main" id="{D12615F7-4D68-E6A2-DD92-5416F00E92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898" y="6180501"/>
            <a:ext cx="212231" cy="189343"/>
          </a:xfrm>
          <a:prstGeom prst="rect">
            <a:avLst/>
          </a:prstGeom>
        </p:spPr>
      </p:pic>
      <p:cxnSp>
        <p:nvCxnSpPr>
          <p:cNvPr id="2535" name="직선 연결선 2534">
            <a:extLst>
              <a:ext uri="{FF2B5EF4-FFF2-40B4-BE49-F238E27FC236}">
                <a16:creationId xmlns:a16="http://schemas.microsoft.com/office/drawing/2014/main" id="{46319F95-753E-3BAF-11A9-59F1A593D0C6}"/>
              </a:ext>
            </a:extLst>
          </p:cNvPr>
          <p:cNvCxnSpPr>
            <a:cxnSpLocks/>
          </p:cNvCxnSpPr>
          <p:nvPr/>
        </p:nvCxnSpPr>
        <p:spPr>
          <a:xfrm>
            <a:off x="647701" y="6270127"/>
            <a:ext cx="4243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37" name="그림 2536">
            <a:extLst>
              <a:ext uri="{FF2B5EF4-FFF2-40B4-BE49-F238E27FC236}">
                <a16:creationId xmlns:a16="http://schemas.microsoft.com/office/drawing/2014/main" id="{29E86446-F3A2-D978-ECC8-B53ADEB1D3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745" y="5442315"/>
            <a:ext cx="212231" cy="189343"/>
          </a:xfrm>
          <a:prstGeom prst="rect">
            <a:avLst/>
          </a:prstGeom>
        </p:spPr>
      </p:pic>
      <p:pic>
        <p:nvPicPr>
          <p:cNvPr id="2538" name="그림 2537">
            <a:extLst>
              <a:ext uri="{FF2B5EF4-FFF2-40B4-BE49-F238E27FC236}">
                <a16:creationId xmlns:a16="http://schemas.microsoft.com/office/drawing/2014/main" id="{C318BBB8-C48C-8A84-3F3C-0A921F973D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924" y="5444697"/>
            <a:ext cx="212231" cy="189343"/>
          </a:xfrm>
          <a:prstGeom prst="rect">
            <a:avLst/>
          </a:prstGeom>
        </p:spPr>
      </p:pic>
      <p:cxnSp>
        <p:nvCxnSpPr>
          <p:cNvPr id="2539" name="직선 연결선 2538">
            <a:extLst>
              <a:ext uri="{FF2B5EF4-FFF2-40B4-BE49-F238E27FC236}">
                <a16:creationId xmlns:a16="http://schemas.microsoft.com/office/drawing/2014/main" id="{82F22821-465D-8F20-6F22-E82C01D8B362}"/>
              </a:ext>
            </a:extLst>
          </p:cNvPr>
          <p:cNvCxnSpPr>
            <a:cxnSpLocks/>
          </p:cNvCxnSpPr>
          <p:nvPr/>
        </p:nvCxnSpPr>
        <p:spPr>
          <a:xfrm>
            <a:off x="650081" y="5536701"/>
            <a:ext cx="8386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42" name="그림 2541">
            <a:extLst>
              <a:ext uri="{FF2B5EF4-FFF2-40B4-BE49-F238E27FC236}">
                <a16:creationId xmlns:a16="http://schemas.microsoft.com/office/drawing/2014/main" id="{64346890-06C6-9CB9-476A-83DF813825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5295" y="1657728"/>
            <a:ext cx="322539" cy="287755"/>
          </a:xfrm>
          <a:prstGeom prst="rect">
            <a:avLst/>
          </a:prstGeom>
        </p:spPr>
      </p:pic>
      <p:grpSp>
        <p:nvGrpSpPr>
          <p:cNvPr id="2543" name="그룹 2542">
            <a:extLst>
              <a:ext uri="{FF2B5EF4-FFF2-40B4-BE49-F238E27FC236}">
                <a16:creationId xmlns:a16="http://schemas.microsoft.com/office/drawing/2014/main" id="{A0678C40-D7C5-924D-8231-9CD1E86104C5}"/>
              </a:ext>
            </a:extLst>
          </p:cNvPr>
          <p:cNvGrpSpPr/>
          <p:nvPr/>
        </p:nvGrpSpPr>
        <p:grpSpPr>
          <a:xfrm rot="16200000">
            <a:off x="8837288" y="2017218"/>
            <a:ext cx="242059" cy="453824"/>
            <a:chOff x="3563708" y="4988720"/>
            <a:chExt cx="242059" cy="453824"/>
          </a:xfrm>
        </p:grpSpPr>
        <p:grpSp>
          <p:nvGrpSpPr>
            <p:cNvPr id="2544" name="그룹 2543">
              <a:extLst>
                <a:ext uri="{FF2B5EF4-FFF2-40B4-BE49-F238E27FC236}">
                  <a16:creationId xmlns:a16="http://schemas.microsoft.com/office/drawing/2014/main" id="{5EF87DC7-87F0-3FF9-6F45-D766C40258A5}"/>
                </a:ext>
              </a:extLst>
            </p:cNvPr>
            <p:cNvGrpSpPr/>
            <p:nvPr/>
          </p:nvGrpSpPr>
          <p:grpSpPr>
            <a:xfrm>
              <a:off x="3717131" y="4988720"/>
              <a:ext cx="88636" cy="178592"/>
              <a:chOff x="3717131" y="4988720"/>
              <a:chExt cx="88636" cy="178592"/>
            </a:xfrm>
          </p:grpSpPr>
          <p:sp>
            <p:nvSpPr>
              <p:cNvPr id="2547" name="직사각형 2546">
                <a:extLst>
                  <a:ext uri="{FF2B5EF4-FFF2-40B4-BE49-F238E27FC236}">
                    <a16:creationId xmlns:a16="http://schemas.microsoft.com/office/drawing/2014/main" id="{EC8EF7D0-58A4-988F-C655-170F12E40DFB}"/>
                  </a:ext>
                </a:extLst>
              </p:cNvPr>
              <p:cNvSpPr/>
              <p:nvPr/>
            </p:nvSpPr>
            <p:spPr>
              <a:xfrm>
                <a:off x="3717131" y="4988720"/>
                <a:ext cx="88636" cy="1785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2548" name="타원 2547">
                <a:extLst>
                  <a:ext uri="{FF2B5EF4-FFF2-40B4-BE49-F238E27FC236}">
                    <a16:creationId xmlns:a16="http://schemas.microsoft.com/office/drawing/2014/main" id="{CD4694D7-8E2B-DABD-E8CB-D1CAA30BAC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88393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2549" name="타원 2548">
                <a:extLst>
                  <a:ext uri="{FF2B5EF4-FFF2-40B4-BE49-F238E27FC236}">
                    <a16:creationId xmlns:a16="http://schemas.microsoft.com/office/drawing/2014/main" id="{893D39E0-57E1-E95C-E24A-E82D6A7FE2C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22320"/>
                <a:ext cx="34919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  <p:sp>
          <p:nvSpPr>
            <p:cNvPr id="2545" name="TextBox 2544">
              <a:extLst>
                <a:ext uri="{FF2B5EF4-FFF2-40B4-BE49-F238E27FC236}">
                  <a16:creationId xmlns:a16="http://schemas.microsoft.com/office/drawing/2014/main" id="{4C72AC2C-C861-96E1-3087-0891B2A9788C}"/>
                </a:ext>
              </a:extLst>
            </p:cNvPr>
            <p:cNvSpPr txBox="1"/>
            <p:nvPr/>
          </p:nvSpPr>
          <p:spPr>
            <a:xfrm rot="5400000">
              <a:off x="3615504" y="5219107"/>
              <a:ext cx="1635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J11</a:t>
              </a:r>
              <a:endParaRPr lang="ko-KR" altLang="en-US" sz="600" b="1" dirty="0"/>
            </a:p>
          </p:txBody>
        </p:sp>
        <p:sp>
          <p:nvSpPr>
            <p:cNvPr id="2546" name="TextBox 2545">
              <a:extLst>
                <a:ext uri="{FF2B5EF4-FFF2-40B4-BE49-F238E27FC236}">
                  <a16:creationId xmlns:a16="http://schemas.microsoft.com/office/drawing/2014/main" id="{21B984EA-55EA-3176-7E36-17CEAAA2AA51}"/>
                </a:ext>
              </a:extLst>
            </p:cNvPr>
            <p:cNvSpPr txBox="1"/>
            <p:nvPr/>
          </p:nvSpPr>
          <p:spPr>
            <a:xfrm rot="5400000">
              <a:off x="3490586" y="5277089"/>
              <a:ext cx="23857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AUX1</a:t>
              </a:r>
              <a:endParaRPr lang="ko-KR" altLang="en-US" sz="600" b="1" dirty="0"/>
            </a:p>
          </p:txBody>
        </p:sp>
      </p:grpSp>
      <p:cxnSp>
        <p:nvCxnSpPr>
          <p:cNvPr id="2550" name="직선 연결선 2549">
            <a:extLst>
              <a:ext uri="{FF2B5EF4-FFF2-40B4-BE49-F238E27FC236}">
                <a16:creationId xmlns:a16="http://schemas.microsoft.com/office/drawing/2014/main" id="{4D1CF364-9150-8D90-4285-002CA6AB7988}"/>
              </a:ext>
            </a:extLst>
          </p:cNvPr>
          <p:cNvCxnSpPr>
            <a:cxnSpLocks/>
          </p:cNvCxnSpPr>
          <p:nvPr/>
        </p:nvCxnSpPr>
        <p:spPr>
          <a:xfrm>
            <a:off x="8817654" y="1913157"/>
            <a:ext cx="0" cy="2077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3" name="TextBox 2552">
            <a:extLst>
              <a:ext uri="{FF2B5EF4-FFF2-40B4-BE49-F238E27FC236}">
                <a16:creationId xmlns:a16="http://schemas.microsoft.com/office/drawing/2014/main" id="{E8E32B88-64DD-D1CC-49E7-A6F3EBA382C8}"/>
              </a:ext>
            </a:extLst>
          </p:cNvPr>
          <p:cNvSpPr txBox="1"/>
          <p:nvPr/>
        </p:nvSpPr>
        <p:spPr>
          <a:xfrm>
            <a:off x="8441023" y="2236275"/>
            <a:ext cx="2420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P24V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2554" name="직선 연결선 2553">
            <a:extLst>
              <a:ext uri="{FF2B5EF4-FFF2-40B4-BE49-F238E27FC236}">
                <a16:creationId xmlns:a16="http://schemas.microsoft.com/office/drawing/2014/main" id="{59BBB98A-F241-41A3-D557-D84CE84A0A31}"/>
              </a:ext>
            </a:extLst>
          </p:cNvPr>
          <p:cNvCxnSpPr>
            <a:cxnSpLocks/>
          </p:cNvCxnSpPr>
          <p:nvPr/>
        </p:nvCxnSpPr>
        <p:spPr>
          <a:xfrm>
            <a:off x="8782729" y="2175080"/>
            <a:ext cx="0" cy="1184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6" name="직선 연결선 2555">
            <a:extLst>
              <a:ext uri="{FF2B5EF4-FFF2-40B4-BE49-F238E27FC236}">
                <a16:creationId xmlns:a16="http://schemas.microsoft.com/office/drawing/2014/main" id="{F4B3C8E0-745B-C3D1-9B7F-1196DFD2BCB1}"/>
              </a:ext>
            </a:extLst>
          </p:cNvPr>
          <p:cNvCxnSpPr>
            <a:cxnSpLocks/>
          </p:cNvCxnSpPr>
          <p:nvPr/>
        </p:nvCxnSpPr>
        <p:spPr>
          <a:xfrm>
            <a:off x="8655844" y="2291514"/>
            <a:ext cx="12620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60" name="그룹 2559">
            <a:extLst>
              <a:ext uri="{FF2B5EF4-FFF2-40B4-BE49-F238E27FC236}">
                <a16:creationId xmlns:a16="http://schemas.microsoft.com/office/drawing/2014/main" id="{EC2B96D0-D1B6-8D89-AC43-72FEFD2560C6}"/>
              </a:ext>
            </a:extLst>
          </p:cNvPr>
          <p:cNvGrpSpPr/>
          <p:nvPr/>
        </p:nvGrpSpPr>
        <p:grpSpPr>
          <a:xfrm>
            <a:off x="8802238" y="2239125"/>
            <a:ext cx="98106" cy="90145"/>
            <a:chOff x="8462475" y="3600450"/>
            <a:chExt cx="98106" cy="90145"/>
          </a:xfrm>
        </p:grpSpPr>
        <p:cxnSp>
          <p:nvCxnSpPr>
            <p:cNvPr id="2561" name="직선 연결선 2560">
              <a:extLst>
                <a:ext uri="{FF2B5EF4-FFF2-40B4-BE49-F238E27FC236}">
                  <a16:creationId xmlns:a16="http://schemas.microsoft.com/office/drawing/2014/main" id="{03C25784-F745-968A-FC3E-93354E16AA27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2" name="직선 연결선 2561">
              <a:extLst>
                <a:ext uri="{FF2B5EF4-FFF2-40B4-BE49-F238E27FC236}">
                  <a16:creationId xmlns:a16="http://schemas.microsoft.com/office/drawing/2014/main" id="{7CA77B14-5827-09A2-739F-A7ABC35531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3" name="직선 연결선 2562">
              <a:extLst>
                <a:ext uri="{FF2B5EF4-FFF2-40B4-BE49-F238E27FC236}">
                  <a16:creationId xmlns:a16="http://schemas.microsoft.com/office/drawing/2014/main" id="{9D57A37C-3FF7-05E7-5300-9633B19C07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4" name="직선 연결선 2563">
              <a:extLst>
                <a:ext uri="{FF2B5EF4-FFF2-40B4-BE49-F238E27FC236}">
                  <a16:creationId xmlns:a16="http://schemas.microsoft.com/office/drawing/2014/main" id="{382889E3-2F6B-2665-4481-BFC18A9AC5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5" name="직선 연결선 2564">
              <a:extLst>
                <a:ext uri="{FF2B5EF4-FFF2-40B4-BE49-F238E27FC236}">
                  <a16:creationId xmlns:a16="http://schemas.microsoft.com/office/drawing/2014/main" id="{A0808DC9-5AF1-F2FC-45C7-019ACDB139BB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66" name="직선 연결선 2565">
            <a:extLst>
              <a:ext uri="{FF2B5EF4-FFF2-40B4-BE49-F238E27FC236}">
                <a16:creationId xmlns:a16="http://schemas.microsoft.com/office/drawing/2014/main" id="{3AFF6C66-7584-F473-853B-EA1CBE31EEA5}"/>
              </a:ext>
            </a:extLst>
          </p:cNvPr>
          <p:cNvCxnSpPr>
            <a:cxnSpLocks/>
          </p:cNvCxnSpPr>
          <p:nvPr/>
        </p:nvCxnSpPr>
        <p:spPr>
          <a:xfrm>
            <a:off x="8851785" y="2181225"/>
            <a:ext cx="0" cy="1094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73" name="그림 2572">
            <a:extLst>
              <a:ext uri="{FF2B5EF4-FFF2-40B4-BE49-F238E27FC236}">
                <a16:creationId xmlns:a16="http://schemas.microsoft.com/office/drawing/2014/main" id="{B68A264A-EC96-D252-D469-245C9DF185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586" y="3196655"/>
            <a:ext cx="564450" cy="373027"/>
          </a:xfrm>
          <a:prstGeom prst="rect">
            <a:avLst/>
          </a:prstGeom>
        </p:spPr>
      </p:pic>
      <p:sp>
        <p:nvSpPr>
          <p:cNvPr id="2590" name="TextBox 2589">
            <a:extLst>
              <a:ext uri="{FF2B5EF4-FFF2-40B4-BE49-F238E27FC236}">
                <a16:creationId xmlns:a16="http://schemas.microsoft.com/office/drawing/2014/main" id="{67B27A8A-51C9-3347-8829-62DC738369F4}"/>
              </a:ext>
            </a:extLst>
          </p:cNvPr>
          <p:cNvSpPr txBox="1"/>
          <p:nvPr/>
        </p:nvSpPr>
        <p:spPr>
          <a:xfrm>
            <a:off x="1698455" y="3338782"/>
            <a:ext cx="2420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P24V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2592" name="TextBox 2591">
            <a:extLst>
              <a:ext uri="{FF2B5EF4-FFF2-40B4-BE49-F238E27FC236}">
                <a16:creationId xmlns:a16="http://schemas.microsoft.com/office/drawing/2014/main" id="{B8EE3DCA-BE71-5E63-31B0-8D3E0E9176F8}"/>
              </a:ext>
            </a:extLst>
          </p:cNvPr>
          <p:cNvSpPr txBox="1"/>
          <p:nvPr/>
        </p:nvSpPr>
        <p:spPr>
          <a:xfrm>
            <a:off x="52539" y="2987721"/>
            <a:ext cx="8673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/>
              <a:t>Flow meter</a:t>
            </a:r>
          </a:p>
          <a:p>
            <a:pPr algn="ctr"/>
            <a:r>
              <a:rPr lang="en-US" altLang="ko-KR" sz="600" b="1" dirty="0"/>
              <a:t>FSM-V-AH3-R0005-M5</a:t>
            </a:r>
            <a:endParaRPr lang="ko-KR" altLang="en-US" sz="600" b="1" dirty="0"/>
          </a:p>
        </p:txBody>
      </p:sp>
      <p:cxnSp>
        <p:nvCxnSpPr>
          <p:cNvPr id="2616" name="직선 연결선 2615">
            <a:extLst>
              <a:ext uri="{FF2B5EF4-FFF2-40B4-BE49-F238E27FC236}">
                <a16:creationId xmlns:a16="http://schemas.microsoft.com/office/drawing/2014/main" id="{DDC77247-D314-6B2F-BC5A-BFFFD4F6F80E}"/>
              </a:ext>
            </a:extLst>
          </p:cNvPr>
          <p:cNvCxnSpPr>
            <a:cxnSpLocks/>
          </p:cNvCxnSpPr>
          <p:nvPr/>
        </p:nvCxnSpPr>
        <p:spPr>
          <a:xfrm>
            <a:off x="745331" y="3387286"/>
            <a:ext cx="7720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8" name="직선 연결선 2617">
            <a:extLst>
              <a:ext uri="{FF2B5EF4-FFF2-40B4-BE49-F238E27FC236}">
                <a16:creationId xmlns:a16="http://schemas.microsoft.com/office/drawing/2014/main" id="{20993444-B031-FCB6-9C2F-1E6579D925E7}"/>
              </a:ext>
            </a:extLst>
          </p:cNvPr>
          <p:cNvCxnSpPr>
            <a:cxnSpLocks/>
          </p:cNvCxnSpPr>
          <p:nvPr/>
        </p:nvCxnSpPr>
        <p:spPr>
          <a:xfrm>
            <a:off x="747712" y="3453961"/>
            <a:ext cx="7720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9" name="직선 연결선 2618">
            <a:extLst>
              <a:ext uri="{FF2B5EF4-FFF2-40B4-BE49-F238E27FC236}">
                <a16:creationId xmlns:a16="http://schemas.microsoft.com/office/drawing/2014/main" id="{B8798098-125A-9002-B60E-6ECEB238D064}"/>
              </a:ext>
            </a:extLst>
          </p:cNvPr>
          <p:cNvCxnSpPr>
            <a:cxnSpLocks/>
          </p:cNvCxnSpPr>
          <p:nvPr/>
        </p:nvCxnSpPr>
        <p:spPr>
          <a:xfrm>
            <a:off x="750093" y="3517307"/>
            <a:ext cx="7720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0" name="TextBox 2619">
            <a:extLst>
              <a:ext uri="{FF2B5EF4-FFF2-40B4-BE49-F238E27FC236}">
                <a16:creationId xmlns:a16="http://schemas.microsoft.com/office/drawing/2014/main" id="{C4C76E3D-CC44-C96D-EFCF-406709F04E10}"/>
              </a:ext>
            </a:extLst>
          </p:cNvPr>
          <p:cNvSpPr txBox="1"/>
          <p:nvPr/>
        </p:nvSpPr>
        <p:spPr>
          <a:xfrm>
            <a:off x="750861" y="3341821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GR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2621" name="TextBox 2620">
            <a:extLst>
              <a:ext uri="{FF2B5EF4-FFF2-40B4-BE49-F238E27FC236}">
                <a16:creationId xmlns:a16="http://schemas.microsoft.com/office/drawing/2014/main" id="{6777E2F6-C610-4EB4-1B84-DC6D05BBC3FE}"/>
              </a:ext>
            </a:extLst>
          </p:cNvPr>
          <p:cNvSpPr txBox="1"/>
          <p:nvPr/>
        </p:nvSpPr>
        <p:spPr>
          <a:xfrm>
            <a:off x="750861" y="3408096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BL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2622" name="TextBox 2621">
            <a:extLst>
              <a:ext uri="{FF2B5EF4-FFF2-40B4-BE49-F238E27FC236}">
                <a16:creationId xmlns:a16="http://schemas.microsoft.com/office/drawing/2014/main" id="{2D4E70AE-1829-913B-2CCB-2B5182268939}"/>
              </a:ext>
            </a:extLst>
          </p:cNvPr>
          <p:cNvSpPr txBox="1"/>
          <p:nvPr/>
        </p:nvSpPr>
        <p:spPr>
          <a:xfrm>
            <a:off x="753242" y="3471140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BK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2623" name="TextBox 2622">
            <a:extLst>
              <a:ext uri="{FF2B5EF4-FFF2-40B4-BE49-F238E27FC236}">
                <a16:creationId xmlns:a16="http://schemas.microsoft.com/office/drawing/2014/main" id="{A7F2C887-8223-6DEE-4443-4096B4586269}"/>
              </a:ext>
            </a:extLst>
          </p:cNvPr>
          <p:cNvSpPr txBox="1"/>
          <p:nvPr/>
        </p:nvSpPr>
        <p:spPr>
          <a:xfrm>
            <a:off x="98029" y="2553991"/>
            <a:ext cx="76847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solidFill>
                  <a:srgbClr val="0070C0"/>
                </a:solidFill>
              </a:rPr>
              <a:t>out : 1~5V </a:t>
            </a:r>
          </a:p>
          <a:p>
            <a:r>
              <a:rPr lang="en-US" altLang="ko-KR" sz="600" b="1" dirty="0">
                <a:solidFill>
                  <a:srgbClr val="0070C0"/>
                </a:solidFill>
              </a:rPr>
              <a:t>- no flow : 3V</a:t>
            </a:r>
          </a:p>
          <a:p>
            <a:r>
              <a:rPr lang="en-US" altLang="ko-KR" sz="600" b="1" dirty="0">
                <a:solidFill>
                  <a:srgbClr val="0070C0"/>
                </a:solidFill>
              </a:rPr>
              <a:t>- pos. flow : 3~5V</a:t>
            </a:r>
          </a:p>
          <a:p>
            <a:r>
              <a:rPr lang="en-US" altLang="ko-KR" sz="600" b="1" dirty="0">
                <a:solidFill>
                  <a:srgbClr val="0070C0"/>
                </a:solidFill>
              </a:rPr>
              <a:t>- neg. flow : 1~3V</a:t>
            </a:r>
          </a:p>
        </p:txBody>
      </p:sp>
      <p:cxnSp>
        <p:nvCxnSpPr>
          <p:cNvPr id="2629" name="직선 연결선 2628">
            <a:extLst>
              <a:ext uri="{FF2B5EF4-FFF2-40B4-BE49-F238E27FC236}">
                <a16:creationId xmlns:a16="http://schemas.microsoft.com/office/drawing/2014/main" id="{5839C35E-6345-4485-AF74-2594381CA42A}"/>
              </a:ext>
            </a:extLst>
          </p:cNvPr>
          <p:cNvCxnSpPr>
            <a:cxnSpLocks/>
          </p:cNvCxnSpPr>
          <p:nvPr/>
        </p:nvCxnSpPr>
        <p:spPr>
          <a:xfrm>
            <a:off x="1782622" y="4540854"/>
            <a:ext cx="66420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1" name="직선 연결선 2630">
            <a:extLst>
              <a:ext uri="{FF2B5EF4-FFF2-40B4-BE49-F238E27FC236}">
                <a16:creationId xmlns:a16="http://schemas.microsoft.com/office/drawing/2014/main" id="{F804DC48-DD91-FA4D-8FC7-A8B03B3B785B}"/>
              </a:ext>
            </a:extLst>
          </p:cNvPr>
          <p:cNvCxnSpPr>
            <a:cxnSpLocks/>
          </p:cNvCxnSpPr>
          <p:nvPr/>
        </p:nvCxnSpPr>
        <p:spPr>
          <a:xfrm>
            <a:off x="1558267" y="4408198"/>
            <a:ext cx="2243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4" name="직선 연결선 2633">
            <a:extLst>
              <a:ext uri="{FF2B5EF4-FFF2-40B4-BE49-F238E27FC236}">
                <a16:creationId xmlns:a16="http://schemas.microsoft.com/office/drawing/2014/main" id="{ADDEE701-ADC3-B0A7-4333-F24F3517D78B}"/>
              </a:ext>
            </a:extLst>
          </p:cNvPr>
          <p:cNvCxnSpPr>
            <a:cxnSpLocks/>
          </p:cNvCxnSpPr>
          <p:nvPr/>
        </p:nvCxnSpPr>
        <p:spPr>
          <a:xfrm flipV="1">
            <a:off x="1851679" y="4153004"/>
            <a:ext cx="0" cy="3120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0" name="직선 연결선 2679">
            <a:extLst>
              <a:ext uri="{FF2B5EF4-FFF2-40B4-BE49-F238E27FC236}">
                <a16:creationId xmlns:a16="http://schemas.microsoft.com/office/drawing/2014/main" id="{74FC6939-EF74-AB44-EB17-94DD9118FF51}"/>
              </a:ext>
            </a:extLst>
          </p:cNvPr>
          <p:cNvCxnSpPr>
            <a:cxnSpLocks/>
          </p:cNvCxnSpPr>
          <p:nvPr/>
        </p:nvCxnSpPr>
        <p:spPr>
          <a:xfrm>
            <a:off x="3440042" y="4610609"/>
            <a:ext cx="44942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24" name="그룹 2723">
            <a:extLst>
              <a:ext uri="{FF2B5EF4-FFF2-40B4-BE49-F238E27FC236}">
                <a16:creationId xmlns:a16="http://schemas.microsoft.com/office/drawing/2014/main" id="{72DA85F4-A5C0-9155-8422-142A845D0304}"/>
              </a:ext>
            </a:extLst>
          </p:cNvPr>
          <p:cNvGrpSpPr/>
          <p:nvPr/>
        </p:nvGrpSpPr>
        <p:grpSpPr>
          <a:xfrm rot="16200000">
            <a:off x="6319707" y="2768098"/>
            <a:ext cx="214257" cy="610208"/>
            <a:chOff x="3591510" y="4988719"/>
            <a:chExt cx="214257" cy="610208"/>
          </a:xfrm>
        </p:grpSpPr>
        <p:grpSp>
          <p:nvGrpSpPr>
            <p:cNvPr id="2725" name="그룹 2724">
              <a:extLst>
                <a:ext uri="{FF2B5EF4-FFF2-40B4-BE49-F238E27FC236}">
                  <a16:creationId xmlns:a16="http://schemas.microsoft.com/office/drawing/2014/main" id="{3E6C3EA8-C36B-A13E-4AF0-A16DC59DF3A7}"/>
                </a:ext>
              </a:extLst>
            </p:cNvPr>
            <p:cNvGrpSpPr/>
            <p:nvPr/>
          </p:nvGrpSpPr>
          <p:grpSpPr>
            <a:xfrm>
              <a:off x="3717131" y="4988719"/>
              <a:ext cx="88636" cy="295275"/>
              <a:chOff x="3717131" y="4988719"/>
              <a:chExt cx="88636" cy="295275"/>
            </a:xfrm>
          </p:grpSpPr>
          <p:sp>
            <p:nvSpPr>
              <p:cNvPr id="2728" name="직사각형 2727">
                <a:extLst>
                  <a:ext uri="{FF2B5EF4-FFF2-40B4-BE49-F238E27FC236}">
                    <a16:creationId xmlns:a16="http://schemas.microsoft.com/office/drawing/2014/main" id="{3A587621-8B56-2DF7-72C1-BFE6751F3515}"/>
                  </a:ext>
                </a:extLst>
              </p:cNvPr>
              <p:cNvSpPr/>
              <p:nvPr/>
            </p:nvSpPr>
            <p:spPr>
              <a:xfrm>
                <a:off x="3717131" y="4988719"/>
                <a:ext cx="88636" cy="2952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2729" name="타원 2728">
                <a:extLst>
                  <a:ext uri="{FF2B5EF4-FFF2-40B4-BE49-F238E27FC236}">
                    <a16:creationId xmlns:a16="http://schemas.microsoft.com/office/drawing/2014/main" id="{899812A3-920B-5EFC-1133-5DA4FD6703C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88393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2730" name="타원 2729">
                <a:extLst>
                  <a:ext uri="{FF2B5EF4-FFF2-40B4-BE49-F238E27FC236}">
                    <a16:creationId xmlns:a16="http://schemas.microsoft.com/office/drawing/2014/main" id="{22334AC4-EC35-740B-88AA-57462E8D42F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022320"/>
                <a:ext cx="34919" cy="36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2731" name="타원 2730">
                <a:extLst>
                  <a:ext uri="{FF2B5EF4-FFF2-40B4-BE49-F238E27FC236}">
                    <a16:creationId xmlns:a16="http://schemas.microsoft.com/office/drawing/2014/main" id="{E719CD22-EA82-2BD5-CF08-1C201445DF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154582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  <p:sp>
            <p:nvSpPr>
              <p:cNvPr id="2732" name="타원 2731">
                <a:extLst>
                  <a:ext uri="{FF2B5EF4-FFF2-40B4-BE49-F238E27FC236}">
                    <a16:creationId xmlns:a16="http://schemas.microsoft.com/office/drawing/2014/main" id="{91F8C578-4A5E-692A-E9F3-EC734E2636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6863" y="5223645"/>
                <a:ext cx="34919" cy="36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 dirty="0"/>
              </a:p>
            </p:txBody>
          </p:sp>
        </p:grpSp>
        <p:sp>
          <p:nvSpPr>
            <p:cNvPr id="2726" name="TextBox 2725">
              <a:extLst>
                <a:ext uri="{FF2B5EF4-FFF2-40B4-BE49-F238E27FC236}">
                  <a16:creationId xmlns:a16="http://schemas.microsoft.com/office/drawing/2014/main" id="{81886FFD-E5A4-8531-A202-24027C87D1ED}"/>
                </a:ext>
              </a:extLst>
            </p:cNvPr>
            <p:cNvSpPr txBox="1"/>
            <p:nvPr/>
          </p:nvSpPr>
          <p:spPr>
            <a:xfrm rot="5400000">
              <a:off x="3624311" y="5322424"/>
              <a:ext cx="1635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J23</a:t>
              </a:r>
              <a:endParaRPr lang="ko-KR" altLang="en-US" sz="600" b="1" dirty="0"/>
            </a:p>
          </p:txBody>
        </p:sp>
        <p:sp>
          <p:nvSpPr>
            <p:cNvPr id="2727" name="TextBox 2726">
              <a:extLst>
                <a:ext uri="{FF2B5EF4-FFF2-40B4-BE49-F238E27FC236}">
                  <a16:creationId xmlns:a16="http://schemas.microsoft.com/office/drawing/2014/main" id="{FCE6DE79-87B8-9B7F-31A9-938F1E2E7672}"/>
                </a:ext>
              </a:extLst>
            </p:cNvPr>
            <p:cNvSpPr txBox="1"/>
            <p:nvPr/>
          </p:nvSpPr>
          <p:spPr>
            <a:xfrm rot="5400000">
              <a:off x="3472467" y="5387551"/>
              <a:ext cx="33041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/>
                <a:t>Heater-2</a:t>
              </a:r>
              <a:endParaRPr lang="ko-KR" altLang="en-US" sz="600" b="1" dirty="0"/>
            </a:p>
          </p:txBody>
        </p:sp>
      </p:grpSp>
      <p:grpSp>
        <p:nvGrpSpPr>
          <p:cNvPr id="2733" name="그룹 2732">
            <a:extLst>
              <a:ext uri="{FF2B5EF4-FFF2-40B4-BE49-F238E27FC236}">
                <a16:creationId xmlns:a16="http://schemas.microsoft.com/office/drawing/2014/main" id="{61DFC0CD-5CB0-C2FC-8E72-92267A92FF08}"/>
              </a:ext>
            </a:extLst>
          </p:cNvPr>
          <p:cNvGrpSpPr/>
          <p:nvPr/>
        </p:nvGrpSpPr>
        <p:grpSpPr>
          <a:xfrm>
            <a:off x="5641145" y="3197616"/>
            <a:ext cx="363122" cy="326271"/>
            <a:chOff x="1518066" y="2760222"/>
            <a:chExt cx="363122" cy="326271"/>
          </a:xfrm>
        </p:grpSpPr>
        <p:sp>
          <p:nvSpPr>
            <p:cNvPr id="2734" name="직사각형 2733">
              <a:extLst>
                <a:ext uri="{FF2B5EF4-FFF2-40B4-BE49-F238E27FC236}">
                  <a16:creationId xmlns:a16="http://schemas.microsoft.com/office/drawing/2014/main" id="{3E152856-1786-1F85-9FD2-08BD7500CE26}"/>
                </a:ext>
              </a:extLst>
            </p:cNvPr>
            <p:cNvSpPr/>
            <p:nvPr/>
          </p:nvSpPr>
          <p:spPr>
            <a:xfrm>
              <a:off x="1520322" y="2851535"/>
              <a:ext cx="360866" cy="23495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735" name="TextBox 2734">
              <a:extLst>
                <a:ext uri="{FF2B5EF4-FFF2-40B4-BE49-F238E27FC236}">
                  <a16:creationId xmlns:a16="http://schemas.microsoft.com/office/drawing/2014/main" id="{16B5DDAF-F201-0555-94BA-9DB1E5CFF320}"/>
                </a:ext>
              </a:extLst>
            </p:cNvPr>
            <p:cNvSpPr txBox="1"/>
            <p:nvPr/>
          </p:nvSpPr>
          <p:spPr>
            <a:xfrm>
              <a:off x="1519215" y="2760222"/>
              <a:ext cx="28498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SSR</a:t>
              </a:r>
              <a:endParaRPr lang="ko-KR" altLang="en-US" sz="600" b="1" dirty="0"/>
            </a:p>
          </p:txBody>
        </p:sp>
        <p:grpSp>
          <p:nvGrpSpPr>
            <p:cNvPr id="2736" name="그룹 2735">
              <a:extLst>
                <a:ext uri="{FF2B5EF4-FFF2-40B4-BE49-F238E27FC236}">
                  <a16:creationId xmlns:a16="http://schemas.microsoft.com/office/drawing/2014/main" id="{C76049ED-7C1C-5B97-35F4-19093A819F2B}"/>
                </a:ext>
              </a:extLst>
            </p:cNvPr>
            <p:cNvGrpSpPr/>
            <p:nvPr/>
          </p:nvGrpSpPr>
          <p:grpSpPr>
            <a:xfrm rot="5400000">
              <a:off x="1578868" y="2913668"/>
              <a:ext cx="65834" cy="108000"/>
              <a:chOff x="1829742" y="1040605"/>
              <a:chExt cx="65834" cy="108000"/>
            </a:xfrm>
          </p:grpSpPr>
          <p:sp>
            <p:nvSpPr>
              <p:cNvPr id="2745" name="이등변 삼각형 2744">
                <a:extLst>
                  <a:ext uri="{FF2B5EF4-FFF2-40B4-BE49-F238E27FC236}">
                    <a16:creationId xmlns:a16="http://schemas.microsoft.com/office/drawing/2014/main" id="{46882773-231C-E11D-932D-794AF0E9A791}"/>
                  </a:ext>
                </a:extLst>
              </p:cNvPr>
              <p:cNvSpPr>
                <a:spLocks/>
              </p:cNvSpPr>
              <p:nvPr/>
            </p:nvSpPr>
            <p:spPr>
              <a:xfrm rot="5400000">
                <a:off x="1808659" y="1065994"/>
                <a:ext cx="98927" cy="56761"/>
              </a:xfrm>
              <a:prstGeom prst="triangl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746" name="직선 연결선 2745">
                <a:extLst>
                  <a:ext uri="{FF2B5EF4-FFF2-40B4-BE49-F238E27FC236}">
                    <a16:creationId xmlns:a16="http://schemas.microsoft.com/office/drawing/2014/main" id="{3793E8D5-FB13-CF30-66BD-B42A3CB9D0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5576" y="1040605"/>
                <a:ext cx="0" cy="108000"/>
              </a:xfrm>
              <a:prstGeom prst="lin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37" name="직선 연결선 2736">
              <a:extLst>
                <a:ext uri="{FF2B5EF4-FFF2-40B4-BE49-F238E27FC236}">
                  <a16:creationId xmlns:a16="http://schemas.microsoft.com/office/drawing/2014/main" id="{C0F64FAC-728B-9AEB-3C66-A645DB14E33D}"/>
                </a:ext>
              </a:extLst>
            </p:cNvPr>
            <p:cNvCxnSpPr>
              <a:cxnSpLocks/>
            </p:cNvCxnSpPr>
            <p:nvPr/>
          </p:nvCxnSpPr>
          <p:spPr>
            <a:xfrm>
              <a:off x="1611454" y="2874169"/>
              <a:ext cx="0" cy="1881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8" name="직선 연결선 2737">
              <a:extLst>
                <a:ext uri="{FF2B5EF4-FFF2-40B4-BE49-F238E27FC236}">
                  <a16:creationId xmlns:a16="http://schemas.microsoft.com/office/drawing/2014/main" id="{129D1C01-AA0E-7F2A-57BE-74E8C19D1793}"/>
                </a:ext>
              </a:extLst>
            </p:cNvPr>
            <p:cNvCxnSpPr>
              <a:cxnSpLocks/>
            </p:cNvCxnSpPr>
            <p:nvPr/>
          </p:nvCxnSpPr>
          <p:spPr>
            <a:xfrm>
              <a:off x="1518066" y="2879274"/>
              <a:ext cx="94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9" name="직선 연결선 2738">
              <a:extLst>
                <a:ext uri="{FF2B5EF4-FFF2-40B4-BE49-F238E27FC236}">
                  <a16:creationId xmlns:a16="http://schemas.microsoft.com/office/drawing/2014/main" id="{1814DF58-8F63-9C45-BFA5-6AA16D7D6D2F}"/>
                </a:ext>
              </a:extLst>
            </p:cNvPr>
            <p:cNvCxnSpPr>
              <a:cxnSpLocks/>
            </p:cNvCxnSpPr>
            <p:nvPr/>
          </p:nvCxnSpPr>
          <p:spPr>
            <a:xfrm>
              <a:off x="1518066" y="3062288"/>
              <a:ext cx="940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0" name="직선 연결선 2739">
              <a:extLst>
                <a:ext uri="{FF2B5EF4-FFF2-40B4-BE49-F238E27FC236}">
                  <a16:creationId xmlns:a16="http://schemas.microsoft.com/office/drawing/2014/main" id="{90C79691-6AC5-BC54-2525-7CA9C2A31A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4467" y="2883024"/>
              <a:ext cx="0" cy="16259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1" name="직선 연결선 2740">
              <a:extLst>
                <a:ext uri="{FF2B5EF4-FFF2-40B4-BE49-F238E27FC236}">
                  <a16:creationId xmlns:a16="http://schemas.microsoft.com/office/drawing/2014/main" id="{61F6325D-E985-8E5D-F037-0E6C11A5EF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27261" y="2883024"/>
              <a:ext cx="68837" cy="855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2" name="직선 화살표 연결선 2741">
              <a:extLst>
                <a:ext uri="{FF2B5EF4-FFF2-40B4-BE49-F238E27FC236}">
                  <a16:creationId xmlns:a16="http://schemas.microsoft.com/office/drawing/2014/main" id="{D80A795A-03DB-3144-3244-E27DC2FDB539}"/>
                </a:ext>
              </a:extLst>
            </p:cNvPr>
            <p:cNvCxnSpPr>
              <a:cxnSpLocks/>
            </p:cNvCxnSpPr>
            <p:nvPr/>
          </p:nvCxnSpPr>
          <p:spPr>
            <a:xfrm>
              <a:off x="1724467" y="2964806"/>
              <a:ext cx="83751" cy="8782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3" name="직선 연결선 2742">
              <a:extLst>
                <a:ext uri="{FF2B5EF4-FFF2-40B4-BE49-F238E27FC236}">
                  <a16:creationId xmlns:a16="http://schemas.microsoft.com/office/drawing/2014/main" id="{D1BC5694-C090-C770-79D9-3809BD8AB52B}"/>
                </a:ext>
              </a:extLst>
            </p:cNvPr>
            <p:cNvCxnSpPr>
              <a:cxnSpLocks/>
            </p:cNvCxnSpPr>
            <p:nvPr/>
          </p:nvCxnSpPr>
          <p:spPr>
            <a:xfrm>
              <a:off x="1792013" y="2885406"/>
              <a:ext cx="844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4" name="직선 연결선 2743">
              <a:extLst>
                <a:ext uri="{FF2B5EF4-FFF2-40B4-BE49-F238E27FC236}">
                  <a16:creationId xmlns:a16="http://schemas.microsoft.com/office/drawing/2014/main" id="{1D8B056C-57BA-13A4-CEF6-D10D69DD3C4A}"/>
                </a:ext>
              </a:extLst>
            </p:cNvPr>
            <p:cNvCxnSpPr>
              <a:cxnSpLocks/>
            </p:cNvCxnSpPr>
            <p:nvPr/>
          </p:nvCxnSpPr>
          <p:spPr>
            <a:xfrm>
              <a:off x="1802416" y="3052631"/>
              <a:ext cx="7877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47" name="직선 연결선 2746">
            <a:extLst>
              <a:ext uri="{FF2B5EF4-FFF2-40B4-BE49-F238E27FC236}">
                <a16:creationId xmlns:a16="http://schemas.microsoft.com/office/drawing/2014/main" id="{936933D3-8BBA-1FE3-D6E0-B59982E6EFAA}"/>
              </a:ext>
            </a:extLst>
          </p:cNvPr>
          <p:cNvCxnSpPr>
            <a:cxnSpLocks/>
          </p:cNvCxnSpPr>
          <p:nvPr/>
        </p:nvCxnSpPr>
        <p:spPr>
          <a:xfrm>
            <a:off x="6000135" y="3323915"/>
            <a:ext cx="690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8" name="직선 연결선 2747">
            <a:extLst>
              <a:ext uri="{FF2B5EF4-FFF2-40B4-BE49-F238E27FC236}">
                <a16:creationId xmlns:a16="http://schemas.microsoft.com/office/drawing/2014/main" id="{AFCA5365-BEA4-520D-D0A2-31A98D5B5154}"/>
              </a:ext>
            </a:extLst>
          </p:cNvPr>
          <p:cNvCxnSpPr>
            <a:cxnSpLocks/>
          </p:cNvCxnSpPr>
          <p:nvPr/>
        </p:nvCxnSpPr>
        <p:spPr>
          <a:xfrm>
            <a:off x="6002818" y="3489363"/>
            <a:ext cx="1693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49" name="그룹 2748">
            <a:extLst>
              <a:ext uri="{FF2B5EF4-FFF2-40B4-BE49-F238E27FC236}">
                <a16:creationId xmlns:a16="http://schemas.microsoft.com/office/drawing/2014/main" id="{33048FD6-C2AE-0A67-06A1-5B57F05FCDBA}"/>
              </a:ext>
            </a:extLst>
          </p:cNvPr>
          <p:cNvGrpSpPr/>
          <p:nvPr/>
        </p:nvGrpSpPr>
        <p:grpSpPr>
          <a:xfrm>
            <a:off x="5643553" y="3520793"/>
            <a:ext cx="415621" cy="273876"/>
            <a:chOff x="4684442" y="4787516"/>
            <a:chExt cx="415621" cy="273876"/>
          </a:xfrm>
        </p:grpSpPr>
        <p:sp>
          <p:nvSpPr>
            <p:cNvPr id="2750" name="직사각형 2749">
              <a:extLst>
                <a:ext uri="{FF2B5EF4-FFF2-40B4-BE49-F238E27FC236}">
                  <a16:creationId xmlns:a16="http://schemas.microsoft.com/office/drawing/2014/main" id="{CE652F33-BF2A-FB63-52C9-9866B72ACBCE}"/>
                </a:ext>
              </a:extLst>
            </p:cNvPr>
            <p:cNvSpPr/>
            <p:nvPr/>
          </p:nvSpPr>
          <p:spPr>
            <a:xfrm>
              <a:off x="4686697" y="4876945"/>
              <a:ext cx="365220" cy="1844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751" name="TextBox 2750">
              <a:extLst>
                <a:ext uri="{FF2B5EF4-FFF2-40B4-BE49-F238E27FC236}">
                  <a16:creationId xmlns:a16="http://schemas.microsoft.com/office/drawing/2014/main" id="{A4E131AA-D6FF-F275-0DAD-5B01992941A0}"/>
                </a:ext>
              </a:extLst>
            </p:cNvPr>
            <p:cNvSpPr txBox="1"/>
            <p:nvPr/>
          </p:nvSpPr>
          <p:spPr>
            <a:xfrm>
              <a:off x="4684442" y="4787516"/>
              <a:ext cx="41562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MAX31855</a:t>
              </a:r>
              <a:endParaRPr lang="ko-KR" altLang="en-US" sz="600" b="1" dirty="0"/>
            </a:p>
          </p:txBody>
        </p:sp>
        <p:sp>
          <p:nvSpPr>
            <p:cNvPr id="2752" name="TextBox 2751">
              <a:extLst>
                <a:ext uri="{FF2B5EF4-FFF2-40B4-BE49-F238E27FC236}">
                  <a16:creationId xmlns:a16="http://schemas.microsoft.com/office/drawing/2014/main" id="{EECB1098-398C-FA1E-B84B-436A5C23CCC3}"/>
                </a:ext>
              </a:extLst>
            </p:cNvPr>
            <p:cNvSpPr txBox="1"/>
            <p:nvPr/>
          </p:nvSpPr>
          <p:spPr>
            <a:xfrm>
              <a:off x="4711584" y="4956656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SPI</a:t>
              </a:r>
              <a:endParaRPr lang="ko-KR" altLang="en-US" sz="600" dirty="0"/>
            </a:p>
          </p:txBody>
        </p:sp>
        <p:sp>
          <p:nvSpPr>
            <p:cNvPr id="2753" name="TextBox 2752">
              <a:extLst>
                <a:ext uri="{FF2B5EF4-FFF2-40B4-BE49-F238E27FC236}">
                  <a16:creationId xmlns:a16="http://schemas.microsoft.com/office/drawing/2014/main" id="{1E05D76B-9B2C-DEA4-589A-1CCFBB5CD7CF}"/>
                </a:ext>
              </a:extLst>
            </p:cNvPr>
            <p:cNvSpPr txBox="1"/>
            <p:nvPr/>
          </p:nvSpPr>
          <p:spPr>
            <a:xfrm>
              <a:off x="4809779" y="4886693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TC+</a:t>
              </a:r>
              <a:endParaRPr lang="ko-KR" altLang="en-US" sz="600" dirty="0"/>
            </a:p>
          </p:txBody>
        </p:sp>
        <p:sp>
          <p:nvSpPr>
            <p:cNvPr id="2754" name="TextBox 2753">
              <a:extLst>
                <a:ext uri="{FF2B5EF4-FFF2-40B4-BE49-F238E27FC236}">
                  <a16:creationId xmlns:a16="http://schemas.microsoft.com/office/drawing/2014/main" id="{E29F9D5B-C03E-576A-2EF6-5969A06A3FCE}"/>
                </a:ext>
              </a:extLst>
            </p:cNvPr>
            <p:cNvSpPr txBox="1"/>
            <p:nvPr/>
          </p:nvSpPr>
          <p:spPr>
            <a:xfrm>
              <a:off x="4856432" y="4961418"/>
              <a:ext cx="15954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TC-</a:t>
              </a:r>
              <a:endParaRPr lang="ko-KR" altLang="en-US" sz="600" dirty="0"/>
            </a:p>
          </p:txBody>
        </p:sp>
        <p:sp>
          <p:nvSpPr>
            <p:cNvPr id="2755" name="TextBox 2754">
              <a:extLst>
                <a:ext uri="{FF2B5EF4-FFF2-40B4-BE49-F238E27FC236}">
                  <a16:creationId xmlns:a16="http://schemas.microsoft.com/office/drawing/2014/main" id="{DB23EDB7-5B48-2AD7-F7C7-5B5D172AF7E7}"/>
                </a:ext>
              </a:extLst>
            </p:cNvPr>
            <p:cNvSpPr txBox="1"/>
            <p:nvPr/>
          </p:nvSpPr>
          <p:spPr>
            <a:xfrm>
              <a:off x="4712454" y="4887515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 err="1"/>
                <a:t>Vdd</a:t>
              </a:r>
              <a:endParaRPr lang="ko-KR" altLang="en-US" sz="600" dirty="0"/>
            </a:p>
          </p:txBody>
        </p:sp>
      </p:grpSp>
      <p:cxnSp>
        <p:nvCxnSpPr>
          <p:cNvPr id="2756" name="직선 연결선 2755">
            <a:extLst>
              <a:ext uri="{FF2B5EF4-FFF2-40B4-BE49-F238E27FC236}">
                <a16:creationId xmlns:a16="http://schemas.microsoft.com/office/drawing/2014/main" id="{C3BA239D-850C-5786-7C55-8B9231DF57FF}"/>
              </a:ext>
            </a:extLst>
          </p:cNvPr>
          <p:cNvCxnSpPr>
            <a:cxnSpLocks/>
          </p:cNvCxnSpPr>
          <p:nvPr/>
        </p:nvCxnSpPr>
        <p:spPr>
          <a:xfrm>
            <a:off x="6012834" y="3675959"/>
            <a:ext cx="2974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7" name="직선 연결선 2756">
            <a:extLst>
              <a:ext uri="{FF2B5EF4-FFF2-40B4-BE49-F238E27FC236}">
                <a16:creationId xmlns:a16="http://schemas.microsoft.com/office/drawing/2014/main" id="{D96F5CCE-ED47-CFC3-7CEF-057195B6D3C0}"/>
              </a:ext>
            </a:extLst>
          </p:cNvPr>
          <p:cNvCxnSpPr>
            <a:cxnSpLocks/>
          </p:cNvCxnSpPr>
          <p:nvPr/>
        </p:nvCxnSpPr>
        <p:spPr>
          <a:xfrm>
            <a:off x="6008072" y="3748638"/>
            <a:ext cx="3712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8" name="직선 연결선 2757">
            <a:extLst>
              <a:ext uri="{FF2B5EF4-FFF2-40B4-BE49-F238E27FC236}">
                <a16:creationId xmlns:a16="http://schemas.microsoft.com/office/drawing/2014/main" id="{B4B089AB-9CD2-430F-2117-9E78CA43139B}"/>
              </a:ext>
            </a:extLst>
          </p:cNvPr>
          <p:cNvCxnSpPr>
            <a:cxnSpLocks/>
          </p:cNvCxnSpPr>
          <p:nvPr/>
        </p:nvCxnSpPr>
        <p:spPr>
          <a:xfrm>
            <a:off x="6067098" y="3229951"/>
            <a:ext cx="0" cy="93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0" name="TextBox 2759">
            <a:extLst>
              <a:ext uri="{FF2B5EF4-FFF2-40B4-BE49-F238E27FC236}">
                <a16:creationId xmlns:a16="http://schemas.microsoft.com/office/drawing/2014/main" id="{DCC371A0-04D0-6B40-5AD0-4E5A300CEA27}"/>
              </a:ext>
            </a:extLst>
          </p:cNvPr>
          <p:cNvSpPr txBox="1"/>
          <p:nvPr/>
        </p:nvSpPr>
        <p:spPr>
          <a:xfrm>
            <a:off x="5957884" y="3136776"/>
            <a:ext cx="18097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P24V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2761" name="직선 연결선 2760">
            <a:extLst>
              <a:ext uri="{FF2B5EF4-FFF2-40B4-BE49-F238E27FC236}">
                <a16:creationId xmlns:a16="http://schemas.microsoft.com/office/drawing/2014/main" id="{B5136579-4C7F-B96E-6FAE-8CA0A8C85A0F}"/>
              </a:ext>
            </a:extLst>
          </p:cNvPr>
          <p:cNvCxnSpPr>
            <a:cxnSpLocks/>
          </p:cNvCxnSpPr>
          <p:nvPr/>
        </p:nvCxnSpPr>
        <p:spPr>
          <a:xfrm>
            <a:off x="6171875" y="3004921"/>
            <a:ext cx="0" cy="4808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62" name="그룹 2761">
            <a:extLst>
              <a:ext uri="{FF2B5EF4-FFF2-40B4-BE49-F238E27FC236}">
                <a16:creationId xmlns:a16="http://schemas.microsoft.com/office/drawing/2014/main" id="{EE1625DE-335C-5610-4898-6132EFA83E0D}"/>
              </a:ext>
            </a:extLst>
          </p:cNvPr>
          <p:cNvGrpSpPr/>
          <p:nvPr/>
        </p:nvGrpSpPr>
        <p:grpSpPr>
          <a:xfrm>
            <a:off x="6190434" y="3065511"/>
            <a:ext cx="98106" cy="90145"/>
            <a:chOff x="8462475" y="3600450"/>
            <a:chExt cx="98106" cy="90145"/>
          </a:xfrm>
        </p:grpSpPr>
        <p:cxnSp>
          <p:nvCxnSpPr>
            <p:cNvPr id="2763" name="직선 연결선 2762">
              <a:extLst>
                <a:ext uri="{FF2B5EF4-FFF2-40B4-BE49-F238E27FC236}">
                  <a16:creationId xmlns:a16="http://schemas.microsoft.com/office/drawing/2014/main" id="{BCEE4A8B-827A-E111-3A53-61D2BDA62599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4" name="직선 연결선 2763">
              <a:extLst>
                <a:ext uri="{FF2B5EF4-FFF2-40B4-BE49-F238E27FC236}">
                  <a16:creationId xmlns:a16="http://schemas.microsoft.com/office/drawing/2014/main" id="{F3FDA3F2-7839-42C4-BA1A-133A1AE79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5" name="직선 연결선 2764">
              <a:extLst>
                <a:ext uri="{FF2B5EF4-FFF2-40B4-BE49-F238E27FC236}">
                  <a16:creationId xmlns:a16="http://schemas.microsoft.com/office/drawing/2014/main" id="{CFB3CE00-DC59-2DD4-F815-2E32B124E6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6" name="직선 연결선 2765">
              <a:extLst>
                <a:ext uri="{FF2B5EF4-FFF2-40B4-BE49-F238E27FC236}">
                  <a16:creationId xmlns:a16="http://schemas.microsoft.com/office/drawing/2014/main" id="{21A897AB-BF22-A8D6-CC6A-AFBF8559CD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7" name="직선 연결선 2766">
              <a:extLst>
                <a:ext uri="{FF2B5EF4-FFF2-40B4-BE49-F238E27FC236}">
                  <a16:creationId xmlns:a16="http://schemas.microsoft.com/office/drawing/2014/main" id="{914E7FB5-BAE5-F91D-B56A-F92A740036EB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68" name="직선 연결선 2767">
            <a:extLst>
              <a:ext uri="{FF2B5EF4-FFF2-40B4-BE49-F238E27FC236}">
                <a16:creationId xmlns:a16="http://schemas.microsoft.com/office/drawing/2014/main" id="{9F6A57CD-5E49-3A63-9ACE-3B0B686856B6}"/>
              </a:ext>
            </a:extLst>
          </p:cNvPr>
          <p:cNvCxnSpPr>
            <a:cxnSpLocks/>
          </p:cNvCxnSpPr>
          <p:nvPr/>
        </p:nvCxnSpPr>
        <p:spPr>
          <a:xfrm>
            <a:off x="6239214" y="3025638"/>
            <a:ext cx="0" cy="785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0" name="직선 연결선 2769">
            <a:extLst>
              <a:ext uri="{FF2B5EF4-FFF2-40B4-BE49-F238E27FC236}">
                <a16:creationId xmlns:a16="http://schemas.microsoft.com/office/drawing/2014/main" id="{1CF4682D-E3A1-31E2-7737-6173C58C81AB}"/>
              </a:ext>
            </a:extLst>
          </p:cNvPr>
          <p:cNvCxnSpPr>
            <a:cxnSpLocks/>
          </p:cNvCxnSpPr>
          <p:nvPr/>
        </p:nvCxnSpPr>
        <p:spPr>
          <a:xfrm>
            <a:off x="6307606" y="3028950"/>
            <a:ext cx="0" cy="6473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1" name="직선 연결선 2770">
            <a:extLst>
              <a:ext uri="{FF2B5EF4-FFF2-40B4-BE49-F238E27FC236}">
                <a16:creationId xmlns:a16="http://schemas.microsoft.com/office/drawing/2014/main" id="{E5D2F7EA-5010-4051-157A-D15FC8EFE5FC}"/>
              </a:ext>
            </a:extLst>
          </p:cNvPr>
          <p:cNvCxnSpPr>
            <a:cxnSpLocks/>
          </p:cNvCxnSpPr>
          <p:nvPr/>
        </p:nvCxnSpPr>
        <p:spPr>
          <a:xfrm>
            <a:off x="6376663" y="3021806"/>
            <a:ext cx="0" cy="7306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2" name="직선 연결선 2771">
            <a:extLst>
              <a:ext uri="{FF2B5EF4-FFF2-40B4-BE49-F238E27FC236}">
                <a16:creationId xmlns:a16="http://schemas.microsoft.com/office/drawing/2014/main" id="{FF9A8A38-7009-9E33-8EA4-1ED8F645BC43}"/>
              </a:ext>
            </a:extLst>
          </p:cNvPr>
          <p:cNvCxnSpPr>
            <a:cxnSpLocks/>
          </p:cNvCxnSpPr>
          <p:nvPr/>
        </p:nvCxnSpPr>
        <p:spPr>
          <a:xfrm>
            <a:off x="5574506" y="3316047"/>
            <a:ext cx="698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4" name="직선 연결선 2773">
            <a:extLst>
              <a:ext uri="{FF2B5EF4-FFF2-40B4-BE49-F238E27FC236}">
                <a16:creationId xmlns:a16="http://schemas.microsoft.com/office/drawing/2014/main" id="{C850FD61-29E6-E33C-0D95-C0C18110429B}"/>
              </a:ext>
            </a:extLst>
          </p:cNvPr>
          <p:cNvCxnSpPr>
            <a:cxnSpLocks/>
          </p:cNvCxnSpPr>
          <p:nvPr/>
        </p:nvCxnSpPr>
        <p:spPr>
          <a:xfrm>
            <a:off x="5554626" y="3740187"/>
            <a:ext cx="895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5" name="직선 연결선 2774">
            <a:extLst>
              <a:ext uri="{FF2B5EF4-FFF2-40B4-BE49-F238E27FC236}">
                <a16:creationId xmlns:a16="http://schemas.microsoft.com/office/drawing/2014/main" id="{FEC4772E-99A2-9923-A25D-5F3892A43818}"/>
              </a:ext>
            </a:extLst>
          </p:cNvPr>
          <p:cNvCxnSpPr>
            <a:cxnSpLocks/>
          </p:cNvCxnSpPr>
          <p:nvPr/>
        </p:nvCxnSpPr>
        <p:spPr>
          <a:xfrm>
            <a:off x="5556717" y="3740332"/>
            <a:ext cx="0" cy="109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7" name="직선 연결선 2776">
            <a:extLst>
              <a:ext uri="{FF2B5EF4-FFF2-40B4-BE49-F238E27FC236}">
                <a16:creationId xmlns:a16="http://schemas.microsoft.com/office/drawing/2014/main" id="{A690954A-CF82-95E0-7881-94C59490E2CB}"/>
              </a:ext>
            </a:extLst>
          </p:cNvPr>
          <p:cNvCxnSpPr>
            <a:cxnSpLocks/>
          </p:cNvCxnSpPr>
          <p:nvPr/>
        </p:nvCxnSpPr>
        <p:spPr>
          <a:xfrm flipV="1">
            <a:off x="5560880" y="3848100"/>
            <a:ext cx="0" cy="8434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9" name="타원 2778">
            <a:extLst>
              <a:ext uri="{FF2B5EF4-FFF2-40B4-BE49-F238E27FC236}">
                <a16:creationId xmlns:a16="http://schemas.microsoft.com/office/drawing/2014/main" id="{EA95EA1C-C380-BBAB-3F7C-C8906D1042F7}"/>
              </a:ext>
            </a:extLst>
          </p:cNvPr>
          <p:cNvSpPr>
            <a:spLocks noChangeAspect="1"/>
          </p:cNvSpPr>
          <p:nvPr/>
        </p:nvSpPr>
        <p:spPr>
          <a:xfrm>
            <a:off x="5543575" y="3831532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cxnSp>
        <p:nvCxnSpPr>
          <p:cNvPr id="2785" name="직선 연결선 2784">
            <a:extLst>
              <a:ext uri="{FF2B5EF4-FFF2-40B4-BE49-F238E27FC236}">
                <a16:creationId xmlns:a16="http://schemas.microsoft.com/office/drawing/2014/main" id="{1A9A00A7-EC5E-41F3-EE83-6B964A801BE5}"/>
              </a:ext>
            </a:extLst>
          </p:cNvPr>
          <p:cNvCxnSpPr>
            <a:cxnSpLocks/>
          </p:cNvCxnSpPr>
          <p:nvPr/>
        </p:nvCxnSpPr>
        <p:spPr>
          <a:xfrm>
            <a:off x="5581650" y="3666024"/>
            <a:ext cx="661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6" name="TextBox 2785">
            <a:extLst>
              <a:ext uri="{FF2B5EF4-FFF2-40B4-BE49-F238E27FC236}">
                <a16:creationId xmlns:a16="http://schemas.microsoft.com/office/drawing/2014/main" id="{20D4D698-471B-62D3-B00B-7D7B41627F0A}"/>
              </a:ext>
            </a:extLst>
          </p:cNvPr>
          <p:cNvSpPr txBox="1"/>
          <p:nvPr/>
        </p:nvSpPr>
        <p:spPr>
          <a:xfrm>
            <a:off x="5380619" y="3621689"/>
            <a:ext cx="21285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P3V3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2799" name="TextBox 2798">
            <a:extLst>
              <a:ext uri="{FF2B5EF4-FFF2-40B4-BE49-F238E27FC236}">
                <a16:creationId xmlns:a16="http://schemas.microsoft.com/office/drawing/2014/main" id="{E8B3FC02-4FCA-A8C2-86A3-E4E1C2A6F065}"/>
              </a:ext>
            </a:extLst>
          </p:cNvPr>
          <p:cNvSpPr txBox="1"/>
          <p:nvPr/>
        </p:nvSpPr>
        <p:spPr>
          <a:xfrm>
            <a:off x="4344150" y="3271549"/>
            <a:ext cx="21285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HTR1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2800" name="TextBox 2799">
            <a:extLst>
              <a:ext uri="{FF2B5EF4-FFF2-40B4-BE49-F238E27FC236}">
                <a16:creationId xmlns:a16="http://schemas.microsoft.com/office/drawing/2014/main" id="{41492019-156A-1350-3547-899DB49DF6B4}"/>
              </a:ext>
            </a:extLst>
          </p:cNvPr>
          <p:cNvSpPr txBox="1"/>
          <p:nvPr/>
        </p:nvSpPr>
        <p:spPr>
          <a:xfrm>
            <a:off x="5368265" y="3267123"/>
            <a:ext cx="21285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HTR2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2801" name="TextBox 2800">
            <a:extLst>
              <a:ext uri="{FF2B5EF4-FFF2-40B4-BE49-F238E27FC236}">
                <a16:creationId xmlns:a16="http://schemas.microsoft.com/office/drawing/2014/main" id="{6FBBBE26-9300-4AAE-E5DB-B54273EBC4F3}"/>
              </a:ext>
            </a:extLst>
          </p:cNvPr>
          <p:cNvSpPr txBox="1"/>
          <p:nvPr/>
        </p:nvSpPr>
        <p:spPr>
          <a:xfrm>
            <a:off x="9060815" y="4139458"/>
            <a:ext cx="21285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HTR1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2802" name="TextBox 2801">
            <a:extLst>
              <a:ext uri="{FF2B5EF4-FFF2-40B4-BE49-F238E27FC236}">
                <a16:creationId xmlns:a16="http://schemas.microsoft.com/office/drawing/2014/main" id="{E4CA107E-9AA2-FC7E-5BFC-F92EACC9E8A0}"/>
              </a:ext>
            </a:extLst>
          </p:cNvPr>
          <p:cNvSpPr txBox="1"/>
          <p:nvPr/>
        </p:nvSpPr>
        <p:spPr>
          <a:xfrm>
            <a:off x="9061731" y="4063052"/>
            <a:ext cx="21285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HTR2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2816" name="TextBox 2815">
            <a:extLst>
              <a:ext uri="{FF2B5EF4-FFF2-40B4-BE49-F238E27FC236}">
                <a16:creationId xmlns:a16="http://schemas.microsoft.com/office/drawing/2014/main" id="{2C361269-2560-4A99-9239-71A8D743334E}"/>
              </a:ext>
            </a:extLst>
          </p:cNvPr>
          <p:cNvSpPr txBox="1"/>
          <p:nvPr/>
        </p:nvSpPr>
        <p:spPr>
          <a:xfrm>
            <a:off x="9527033" y="3032548"/>
            <a:ext cx="44790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SEM_ONOFF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1023" name="직선 연결선 1022">
            <a:extLst>
              <a:ext uri="{FF2B5EF4-FFF2-40B4-BE49-F238E27FC236}">
                <a16:creationId xmlns:a16="http://schemas.microsoft.com/office/drawing/2014/main" id="{5C598B0E-D270-B305-A45A-EA525B75B5F6}"/>
              </a:ext>
            </a:extLst>
          </p:cNvPr>
          <p:cNvCxnSpPr>
            <a:cxnSpLocks/>
          </p:cNvCxnSpPr>
          <p:nvPr/>
        </p:nvCxnSpPr>
        <p:spPr>
          <a:xfrm>
            <a:off x="7934325" y="2454601"/>
            <a:ext cx="22857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7" name="직선 연결선 2836">
            <a:extLst>
              <a:ext uri="{FF2B5EF4-FFF2-40B4-BE49-F238E27FC236}">
                <a16:creationId xmlns:a16="http://schemas.microsoft.com/office/drawing/2014/main" id="{DA3B8498-D5B1-BBE9-D910-C9D39AFA042F}"/>
              </a:ext>
            </a:extLst>
          </p:cNvPr>
          <p:cNvCxnSpPr>
            <a:cxnSpLocks/>
          </p:cNvCxnSpPr>
          <p:nvPr/>
        </p:nvCxnSpPr>
        <p:spPr>
          <a:xfrm>
            <a:off x="10263772" y="2451194"/>
            <a:ext cx="896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9" name="직선 연결선 2838">
            <a:extLst>
              <a:ext uri="{FF2B5EF4-FFF2-40B4-BE49-F238E27FC236}">
                <a16:creationId xmlns:a16="http://schemas.microsoft.com/office/drawing/2014/main" id="{A85C06C7-FF0D-2973-8D4B-F8F1A990244F}"/>
              </a:ext>
            </a:extLst>
          </p:cNvPr>
          <p:cNvCxnSpPr>
            <a:cxnSpLocks/>
          </p:cNvCxnSpPr>
          <p:nvPr/>
        </p:nvCxnSpPr>
        <p:spPr>
          <a:xfrm>
            <a:off x="11158020" y="2386259"/>
            <a:ext cx="0" cy="648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0D1280A1-638A-884F-27B8-2341ACF27DF8}"/>
              </a:ext>
            </a:extLst>
          </p:cNvPr>
          <p:cNvCxnSpPr>
            <a:cxnSpLocks/>
          </p:cNvCxnSpPr>
          <p:nvPr/>
        </p:nvCxnSpPr>
        <p:spPr>
          <a:xfrm>
            <a:off x="9151936" y="2384747"/>
            <a:ext cx="107242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3" name="직선 연결선 2852">
            <a:extLst>
              <a:ext uri="{FF2B5EF4-FFF2-40B4-BE49-F238E27FC236}">
                <a16:creationId xmlns:a16="http://schemas.microsoft.com/office/drawing/2014/main" id="{8E10BD2A-76CB-2E83-09AA-7CA2A11ABB32}"/>
              </a:ext>
            </a:extLst>
          </p:cNvPr>
          <p:cNvCxnSpPr>
            <a:cxnSpLocks/>
          </p:cNvCxnSpPr>
          <p:nvPr/>
        </p:nvCxnSpPr>
        <p:spPr>
          <a:xfrm flipV="1">
            <a:off x="7848600" y="2165298"/>
            <a:ext cx="0" cy="8368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58" name="그림 2857">
            <a:extLst>
              <a:ext uri="{FF2B5EF4-FFF2-40B4-BE49-F238E27FC236}">
                <a16:creationId xmlns:a16="http://schemas.microsoft.com/office/drawing/2014/main" id="{652EFFB9-0F90-7DC2-C6CF-A6CE559CE5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95148" y="1202037"/>
            <a:ext cx="687929" cy="1126052"/>
          </a:xfrm>
          <a:prstGeom prst="rect">
            <a:avLst/>
          </a:prstGeom>
        </p:spPr>
      </p:pic>
      <p:cxnSp>
        <p:nvCxnSpPr>
          <p:cNvPr id="2860" name="직선 연결선 2859">
            <a:extLst>
              <a:ext uri="{FF2B5EF4-FFF2-40B4-BE49-F238E27FC236}">
                <a16:creationId xmlns:a16="http://schemas.microsoft.com/office/drawing/2014/main" id="{FA6A8E48-9EA1-800B-BB5B-8C5365761316}"/>
              </a:ext>
            </a:extLst>
          </p:cNvPr>
          <p:cNvCxnSpPr>
            <a:cxnSpLocks/>
          </p:cNvCxnSpPr>
          <p:nvPr/>
        </p:nvCxnSpPr>
        <p:spPr>
          <a:xfrm flipV="1">
            <a:off x="2797274" y="3019159"/>
            <a:ext cx="0" cy="2836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1" name="직선 연결선 2860">
            <a:extLst>
              <a:ext uri="{FF2B5EF4-FFF2-40B4-BE49-F238E27FC236}">
                <a16:creationId xmlns:a16="http://schemas.microsoft.com/office/drawing/2014/main" id="{7D0649B5-D21F-372C-BA2B-5D47AB6C70EC}"/>
              </a:ext>
            </a:extLst>
          </p:cNvPr>
          <p:cNvCxnSpPr>
            <a:cxnSpLocks/>
          </p:cNvCxnSpPr>
          <p:nvPr/>
        </p:nvCxnSpPr>
        <p:spPr>
          <a:xfrm>
            <a:off x="2303123" y="3302372"/>
            <a:ext cx="4940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5" name="TextBox 2864">
            <a:extLst>
              <a:ext uri="{FF2B5EF4-FFF2-40B4-BE49-F238E27FC236}">
                <a16:creationId xmlns:a16="http://schemas.microsoft.com/office/drawing/2014/main" id="{52238E5B-CF7B-B42C-594E-2960A4D353D8}"/>
              </a:ext>
            </a:extLst>
          </p:cNvPr>
          <p:cNvSpPr txBox="1"/>
          <p:nvPr/>
        </p:nvSpPr>
        <p:spPr>
          <a:xfrm>
            <a:off x="1468376" y="1943791"/>
            <a:ext cx="88113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1" dirty="0">
                <a:solidFill>
                  <a:srgbClr val="0070C0"/>
                </a:solidFill>
              </a:rPr>
              <a:t>Pfeiffer : PKR361</a:t>
            </a:r>
          </a:p>
          <a:p>
            <a:r>
              <a:rPr lang="en-US" altLang="ko-KR" sz="600" b="1" dirty="0">
                <a:solidFill>
                  <a:srgbClr val="0070C0"/>
                </a:solidFill>
              </a:rPr>
              <a:t>- Pressure gauge</a:t>
            </a:r>
          </a:p>
          <a:p>
            <a:r>
              <a:rPr lang="en-US" altLang="ko-KR" sz="600" b="1" dirty="0">
                <a:solidFill>
                  <a:srgbClr val="0070C0"/>
                </a:solidFill>
              </a:rPr>
              <a:t>   (1x10</a:t>
            </a:r>
            <a:r>
              <a:rPr lang="en-US" altLang="ko-KR" sz="600" b="1" baseline="30000" dirty="0">
                <a:solidFill>
                  <a:srgbClr val="0070C0"/>
                </a:solidFill>
              </a:rPr>
              <a:t>-8</a:t>
            </a:r>
            <a:r>
              <a:rPr lang="en-US" altLang="ko-KR" sz="600" b="1" dirty="0">
                <a:solidFill>
                  <a:srgbClr val="0070C0"/>
                </a:solidFill>
              </a:rPr>
              <a:t> ~ 1000 </a:t>
            </a:r>
            <a:r>
              <a:rPr lang="en-US" altLang="ko-KR" sz="600" b="1" dirty="0" err="1">
                <a:solidFill>
                  <a:srgbClr val="0070C0"/>
                </a:solidFill>
              </a:rPr>
              <a:t>hPa</a:t>
            </a:r>
            <a:r>
              <a:rPr lang="en-US" altLang="ko-KR" sz="600" b="1" dirty="0">
                <a:solidFill>
                  <a:srgbClr val="0070C0"/>
                </a:solidFill>
              </a:rPr>
              <a:t>)</a:t>
            </a:r>
          </a:p>
          <a:p>
            <a:r>
              <a:rPr lang="en-US" altLang="ko-KR" sz="600" b="1" dirty="0">
                <a:solidFill>
                  <a:srgbClr val="0070C0"/>
                </a:solidFill>
              </a:rPr>
              <a:t>- out : 2~8.6V log scale</a:t>
            </a:r>
          </a:p>
          <a:p>
            <a:r>
              <a:rPr lang="en-US" altLang="ko-KR" sz="600" b="1" dirty="0">
                <a:solidFill>
                  <a:srgbClr val="0070C0"/>
                </a:solidFill>
              </a:rPr>
              <a:t>        (0.6V/decade)</a:t>
            </a:r>
          </a:p>
        </p:txBody>
      </p:sp>
      <p:sp>
        <p:nvSpPr>
          <p:cNvPr id="2869" name="TextBox 2868">
            <a:extLst>
              <a:ext uri="{FF2B5EF4-FFF2-40B4-BE49-F238E27FC236}">
                <a16:creationId xmlns:a16="http://schemas.microsoft.com/office/drawing/2014/main" id="{BD1982C1-16E0-1ED1-B9FF-76F2D43620D5}"/>
              </a:ext>
            </a:extLst>
          </p:cNvPr>
          <p:cNvSpPr txBox="1"/>
          <p:nvPr/>
        </p:nvSpPr>
        <p:spPr>
          <a:xfrm>
            <a:off x="805856" y="452440"/>
            <a:ext cx="13787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1" u="sng" dirty="0"/>
              <a:t>PKR361 pressure calculation</a:t>
            </a:r>
          </a:p>
        </p:txBody>
      </p:sp>
      <p:pic>
        <p:nvPicPr>
          <p:cNvPr id="2871" name="그림 2870">
            <a:extLst>
              <a:ext uri="{FF2B5EF4-FFF2-40B4-BE49-F238E27FC236}">
                <a16:creationId xmlns:a16="http://schemas.microsoft.com/office/drawing/2014/main" id="{1F3E1C70-065B-F0AD-E9B8-D447A26AE71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6843" y="583555"/>
            <a:ext cx="2081090" cy="1311163"/>
          </a:xfrm>
          <a:prstGeom prst="rect">
            <a:avLst/>
          </a:prstGeom>
        </p:spPr>
      </p:pic>
      <p:cxnSp>
        <p:nvCxnSpPr>
          <p:cNvPr id="2872" name="직선 연결선 2871">
            <a:extLst>
              <a:ext uri="{FF2B5EF4-FFF2-40B4-BE49-F238E27FC236}">
                <a16:creationId xmlns:a16="http://schemas.microsoft.com/office/drawing/2014/main" id="{9F28FF9E-0873-9B54-0CE2-B865C03C0098}"/>
              </a:ext>
            </a:extLst>
          </p:cNvPr>
          <p:cNvCxnSpPr>
            <a:cxnSpLocks/>
          </p:cNvCxnSpPr>
          <p:nvPr/>
        </p:nvCxnSpPr>
        <p:spPr>
          <a:xfrm>
            <a:off x="2597513" y="2343612"/>
            <a:ext cx="0" cy="6470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4" name="직선 연결선 2873">
            <a:extLst>
              <a:ext uri="{FF2B5EF4-FFF2-40B4-BE49-F238E27FC236}">
                <a16:creationId xmlns:a16="http://schemas.microsoft.com/office/drawing/2014/main" id="{67D5E3B8-D6AA-5489-5C9F-66FF80D32484}"/>
              </a:ext>
            </a:extLst>
          </p:cNvPr>
          <p:cNvCxnSpPr>
            <a:cxnSpLocks/>
          </p:cNvCxnSpPr>
          <p:nvPr/>
        </p:nvCxnSpPr>
        <p:spPr>
          <a:xfrm>
            <a:off x="2668950" y="2343612"/>
            <a:ext cx="0" cy="6470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5" name="직선 연결선 2874">
            <a:extLst>
              <a:ext uri="{FF2B5EF4-FFF2-40B4-BE49-F238E27FC236}">
                <a16:creationId xmlns:a16="http://schemas.microsoft.com/office/drawing/2014/main" id="{6B1729B5-4BC6-E735-B495-E86B3B9E34C5}"/>
              </a:ext>
            </a:extLst>
          </p:cNvPr>
          <p:cNvCxnSpPr>
            <a:cxnSpLocks/>
          </p:cNvCxnSpPr>
          <p:nvPr/>
        </p:nvCxnSpPr>
        <p:spPr>
          <a:xfrm>
            <a:off x="2733244" y="2343612"/>
            <a:ext cx="0" cy="6470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6" name="직선 연결선 2875">
            <a:extLst>
              <a:ext uri="{FF2B5EF4-FFF2-40B4-BE49-F238E27FC236}">
                <a16:creationId xmlns:a16="http://schemas.microsoft.com/office/drawing/2014/main" id="{0DAA2FC2-1207-537B-1DD4-A81FE21A887B}"/>
              </a:ext>
            </a:extLst>
          </p:cNvPr>
          <p:cNvCxnSpPr>
            <a:cxnSpLocks/>
          </p:cNvCxnSpPr>
          <p:nvPr/>
        </p:nvCxnSpPr>
        <p:spPr>
          <a:xfrm>
            <a:off x="2797538" y="2343612"/>
            <a:ext cx="0" cy="6470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7" name="TextBox 2876">
            <a:extLst>
              <a:ext uri="{FF2B5EF4-FFF2-40B4-BE49-F238E27FC236}">
                <a16:creationId xmlns:a16="http://schemas.microsoft.com/office/drawing/2014/main" id="{50605425-21BD-E165-4A19-444EE3F2DF1A}"/>
              </a:ext>
            </a:extLst>
          </p:cNvPr>
          <p:cNvSpPr txBox="1"/>
          <p:nvPr/>
        </p:nvSpPr>
        <p:spPr>
          <a:xfrm rot="16200000">
            <a:off x="2653284" y="2715405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YL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2878" name="TextBox 2877">
            <a:extLst>
              <a:ext uri="{FF2B5EF4-FFF2-40B4-BE49-F238E27FC236}">
                <a16:creationId xmlns:a16="http://schemas.microsoft.com/office/drawing/2014/main" id="{AF950BED-41A7-A334-070E-615952C562CF}"/>
              </a:ext>
            </a:extLst>
          </p:cNvPr>
          <p:cNvSpPr txBox="1"/>
          <p:nvPr/>
        </p:nvSpPr>
        <p:spPr>
          <a:xfrm rot="16200000">
            <a:off x="2719959" y="2722549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WH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2879" name="TextBox 2878">
            <a:extLst>
              <a:ext uri="{FF2B5EF4-FFF2-40B4-BE49-F238E27FC236}">
                <a16:creationId xmlns:a16="http://schemas.microsoft.com/office/drawing/2014/main" id="{B351BB96-7ABF-1BD7-6491-83A89CA68673}"/>
              </a:ext>
            </a:extLst>
          </p:cNvPr>
          <p:cNvSpPr txBox="1"/>
          <p:nvPr/>
        </p:nvSpPr>
        <p:spPr>
          <a:xfrm rot="16200000">
            <a:off x="2517700" y="2722549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RD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2880" name="TextBox 2879">
            <a:extLst>
              <a:ext uri="{FF2B5EF4-FFF2-40B4-BE49-F238E27FC236}">
                <a16:creationId xmlns:a16="http://schemas.microsoft.com/office/drawing/2014/main" id="{28E0A4B4-B55E-6974-E95B-666EB7754F7C}"/>
              </a:ext>
            </a:extLst>
          </p:cNvPr>
          <p:cNvSpPr txBox="1"/>
          <p:nvPr/>
        </p:nvSpPr>
        <p:spPr>
          <a:xfrm rot="16200000">
            <a:off x="2588562" y="2724931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BK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2881" name="TextBox 2880">
            <a:extLst>
              <a:ext uri="{FF2B5EF4-FFF2-40B4-BE49-F238E27FC236}">
                <a16:creationId xmlns:a16="http://schemas.microsoft.com/office/drawing/2014/main" id="{6CEA8E9F-C05C-2070-EEC0-9D09BEE1D292}"/>
              </a:ext>
            </a:extLst>
          </p:cNvPr>
          <p:cNvSpPr txBox="1"/>
          <p:nvPr/>
        </p:nvSpPr>
        <p:spPr>
          <a:xfrm rot="16200000">
            <a:off x="2537632" y="2373979"/>
            <a:ext cx="120414" cy="923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4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2882" name="TextBox 2881">
            <a:extLst>
              <a:ext uri="{FF2B5EF4-FFF2-40B4-BE49-F238E27FC236}">
                <a16:creationId xmlns:a16="http://schemas.microsoft.com/office/drawing/2014/main" id="{F8191B6C-CD1A-3A4B-B5B8-56A39B4C1928}"/>
              </a:ext>
            </a:extLst>
          </p:cNvPr>
          <p:cNvSpPr txBox="1"/>
          <p:nvPr/>
        </p:nvSpPr>
        <p:spPr>
          <a:xfrm rot="16200000">
            <a:off x="2609069" y="2345401"/>
            <a:ext cx="120414" cy="923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5,6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2883" name="TextBox 2882">
            <a:extLst>
              <a:ext uri="{FF2B5EF4-FFF2-40B4-BE49-F238E27FC236}">
                <a16:creationId xmlns:a16="http://schemas.microsoft.com/office/drawing/2014/main" id="{F642F3E3-B1A0-D3C6-22CF-AED30AD230AE}"/>
              </a:ext>
            </a:extLst>
          </p:cNvPr>
          <p:cNvSpPr txBox="1"/>
          <p:nvPr/>
        </p:nvSpPr>
        <p:spPr>
          <a:xfrm rot="16200000">
            <a:off x="2673364" y="2373979"/>
            <a:ext cx="120414" cy="923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3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2884" name="TextBox 2883">
            <a:extLst>
              <a:ext uri="{FF2B5EF4-FFF2-40B4-BE49-F238E27FC236}">
                <a16:creationId xmlns:a16="http://schemas.microsoft.com/office/drawing/2014/main" id="{8DCE7D95-7401-43F5-218B-33CE460D9D40}"/>
              </a:ext>
            </a:extLst>
          </p:cNvPr>
          <p:cNvSpPr txBox="1"/>
          <p:nvPr/>
        </p:nvSpPr>
        <p:spPr>
          <a:xfrm rot="16200000">
            <a:off x="2735412" y="2373979"/>
            <a:ext cx="120414" cy="923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2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cxnSp>
        <p:nvCxnSpPr>
          <p:cNvPr id="2885" name="직선 연결선 2884">
            <a:extLst>
              <a:ext uri="{FF2B5EF4-FFF2-40B4-BE49-F238E27FC236}">
                <a16:creationId xmlns:a16="http://schemas.microsoft.com/office/drawing/2014/main" id="{D8405524-802C-208E-8602-4CF2304BF133}"/>
              </a:ext>
            </a:extLst>
          </p:cNvPr>
          <p:cNvCxnSpPr>
            <a:cxnSpLocks/>
          </p:cNvCxnSpPr>
          <p:nvPr/>
        </p:nvCxnSpPr>
        <p:spPr>
          <a:xfrm>
            <a:off x="4247720" y="2483644"/>
            <a:ext cx="0" cy="5184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6" name="직선 연결선 2885">
            <a:extLst>
              <a:ext uri="{FF2B5EF4-FFF2-40B4-BE49-F238E27FC236}">
                <a16:creationId xmlns:a16="http://schemas.microsoft.com/office/drawing/2014/main" id="{ECCC3028-9861-6A0D-FF3D-7D6AB1FC7EAE}"/>
              </a:ext>
            </a:extLst>
          </p:cNvPr>
          <p:cNvCxnSpPr>
            <a:cxnSpLocks/>
          </p:cNvCxnSpPr>
          <p:nvPr/>
        </p:nvCxnSpPr>
        <p:spPr>
          <a:xfrm>
            <a:off x="4314395" y="2557463"/>
            <a:ext cx="0" cy="4375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7" name="직선 연결선 2886">
            <a:extLst>
              <a:ext uri="{FF2B5EF4-FFF2-40B4-BE49-F238E27FC236}">
                <a16:creationId xmlns:a16="http://schemas.microsoft.com/office/drawing/2014/main" id="{14F1662D-A863-80D7-6E84-3E00A2E11E26}"/>
              </a:ext>
            </a:extLst>
          </p:cNvPr>
          <p:cNvCxnSpPr>
            <a:cxnSpLocks/>
          </p:cNvCxnSpPr>
          <p:nvPr/>
        </p:nvCxnSpPr>
        <p:spPr>
          <a:xfrm>
            <a:off x="4251549" y="2483542"/>
            <a:ext cx="4942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8" name="직선 연결선 2887">
            <a:extLst>
              <a:ext uri="{FF2B5EF4-FFF2-40B4-BE49-F238E27FC236}">
                <a16:creationId xmlns:a16="http://schemas.microsoft.com/office/drawing/2014/main" id="{A23C2AD9-0804-067D-2480-184CEB252FD2}"/>
              </a:ext>
            </a:extLst>
          </p:cNvPr>
          <p:cNvCxnSpPr>
            <a:cxnSpLocks/>
          </p:cNvCxnSpPr>
          <p:nvPr/>
        </p:nvCxnSpPr>
        <p:spPr>
          <a:xfrm>
            <a:off x="4318972" y="2559797"/>
            <a:ext cx="5411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3" name="직선 연결선 2892">
            <a:extLst>
              <a:ext uri="{FF2B5EF4-FFF2-40B4-BE49-F238E27FC236}">
                <a16:creationId xmlns:a16="http://schemas.microsoft.com/office/drawing/2014/main" id="{CCFAE321-4F02-21BC-9199-DA8393CBB22D}"/>
              </a:ext>
            </a:extLst>
          </p:cNvPr>
          <p:cNvCxnSpPr>
            <a:cxnSpLocks/>
          </p:cNvCxnSpPr>
          <p:nvPr/>
        </p:nvCxnSpPr>
        <p:spPr>
          <a:xfrm>
            <a:off x="4854939" y="2367756"/>
            <a:ext cx="0" cy="194469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6" name="직선 연결선 2895">
            <a:extLst>
              <a:ext uri="{FF2B5EF4-FFF2-40B4-BE49-F238E27FC236}">
                <a16:creationId xmlns:a16="http://schemas.microsoft.com/office/drawing/2014/main" id="{17C04EE9-769B-9376-093D-936866F9F5E7}"/>
              </a:ext>
            </a:extLst>
          </p:cNvPr>
          <p:cNvCxnSpPr>
            <a:cxnSpLocks/>
          </p:cNvCxnSpPr>
          <p:nvPr/>
        </p:nvCxnSpPr>
        <p:spPr>
          <a:xfrm>
            <a:off x="4740638" y="2374858"/>
            <a:ext cx="0" cy="113548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9" name="TextBox 2898">
            <a:extLst>
              <a:ext uri="{FF2B5EF4-FFF2-40B4-BE49-F238E27FC236}">
                <a16:creationId xmlns:a16="http://schemas.microsoft.com/office/drawing/2014/main" id="{01F2EAD3-9E58-8561-F272-3A9AE570D610}"/>
              </a:ext>
            </a:extLst>
          </p:cNvPr>
          <p:cNvSpPr txBox="1"/>
          <p:nvPr/>
        </p:nvSpPr>
        <p:spPr>
          <a:xfrm>
            <a:off x="4451128" y="2437442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BL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2900" name="TextBox 2899">
            <a:extLst>
              <a:ext uri="{FF2B5EF4-FFF2-40B4-BE49-F238E27FC236}">
                <a16:creationId xmlns:a16="http://schemas.microsoft.com/office/drawing/2014/main" id="{4C81D5BB-859A-7615-3A73-2DA3DBAFE126}"/>
              </a:ext>
            </a:extLst>
          </p:cNvPr>
          <p:cNvSpPr txBox="1"/>
          <p:nvPr/>
        </p:nvSpPr>
        <p:spPr>
          <a:xfrm>
            <a:off x="4451128" y="2501734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GR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grpSp>
        <p:nvGrpSpPr>
          <p:cNvPr id="2909" name="그룹 2908">
            <a:extLst>
              <a:ext uri="{FF2B5EF4-FFF2-40B4-BE49-F238E27FC236}">
                <a16:creationId xmlns:a16="http://schemas.microsoft.com/office/drawing/2014/main" id="{729D2E0C-BFBF-79E8-7B20-8794E9D04337}"/>
              </a:ext>
            </a:extLst>
          </p:cNvPr>
          <p:cNvGrpSpPr/>
          <p:nvPr/>
        </p:nvGrpSpPr>
        <p:grpSpPr>
          <a:xfrm rot="16200000">
            <a:off x="5589479" y="2480156"/>
            <a:ext cx="422724" cy="152357"/>
            <a:chOff x="2823475" y="1284531"/>
            <a:chExt cx="422724" cy="152357"/>
          </a:xfrm>
        </p:grpSpPr>
        <p:cxnSp>
          <p:nvCxnSpPr>
            <p:cNvPr id="2910" name="직선 연결선 2909">
              <a:extLst>
                <a:ext uri="{FF2B5EF4-FFF2-40B4-BE49-F238E27FC236}">
                  <a16:creationId xmlns:a16="http://schemas.microsoft.com/office/drawing/2014/main" id="{62FB5E10-7648-8689-5B17-7C8F008884B0}"/>
                </a:ext>
              </a:extLst>
            </p:cNvPr>
            <p:cNvCxnSpPr>
              <a:cxnSpLocks/>
            </p:cNvCxnSpPr>
            <p:nvPr/>
          </p:nvCxnSpPr>
          <p:spPr>
            <a:xfrm>
              <a:off x="2823475" y="1314750"/>
              <a:ext cx="924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11" name="그룹 2910">
              <a:extLst>
                <a:ext uri="{FF2B5EF4-FFF2-40B4-BE49-F238E27FC236}">
                  <a16:creationId xmlns:a16="http://schemas.microsoft.com/office/drawing/2014/main" id="{1DCEA42D-E8AF-2B2C-778B-C55DC28C2621}"/>
                </a:ext>
              </a:extLst>
            </p:cNvPr>
            <p:cNvGrpSpPr/>
            <p:nvPr/>
          </p:nvGrpSpPr>
          <p:grpSpPr>
            <a:xfrm>
              <a:off x="2919009" y="1284531"/>
              <a:ext cx="231627" cy="60438"/>
              <a:chOff x="4368949" y="6656461"/>
              <a:chExt cx="231627" cy="60438"/>
            </a:xfrm>
          </p:grpSpPr>
          <p:sp>
            <p:nvSpPr>
              <p:cNvPr id="2915" name="타원 2914">
                <a:extLst>
                  <a:ext uri="{FF2B5EF4-FFF2-40B4-BE49-F238E27FC236}">
                    <a16:creationId xmlns:a16="http://schemas.microsoft.com/office/drawing/2014/main" id="{02E68E2A-7EA4-5876-93F9-89A93BD9B648}"/>
                  </a:ext>
                </a:extLst>
              </p:cNvPr>
              <p:cNvSpPr/>
              <p:nvPr/>
            </p:nvSpPr>
            <p:spPr>
              <a:xfrm>
                <a:off x="4368949" y="6656461"/>
                <a:ext cx="60438" cy="6043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916" name="타원 2915">
                <a:extLst>
                  <a:ext uri="{FF2B5EF4-FFF2-40B4-BE49-F238E27FC236}">
                    <a16:creationId xmlns:a16="http://schemas.microsoft.com/office/drawing/2014/main" id="{CF88E8C8-09B7-4F35-A4BE-19CA31872610}"/>
                  </a:ext>
                </a:extLst>
              </p:cNvPr>
              <p:cNvSpPr/>
              <p:nvPr/>
            </p:nvSpPr>
            <p:spPr>
              <a:xfrm>
                <a:off x="4544868" y="6658687"/>
                <a:ext cx="55708" cy="55708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917" name="연결선: 구부러짐 2916">
                <a:extLst>
                  <a:ext uri="{FF2B5EF4-FFF2-40B4-BE49-F238E27FC236}">
                    <a16:creationId xmlns:a16="http://schemas.microsoft.com/office/drawing/2014/main" id="{EE2C86B0-3F8E-EB9B-86F3-7B63B9717397}"/>
                  </a:ext>
                </a:extLst>
              </p:cNvPr>
              <p:cNvCxnSpPr>
                <a:cxnSpLocks/>
                <a:stCxn id="2915" idx="7"/>
                <a:endCxn id="2916" idx="3"/>
              </p:cNvCxnSpPr>
              <p:nvPr/>
            </p:nvCxnSpPr>
            <p:spPr>
              <a:xfrm rot="16200000" flipH="1">
                <a:off x="4466318" y="6619529"/>
                <a:ext cx="40925" cy="132490"/>
              </a:xfrm>
              <a:prstGeom prst="curvedConnector5">
                <a:avLst>
                  <a:gd name="adj1" fmla="val -93097"/>
                  <a:gd name="adj2" fmla="val 50261"/>
                  <a:gd name="adj3" fmla="val 175641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12" name="직선 연결선 2911">
              <a:extLst>
                <a:ext uri="{FF2B5EF4-FFF2-40B4-BE49-F238E27FC236}">
                  <a16:creationId xmlns:a16="http://schemas.microsoft.com/office/drawing/2014/main" id="{F3166ABF-D358-278E-C825-D764BD8A684E}"/>
                </a:ext>
              </a:extLst>
            </p:cNvPr>
            <p:cNvCxnSpPr>
              <a:cxnSpLocks/>
            </p:cNvCxnSpPr>
            <p:nvPr/>
          </p:nvCxnSpPr>
          <p:spPr>
            <a:xfrm>
              <a:off x="3153722" y="1314750"/>
              <a:ext cx="9247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14" name="TextBox 2913">
              <a:extLst>
                <a:ext uri="{FF2B5EF4-FFF2-40B4-BE49-F238E27FC236}">
                  <a16:creationId xmlns:a16="http://schemas.microsoft.com/office/drawing/2014/main" id="{4D7C25D0-01E7-F6EC-CF74-5590AA76E376}"/>
                </a:ext>
              </a:extLst>
            </p:cNvPr>
            <p:cNvSpPr txBox="1"/>
            <p:nvPr/>
          </p:nvSpPr>
          <p:spPr>
            <a:xfrm>
              <a:off x="2850979" y="1344555"/>
              <a:ext cx="30643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2A Fuse</a:t>
              </a:r>
              <a:endParaRPr lang="ko-KR" altLang="en-US" sz="600" b="1" dirty="0"/>
            </a:p>
          </p:txBody>
        </p:sp>
      </p:grpSp>
      <p:cxnSp>
        <p:nvCxnSpPr>
          <p:cNvPr id="2918" name="직선 연결선 2917">
            <a:extLst>
              <a:ext uri="{FF2B5EF4-FFF2-40B4-BE49-F238E27FC236}">
                <a16:creationId xmlns:a16="http://schemas.microsoft.com/office/drawing/2014/main" id="{DFDC0E0C-1714-F055-EEA4-CDA302EC7844}"/>
              </a:ext>
            </a:extLst>
          </p:cNvPr>
          <p:cNvCxnSpPr>
            <a:cxnSpLocks/>
          </p:cNvCxnSpPr>
          <p:nvPr/>
        </p:nvCxnSpPr>
        <p:spPr>
          <a:xfrm>
            <a:off x="6171875" y="2762304"/>
            <a:ext cx="0" cy="2283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0" name="직선 연결선 2919">
            <a:extLst>
              <a:ext uri="{FF2B5EF4-FFF2-40B4-BE49-F238E27FC236}">
                <a16:creationId xmlns:a16="http://schemas.microsoft.com/office/drawing/2014/main" id="{DBBACE75-3B77-C340-767B-E28B3810E5C3}"/>
              </a:ext>
            </a:extLst>
          </p:cNvPr>
          <p:cNvCxnSpPr>
            <a:cxnSpLocks/>
          </p:cNvCxnSpPr>
          <p:nvPr/>
        </p:nvCxnSpPr>
        <p:spPr>
          <a:xfrm>
            <a:off x="5755481" y="2765463"/>
            <a:ext cx="4167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6" name="직선 연결선 2925">
            <a:extLst>
              <a:ext uri="{FF2B5EF4-FFF2-40B4-BE49-F238E27FC236}">
                <a16:creationId xmlns:a16="http://schemas.microsoft.com/office/drawing/2014/main" id="{02DC0A8B-AE76-484D-27AF-98F6F887D8C5}"/>
              </a:ext>
            </a:extLst>
          </p:cNvPr>
          <p:cNvCxnSpPr>
            <a:cxnSpLocks/>
          </p:cNvCxnSpPr>
          <p:nvPr/>
        </p:nvCxnSpPr>
        <p:spPr>
          <a:xfrm>
            <a:off x="6236169" y="2695575"/>
            <a:ext cx="0" cy="2950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8" name="직선 연결선 2927">
            <a:extLst>
              <a:ext uri="{FF2B5EF4-FFF2-40B4-BE49-F238E27FC236}">
                <a16:creationId xmlns:a16="http://schemas.microsoft.com/office/drawing/2014/main" id="{09DDAD72-88C5-CBD4-1641-EBC600706BB6}"/>
              </a:ext>
            </a:extLst>
          </p:cNvPr>
          <p:cNvCxnSpPr>
            <a:cxnSpLocks/>
          </p:cNvCxnSpPr>
          <p:nvPr/>
        </p:nvCxnSpPr>
        <p:spPr>
          <a:xfrm>
            <a:off x="5893593" y="2701169"/>
            <a:ext cx="3429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0" name="직선 연결선 2929">
            <a:extLst>
              <a:ext uri="{FF2B5EF4-FFF2-40B4-BE49-F238E27FC236}">
                <a16:creationId xmlns:a16="http://schemas.microsoft.com/office/drawing/2014/main" id="{060064E0-2E48-5EB3-608B-349C77FAB6FF}"/>
              </a:ext>
            </a:extLst>
          </p:cNvPr>
          <p:cNvCxnSpPr>
            <a:cxnSpLocks/>
          </p:cNvCxnSpPr>
          <p:nvPr/>
        </p:nvCxnSpPr>
        <p:spPr>
          <a:xfrm>
            <a:off x="5900410" y="2276475"/>
            <a:ext cx="0" cy="4238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5" name="직선 연결선 2934">
            <a:extLst>
              <a:ext uri="{FF2B5EF4-FFF2-40B4-BE49-F238E27FC236}">
                <a16:creationId xmlns:a16="http://schemas.microsoft.com/office/drawing/2014/main" id="{53681003-0277-BF99-8B33-F448342378DA}"/>
              </a:ext>
            </a:extLst>
          </p:cNvPr>
          <p:cNvCxnSpPr>
            <a:cxnSpLocks/>
          </p:cNvCxnSpPr>
          <p:nvPr/>
        </p:nvCxnSpPr>
        <p:spPr>
          <a:xfrm>
            <a:off x="6055519" y="2641638"/>
            <a:ext cx="25003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6" name="직선 연결선 2935">
            <a:extLst>
              <a:ext uri="{FF2B5EF4-FFF2-40B4-BE49-F238E27FC236}">
                <a16:creationId xmlns:a16="http://schemas.microsoft.com/office/drawing/2014/main" id="{EEEB5EBB-5915-8065-3ECD-8EB2ABFD8300}"/>
              </a:ext>
            </a:extLst>
          </p:cNvPr>
          <p:cNvCxnSpPr>
            <a:cxnSpLocks/>
          </p:cNvCxnSpPr>
          <p:nvPr/>
        </p:nvCxnSpPr>
        <p:spPr>
          <a:xfrm>
            <a:off x="6203156" y="2582106"/>
            <a:ext cx="1666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7" name="직선 연결선 2936">
            <a:extLst>
              <a:ext uri="{FF2B5EF4-FFF2-40B4-BE49-F238E27FC236}">
                <a16:creationId xmlns:a16="http://schemas.microsoft.com/office/drawing/2014/main" id="{71B435A4-A290-4F46-9833-455FF5FA3F94}"/>
              </a:ext>
            </a:extLst>
          </p:cNvPr>
          <p:cNvCxnSpPr>
            <a:cxnSpLocks/>
          </p:cNvCxnSpPr>
          <p:nvPr/>
        </p:nvCxnSpPr>
        <p:spPr>
          <a:xfrm>
            <a:off x="6302844" y="2638425"/>
            <a:ext cx="0" cy="3522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9" name="직선 연결선 2938">
            <a:extLst>
              <a:ext uri="{FF2B5EF4-FFF2-40B4-BE49-F238E27FC236}">
                <a16:creationId xmlns:a16="http://schemas.microsoft.com/office/drawing/2014/main" id="{04DF3727-9244-3420-62CA-59259F3CF136}"/>
              </a:ext>
            </a:extLst>
          </p:cNvPr>
          <p:cNvCxnSpPr>
            <a:cxnSpLocks/>
          </p:cNvCxnSpPr>
          <p:nvPr/>
        </p:nvCxnSpPr>
        <p:spPr>
          <a:xfrm>
            <a:off x="6367138" y="2583656"/>
            <a:ext cx="0" cy="4069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1" name="직선 연결선 2940">
            <a:extLst>
              <a:ext uri="{FF2B5EF4-FFF2-40B4-BE49-F238E27FC236}">
                <a16:creationId xmlns:a16="http://schemas.microsoft.com/office/drawing/2014/main" id="{35D0728C-4EB8-D473-D9AB-17B28F2D23DF}"/>
              </a:ext>
            </a:extLst>
          </p:cNvPr>
          <p:cNvCxnSpPr>
            <a:cxnSpLocks/>
          </p:cNvCxnSpPr>
          <p:nvPr/>
        </p:nvCxnSpPr>
        <p:spPr>
          <a:xfrm>
            <a:off x="6198066" y="2266950"/>
            <a:ext cx="0" cy="3167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4" name="직선 연결선 2943">
            <a:extLst>
              <a:ext uri="{FF2B5EF4-FFF2-40B4-BE49-F238E27FC236}">
                <a16:creationId xmlns:a16="http://schemas.microsoft.com/office/drawing/2014/main" id="{D948170C-4A65-B579-E393-19BDC5C1954D}"/>
              </a:ext>
            </a:extLst>
          </p:cNvPr>
          <p:cNvCxnSpPr>
            <a:cxnSpLocks/>
          </p:cNvCxnSpPr>
          <p:nvPr/>
        </p:nvCxnSpPr>
        <p:spPr>
          <a:xfrm>
            <a:off x="6052810" y="2274448"/>
            <a:ext cx="0" cy="3663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7" name="TextBox 2946">
            <a:extLst>
              <a:ext uri="{FF2B5EF4-FFF2-40B4-BE49-F238E27FC236}">
                <a16:creationId xmlns:a16="http://schemas.microsoft.com/office/drawing/2014/main" id="{C13277AC-0635-CAC4-F85E-26344E1C1115}"/>
              </a:ext>
            </a:extLst>
          </p:cNvPr>
          <p:cNvSpPr txBox="1"/>
          <p:nvPr/>
        </p:nvSpPr>
        <p:spPr>
          <a:xfrm rot="16200000">
            <a:off x="5972801" y="2450725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WH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sp>
        <p:nvSpPr>
          <p:cNvPr id="2948" name="TextBox 2947">
            <a:extLst>
              <a:ext uri="{FF2B5EF4-FFF2-40B4-BE49-F238E27FC236}">
                <a16:creationId xmlns:a16="http://schemas.microsoft.com/office/drawing/2014/main" id="{2DAE4E9D-ADAF-066E-149C-626795D7D872}"/>
              </a:ext>
            </a:extLst>
          </p:cNvPr>
          <p:cNvSpPr txBox="1"/>
          <p:nvPr/>
        </p:nvSpPr>
        <p:spPr>
          <a:xfrm rot="16200000">
            <a:off x="6112232" y="2420053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YL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cxnSp>
        <p:nvCxnSpPr>
          <p:cNvPr id="2953" name="직선 연결선 2952">
            <a:extLst>
              <a:ext uri="{FF2B5EF4-FFF2-40B4-BE49-F238E27FC236}">
                <a16:creationId xmlns:a16="http://schemas.microsoft.com/office/drawing/2014/main" id="{3EF0748D-BB83-4EA0-C07B-FCE8B9FD1B83}"/>
              </a:ext>
            </a:extLst>
          </p:cNvPr>
          <p:cNvCxnSpPr>
            <a:cxnSpLocks/>
          </p:cNvCxnSpPr>
          <p:nvPr/>
        </p:nvCxnSpPr>
        <p:spPr>
          <a:xfrm>
            <a:off x="6954510" y="2255836"/>
            <a:ext cx="0" cy="7347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410336EE-F7F2-5F86-AD52-15B9F6237408}"/>
              </a:ext>
            </a:extLst>
          </p:cNvPr>
          <p:cNvCxnSpPr>
            <a:cxnSpLocks/>
          </p:cNvCxnSpPr>
          <p:nvPr/>
        </p:nvCxnSpPr>
        <p:spPr>
          <a:xfrm>
            <a:off x="4314394" y="3027210"/>
            <a:ext cx="0" cy="7970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3E10AD3-645B-B951-DB8C-0CE6DCB66B41}"/>
              </a:ext>
            </a:extLst>
          </p:cNvPr>
          <p:cNvGrpSpPr/>
          <p:nvPr/>
        </p:nvGrpSpPr>
        <p:grpSpPr>
          <a:xfrm>
            <a:off x="2447933" y="5008182"/>
            <a:ext cx="514714" cy="530933"/>
            <a:chOff x="4681697" y="4789905"/>
            <a:chExt cx="514714" cy="530933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FB7FE7CF-EDBD-B22A-2EE4-9922ABBEF7A1}"/>
                </a:ext>
              </a:extLst>
            </p:cNvPr>
            <p:cNvSpPr/>
            <p:nvPr/>
          </p:nvSpPr>
          <p:spPr>
            <a:xfrm>
              <a:off x="4686697" y="4876944"/>
              <a:ext cx="469434" cy="35062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759" name="TextBox 2758">
              <a:extLst>
                <a:ext uri="{FF2B5EF4-FFF2-40B4-BE49-F238E27FC236}">
                  <a16:creationId xmlns:a16="http://schemas.microsoft.com/office/drawing/2014/main" id="{0434B579-B7CB-86EF-8513-83CAD7488CF3}"/>
                </a:ext>
              </a:extLst>
            </p:cNvPr>
            <p:cNvSpPr txBox="1"/>
            <p:nvPr/>
          </p:nvSpPr>
          <p:spPr>
            <a:xfrm>
              <a:off x="4684443" y="4789905"/>
              <a:ext cx="511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DAC80504</a:t>
              </a:r>
              <a:endParaRPr lang="ko-KR" altLang="en-US" sz="600" b="1" dirty="0"/>
            </a:p>
          </p:txBody>
        </p:sp>
        <p:sp>
          <p:nvSpPr>
            <p:cNvPr id="2769" name="TextBox 2768">
              <a:extLst>
                <a:ext uri="{FF2B5EF4-FFF2-40B4-BE49-F238E27FC236}">
                  <a16:creationId xmlns:a16="http://schemas.microsoft.com/office/drawing/2014/main" id="{922C961F-1076-BF29-0C3F-3B0FF1987519}"/>
                </a:ext>
              </a:extLst>
            </p:cNvPr>
            <p:cNvSpPr txBox="1"/>
            <p:nvPr/>
          </p:nvSpPr>
          <p:spPr>
            <a:xfrm>
              <a:off x="4681697" y="5228505"/>
              <a:ext cx="41590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16bit DAC</a:t>
              </a:r>
              <a:endParaRPr lang="ko-KR" altLang="en-US" sz="600" dirty="0"/>
            </a:p>
          </p:txBody>
        </p:sp>
        <p:sp>
          <p:nvSpPr>
            <p:cNvPr id="2773" name="TextBox 2772">
              <a:extLst>
                <a:ext uri="{FF2B5EF4-FFF2-40B4-BE49-F238E27FC236}">
                  <a16:creationId xmlns:a16="http://schemas.microsoft.com/office/drawing/2014/main" id="{56DD3620-1501-1849-EBB1-09DB2475FF56}"/>
                </a:ext>
              </a:extLst>
            </p:cNvPr>
            <p:cNvSpPr txBox="1"/>
            <p:nvPr/>
          </p:nvSpPr>
          <p:spPr>
            <a:xfrm>
              <a:off x="4719006" y="5127423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SPI</a:t>
              </a:r>
              <a:endParaRPr lang="ko-KR" altLang="en-US" sz="600" dirty="0"/>
            </a:p>
          </p:txBody>
        </p:sp>
        <p:sp>
          <p:nvSpPr>
            <p:cNvPr id="2776" name="TextBox 2775">
              <a:extLst>
                <a:ext uri="{FF2B5EF4-FFF2-40B4-BE49-F238E27FC236}">
                  <a16:creationId xmlns:a16="http://schemas.microsoft.com/office/drawing/2014/main" id="{BE4AB431-8BD1-70FB-06A1-372D6E9C5FD1}"/>
                </a:ext>
              </a:extLst>
            </p:cNvPr>
            <p:cNvSpPr txBox="1"/>
            <p:nvPr/>
          </p:nvSpPr>
          <p:spPr>
            <a:xfrm>
              <a:off x="4910573" y="4886469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OUT0</a:t>
              </a:r>
              <a:endParaRPr lang="ko-KR" altLang="en-US" sz="600" dirty="0"/>
            </a:p>
          </p:txBody>
        </p:sp>
        <p:sp>
          <p:nvSpPr>
            <p:cNvPr id="2778" name="TextBox 2777">
              <a:extLst>
                <a:ext uri="{FF2B5EF4-FFF2-40B4-BE49-F238E27FC236}">
                  <a16:creationId xmlns:a16="http://schemas.microsoft.com/office/drawing/2014/main" id="{0C6D6966-7677-5B33-EDAA-C6142C74D8A9}"/>
                </a:ext>
              </a:extLst>
            </p:cNvPr>
            <p:cNvSpPr txBox="1"/>
            <p:nvPr/>
          </p:nvSpPr>
          <p:spPr>
            <a:xfrm>
              <a:off x="4912174" y="4966515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OUT1</a:t>
              </a:r>
              <a:endParaRPr lang="ko-KR" altLang="en-US" sz="600" dirty="0"/>
            </a:p>
          </p:txBody>
        </p:sp>
        <p:sp>
          <p:nvSpPr>
            <p:cNvPr id="2780" name="TextBox 2779">
              <a:extLst>
                <a:ext uri="{FF2B5EF4-FFF2-40B4-BE49-F238E27FC236}">
                  <a16:creationId xmlns:a16="http://schemas.microsoft.com/office/drawing/2014/main" id="{58D0FF47-DFD4-7A5D-D03F-F5EEB5B56EFD}"/>
                </a:ext>
              </a:extLst>
            </p:cNvPr>
            <p:cNvSpPr txBox="1"/>
            <p:nvPr/>
          </p:nvSpPr>
          <p:spPr>
            <a:xfrm>
              <a:off x="4912174" y="5046170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OUT2</a:t>
              </a:r>
              <a:endParaRPr lang="ko-KR" altLang="en-US" sz="600" dirty="0"/>
            </a:p>
          </p:txBody>
        </p:sp>
        <p:sp>
          <p:nvSpPr>
            <p:cNvPr id="2781" name="TextBox 2780">
              <a:extLst>
                <a:ext uri="{FF2B5EF4-FFF2-40B4-BE49-F238E27FC236}">
                  <a16:creationId xmlns:a16="http://schemas.microsoft.com/office/drawing/2014/main" id="{B16ADB0D-354C-FA01-B2EE-736E7EB5E45A}"/>
                </a:ext>
              </a:extLst>
            </p:cNvPr>
            <p:cNvSpPr txBox="1"/>
            <p:nvPr/>
          </p:nvSpPr>
          <p:spPr>
            <a:xfrm>
              <a:off x="4912958" y="5127426"/>
              <a:ext cx="2271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OUT3</a:t>
              </a:r>
              <a:endParaRPr lang="ko-KR" altLang="en-US" sz="600" dirty="0"/>
            </a:p>
          </p:txBody>
        </p:sp>
        <p:sp>
          <p:nvSpPr>
            <p:cNvPr id="2782" name="TextBox 2781">
              <a:extLst>
                <a:ext uri="{FF2B5EF4-FFF2-40B4-BE49-F238E27FC236}">
                  <a16:creationId xmlns:a16="http://schemas.microsoft.com/office/drawing/2014/main" id="{045C9ED5-44DC-5A50-903A-365197A8B255}"/>
                </a:ext>
              </a:extLst>
            </p:cNvPr>
            <p:cNvSpPr txBox="1"/>
            <p:nvPr/>
          </p:nvSpPr>
          <p:spPr>
            <a:xfrm>
              <a:off x="4712454" y="4889896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 err="1"/>
                <a:t>Vdd</a:t>
              </a:r>
              <a:endParaRPr lang="ko-KR" altLang="en-US" sz="600" dirty="0"/>
            </a:p>
          </p:txBody>
        </p:sp>
      </p:grpSp>
      <p:cxnSp>
        <p:nvCxnSpPr>
          <p:cNvPr id="2783" name="직선 연결선 2782">
            <a:extLst>
              <a:ext uri="{FF2B5EF4-FFF2-40B4-BE49-F238E27FC236}">
                <a16:creationId xmlns:a16="http://schemas.microsoft.com/office/drawing/2014/main" id="{246DD6CD-F7DC-DCE2-623D-ADF3AB49A8E3}"/>
              </a:ext>
            </a:extLst>
          </p:cNvPr>
          <p:cNvCxnSpPr>
            <a:cxnSpLocks/>
          </p:cNvCxnSpPr>
          <p:nvPr/>
        </p:nvCxnSpPr>
        <p:spPr>
          <a:xfrm>
            <a:off x="2376488" y="5387250"/>
            <a:ext cx="718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5" name="직선 연결선 2794">
            <a:extLst>
              <a:ext uri="{FF2B5EF4-FFF2-40B4-BE49-F238E27FC236}">
                <a16:creationId xmlns:a16="http://schemas.microsoft.com/office/drawing/2014/main" id="{EBA60D6F-8C7E-6049-6C60-4A7BE7DD5B12}"/>
              </a:ext>
            </a:extLst>
          </p:cNvPr>
          <p:cNvCxnSpPr>
            <a:cxnSpLocks/>
          </p:cNvCxnSpPr>
          <p:nvPr/>
        </p:nvCxnSpPr>
        <p:spPr>
          <a:xfrm>
            <a:off x="2922366" y="5227732"/>
            <a:ext cx="5709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5" name="직선 연결선 2804">
            <a:extLst>
              <a:ext uri="{FF2B5EF4-FFF2-40B4-BE49-F238E27FC236}">
                <a16:creationId xmlns:a16="http://schemas.microsoft.com/office/drawing/2014/main" id="{53F23686-FD08-6041-5F1C-D7B7C254DBBB}"/>
              </a:ext>
            </a:extLst>
          </p:cNvPr>
          <p:cNvCxnSpPr>
            <a:cxnSpLocks/>
          </p:cNvCxnSpPr>
          <p:nvPr/>
        </p:nvCxnSpPr>
        <p:spPr>
          <a:xfrm>
            <a:off x="2922366" y="5311076"/>
            <a:ext cx="6114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8" name="직선 연결선 2807">
            <a:extLst>
              <a:ext uri="{FF2B5EF4-FFF2-40B4-BE49-F238E27FC236}">
                <a16:creationId xmlns:a16="http://schemas.microsoft.com/office/drawing/2014/main" id="{0CFE6F74-E59C-3036-DB2F-85A63A4FD48B}"/>
              </a:ext>
            </a:extLst>
          </p:cNvPr>
          <p:cNvCxnSpPr>
            <a:cxnSpLocks/>
          </p:cNvCxnSpPr>
          <p:nvPr/>
        </p:nvCxnSpPr>
        <p:spPr>
          <a:xfrm>
            <a:off x="2922366" y="5149152"/>
            <a:ext cx="5176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0" name="직선 연결선 2809">
            <a:extLst>
              <a:ext uri="{FF2B5EF4-FFF2-40B4-BE49-F238E27FC236}">
                <a16:creationId xmlns:a16="http://schemas.microsoft.com/office/drawing/2014/main" id="{3A3AEEFE-66AA-E8E2-ED8B-5DF814A6A5D9}"/>
              </a:ext>
            </a:extLst>
          </p:cNvPr>
          <p:cNvCxnSpPr>
            <a:cxnSpLocks/>
          </p:cNvCxnSpPr>
          <p:nvPr/>
        </p:nvCxnSpPr>
        <p:spPr>
          <a:xfrm>
            <a:off x="2922366" y="5387277"/>
            <a:ext cx="6566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1" name="직선 연결선 2810">
            <a:extLst>
              <a:ext uri="{FF2B5EF4-FFF2-40B4-BE49-F238E27FC236}">
                <a16:creationId xmlns:a16="http://schemas.microsoft.com/office/drawing/2014/main" id="{50AD3E2B-A39E-DABA-8EF8-486E1A55EF04}"/>
              </a:ext>
            </a:extLst>
          </p:cNvPr>
          <p:cNvCxnSpPr>
            <a:cxnSpLocks/>
          </p:cNvCxnSpPr>
          <p:nvPr/>
        </p:nvCxnSpPr>
        <p:spPr>
          <a:xfrm>
            <a:off x="2305050" y="5154286"/>
            <a:ext cx="1551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2" name="TextBox 2811">
            <a:extLst>
              <a:ext uri="{FF2B5EF4-FFF2-40B4-BE49-F238E27FC236}">
                <a16:creationId xmlns:a16="http://schemas.microsoft.com/office/drawing/2014/main" id="{F430F6BB-4863-7798-0FC5-218374760F6B}"/>
              </a:ext>
            </a:extLst>
          </p:cNvPr>
          <p:cNvSpPr txBox="1"/>
          <p:nvPr/>
        </p:nvSpPr>
        <p:spPr>
          <a:xfrm>
            <a:off x="2140170" y="5105467"/>
            <a:ext cx="18079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P5V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8DF7906B-CEA6-E609-1623-8EE2A66C30BC}"/>
              </a:ext>
            </a:extLst>
          </p:cNvPr>
          <p:cNvCxnSpPr>
            <a:cxnSpLocks/>
          </p:cNvCxnSpPr>
          <p:nvPr/>
        </p:nvCxnSpPr>
        <p:spPr>
          <a:xfrm flipV="1">
            <a:off x="2382136" y="4998651"/>
            <a:ext cx="0" cy="3899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C80DA0E7-4772-5A1B-5656-6BAE1830D1DC}"/>
              </a:ext>
            </a:extLst>
          </p:cNvPr>
          <p:cNvCxnSpPr>
            <a:cxnSpLocks/>
          </p:cNvCxnSpPr>
          <p:nvPr/>
        </p:nvCxnSpPr>
        <p:spPr>
          <a:xfrm>
            <a:off x="2377060" y="4998651"/>
            <a:ext cx="24166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993943F2-D380-88FF-0C64-05737217AC86}"/>
              </a:ext>
            </a:extLst>
          </p:cNvPr>
          <p:cNvCxnSpPr>
            <a:cxnSpLocks/>
          </p:cNvCxnSpPr>
          <p:nvPr/>
        </p:nvCxnSpPr>
        <p:spPr>
          <a:xfrm>
            <a:off x="3440042" y="4616576"/>
            <a:ext cx="0" cy="5387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6971D3ED-54E7-C853-AE98-C31A85741630}"/>
              </a:ext>
            </a:extLst>
          </p:cNvPr>
          <p:cNvCxnSpPr>
            <a:cxnSpLocks/>
          </p:cNvCxnSpPr>
          <p:nvPr/>
        </p:nvCxnSpPr>
        <p:spPr>
          <a:xfrm>
            <a:off x="3576670" y="4375488"/>
            <a:ext cx="0" cy="10132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29" name="그룹 2828">
            <a:extLst>
              <a:ext uri="{FF2B5EF4-FFF2-40B4-BE49-F238E27FC236}">
                <a16:creationId xmlns:a16="http://schemas.microsoft.com/office/drawing/2014/main" id="{9909D83B-48DF-2860-CB71-BC6C47810726}"/>
              </a:ext>
            </a:extLst>
          </p:cNvPr>
          <p:cNvGrpSpPr/>
          <p:nvPr/>
        </p:nvGrpSpPr>
        <p:grpSpPr>
          <a:xfrm>
            <a:off x="4325355" y="4016079"/>
            <a:ext cx="681566" cy="508824"/>
            <a:chOff x="4677299" y="4820493"/>
            <a:chExt cx="681566" cy="508824"/>
          </a:xfrm>
        </p:grpSpPr>
        <p:sp>
          <p:nvSpPr>
            <p:cNvPr id="2830" name="직사각형 2829">
              <a:extLst>
                <a:ext uri="{FF2B5EF4-FFF2-40B4-BE49-F238E27FC236}">
                  <a16:creationId xmlns:a16="http://schemas.microsoft.com/office/drawing/2014/main" id="{B8435F5A-6DD8-3286-C753-81F2927F4142}"/>
                </a:ext>
              </a:extLst>
            </p:cNvPr>
            <p:cNvSpPr/>
            <p:nvPr/>
          </p:nvSpPr>
          <p:spPr>
            <a:xfrm>
              <a:off x="4686696" y="4916826"/>
              <a:ext cx="672169" cy="31670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31" name="TextBox 2830">
              <a:extLst>
                <a:ext uri="{FF2B5EF4-FFF2-40B4-BE49-F238E27FC236}">
                  <a16:creationId xmlns:a16="http://schemas.microsoft.com/office/drawing/2014/main" id="{3936D2D2-3C67-9DC4-8F18-B321DFBE735D}"/>
                </a:ext>
              </a:extLst>
            </p:cNvPr>
            <p:cNvSpPr txBox="1"/>
            <p:nvPr/>
          </p:nvSpPr>
          <p:spPr>
            <a:xfrm>
              <a:off x="4686823" y="4820493"/>
              <a:ext cx="55472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/>
                <a:t>C11152-01</a:t>
              </a:r>
              <a:endParaRPr lang="ko-KR" altLang="en-US" sz="600" b="1" dirty="0"/>
            </a:p>
          </p:txBody>
        </p:sp>
        <p:sp>
          <p:nvSpPr>
            <p:cNvPr id="2832" name="TextBox 2831">
              <a:extLst>
                <a:ext uri="{FF2B5EF4-FFF2-40B4-BE49-F238E27FC236}">
                  <a16:creationId xmlns:a16="http://schemas.microsoft.com/office/drawing/2014/main" id="{33C123E6-CA24-418F-0B9B-E17F8191980D}"/>
                </a:ext>
              </a:extLst>
            </p:cNvPr>
            <p:cNvSpPr txBox="1"/>
            <p:nvPr/>
          </p:nvSpPr>
          <p:spPr>
            <a:xfrm>
              <a:off x="4677299" y="5236984"/>
              <a:ext cx="54555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12V </a:t>
              </a:r>
              <a:r>
                <a:rPr lang="en-US" altLang="ko-KR" sz="600" dirty="0">
                  <a:sym typeface="Wingdings" panose="05000000000000000000" pitchFamily="2" charset="2"/>
                </a:rPr>
                <a:t> -1500V</a:t>
              </a:r>
              <a:endParaRPr lang="ko-KR" altLang="en-US" sz="600" dirty="0"/>
            </a:p>
          </p:txBody>
        </p:sp>
        <p:sp>
          <p:nvSpPr>
            <p:cNvPr id="2833" name="TextBox 2832">
              <a:extLst>
                <a:ext uri="{FF2B5EF4-FFF2-40B4-BE49-F238E27FC236}">
                  <a16:creationId xmlns:a16="http://schemas.microsoft.com/office/drawing/2014/main" id="{38F2C9A8-879A-CE25-35CA-8412A1E2B775}"/>
                </a:ext>
              </a:extLst>
            </p:cNvPr>
            <p:cNvSpPr txBox="1"/>
            <p:nvPr/>
          </p:nvSpPr>
          <p:spPr>
            <a:xfrm>
              <a:off x="4702337" y="5026397"/>
              <a:ext cx="28341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/>
                <a:t>ON/OFF</a:t>
              </a:r>
              <a:endParaRPr lang="ko-KR" altLang="en-US" sz="600" dirty="0"/>
            </a:p>
          </p:txBody>
        </p:sp>
        <p:sp>
          <p:nvSpPr>
            <p:cNvPr id="2834" name="TextBox 2833">
              <a:extLst>
                <a:ext uri="{FF2B5EF4-FFF2-40B4-BE49-F238E27FC236}">
                  <a16:creationId xmlns:a16="http://schemas.microsoft.com/office/drawing/2014/main" id="{3FF64C73-B1BC-27E7-2C7F-5F8ABA415F72}"/>
                </a:ext>
              </a:extLst>
            </p:cNvPr>
            <p:cNvSpPr txBox="1"/>
            <p:nvPr/>
          </p:nvSpPr>
          <p:spPr>
            <a:xfrm>
              <a:off x="5010875" y="4933321"/>
              <a:ext cx="32927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HV_OUT</a:t>
              </a:r>
              <a:endParaRPr lang="ko-KR" altLang="en-US" sz="600" dirty="0"/>
            </a:p>
          </p:txBody>
        </p:sp>
        <p:sp>
          <p:nvSpPr>
            <p:cNvPr id="2835" name="TextBox 2834">
              <a:extLst>
                <a:ext uri="{FF2B5EF4-FFF2-40B4-BE49-F238E27FC236}">
                  <a16:creationId xmlns:a16="http://schemas.microsoft.com/office/drawing/2014/main" id="{D493AC55-39D0-1C25-F394-29A067B6A5A7}"/>
                </a:ext>
              </a:extLst>
            </p:cNvPr>
            <p:cNvSpPr txBox="1"/>
            <p:nvPr/>
          </p:nvSpPr>
          <p:spPr>
            <a:xfrm>
              <a:off x="5016042" y="5120502"/>
              <a:ext cx="33794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/>
                <a:t>HV_MON</a:t>
              </a:r>
              <a:endParaRPr lang="ko-KR" altLang="en-US" sz="600" dirty="0"/>
            </a:p>
          </p:txBody>
        </p:sp>
        <p:sp>
          <p:nvSpPr>
            <p:cNvPr id="2836" name="TextBox 2835">
              <a:extLst>
                <a:ext uri="{FF2B5EF4-FFF2-40B4-BE49-F238E27FC236}">
                  <a16:creationId xmlns:a16="http://schemas.microsoft.com/office/drawing/2014/main" id="{C5D47452-BB84-488C-3904-073F3C6B6287}"/>
                </a:ext>
              </a:extLst>
            </p:cNvPr>
            <p:cNvSpPr txBox="1"/>
            <p:nvPr/>
          </p:nvSpPr>
          <p:spPr>
            <a:xfrm>
              <a:off x="4711833" y="4933963"/>
              <a:ext cx="17057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 err="1"/>
                <a:t>Vcc</a:t>
              </a:r>
              <a:endParaRPr lang="ko-KR" altLang="en-US" sz="600" dirty="0"/>
            </a:p>
          </p:txBody>
        </p:sp>
        <p:sp>
          <p:nvSpPr>
            <p:cNvPr id="2838" name="TextBox 2837">
              <a:extLst>
                <a:ext uri="{FF2B5EF4-FFF2-40B4-BE49-F238E27FC236}">
                  <a16:creationId xmlns:a16="http://schemas.microsoft.com/office/drawing/2014/main" id="{82048A57-7024-D75D-2939-0FB34D8207EB}"/>
                </a:ext>
              </a:extLst>
            </p:cNvPr>
            <p:cNvSpPr txBox="1"/>
            <p:nvPr/>
          </p:nvSpPr>
          <p:spPr>
            <a:xfrm>
              <a:off x="4711945" y="5123890"/>
              <a:ext cx="22524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 err="1"/>
                <a:t>Vcont</a:t>
              </a:r>
              <a:endParaRPr lang="ko-KR" altLang="en-US" sz="600" dirty="0"/>
            </a:p>
          </p:txBody>
        </p:sp>
      </p:grpSp>
      <p:cxnSp>
        <p:nvCxnSpPr>
          <p:cNvPr id="2843" name="직선 연결선 2842">
            <a:extLst>
              <a:ext uri="{FF2B5EF4-FFF2-40B4-BE49-F238E27FC236}">
                <a16:creationId xmlns:a16="http://schemas.microsoft.com/office/drawing/2014/main" id="{971BD7C1-A6B9-A2FD-B72A-3E9716F48426}"/>
              </a:ext>
            </a:extLst>
          </p:cNvPr>
          <p:cNvCxnSpPr>
            <a:cxnSpLocks/>
          </p:cNvCxnSpPr>
          <p:nvPr/>
        </p:nvCxnSpPr>
        <p:spPr>
          <a:xfrm>
            <a:off x="4182769" y="4159747"/>
            <a:ext cx="1530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4" name="직선 연결선 2843">
            <a:extLst>
              <a:ext uri="{FF2B5EF4-FFF2-40B4-BE49-F238E27FC236}">
                <a16:creationId xmlns:a16="http://schemas.microsoft.com/office/drawing/2014/main" id="{79A4FBDC-B2A1-485A-C8E7-F57E6112E4F1}"/>
              </a:ext>
            </a:extLst>
          </p:cNvPr>
          <p:cNvCxnSpPr>
            <a:cxnSpLocks/>
          </p:cNvCxnSpPr>
          <p:nvPr/>
        </p:nvCxnSpPr>
        <p:spPr>
          <a:xfrm>
            <a:off x="4190865" y="4258445"/>
            <a:ext cx="146558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5" name="TextBox 2844">
            <a:extLst>
              <a:ext uri="{FF2B5EF4-FFF2-40B4-BE49-F238E27FC236}">
                <a16:creationId xmlns:a16="http://schemas.microsoft.com/office/drawing/2014/main" id="{BC5D323F-DB13-A597-5EEC-E68C4AE2B8FA}"/>
              </a:ext>
            </a:extLst>
          </p:cNvPr>
          <p:cNvSpPr txBox="1"/>
          <p:nvPr/>
        </p:nvSpPr>
        <p:spPr>
          <a:xfrm>
            <a:off x="3968360" y="4112405"/>
            <a:ext cx="2420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P12V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2846" name="TextBox 2845">
            <a:extLst>
              <a:ext uri="{FF2B5EF4-FFF2-40B4-BE49-F238E27FC236}">
                <a16:creationId xmlns:a16="http://schemas.microsoft.com/office/drawing/2014/main" id="{A8FBD451-D406-5497-F55E-1991D37B8B7A}"/>
              </a:ext>
            </a:extLst>
          </p:cNvPr>
          <p:cNvSpPr txBox="1"/>
          <p:nvPr/>
        </p:nvSpPr>
        <p:spPr>
          <a:xfrm>
            <a:off x="3733664" y="4212705"/>
            <a:ext cx="44790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SEM_ONOFF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2850" name="직선 연결선 2849">
            <a:extLst>
              <a:ext uri="{FF2B5EF4-FFF2-40B4-BE49-F238E27FC236}">
                <a16:creationId xmlns:a16="http://schemas.microsoft.com/office/drawing/2014/main" id="{804BFB42-1FC6-3411-3A7E-9F3F9C45517C}"/>
              </a:ext>
            </a:extLst>
          </p:cNvPr>
          <p:cNvCxnSpPr>
            <a:cxnSpLocks/>
          </p:cNvCxnSpPr>
          <p:nvPr/>
        </p:nvCxnSpPr>
        <p:spPr>
          <a:xfrm>
            <a:off x="3435350" y="4542096"/>
            <a:ext cx="16390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2" name="직선 연결선 2851">
            <a:extLst>
              <a:ext uri="{FF2B5EF4-FFF2-40B4-BE49-F238E27FC236}">
                <a16:creationId xmlns:a16="http://schemas.microsoft.com/office/drawing/2014/main" id="{375ACB4E-88A4-2407-6CF0-02017B2D0E55}"/>
              </a:ext>
            </a:extLst>
          </p:cNvPr>
          <p:cNvCxnSpPr>
            <a:cxnSpLocks/>
          </p:cNvCxnSpPr>
          <p:nvPr/>
        </p:nvCxnSpPr>
        <p:spPr>
          <a:xfrm>
            <a:off x="3440042" y="4159817"/>
            <a:ext cx="0" cy="3822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7" name="직선 연결선 2866">
            <a:extLst>
              <a:ext uri="{FF2B5EF4-FFF2-40B4-BE49-F238E27FC236}">
                <a16:creationId xmlns:a16="http://schemas.microsoft.com/office/drawing/2014/main" id="{87651338-DC1C-EFFA-7247-F3569DB05DCB}"/>
              </a:ext>
            </a:extLst>
          </p:cNvPr>
          <p:cNvCxnSpPr>
            <a:cxnSpLocks/>
          </p:cNvCxnSpPr>
          <p:nvPr/>
        </p:nvCxnSpPr>
        <p:spPr>
          <a:xfrm>
            <a:off x="5003800" y="4176518"/>
            <a:ext cx="19542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4" name="TextBox 1503">
            <a:extLst>
              <a:ext uri="{FF2B5EF4-FFF2-40B4-BE49-F238E27FC236}">
                <a16:creationId xmlns:a16="http://schemas.microsoft.com/office/drawing/2014/main" id="{F6536EB6-06F6-76F1-DBE5-85CF2E98B481}"/>
              </a:ext>
            </a:extLst>
          </p:cNvPr>
          <p:cNvSpPr txBox="1"/>
          <p:nvPr/>
        </p:nvSpPr>
        <p:spPr>
          <a:xfrm>
            <a:off x="4629094" y="4233609"/>
            <a:ext cx="3292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-1000V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8FE2B87-4B5F-D913-7FAF-9A8CADC4F366}"/>
              </a:ext>
            </a:extLst>
          </p:cNvPr>
          <p:cNvSpPr txBox="1"/>
          <p:nvPr/>
        </p:nvSpPr>
        <p:spPr>
          <a:xfrm rot="16200000">
            <a:off x="6874762" y="2368931"/>
            <a:ext cx="1635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0070C0"/>
                </a:solidFill>
              </a:rPr>
              <a:t>WH</a:t>
            </a:r>
            <a:endParaRPr lang="ko-KR" altLang="en-US" sz="600" b="1" dirty="0">
              <a:solidFill>
                <a:srgbClr val="0070C0"/>
              </a:solidFill>
            </a:endParaRPr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BFCC8D05-7D27-9C86-1F1F-631A8E1AA98F}"/>
              </a:ext>
            </a:extLst>
          </p:cNvPr>
          <p:cNvCxnSpPr>
            <a:cxnSpLocks/>
          </p:cNvCxnSpPr>
          <p:nvPr/>
        </p:nvCxnSpPr>
        <p:spPr>
          <a:xfrm flipV="1">
            <a:off x="8441657" y="5130811"/>
            <a:ext cx="0" cy="7723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타원 147">
            <a:extLst>
              <a:ext uri="{FF2B5EF4-FFF2-40B4-BE49-F238E27FC236}">
                <a16:creationId xmlns:a16="http://schemas.microsoft.com/office/drawing/2014/main" id="{33DAFD33-C0A7-303A-CCCB-EE1A044A1A6E}"/>
              </a:ext>
            </a:extLst>
          </p:cNvPr>
          <p:cNvSpPr>
            <a:spLocks noChangeAspect="1"/>
          </p:cNvSpPr>
          <p:nvPr/>
        </p:nvSpPr>
        <p:spPr>
          <a:xfrm>
            <a:off x="8424197" y="5187905"/>
            <a:ext cx="34919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B243C77-A59F-5C5B-5B49-675645A0CE50}"/>
              </a:ext>
            </a:extLst>
          </p:cNvPr>
          <p:cNvSpPr txBox="1"/>
          <p:nvPr/>
        </p:nvSpPr>
        <p:spPr>
          <a:xfrm>
            <a:off x="4001564" y="2292092"/>
            <a:ext cx="103824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solidFill>
                  <a:srgbClr val="FF0000"/>
                </a:solidFill>
              </a:rPr>
              <a:t>connection check required</a:t>
            </a:r>
            <a:endParaRPr lang="ko-KR" altLang="en-US" sz="600" b="1" dirty="0">
              <a:solidFill>
                <a:srgbClr val="FF0000"/>
              </a:solidFill>
            </a:endParaRPr>
          </a:p>
        </p:txBody>
      </p:sp>
      <p:cxnSp>
        <p:nvCxnSpPr>
          <p:cNvPr id="161" name="직선 화살표 연결선 160">
            <a:extLst>
              <a:ext uri="{FF2B5EF4-FFF2-40B4-BE49-F238E27FC236}">
                <a16:creationId xmlns:a16="http://schemas.microsoft.com/office/drawing/2014/main" id="{D1DE1CC1-FEB6-56A4-BB63-9FD19020C0D6}"/>
              </a:ext>
            </a:extLst>
          </p:cNvPr>
          <p:cNvCxnSpPr>
            <a:cxnSpLocks/>
          </p:cNvCxnSpPr>
          <p:nvPr/>
        </p:nvCxnSpPr>
        <p:spPr>
          <a:xfrm flipV="1">
            <a:off x="6581203" y="2672731"/>
            <a:ext cx="0" cy="21736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602E3D83-9074-B516-7233-ACC9E0CB6A4E}"/>
              </a:ext>
            </a:extLst>
          </p:cNvPr>
          <p:cNvCxnSpPr>
            <a:cxnSpLocks/>
          </p:cNvCxnSpPr>
          <p:nvPr/>
        </p:nvCxnSpPr>
        <p:spPr>
          <a:xfrm flipH="1">
            <a:off x="3250406" y="2883646"/>
            <a:ext cx="3333750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7D8A1C00-AE96-7581-D54B-A695B7B70FD5}"/>
              </a:ext>
            </a:extLst>
          </p:cNvPr>
          <p:cNvCxnSpPr>
            <a:cxnSpLocks/>
          </p:cNvCxnSpPr>
          <p:nvPr/>
        </p:nvCxnSpPr>
        <p:spPr>
          <a:xfrm>
            <a:off x="3273190" y="1689091"/>
            <a:ext cx="0" cy="1194319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8F2218D1-BA4C-FBE9-135B-5E73870C77F7}"/>
              </a:ext>
            </a:extLst>
          </p:cNvPr>
          <p:cNvCxnSpPr>
            <a:cxnSpLocks/>
          </p:cNvCxnSpPr>
          <p:nvPr/>
        </p:nvCxnSpPr>
        <p:spPr>
          <a:xfrm flipH="1">
            <a:off x="2987641" y="1693021"/>
            <a:ext cx="292692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6A041F72-5799-B843-B940-0609CB8FFE19}"/>
              </a:ext>
            </a:extLst>
          </p:cNvPr>
          <p:cNvSpPr txBox="1"/>
          <p:nvPr/>
        </p:nvSpPr>
        <p:spPr>
          <a:xfrm>
            <a:off x="2602154" y="3744027"/>
            <a:ext cx="30751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int</a:t>
            </a:r>
            <a:r>
              <a:rPr lang="ko-KR" altLang="en-US" sz="600" dirty="0">
                <a:solidFill>
                  <a:srgbClr val="FF0000"/>
                </a:solidFill>
              </a:rPr>
              <a:t> </a:t>
            </a:r>
            <a:r>
              <a:rPr lang="en-US" altLang="ko-KR" sz="600" dirty="0">
                <a:solidFill>
                  <a:srgbClr val="FF0000"/>
                </a:solidFill>
              </a:rPr>
              <a:t>REF</a:t>
            </a:r>
          </a:p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=4.096V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4B773B58-575E-FC3E-C521-068B91DA47B8}"/>
              </a:ext>
            </a:extLst>
          </p:cNvPr>
          <p:cNvSpPr txBox="1"/>
          <p:nvPr/>
        </p:nvSpPr>
        <p:spPr>
          <a:xfrm>
            <a:off x="2077496" y="3508511"/>
            <a:ext cx="2420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x0.4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36B2B2CA-23C3-394C-CA85-93670B418017}"/>
              </a:ext>
            </a:extLst>
          </p:cNvPr>
          <p:cNvSpPr txBox="1"/>
          <p:nvPr/>
        </p:nvSpPr>
        <p:spPr>
          <a:xfrm>
            <a:off x="2076767" y="3434354"/>
            <a:ext cx="2420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x0.8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27ABCEB7-0299-E968-2DEF-FEB4F53291C4}"/>
              </a:ext>
            </a:extLst>
          </p:cNvPr>
          <p:cNvSpPr txBox="1"/>
          <p:nvPr/>
        </p:nvSpPr>
        <p:spPr>
          <a:xfrm>
            <a:off x="2079590" y="3581407"/>
            <a:ext cx="2420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x0.8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2A172165-9198-1FEF-0BD3-35804557564D}"/>
              </a:ext>
            </a:extLst>
          </p:cNvPr>
          <p:cNvGrpSpPr/>
          <p:nvPr/>
        </p:nvGrpSpPr>
        <p:grpSpPr>
          <a:xfrm>
            <a:off x="397669" y="5299224"/>
            <a:ext cx="523875" cy="196701"/>
            <a:chOff x="397669" y="5299224"/>
            <a:chExt cx="523875" cy="196701"/>
          </a:xfrm>
        </p:grpSpPr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903B5A3B-40E4-52F0-249C-8E55A3958927}"/>
                </a:ext>
              </a:extLst>
            </p:cNvPr>
            <p:cNvCxnSpPr>
              <a:cxnSpLocks/>
            </p:cNvCxnSpPr>
            <p:nvPr/>
          </p:nvCxnSpPr>
          <p:spPr>
            <a:xfrm>
              <a:off x="397669" y="5402059"/>
              <a:ext cx="523875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직선 연결선 178">
              <a:extLst>
                <a:ext uri="{FF2B5EF4-FFF2-40B4-BE49-F238E27FC236}">
                  <a16:creationId xmlns:a16="http://schemas.microsoft.com/office/drawing/2014/main" id="{8C11F76A-5084-F930-2E23-3312CB4239F0}"/>
                </a:ext>
              </a:extLst>
            </p:cNvPr>
            <p:cNvCxnSpPr>
              <a:cxnSpLocks/>
            </p:cNvCxnSpPr>
            <p:nvPr/>
          </p:nvCxnSpPr>
          <p:spPr>
            <a:xfrm>
              <a:off x="409574" y="5392535"/>
              <a:ext cx="0" cy="101009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직선 연결선 181">
              <a:extLst>
                <a:ext uri="{FF2B5EF4-FFF2-40B4-BE49-F238E27FC236}">
                  <a16:creationId xmlns:a16="http://schemas.microsoft.com/office/drawing/2014/main" id="{1B8D6ABB-E31B-733E-05F8-F39C4C852850}"/>
                </a:ext>
              </a:extLst>
            </p:cNvPr>
            <p:cNvCxnSpPr>
              <a:cxnSpLocks/>
            </p:cNvCxnSpPr>
            <p:nvPr/>
          </p:nvCxnSpPr>
          <p:spPr>
            <a:xfrm>
              <a:off x="909637" y="5394916"/>
              <a:ext cx="0" cy="101009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8F09740F-673E-7779-801F-336464FCBCE8}"/>
                </a:ext>
              </a:extLst>
            </p:cNvPr>
            <p:cNvSpPr txBox="1"/>
            <p:nvPr/>
          </p:nvSpPr>
          <p:spPr>
            <a:xfrm>
              <a:off x="467730" y="5299224"/>
              <a:ext cx="39428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solidFill>
                    <a:srgbClr val="0070C0"/>
                  </a:solidFill>
                </a:rPr>
                <a:t>Chassis</a:t>
              </a:r>
              <a:endParaRPr lang="ko-KR" altLang="en-US" sz="600" b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A740D3ED-3C13-B452-E9B8-FF4EB3E9306B}"/>
              </a:ext>
            </a:extLst>
          </p:cNvPr>
          <p:cNvSpPr txBox="1"/>
          <p:nvPr/>
        </p:nvSpPr>
        <p:spPr>
          <a:xfrm>
            <a:off x="2080663" y="3656750"/>
            <a:ext cx="2420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solidFill>
                  <a:srgbClr val="FF0000"/>
                </a:solidFill>
              </a:rPr>
              <a:t>x0.4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cxnSp>
        <p:nvCxnSpPr>
          <p:cNvPr id="2903" name="직선 연결선 2902">
            <a:extLst>
              <a:ext uri="{FF2B5EF4-FFF2-40B4-BE49-F238E27FC236}">
                <a16:creationId xmlns:a16="http://schemas.microsoft.com/office/drawing/2014/main" id="{C94B6AC0-EA8E-77C8-765C-F6B20B1417D5}"/>
              </a:ext>
            </a:extLst>
          </p:cNvPr>
          <p:cNvCxnSpPr>
            <a:cxnSpLocks/>
          </p:cNvCxnSpPr>
          <p:nvPr/>
        </p:nvCxnSpPr>
        <p:spPr>
          <a:xfrm>
            <a:off x="11832331" y="1164441"/>
            <a:ext cx="0" cy="352617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5" name="직선 연결선 2904">
            <a:extLst>
              <a:ext uri="{FF2B5EF4-FFF2-40B4-BE49-F238E27FC236}">
                <a16:creationId xmlns:a16="http://schemas.microsoft.com/office/drawing/2014/main" id="{B55E6028-DDF2-E290-5469-F6F23078926E}"/>
              </a:ext>
            </a:extLst>
          </p:cNvPr>
          <p:cNvCxnSpPr>
            <a:cxnSpLocks/>
          </p:cNvCxnSpPr>
          <p:nvPr/>
        </p:nvCxnSpPr>
        <p:spPr>
          <a:xfrm>
            <a:off x="11768137" y="1159871"/>
            <a:ext cx="69057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7" name="TextBox 2926">
            <a:extLst>
              <a:ext uri="{FF2B5EF4-FFF2-40B4-BE49-F238E27FC236}">
                <a16:creationId xmlns:a16="http://schemas.microsoft.com/office/drawing/2014/main" id="{483B3554-762A-BC2F-ACFB-64068777D101}"/>
              </a:ext>
            </a:extLst>
          </p:cNvPr>
          <p:cNvSpPr txBox="1"/>
          <p:nvPr/>
        </p:nvSpPr>
        <p:spPr>
          <a:xfrm>
            <a:off x="10816976" y="3697413"/>
            <a:ext cx="84914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/>
              <a:t>SSR : EL100D10-24N</a:t>
            </a:r>
            <a:endParaRPr lang="ko-KR" altLang="en-US" sz="600" b="1" dirty="0"/>
          </a:p>
        </p:txBody>
      </p:sp>
      <p:sp>
        <p:nvSpPr>
          <p:cNvPr id="2929" name="직사각형 2928">
            <a:extLst>
              <a:ext uri="{FF2B5EF4-FFF2-40B4-BE49-F238E27FC236}">
                <a16:creationId xmlns:a16="http://schemas.microsoft.com/office/drawing/2014/main" id="{CD9496D0-CD06-8D0B-ABE7-BE2664F3D3AA}"/>
              </a:ext>
            </a:extLst>
          </p:cNvPr>
          <p:cNvSpPr/>
          <p:nvPr/>
        </p:nvSpPr>
        <p:spPr>
          <a:xfrm>
            <a:off x="10631734" y="3122206"/>
            <a:ext cx="1307851" cy="498849"/>
          </a:xfrm>
          <a:prstGeom prst="rect">
            <a:avLst/>
          </a:prstGeom>
          <a:noFill/>
          <a:ln>
            <a:solidFill>
              <a:srgbClr val="0070C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A85571F-DE3B-DAD6-1362-BB9BB96BEAAC}"/>
              </a:ext>
            </a:extLst>
          </p:cNvPr>
          <p:cNvCxnSpPr>
            <a:cxnSpLocks/>
          </p:cNvCxnSpPr>
          <p:nvPr/>
        </p:nvCxnSpPr>
        <p:spPr>
          <a:xfrm>
            <a:off x="9020697" y="3311095"/>
            <a:ext cx="12017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D9BFD99-3ABA-1851-49E9-3EF51DAA46E9}"/>
              </a:ext>
            </a:extLst>
          </p:cNvPr>
          <p:cNvCxnSpPr>
            <a:cxnSpLocks/>
          </p:cNvCxnSpPr>
          <p:nvPr/>
        </p:nvCxnSpPr>
        <p:spPr>
          <a:xfrm>
            <a:off x="9015934" y="3382532"/>
            <a:ext cx="120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6F7C7A5-E2DF-4F38-D3F7-4002C81FFD8F}"/>
              </a:ext>
            </a:extLst>
          </p:cNvPr>
          <p:cNvCxnSpPr>
            <a:cxnSpLocks/>
          </p:cNvCxnSpPr>
          <p:nvPr/>
        </p:nvCxnSpPr>
        <p:spPr>
          <a:xfrm>
            <a:off x="9025459" y="3453969"/>
            <a:ext cx="1196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AC39669-24F1-C297-8271-EABC3CA7CC1F}"/>
              </a:ext>
            </a:extLst>
          </p:cNvPr>
          <p:cNvCxnSpPr>
            <a:cxnSpLocks/>
          </p:cNvCxnSpPr>
          <p:nvPr/>
        </p:nvCxnSpPr>
        <p:spPr>
          <a:xfrm>
            <a:off x="9025459" y="3523025"/>
            <a:ext cx="1196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87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7A94D-8535-2C60-FFB6-6CC1BA5F3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5" name="직선 연결선 794">
            <a:extLst>
              <a:ext uri="{FF2B5EF4-FFF2-40B4-BE49-F238E27FC236}">
                <a16:creationId xmlns:a16="http://schemas.microsoft.com/office/drawing/2014/main" id="{A5656879-C6E4-4270-30E9-F7BE247F4E10}"/>
              </a:ext>
            </a:extLst>
          </p:cNvPr>
          <p:cNvCxnSpPr>
            <a:cxnSpLocks/>
          </p:cNvCxnSpPr>
          <p:nvPr/>
        </p:nvCxnSpPr>
        <p:spPr>
          <a:xfrm>
            <a:off x="6814998" y="2028248"/>
            <a:ext cx="0" cy="6140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4" name="그룹 583">
            <a:extLst>
              <a:ext uri="{FF2B5EF4-FFF2-40B4-BE49-F238E27FC236}">
                <a16:creationId xmlns:a16="http://schemas.microsoft.com/office/drawing/2014/main" id="{D9C2A88B-AB81-E49C-889D-26A913B8A4C3}"/>
              </a:ext>
            </a:extLst>
          </p:cNvPr>
          <p:cNvGrpSpPr/>
          <p:nvPr/>
        </p:nvGrpSpPr>
        <p:grpSpPr>
          <a:xfrm>
            <a:off x="3213386" y="5886521"/>
            <a:ext cx="174762" cy="566798"/>
            <a:chOff x="8089096" y="4298946"/>
            <a:chExt cx="174762" cy="566798"/>
          </a:xfrm>
        </p:grpSpPr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F6C55462-53EF-C453-2473-4B036B006FBA}"/>
                </a:ext>
              </a:extLst>
            </p:cNvPr>
            <p:cNvSpPr/>
            <p:nvPr/>
          </p:nvSpPr>
          <p:spPr>
            <a:xfrm>
              <a:off x="8089096" y="4298946"/>
              <a:ext cx="174762" cy="56679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0" name="타원 579">
              <a:extLst>
                <a:ext uri="{FF2B5EF4-FFF2-40B4-BE49-F238E27FC236}">
                  <a16:creationId xmlns:a16="http://schemas.microsoft.com/office/drawing/2014/main" id="{34EF73AF-72EC-3211-A89E-C252372C5E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37984" y="4341150"/>
              <a:ext cx="72000" cy="7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81" name="타원 580">
              <a:extLst>
                <a:ext uri="{FF2B5EF4-FFF2-40B4-BE49-F238E27FC236}">
                  <a16:creationId xmlns:a16="http://schemas.microsoft.com/office/drawing/2014/main" id="{FBD3035B-4B50-CA51-79D0-38CE28D8E2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37984" y="4480222"/>
              <a:ext cx="72000" cy="7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82" name="타원 581">
              <a:extLst>
                <a:ext uri="{FF2B5EF4-FFF2-40B4-BE49-F238E27FC236}">
                  <a16:creationId xmlns:a16="http://schemas.microsoft.com/office/drawing/2014/main" id="{F1ACA1F7-213B-0501-0F61-556A03B4F4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37012" y="4610635"/>
              <a:ext cx="72000" cy="7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83" name="타원 582">
              <a:extLst>
                <a:ext uri="{FF2B5EF4-FFF2-40B4-BE49-F238E27FC236}">
                  <a16:creationId xmlns:a16="http://schemas.microsoft.com/office/drawing/2014/main" id="{68F24128-7E37-A090-3CF7-4021AC2027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37984" y="4736397"/>
              <a:ext cx="72000" cy="7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FBCCDFD-BCE3-ADEB-94B8-5168CAF5C506}"/>
              </a:ext>
            </a:extLst>
          </p:cNvPr>
          <p:cNvSpPr txBox="1"/>
          <p:nvPr/>
        </p:nvSpPr>
        <p:spPr>
          <a:xfrm>
            <a:off x="278374" y="4607"/>
            <a:ext cx="6771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b="1" dirty="0"/>
              <a:t>CB3 PS(power supply) rev 03 Block Diagram</a:t>
            </a:r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197C175-B4D7-1AE5-0AD1-71F589865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370" y="1428223"/>
            <a:ext cx="1100138" cy="13886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5348CF-0B7E-18B8-8DA6-2593A85855C2}"/>
              </a:ext>
            </a:extLst>
          </p:cNvPr>
          <p:cNvSpPr txBox="1"/>
          <p:nvPr/>
        </p:nvSpPr>
        <p:spPr>
          <a:xfrm>
            <a:off x="1312571" y="2765246"/>
            <a:ext cx="93662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1" dirty="0">
                <a:latin typeface="+mn-ea"/>
              </a:rPr>
              <a:t>LTC4365</a:t>
            </a:r>
          </a:p>
          <a:p>
            <a:r>
              <a:rPr lang="en-US" altLang="ko-KR" sz="800" dirty="0">
                <a:latin typeface="+mn-ea"/>
              </a:rPr>
              <a:t>power protection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8F8CC2A-C780-7947-458C-24E41E9E6CAF}"/>
              </a:ext>
            </a:extLst>
          </p:cNvPr>
          <p:cNvCxnSpPr>
            <a:cxnSpLocks/>
          </p:cNvCxnSpPr>
          <p:nvPr/>
        </p:nvCxnSpPr>
        <p:spPr>
          <a:xfrm>
            <a:off x="886383" y="1535144"/>
            <a:ext cx="2220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070CD4E-9E13-16FA-4235-417F844721DF}"/>
              </a:ext>
            </a:extLst>
          </p:cNvPr>
          <p:cNvSpPr txBox="1"/>
          <p:nvPr/>
        </p:nvSpPr>
        <p:spPr>
          <a:xfrm>
            <a:off x="503160" y="1470612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24VIN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406190-0540-DDD9-DDFD-72D1E252FA9B}"/>
              </a:ext>
            </a:extLst>
          </p:cNvPr>
          <p:cNvSpPr txBox="1"/>
          <p:nvPr/>
        </p:nvSpPr>
        <p:spPr>
          <a:xfrm>
            <a:off x="1532812" y="1198170"/>
            <a:ext cx="93662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1" dirty="0">
                <a:latin typeface="+mn-ea"/>
              </a:rPr>
              <a:t>Si7370</a:t>
            </a:r>
          </a:p>
          <a:p>
            <a:r>
              <a:rPr lang="en-US" altLang="ko-KR" sz="800" dirty="0">
                <a:latin typeface="+mn-ea"/>
              </a:rPr>
              <a:t>N </a:t>
            </a:r>
            <a:r>
              <a:rPr lang="en-US" altLang="ko-KR" sz="800" dirty="0" err="1">
                <a:latin typeface="+mn-ea"/>
              </a:rPr>
              <a:t>ch</a:t>
            </a:r>
            <a:r>
              <a:rPr lang="en-US" altLang="ko-KR" sz="800" dirty="0">
                <a:latin typeface="+mn-ea"/>
              </a:rPr>
              <a:t> MOSFET(60V)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4DBFD7E-F3CA-5DEA-ADC1-B744E15B2A06}"/>
              </a:ext>
            </a:extLst>
          </p:cNvPr>
          <p:cNvSpPr/>
          <p:nvPr/>
        </p:nvSpPr>
        <p:spPr>
          <a:xfrm>
            <a:off x="4776253" y="3714150"/>
            <a:ext cx="900000" cy="36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LTM8026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(DCDC module)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inductor + FET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7C2E24-17B9-265E-734E-E5FDB3FAEF1F}"/>
              </a:ext>
            </a:extLst>
          </p:cNvPr>
          <p:cNvSpPr txBox="1"/>
          <p:nvPr/>
        </p:nvSpPr>
        <p:spPr>
          <a:xfrm>
            <a:off x="5744630" y="3759690"/>
            <a:ext cx="28154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+20V</a:t>
            </a:r>
            <a:endParaRPr lang="ko-KR" altLang="en-US" sz="800" dirty="0">
              <a:latin typeface="+mn-ea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F03FA06-90EE-67C3-8BFB-7211D722843B}"/>
              </a:ext>
            </a:extLst>
          </p:cNvPr>
          <p:cNvSpPr/>
          <p:nvPr/>
        </p:nvSpPr>
        <p:spPr>
          <a:xfrm>
            <a:off x="4780066" y="952238"/>
            <a:ext cx="900000" cy="36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LTC7149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(DCDC)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+ FET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8667C27-F573-3A6F-E899-54A91E84D2FA}"/>
              </a:ext>
            </a:extLst>
          </p:cNvPr>
          <p:cNvSpPr txBox="1"/>
          <p:nvPr/>
        </p:nvSpPr>
        <p:spPr>
          <a:xfrm>
            <a:off x="5802342" y="1050706"/>
            <a:ext cx="244484" cy="123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-20V</a:t>
            </a:r>
            <a:endParaRPr lang="ko-KR" altLang="en-US" sz="800" dirty="0">
              <a:latin typeface="+mn-ea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5B32D6C-1CA8-D238-35E3-11DB2D1CFB8A}"/>
              </a:ext>
            </a:extLst>
          </p:cNvPr>
          <p:cNvSpPr/>
          <p:nvPr/>
        </p:nvSpPr>
        <p:spPr>
          <a:xfrm>
            <a:off x="4776253" y="3103206"/>
            <a:ext cx="9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LTM8065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(DCDC module)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inductor + FET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C2A785-AAD6-8E78-ACDC-D5920361E5C0}"/>
              </a:ext>
            </a:extLst>
          </p:cNvPr>
          <p:cNvSpPr txBox="1"/>
          <p:nvPr/>
        </p:nvSpPr>
        <p:spPr>
          <a:xfrm>
            <a:off x="5745358" y="3140081"/>
            <a:ext cx="28154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+10V</a:t>
            </a:r>
            <a:endParaRPr lang="ko-KR" altLang="en-US" sz="800" dirty="0">
              <a:latin typeface="+mn-ea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E0297694-DFB9-9CC3-2A22-74A337295E8C}"/>
              </a:ext>
            </a:extLst>
          </p:cNvPr>
          <p:cNvSpPr/>
          <p:nvPr/>
        </p:nvSpPr>
        <p:spPr>
          <a:xfrm>
            <a:off x="4777886" y="1354870"/>
            <a:ext cx="9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LTM8065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(DCDC module)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inductor + FET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010749B-3DDE-ECEA-3F4C-9788800F397D}"/>
              </a:ext>
            </a:extLst>
          </p:cNvPr>
          <p:cNvSpPr txBox="1"/>
          <p:nvPr/>
        </p:nvSpPr>
        <p:spPr>
          <a:xfrm>
            <a:off x="5792789" y="1441533"/>
            <a:ext cx="27191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-10V</a:t>
            </a:r>
            <a:endParaRPr lang="ko-KR" altLang="en-US" sz="800" dirty="0">
              <a:latin typeface="+mn-ea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58B1BB5-E7E3-75F0-FC55-1F7A0E3D764E}"/>
              </a:ext>
            </a:extLst>
          </p:cNvPr>
          <p:cNvSpPr/>
          <p:nvPr/>
        </p:nvSpPr>
        <p:spPr>
          <a:xfrm>
            <a:off x="4776253" y="4317672"/>
            <a:ext cx="9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LTM8065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(DCDC module)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inductor + FET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99CA081-8B29-F849-7132-BDE4E8859A64}"/>
              </a:ext>
            </a:extLst>
          </p:cNvPr>
          <p:cNvSpPr txBox="1"/>
          <p:nvPr/>
        </p:nvSpPr>
        <p:spPr>
          <a:xfrm>
            <a:off x="5737213" y="4374561"/>
            <a:ext cx="31011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+7.5V</a:t>
            </a:r>
            <a:endParaRPr lang="ko-KR" altLang="en-US" sz="800" dirty="0">
              <a:latin typeface="+mn-ea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07C7A460-A1E3-7957-FD67-5A3377A2E513}"/>
              </a:ext>
            </a:extLst>
          </p:cNvPr>
          <p:cNvSpPr/>
          <p:nvPr/>
        </p:nvSpPr>
        <p:spPr>
          <a:xfrm>
            <a:off x="4779943" y="536605"/>
            <a:ext cx="9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LTM8065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(DCDC module)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inductor + FET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7622CEB-9D7A-14C3-D604-A46A0C0BEF5E}"/>
              </a:ext>
            </a:extLst>
          </p:cNvPr>
          <p:cNvSpPr txBox="1"/>
          <p:nvPr/>
        </p:nvSpPr>
        <p:spPr>
          <a:xfrm>
            <a:off x="5776961" y="619097"/>
            <a:ext cx="273078" cy="123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-7.5V</a:t>
            </a:r>
            <a:endParaRPr lang="ko-KR" altLang="en-US" sz="800" dirty="0">
              <a:latin typeface="+mn-ea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3D4B0154-CF75-1881-9DC3-790167725694}"/>
              </a:ext>
            </a:extLst>
          </p:cNvPr>
          <p:cNvSpPr/>
          <p:nvPr/>
        </p:nvSpPr>
        <p:spPr>
          <a:xfrm>
            <a:off x="4776253" y="2693625"/>
            <a:ext cx="900000" cy="36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TPSM53603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(DCDC module)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inductor + FET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24193A4-5904-8197-0348-644F598A18A0}"/>
              </a:ext>
            </a:extLst>
          </p:cNvPr>
          <p:cNvSpPr txBox="1"/>
          <p:nvPr/>
        </p:nvSpPr>
        <p:spPr>
          <a:xfrm>
            <a:off x="5745358" y="2787342"/>
            <a:ext cx="31012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+3.6V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08675BB0-6C89-849F-CDED-7073204A8604}"/>
              </a:ext>
            </a:extLst>
          </p:cNvPr>
          <p:cNvCxnSpPr>
            <a:cxnSpLocks/>
          </p:cNvCxnSpPr>
          <p:nvPr/>
        </p:nvCxnSpPr>
        <p:spPr>
          <a:xfrm>
            <a:off x="4363787" y="716605"/>
            <a:ext cx="0" cy="53460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E837FDF4-F235-45E2-2150-85C36B1771DC}"/>
              </a:ext>
            </a:extLst>
          </p:cNvPr>
          <p:cNvCxnSpPr>
            <a:cxnSpLocks/>
          </p:cNvCxnSpPr>
          <p:nvPr/>
        </p:nvCxnSpPr>
        <p:spPr>
          <a:xfrm>
            <a:off x="4367600" y="1124434"/>
            <a:ext cx="4124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CC13688B-6C55-AEBD-9438-58483813DA0F}"/>
              </a:ext>
            </a:extLst>
          </p:cNvPr>
          <p:cNvCxnSpPr>
            <a:cxnSpLocks/>
          </p:cNvCxnSpPr>
          <p:nvPr/>
        </p:nvCxnSpPr>
        <p:spPr>
          <a:xfrm>
            <a:off x="4365420" y="1532762"/>
            <a:ext cx="4124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94B29C3F-3E29-1027-B6DB-D3E0A34A4D61}"/>
              </a:ext>
            </a:extLst>
          </p:cNvPr>
          <p:cNvCxnSpPr>
            <a:cxnSpLocks/>
          </p:cNvCxnSpPr>
          <p:nvPr/>
        </p:nvCxnSpPr>
        <p:spPr>
          <a:xfrm>
            <a:off x="4367477" y="720847"/>
            <a:ext cx="4124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A53805B0-4CF8-FFD9-6849-89A21E91F83E}"/>
              </a:ext>
            </a:extLst>
          </p:cNvPr>
          <p:cNvCxnSpPr>
            <a:cxnSpLocks/>
          </p:cNvCxnSpPr>
          <p:nvPr/>
        </p:nvCxnSpPr>
        <p:spPr>
          <a:xfrm>
            <a:off x="2225386" y="1532168"/>
            <a:ext cx="21377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6B28D7DF-FC44-50A5-9F68-920673EBB2C7}"/>
              </a:ext>
            </a:extLst>
          </p:cNvPr>
          <p:cNvCxnSpPr>
            <a:cxnSpLocks/>
          </p:cNvCxnSpPr>
          <p:nvPr/>
        </p:nvCxnSpPr>
        <p:spPr>
          <a:xfrm>
            <a:off x="4363787" y="3280755"/>
            <a:ext cx="4124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11A08604-36C5-12DE-111A-29AAE5031E2F}"/>
              </a:ext>
            </a:extLst>
          </p:cNvPr>
          <p:cNvCxnSpPr>
            <a:cxnSpLocks/>
          </p:cNvCxnSpPr>
          <p:nvPr/>
        </p:nvCxnSpPr>
        <p:spPr>
          <a:xfrm>
            <a:off x="4365627" y="4498130"/>
            <a:ext cx="4124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6F121DD0-A144-5F76-0EC8-BED58A6B1A4D}"/>
              </a:ext>
            </a:extLst>
          </p:cNvPr>
          <p:cNvCxnSpPr>
            <a:cxnSpLocks/>
          </p:cNvCxnSpPr>
          <p:nvPr/>
        </p:nvCxnSpPr>
        <p:spPr>
          <a:xfrm>
            <a:off x="4363787" y="2935017"/>
            <a:ext cx="4124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타원 118">
            <a:extLst>
              <a:ext uri="{FF2B5EF4-FFF2-40B4-BE49-F238E27FC236}">
                <a16:creationId xmlns:a16="http://schemas.microsoft.com/office/drawing/2014/main" id="{F8D336CB-C5DA-A57C-42A9-C6EED2C913AF}"/>
              </a:ext>
            </a:extLst>
          </p:cNvPr>
          <p:cNvSpPr/>
          <p:nvPr/>
        </p:nvSpPr>
        <p:spPr>
          <a:xfrm>
            <a:off x="4342852" y="291215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14C906F9-5015-B5F2-916B-604203464485}"/>
              </a:ext>
            </a:extLst>
          </p:cNvPr>
          <p:cNvSpPr/>
          <p:nvPr/>
        </p:nvSpPr>
        <p:spPr>
          <a:xfrm>
            <a:off x="4342852" y="325781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28" name="타원 127">
            <a:extLst>
              <a:ext uri="{FF2B5EF4-FFF2-40B4-BE49-F238E27FC236}">
                <a16:creationId xmlns:a16="http://schemas.microsoft.com/office/drawing/2014/main" id="{CBF1E4CC-DBC2-063F-B7A5-6E156F4CC630}"/>
              </a:ext>
            </a:extLst>
          </p:cNvPr>
          <p:cNvSpPr/>
          <p:nvPr/>
        </p:nvSpPr>
        <p:spPr>
          <a:xfrm>
            <a:off x="4342559" y="150990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9C8C053F-C702-D3D2-1693-C84F4DEC131B}"/>
              </a:ext>
            </a:extLst>
          </p:cNvPr>
          <p:cNvSpPr/>
          <p:nvPr/>
        </p:nvSpPr>
        <p:spPr>
          <a:xfrm>
            <a:off x="4344739" y="110083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30" name="타원 129">
            <a:extLst>
              <a:ext uri="{FF2B5EF4-FFF2-40B4-BE49-F238E27FC236}">
                <a16:creationId xmlns:a16="http://schemas.microsoft.com/office/drawing/2014/main" id="{5D9B9CBC-F37B-F88F-FAAB-991432D25232}"/>
              </a:ext>
            </a:extLst>
          </p:cNvPr>
          <p:cNvSpPr/>
          <p:nvPr/>
        </p:nvSpPr>
        <p:spPr>
          <a:xfrm>
            <a:off x="4342852" y="388037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5746AF38-38AB-3FA5-5707-A57BCB1B5036}"/>
              </a:ext>
            </a:extLst>
          </p:cNvPr>
          <p:cNvSpPr/>
          <p:nvPr/>
        </p:nvSpPr>
        <p:spPr>
          <a:xfrm>
            <a:off x="4344692" y="447527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6D255CA1-1945-D343-9423-2FDE9A71F605}"/>
              </a:ext>
            </a:extLst>
          </p:cNvPr>
          <p:cNvSpPr/>
          <p:nvPr/>
        </p:nvSpPr>
        <p:spPr>
          <a:xfrm>
            <a:off x="4781885" y="5882634"/>
            <a:ext cx="900000" cy="360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IRS-5/10-Q12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(isolated DCDC)</a:t>
            </a:r>
          </a:p>
        </p:txBody>
      </p: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8D86530F-F48D-D0C9-8EAC-1D2BA17EFB99}"/>
              </a:ext>
            </a:extLst>
          </p:cNvPr>
          <p:cNvCxnSpPr>
            <a:cxnSpLocks/>
          </p:cNvCxnSpPr>
          <p:nvPr/>
        </p:nvCxnSpPr>
        <p:spPr>
          <a:xfrm>
            <a:off x="4369419" y="6068610"/>
            <a:ext cx="4124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B9D988BD-1689-8CF8-C6AF-6CD000247165}"/>
              </a:ext>
            </a:extLst>
          </p:cNvPr>
          <p:cNvCxnSpPr>
            <a:cxnSpLocks/>
          </p:cNvCxnSpPr>
          <p:nvPr/>
        </p:nvCxnSpPr>
        <p:spPr>
          <a:xfrm>
            <a:off x="1167370" y="6126243"/>
            <a:ext cx="15166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2" name="그룹 591">
            <a:extLst>
              <a:ext uri="{FF2B5EF4-FFF2-40B4-BE49-F238E27FC236}">
                <a16:creationId xmlns:a16="http://schemas.microsoft.com/office/drawing/2014/main" id="{3FDC1C1D-6260-92E8-CF15-694653BBA3C5}"/>
              </a:ext>
            </a:extLst>
          </p:cNvPr>
          <p:cNvGrpSpPr/>
          <p:nvPr/>
        </p:nvGrpSpPr>
        <p:grpSpPr>
          <a:xfrm>
            <a:off x="3594231" y="5821078"/>
            <a:ext cx="540512" cy="606702"/>
            <a:chOff x="9083971" y="4217018"/>
            <a:chExt cx="540512" cy="606702"/>
          </a:xfrm>
        </p:grpSpPr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17E8D22C-5809-E21C-A694-18B633637D8C}"/>
                </a:ext>
              </a:extLst>
            </p:cNvPr>
            <p:cNvSpPr txBox="1"/>
            <p:nvPr/>
          </p:nvSpPr>
          <p:spPr>
            <a:xfrm>
              <a:off x="9138708" y="4217018"/>
              <a:ext cx="48577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Fan (24V)</a:t>
              </a:r>
              <a:endParaRPr lang="ko-KR" altLang="en-US" sz="800" dirty="0">
                <a:latin typeface="+mn-ea"/>
              </a:endParaRPr>
            </a:p>
          </p:txBody>
        </p:sp>
        <p:pic>
          <p:nvPicPr>
            <p:cNvPr id="171" name="그림 170">
              <a:extLst>
                <a:ext uri="{FF2B5EF4-FFF2-40B4-BE49-F238E27FC236}">
                  <a16:creationId xmlns:a16="http://schemas.microsoft.com/office/drawing/2014/main" id="{E43F7ED0-734B-33E5-0CB9-B5834031E0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83971" y="4328434"/>
              <a:ext cx="527035" cy="495286"/>
            </a:xfrm>
            <a:prstGeom prst="rect">
              <a:avLst/>
            </a:prstGeom>
          </p:spPr>
        </p:pic>
      </p:grpSp>
      <p:cxnSp>
        <p:nvCxnSpPr>
          <p:cNvPr id="172" name="직선 화살표 연결선 171">
            <a:extLst>
              <a:ext uri="{FF2B5EF4-FFF2-40B4-BE49-F238E27FC236}">
                <a16:creationId xmlns:a16="http://schemas.microsoft.com/office/drawing/2014/main" id="{1C701D33-6666-D38C-8CDA-D66F9FB5D28D}"/>
              </a:ext>
            </a:extLst>
          </p:cNvPr>
          <p:cNvCxnSpPr>
            <a:cxnSpLocks/>
          </p:cNvCxnSpPr>
          <p:nvPr/>
        </p:nvCxnSpPr>
        <p:spPr>
          <a:xfrm>
            <a:off x="1938338" y="6228481"/>
            <a:ext cx="1332839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CADE1079-61B6-580D-4BE7-36854BBE18DC}"/>
              </a:ext>
            </a:extLst>
          </p:cNvPr>
          <p:cNvSpPr txBox="1"/>
          <p:nvPr/>
        </p:nvSpPr>
        <p:spPr>
          <a:xfrm>
            <a:off x="7843604" y="5945499"/>
            <a:ext cx="62255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FIL_3V, 6A</a:t>
            </a:r>
            <a:endParaRPr lang="ko-KR" altLang="en-US" sz="800" dirty="0">
              <a:latin typeface="+mn-ea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E0325B7-236E-ED25-D7B3-2B9BB47767D7}"/>
              </a:ext>
            </a:extLst>
          </p:cNvPr>
          <p:cNvSpPr txBox="1"/>
          <p:nvPr/>
        </p:nvSpPr>
        <p:spPr>
          <a:xfrm>
            <a:off x="5280356" y="5675439"/>
            <a:ext cx="161221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Filament Power (Isolated)</a:t>
            </a:r>
            <a:endParaRPr lang="ko-KR" altLang="en-US" sz="10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70EAC3A-A8ED-C52F-92A0-AD5A43F6AB45}"/>
              </a:ext>
            </a:extLst>
          </p:cNvPr>
          <p:cNvSpPr/>
          <p:nvPr/>
        </p:nvSpPr>
        <p:spPr>
          <a:xfrm rot="10800000">
            <a:off x="3029257" y="1498017"/>
            <a:ext cx="148730" cy="74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5790E8D-11D9-C2DE-1D92-63E385D3D4DB}"/>
              </a:ext>
            </a:extLst>
          </p:cNvPr>
          <p:cNvSpPr/>
          <p:nvPr/>
        </p:nvSpPr>
        <p:spPr>
          <a:xfrm>
            <a:off x="2751543" y="1876123"/>
            <a:ext cx="691309" cy="86186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altLang="ko-KR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AA3AE-90C4-404B-0E22-BD73F326786C}"/>
              </a:ext>
            </a:extLst>
          </p:cNvPr>
          <p:cNvSpPr txBox="1"/>
          <p:nvPr/>
        </p:nvSpPr>
        <p:spPr>
          <a:xfrm>
            <a:off x="2763446" y="2836360"/>
            <a:ext cx="1437736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1" dirty="0">
                <a:latin typeface="+mn-ea"/>
              </a:rPr>
              <a:t>LT4151</a:t>
            </a:r>
          </a:p>
          <a:p>
            <a:r>
              <a:rPr lang="en-US" altLang="ko-KR" sz="800" dirty="0">
                <a:solidFill>
                  <a:srgbClr val="FF0000"/>
                </a:solidFill>
                <a:latin typeface="+mn-ea"/>
              </a:rPr>
              <a:t>I2C </a:t>
            </a:r>
            <a:r>
              <a:rPr lang="en-US" altLang="ko-KR" sz="800" dirty="0" err="1">
                <a:solidFill>
                  <a:srgbClr val="FF0000"/>
                </a:solidFill>
                <a:latin typeface="+mn-ea"/>
              </a:rPr>
              <a:t>addr</a:t>
            </a:r>
            <a:r>
              <a:rPr lang="en-US" altLang="ko-KR" sz="800" dirty="0">
                <a:solidFill>
                  <a:srgbClr val="FF0000"/>
                </a:solidFill>
                <a:latin typeface="+mn-ea"/>
              </a:rPr>
              <a:t> : 1101_001</a:t>
            </a:r>
          </a:p>
          <a:p>
            <a:endParaRPr lang="en-US" altLang="ko-KR" sz="800" dirty="0">
              <a:latin typeface="+mn-ea"/>
            </a:endParaRPr>
          </a:p>
          <a:p>
            <a:r>
              <a:rPr lang="en-US" altLang="ko-KR" sz="800" dirty="0">
                <a:latin typeface="+mn-ea"/>
              </a:rPr>
              <a:t> Voltage, Current monitor</a:t>
            </a:r>
          </a:p>
          <a:p>
            <a:r>
              <a:rPr lang="en-US" altLang="ko-KR" sz="800" dirty="0">
                <a:latin typeface="+mn-ea"/>
              </a:rPr>
              <a:t>1) Sense voltage (for current)</a:t>
            </a:r>
          </a:p>
          <a:p>
            <a:r>
              <a:rPr lang="en-US" altLang="ko-KR" sz="800" dirty="0">
                <a:latin typeface="+mn-ea"/>
              </a:rPr>
              <a:t>2) VIN voltage</a:t>
            </a:r>
          </a:p>
          <a:p>
            <a:r>
              <a:rPr lang="en-US" altLang="ko-KR" sz="800" dirty="0">
                <a:latin typeface="+mn-ea"/>
              </a:rPr>
              <a:t>3) ADIN voltage</a:t>
            </a:r>
          </a:p>
          <a:p>
            <a:endParaRPr lang="en-US" altLang="ko-KR" sz="8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E5A2316-BEAC-5E8C-438C-D5D2E8B7D9C6}"/>
              </a:ext>
            </a:extLst>
          </p:cNvPr>
          <p:cNvCxnSpPr>
            <a:cxnSpLocks/>
          </p:cNvCxnSpPr>
          <p:nvPr/>
        </p:nvCxnSpPr>
        <p:spPr>
          <a:xfrm>
            <a:off x="2920711" y="1532167"/>
            <a:ext cx="0" cy="3351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3BCD75A-B044-3AE8-911D-CEECCFDD5EB7}"/>
              </a:ext>
            </a:extLst>
          </p:cNvPr>
          <p:cNvCxnSpPr>
            <a:cxnSpLocks/>
          </p:cNvCxnSpPr>
          <p:nvPr/>
        </p:nvCxnSpPr>
        <p:spPr>
          <a:xfrm>
            <a:off x="3287424" y="1532261"/>
            <a:ext cx="0" cy="3351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타원 22">
            <a:extLst>
              <a:ext uri="{FF2B5EF4-FFF2-40B4-BE49-F238E27FC236}">
                <a16:creationId xmlns:a16="http://schemas.microsoft.com/office/drawing/2014/main" id="{B034E6B9-0080-A9CE-C5CA-3C3F6D59D95C}"/>
              </a:ext>
            </a:extLst>
          </p:cNvPr>
          <p:cNvSpPr/>
          <p:nvPr/>
        </p:nvSpPr>
        <p:spPr>
          <a:xfrm>
            <a:off x="2898394" y="151001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96B7F8E-E935-56F8-3A9A-6B7827563E3F}"/>
              </a:ext>
            </a:extLst>
          </p:cNvPr>
          <p:cNvSpPr/>
          <p:nvPr/>
        </p:nvSpPr>
        <p:spPr>
          <a:xfrm>
            <a:off x="3264521" y="150930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A909443-9072-6CAC-363A-D826A880E524}"/>
              </a:ext>
            </a:extLst>
          </p:cNvPr>
          <p:cNvSpPr/>
          <p:nvPr/>
        </p:nvSpPr>
        <p:spPr>
          <a:xfrm>
            <a:off x="4340295" y="151371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12A53E-682D-75E8-2202-777A10E65213}"/>
              </a:ext>
            </a:extLst>
          </p:cNvPr>
          <p:cNvSpPr txBox="1"/>
          <p:nvPr/>
        </p:nvSpPr>
        <p:spPr>
          <a:xfrm>
            <a:off x="2884787" y="1893606"/>
            <a:ext cx="14666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S+</a:t>
            </a:r>
            <a:endParaRPr lang="ko-KR" altLang="en-US" sz="800" dirty="0"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8C709F-6FA0-9026-A059-2515ECDF9149}"/>
              </a:ext>
            </a:extLst>
          </p:cNvPr>
          <p:cNvSpPr txBox="1"/>
          <p:nvPr/>
        </p:nvSpPr>
        <p:spPr>
          <a:xfrm>
            <a:off x="3261346" y="1893606"/>
            <a:ext cx="14666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S-</a:t>
            </a:r>
            <a:endParaRPr lang="ko-KR" altLang="en-US" sz="800" dirty="0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AC56C2-C831-5447-E15D-08F9A387F012}"/>
              </a:ext>
            </a:extLst>
          </p:cNvPr>
          <p:cNvSpPr txBox="1"/>
          <p:nvPr/>
        </p:nvSpPr>
        <p:spPr>
          <a:xfrm>
            <a:off x="2778116" y="2068311"/>
            <a:ext cx="19351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VIN</a:t>
            </a:r>
            <a:endParaRPr lang="ko-KR" altLang="en-US" sz="800" dirty="0"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6A7C34-C680-09BC-A8F7-89521673C084}"/>
              </a:ext>
            </a:extLst>
          </p:cNvPr>
          <p:cNvSpPr txBox="1"/>
          <p:nvPr/>
        </p:nvSpPr>
        <p:spPr>
          <a:xfrm>
            <a:off x="3166461" y="2054991"/>
            <a:ext cx="28047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ADIN</a:t>
            </a:r>
            <a:endParaRPr lang="ko-KR" altLang="en-US" sz="800" dirty="0"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854876-E52B-00C2-761B-A628A04E01D1}"/>
              </a:ext>
            </a:extLst>
          </p:cNvPr>
          <p:cNvSpPr txBox="1"/>
          <p:nvPr/>
        </p:nvSpPr>
        <p:spPr>
          <a:xfrm>
            <a:off x="3112787" y="2218020"/>
            <a:ext cx="29522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I2C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93610CD-7652-BC4C-F99D-604EFEF591B5}"/>
              </a:ext>
            </a:extLst>
          </p:cNvPr>
          <p:cNvCxnSpPr>
            <a:cxnSpLocks/>
          </p:cNvCxnSpPr>
          <p:nvPr/>
        </p:nvCxnSpPr>
        <p:spPr>
          <a:xfrm>
            <a:off x="2634961" y="1532167"/>
            <a:ext cx="0" cy="5627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EAC02444-BCDB-445B-6441-0544AB1A9C6E}"/>
              </a:ext>
            </a:extLst>
          </p:cNvPr>
          <p:cNvCxnSpPr>
            <a:cxnSpLocks/>
          </p:cNvCxnSpPr>
          <p:nvPr/>
        </p:nvCxnSpPr>
        <p:spPr>
          <a:xfrm>
            <a:off x="2638136" y="2094909"/>
            <a:ext cx="104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EDD97884-963E-0EFD-C380-ABF50588775A}"/>
              </a:ext>
            </a:extLst>
          </p:cNvPr>
          <p:cNvCxnSpPr>
            <a:cxnSpLocks/>
          </p:cNvCxnSpPr>
          <p:nvPr/>
        </p:nvCxnSpPr>
        <p:spPr>
          <a:xfrm>
            <a:off x="3442081" y="2092006"/>
            <a:ext cx="104351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C60C249-3DAB-082E-BACA-2C842E429B14}"/>
              </a:ext>
            </a:extLst>
          </p:cNvPr>
          <p:cNvCxnSpPr>
            <a:cxnSpLocks/>
          </p:cNvCxnSpPr>
          <p:nvPr/>
        </p:nvCxnSpPr>
        <p:spPr>
          <a:xfrm>
            <a:off x="3555711" y="1532167"/>
            <a:ext cx="0" cy="56274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2DE7966C-935D-59B3-597A-FBC043F5A7A5}"/>
              </a:ext>
            </a:extLst>
          </p:cNvPr>
          <p:cNvSpPr txBox="1"/>
          <p:nvPr/>
        </p:nvSpPr>
        <p:spPr>
          <a:xfrm>
            <a:off x="3579807" y="1919101"/>
            <a:ext cx="32589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FF0000"/>
                </a:solidFill>
                <a:latin typeface="+mn-ea"/>
              </a:rPr>
              <a:t>R divide</a:t>
            </a:r>
            <a:endParaRPr lang="ko-KR" altLang="en-US" sz="6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EA8FFB14-7D91-180C-1BE0-085173D54A47}"/>
              </a:ext>
            </a:extLst>
          </p:cNvPr>
          <p:cNvCxnSpPr>
            <a:cxnSpLocks/>
          </p:cNvCxnSpPr>
          <p:nvPr/>
        </p:nvCxnSpPr>
        <p:spPr>
          <a:xfrm>
            <a:off x="3442081" y="2273127"/>
            <a:ext cx="11363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E59D71F3-5ADD-708C-9630-B87B445891BA}"/>
              </a:ext>
            </a:extLst>
          </p:cNvPr>
          <p:cNvCxnSpPr>
            <a:cxnSpLocks/>
          </p:cNvCxnSpPr>
          <p:nvPr/>
        </p:nvCxnSpPr>
        <p:spPr>
          <a:xfrm>
            <a:off x="5674225" y="4492461"/>
            <a:ext cx="4099708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FD641B3-8C8E-520B-7FCF-FC96D61895C4}"/>
              </a:ext>
            </a:extLst>
          </p:cNvPr>
          <p:cNvSpPr txBox="1"/>
          <p:nvPr/>
        </p:nvSpPr>
        <p:spPr>
          <a:xfrm>
            <a:off x="1319036" y="6551770"/>
            <a:ext cx="105449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+mn-ea"/>
              </a:rPr>
              <a:t>I2C </a:t>
            </a:r>
            <a:r>
              <a:rPr lang="en-US" altLang="ko-KR" sz="800" dirty="0" err="1">
                <a:solidFill>
                  <a:srgbClr val="FF0000"/>
                </a:solidFill>
                <a:latin typeface="+mn-ea"/>
              </a:rPr>
              <a:t>addr</a:t>
            </a:r>
            <a:r>
              <a:rPr lang="en-US" altLang="ko-KR" sz="800" dirty="0">
                <a:solidFill>
                  <a:srgbClr val="FF0000"/>
                </a:solidFill>
                <a:latin typeface="+mn-ea"/>
              </a:rPr>
              <a:t> : 0101_110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B030DDFF-97A1-22C3-DF31-F3E892F7510B}"/>
              </a:ext>
            </a:extLst>
          </p:cNvPr>
          <p:cNvCxnSpPr>
            <a:cxnSpLocks/>
          </p:cNvCxnSpPr>
          <p:nvPr/>
        </p:nvCxnSpPr>
        <p:spPr>
          <a:xfrm>
            <a:off x="4388571" y="3903139"/>
            <a:ext cx="38768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4941115-73A3-2AB5-E76E-D2C60370FAB9}"/>
              </a:ext>
            </a:extLst>
          </p:cNvPr>
          <p:cNvCxnSpPr>
            <a:cxnSpLocks/>
          </p:cNvCxnSpPr>
          <p:nvPr/>
        </p:nvCxnSpPr>
        <p:spPr>
          <a:xfrm>
            <a:off x="3559463" y="2273127"/>
            <a:ext cx="0" cy="5437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56F3CFD5-0F9E-2988-F67E-4B32C34CC4CD}"/>
              </a:ext>
            </a:extLst>
          </p:cNvPr>
          <p:cNvCxnSpPr>
            <a:cxnSpLocks/>
          </p:cNvCxnSpPr>
          <p:nvPr/>
        </p:nvCxnSpPr>
        <p:spPr>
          <a:xfrm>
            <a:off x="9673924" y="2899345"/>
            <a:ext cx="0" cy="922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9" name="그룹 538">
            <a:extLst>
              <a:ext uri="{FF2B5EF4-FFF2-40B4-BE49-F238E27FC236}">
                <a16:creationId xmlns:a16="http://schemas.microsoft.com/office/drawing/2014/main" id="{BFA425CF-FC19-00E9-5E7B-F821E9E84DFF}"/>
              </a:ext>
            </a:extLst>
          </p:cNvPr>
          <p:cNvGrpSpPr/>
          <p:nvPr/>
        </p:nvGrpSpPr>
        <p:grpSpPr>
          <a:xfrm>
            <a:off x="9772827" y="2373878"/>
            <a:ext cx="602789" cy="3575291"/>
            <a:chOff x="9553091" y="544373"/>
            <a:chExt cx="602789" cy="3575291"/>
          </a:xfrm>
        </p:grpSpPr>
        <p:grpSp>
          <p:nvGrpSpPr>
            <p:cNvPr id="371" name="그룹 370">
              <a:extLst>
                <a:ext uri="{FF2B5EF4-FFF2-40B4-BE49-F238E27FC236}">
                  <a16:creationId xmlns:a16="http://schemas.microsoft.com/office/drawing/2014/main" id="{E59F1083-D018-1B71-B443-1F39B5D501B9}"/>
                </a:ext>
              </a:extLst>
            </p:cNvPr>
            <p:cNvGrpSpPr/>
            <p:nvPr/>
          </p:nvGrpSpPr>
          <p:grpSpPr>
            <a:xfrm>
              <a:off x="9553091" y="544373"/>
              <a:ext cx="253389" cy="3573705"/>
              <a:chOff x="9553091" y="544373"/>
              <a:chExt cx="253389" cy="3573705"/>
            </a:xfrm>
          </p:grpSpPr>
          <p:grpSp>
            <p:nvGrpSpPr>
              <p:cNvPr id="285" name="그룹 284">
                <a:extLst>
                  <a:ext uri="{FF2B5EF4-FFF2-40B4-BE49-F238E27FC236}">
                    <a16:creationId xmlns:a16="http://schemas.microsoft.com/office/drawing/2014/main" id="{F306FB06-058A-96F4-59A2-98B0A05449FF}"/>
                  </a:ext>
                </a:extLst>
              </p:cNvPr>
              <p:cNvGrpSpPr/>
              <p:nvPr/>
            </p:nvGrpSpPr>
            <p:grpSpPr>
              <a:xfrm>
                <a:off x="9553091" y="544373"/>
                <a:ext cx="253380" cy="1802205"/>
                <a:chOff x="9553091" y="544373"/>
                <a:chExt cx="253380" cy="1802205"/>
              </a:xfrm>
            </p:grpSpPr>
            <p:grpSp>
              <p:nvGrpSpPr>
                <p:cNvPr id="243" name="그룹 242">
                  <a:extLst>
                    <a:ext uri="{FF2B5EF4-FFF2-40B4-BE49-F238E27FC236}">
                      <a16:creationId xmlns:a16="http://schemas.microsoft.com/office/drawing/2014/main" id="{48E10675-4FF1-86C4-3115-6624DF76CF11}"/>
                    </a:ext>
                  </a:extLst>
                </p:cNvPr>
                <p:cNvGrpSpPr/>
                <p:nvPr/>
              </p:nvGrpSpPr>
              <p:grpSpPr>
                <a:xfrm>
                  <a:off x="9553091" y="544373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86" name="그룹 85">
                    <a:extLst>
                      <a:ext uri="{FF2B5EF4-FFF2-40B4-BE49-F238E27FC236}">
                        <a16:creationId xmlns:a16="http://schemas.microsoft.com/office/drawing/2014/main" id="{D459CF00-F6F5-F1F4-53DC-BA5047B13CA2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76" name="타원 75">
                      <a:extLst>
                        <a:ext uri="{FF2B5EF4-FFF2-40B4-BE49-F238E27FC236}">
                          <a16:creationId xmlns:a16="http://schemas.microsoft.com/office/drawing/2014/main" id="{09561521-6028-E67B-A144-46119D6B0F2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79" name="직선 화살표 연결선 78">
                      <a:extLst>
                        <a:ext uri="{FF2B5EF4-FFF2-40B4-BE49-F238E27FC236}">
                          <a16:creationId xmlns:a16="http://schemas.microsoft.com/office/drawing/2014/main" id="{327BFF96-3446-1E97-94DC-19044E34299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8" name="그룹 87">
                    <a:extLst>
                      <a:ext uri="{FF2B5EF4-FFF2-40B4-BE49-F238E27FC236}">
                        <a16:creationId xmlns:a16="http://schemas.microsoft.com/office/drawing/2014/main" id="{63EAAF9A-9841-B19F-645E-E0C83F0451E2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92" name="타원 91">
                      <a:extLst>
                        <a:ext uri="{FF2B5EF4-FFF2-40B4-BE49-F238E27FC236}">
                          <a16:creationId xmlns:a16="http://schemas.microsoft.com/office/drawing/2014/main" id="{FD8CDFC7-D834-8787-B867-CA2CF9CE929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95" name="직선 화살표 연결선 94">
                      <a:extLst>
                        <a:ext uri="{FF2B5EF4-FFF2-40B4-BE49-F238E27FC236}">
                          <a16:creationId xmlns:a16="http://schemas.microsoft.com/office/drawing/2014/main" id="{002A9AFB-E7D2-5D91-25E1-4804E2A1321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81" name="TextBox 180">
                    <a:extLst>
                      <a:ext uri="{FF2B5EF4-FFF2-40B4-BE49-F238E27FC236}">
                        <a16:creationId xmlns:a16="http://schemas.microsoft.com/office/drawing/2014/main" id="{974E2B79-5ABE-6466-B037-08E7EFB70FBE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83" name="TextBox 182">
                    <a:extLst>
                      <a:ext uri="{FF2B5EF4-FFF2-40B4-BE49-F238E27FC236}">
                        <a16:creationId xmlns:a16="http://schemas.microsoft.com/office/drawing/2014/main" id="{DCFA1928-D88D-2854-AE2B-F36A78B7F87E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184" name="그룹 183">
                    <a:extLst>
                      <a:ext uri="{FF2B5EF4-FFF2-40B4-BE49-F238E27FC236}">
                        <a16:creationId xmlns:a16="http://schemas.microsoft.com/office/drawing/2014/main" id="{FB6B7063-58E4-F892-8061-6BF38660EBBD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85" name="타원 184">
                      <a:extLst>
                        <a:ext uri="{FF2B5EF4-FFF2-40B4-BE49-F238E27FC236}">
                          <a16:creationId xmlns:a16="http://schemas.microsoft.com/office/drawing/2014/main" id="{D9FC8D95-C7AC-DC83-15A0-79BEF4B76D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10" name="직선 화살표 연결선 209">
                      <a:extLst>
                        <a:ext uri="{FF2B5EF4-FFF2-40B4-BE49-F238E27FC236}">
                          <a16:creationId xmlns:a16="http://schemas.microsoft.com/office/drawing/2014/main" id="{833C13EE-4975-BCDC-1605-691C545ABE1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13" name="그룹 212">
                    <a:extLst>
                      <a:ext uri="{FF2B5EF4-FFF2-40B4-BE49-F238E27FC236}">
                        <a16:creationId xmlns:a16="http://schemas.microsoft.com/office/drawing/2014/main" id="{2EE933B5-73FF-C0C2-6B5E-BABAF8D55F42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14" name="타원 213">
                      <a:extLst>
                        <a:ext uri="{FF2B5EF4-FFF2-40B4-BE49-F238E27FC236}">
                          <a16:creationId xmlns:a16="http://schemas.microsoft.com/office/drawing/2014/main" id="{D662ACC2-282C-38F8-6B28-0E12BFD4A7B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16" name="직선 화살표 연결선 215">
                      <a:extLst>
                        <a:ext uri="{FF2B5EF4-FFF2-40B4-BE49-F238E27FC236}">
                          <a16:creationId xmlns:a16="http://schemas.microsoft.com/office/drawing/2014/main" id="{455F2183-ADCC-3696-BBB3-AC7D129C028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17" name="TextBox 216">
                    <a:extLst>
                      <a:ext uri="{FF2B5EF4-FFF2-40B4-BE49-F238E27FC236}">
                        <a16:creationId xmlns:a16="http://schemas.microsoft.com/office/drawing/2014/main" id="{A531A776-D8EC-4E96-F1DF-1506168F310C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18" name="TextBox 217">
                    <a:extLst>
                      <a:ext uri="{FF2B5EF4-FFF2-40B4-BE49-F238E27FC236}">
                        <a16:creationId xmlns:a16="http://schemas.microsoft.com/office/drawing/2014/main" id="{866D5751-3ACC-0975-0750-EA6574734615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19" name="그룹 218">
                    <a:extLst>
                      <a:ext uri="{FF2B5EF4-FFF2-40B4-BE49-F238E27FC236}">
                        <a16:creationId xmlns:a16="http://schemas.microsoft.com/office/drawing/2014/main" id="{C80A4B17-58D5-59C1-A4BF-7F4662E96D45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20" name="타원 219">
                      <a:extLst>
                        <a:ext uri="{FF2B5EF4-FFF2-40B4-BE49-F238E27FC236}">
                          <a16:creationId xmlns:a16="http://schemas.microsoft.com/office/drawing/2014/main" id="{EE35AC28-D82E-5E50-E3C9-62483CB3756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21" name="직선 화살표 연결선 220">
                      <a:extLst>
                        <a:ext uri="{FF2B5EF4-FFF2-40B4-BE49-F238E27FC236}">
                          <a16:creationId xmlns:a16="http://schemas.microsoft.com/office/drawing/2014/main" id="{1FCE8930-E48B-D973-5D41-18FD6801D74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22" name="그룹 221">
                    <a:extLst>
                      <a:ext uri="{FF2B5EF4-FFF2-40B4-BE49-F238E27FC236}">
                        <a16:creationId xmlns:a16="http://schemas.microsoft.com/office/drawing/2014/main" id="{BB44CCE9-EDF0-A27E-65A3-8A13EAE02505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23" name="타원 222">
                      <a:extLst>
                        <a:ext uri="{FF2B5EF4-FFF2-40B4-BE49-F238E27FC236}">
                          <a16:creationId xmlns:a16="http://schemas.microsoft.com/office/drawing/2014/main" id="{72187433-F13A-5B2E-1F86-7E65BAE44B5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24" name="직선 화살표 연결선 223">
                      <a:extLst>
                        <a:ext uri="{FF2B5EF4-FFF2-40B4-BE49-F238E27FC236}">
                          <a16:creationId xmlns:a16="http://schemas.microsoft.com/office/drawing/2014/main" id="{0B8A5382-4901-E19F-DE04-47AA0F1764C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25" name="TextBox 224">
                    <a:extLst>
                      <a:ext uri="{FF2B5EF4-FFF2-40B4-BE49-F238E27FC236}">
                        <a16:creationId xmlns:a16="http://schemas.microsoft.com/office/drawing/2014/main" id="{1DD8E28B-A531-DEBF-56C2-DF1AAE77F87B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26" name="TextBox 225">
                    <a:extLst>
                      <a:ext uri="{FF2B5EF4-FFF2-40B4-BE49-F238E27FC236}">
                        <a16:creationId xmlns:a16="http://schemas.microsoft.com/office/drawing/2014/main" id="{A4C3A8A5-1012-F94A-90D3-F2701820871B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27" name="그룹 226">
                    <a:extLst>
                      <a:ext uri="{FF2B5EF4-FFF2-40B4-BE49-F238E27FC236}">
                        <a16:creationId xmlns:a16="http://schemas.microsoft.com/office/drawing/2014/main" id="{67DDB1D6-E768-2B23-BEF5-4D7369AF9B5F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28" name="타원 227">
                      <a:extLst>
                        <a:ext uri="{FF2B5EF4-FFF2-40B4-BE49-F238E27FC236}">
                          <a16:creationId xmlns:a16="http://schemas.microsoft.com/office/drawing/2014/main" id="{BF6C204D-D65C-75C3-5761-D8E534BEF01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29" name="직선 화살표 연결선 228">
                      <a:extLst>
                        <a:ext uri="{FF2B5EF4-FFF2-40B4-BE49-F238E27FC236}">
                          <a16:creationId xmlns:a16="http://schemas.microsoft.com/office/drawing/2014/main" id="{6D1A8626-EDF4-9ED6-A165-18EC0FA86C9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0" name="그룹 229">
                    <a:extLst>
                      <a:ext uri="{FF2B5EF4-FFF2-40B4-BE49-F238E27FC236}">
                        <a16:creationId xmlns:a16="http://schemas.microsoft.com/office/drawing/2014/main" id="{9AC38237-5EB7-7825-FF7D-0E5B50540209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1" name="타원 230">
                      <a:extLst>
                        <a:ext uri="{FF2B5EF4-FFF2-40B4-BE49-F238E27FC236}">
                          <a16:creationId xmlns:a16="http://schemas.microsoft.com/office/drawing/2014/main" id="{7E9576BD-C669-3AFF-5E86-8C654BBDCF4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32" name="직선 화살표 연결선 231">
                      <a:extLst>
                        <a:ext uri="{FF2B5EF4-FFF2-40B4-BE49-F238E27FC236}">
                          <a16:creationId xmlns:a16="http://schemas.microsoft.com/office/drawing/2014/main" id="{2F92FB87-37DA-9488-6544-A07EC25DADE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33" name="TextBox 232">
                    <a:extLst>
                      <a:ext uri="{FF2B5EF4-FFF2-40B4-BE49-F238E27FC236}">
                        <a16:creationId xmlns:a16="http://schemas.microsoft.com/office/drawing/2014/main" id="{417F0B4E-73FB-6E6D-8AAB-62CCFA27ED2D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34" name="TextBox 233">
                    <a:extLst>
                      <a:ext uri="{FF2B5EF4-FFF2-40B4-BE49-F238E27FC236}">
                        <a16:creationId xmlns:a16="http://schemas.microsoft.com/office/drawing/2014/main" id="{A995B417-A76F-80EF-E8A9-23ED20D59FED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35" name="그룹 234">
                    <a:extLst>
                      <a:ext uri="{FF2B5EF4-FFF2-40B4-BE49-F238E27FC236}">
                        <a16:creationId xmlns:a16="http://schemas.microsoft.com/office/drawing/2014/main" id="{17CC21DF-F625-428B-2F14-E0424D7CC9A1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6" name="타원 235">
                      <a:extLst>
                        <a:ext uri="{FF2B5EF4-FFF2-40B4-BE49-F238E27FC236}">
                          <a16:creationId xmlns:a16="http://schemas.microsoft.com/office/drawing/2014/main" id="{0802A47D-B59F-7753-764F-EB926A5F271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37" name="직선 화살표 연결선 236">
                      <a:extLst>
                        <a:ext uri="{FF2B5EF4-FFF2-40B4-BE49-F238E27FC236}">
                          <a16:creationId xmlns:a16="http://schemas.microsoft.com/office/drawing/2014/main" id="{751BD03E-C62E-0C44-035F-03C0F823CDE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8" name="그룹 237">
                    <a:extLst>
                      <a:ext uri="{FF2B5EF4-FFF2-40B4-BE49-F238E27FC236}">
                        <a16:creationId xmlns:a16="http://schemas.microsoft.com/office/drawing/2014/main" id="{16C2F596-0DA9-64B8-B466-EA781A561F09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9" name="타원 238">
                      <a:extLst>
                        <a:ext uri="{FF2B5EF4-FFF2-40B4-BE49-F238E27FC236}">
                          <a16:creationId xmlns:a16="http://schemas.microsoft.com/office/drawing/2014/main" id="{72304AFE-3812-8495-6166-1AC27181B01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40" name="직선 화살표 연결선 239">
                      <a:extLst>
                        <a:ext uri="{FF2B5EF4-FFF2-40B4-BE49-F238E27FC236}">
                          <a16:creationId xmlns:a16="http://schemas.microsoft.com/office/drawing/2014/main" id="{8656DE23-DE08-6640-CD10-C4E2AE2625E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41" name="TextBox 240">
                    <a:extLst>
                      <a:ext uri="{FF2B5EF4-FFF2-40B4-BE49-F238E27FC236}">
                        <a16:creationId xmlns:a16="http://schemas.microsoft.com/office/drawing/2014/main" id="{21247018-877B-2A20-0788-8E00C35285EC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42" name="TextBox 241">
                    <a:extLst>
                      <a:ext uri="{FF2B5EF4-FFF2-40B4-BE49-F238E27FC236}">
                        <a16:creationId xmlns:a16="http://schemas.microsoft.com/office/drawing/2014/main" id="{CDF490E9-B887-AA9D-CA88-FD117951DB99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  <p:grpSp>
              <p:nvGrpSpPr>
                <p:cNvPr id="244" name="그룹 243">
                  <a:extLst>
                    <a:ext uri="{FF2B5EF4-FFF2-40B4-BE49-F238E27FC236}">
                      <a16:creationId xmlns:a16="http://schemas.microsoft.com/office/drawing/2014/main" id="{CB01B41E-A404-CFD7-284A-0430A37363F5}"/>
                    </a:ext>
                  </a:extLst>
                </p:cNvPr>
                <p:cNvGrpSpPr/>
                <p:nvPr/>
              </p:nvGrpSpPr>
              <p:grpSpPr>
                <a:xfrm>
                  <a:off x="9553108" y="1431218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245" name="그룹 244">
                    <a:extLst>
                      <a:ext uri="{FF2B5EF4-FFF2-40B4-BE49-F238E27FC236}">
                        <a16:creationId xmlns:a16="http://schemas.microsoft.com/office/drawing/2014/main" id="{32A78259-1346-BA93-08C1-A891F68DC7E4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83" name="타원 282">
                      <a:extLst>
                        <a:ext uri="{FF2B5EF4-FFF2-40B4-BE49-F238E27FC236}">
                          <a16:creationId xmlns:a16="http://schemas.microsoft.com/office/drawing/2014/main" id="{44272ED6-4772-B10A-C71D-EA6E8BCFC78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84" name="직선 화살표 연결선 283">
                      <a:extLst>
                        <a:ext uri="{FF2B5EF4-FFF2-40B4-BE49-F238E27FC236}">
                          <a16:creationId xmlns:a16="http://schemas.microsoft.com/office/drawing/2014/main" id="{A793B0CA-4B7C-2BD4-787E-90702241314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6" name="그룹 245">
                    <a:extLst>
                      <a:ext uri="{FF2B5EF4-FFF2-40B4-BE49-F238E27FC236}">
                        <a16:creationId xmlns:a16="http://schemas.microsoft.com/office/drawing/2014/main" id="{6AF9066C-9D6A-3547-786A-114733BE3B29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81" name="타원 280">
                      <a:extLst>
                        <a:ext uri="{FF2B5EF4-FFF2-40B4-BE49-F238E27FC236}">
                          <a16:creationId xmlns:a16="http://schemas.microsoft.com/office/drawing/2014/main" id="{D510F71D-5F0C-4390-D1E0-C8716CB37C3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82" name="직선 화살표 연결선 281">
                      <a:extLst>
                        <a:ext uri="{FF2B5EF4-FFF2-40B4-BE49-F238E27FC236}">
                          <a16:creationId xmlns:a16="http://schemas.microsoft.com/office/drawing/2014/main" id="{204830C6-F8A6-1440-F32B-212C92DFEC7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47" name="TextBox 246">
                    <a:extLst>
                      <a:ext uri="{FF2B5EF4-FFF2-40B4-BE49-F238E27FC236}">
                        <a16:creationId xmlns:a16="http://schemas.microsoft.com/office/drawing/2014/main" id="{F7067E1E-CDF1-A5E6-05FF-616D0EE9A8F6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48" name="TextBox 247">
                    <a:extLst>
                      <a:ext uri="{FF2B5EF4-FFF2-40B4-BE49-F238E27FC236}">
                        <a16:creationId xmlns:a16="http://schemas.microsoft.com/office/drawing/2014/main" id="{DE34C705-4DA4-EC3F-D386-3C46C5EE9C0E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49" name="그룹 248">
                    <a:extLst>
                      <a:ext uri="{FF2B5EF4-FFF2-40B4-BE49-F238E27FC236}">
                        <a16:creationId xmlns:a16="http://schemas.microsoft.com/office/drawing/2014/main" id="{99972ACC-BDAE-5EEC-636C-6BCDE9AEA4B2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79" name="타원 278">
                      <a:extLst>
                        <a:ext uri="{FF2B5EF4-FFF2-40B4-BE49-F238E27FC236}">
                          <a16:creationId xmlns:a16="http://schemas.microsoft.com/office/drawing/2014/main" id="{44D221B9-15E8-103A-17D1-A3FDDF1E9F5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80" name="직선 화살표 연결선 279">
                      <a:extLst>
                        <a:ext uri="{FF2B5EF4-FFF2-40B4-BE49-F238E27FC236}">
                          <a16:creationId xmlns:a16="http://schemas.microsoft.com/office/drawing/2014/main" id="{59426930-60CC-3549-2CBB-835E5AD7F4B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0" name="그룹 249">
                    <a:extLst>
                      <a:ext uri="{FF2B5EF4-FFF2-40B4-BE49-F238E27FC236}">
                        <a16:creationId xmlns:a16="http://schemas.microsoft.com/office/drawing/2014/main" id="{03E1B1A0-5907-5DF8-7416-2270A878975C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77" name="타원 276">
                      <a:extLst>
                        <a:ext uri="{FF2B5EF4-FFF2-40B4-BE49-F238E27FC236}">
                          <a16:creationId xmlns:a16="http://schemas.microsoft.com/office/drawing/2014/main" id="{3000110A-A94D-D7FD-B68C-9C445144FA3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78" name="직선 화살표 연결선 277">
                      <a:extLst>
                        <a:ext uri="{FF2B5EF4-FFF2-40B4-BE49-F238E27FC236}">
                          <a16:creationId xmlns:a16="http://schemas.microsoft.com/office/drawing/2014/main" id="{E43EC52A-33A2-B793-F955-4F06D89953C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51" name="TextBox 250">
                    <a:extLst>
                      <a:ext uri="{FF2B5EF4-FFF2-40B4-BE49-F238E27FC236}">
                        <a16:creationId xmlns:a16="http://schemas.microsoft.com/office/drawing/2014/main" id="{D3CAC46B-53B8-0056-95FB-2C860448FE97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52" name="TextBox 251">
                    <a:extLst>
                      <a:ext uri="{FF2B5EF4-FFF2-40B4-BE49-F238E27FC236}">
                        <a16:creationId xmlns:a16="http://schemas.microsoft.com/office/drawing/2014/main" id="{59D95FC1-308D-1FD6-D70D-553902C99783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53" name="그룹 252">
                    <a:extLst>
                      <a:ext uri="{FF2B5EF4-FFF2-40B4-BE49-F238E27FC236}">
                        <a16:creationId xmlns:a16="http://schemas.microsoft.com/office/drawing/2014/main" id="{1CE1AAE3-75CE-E613-41F4-1CCF89200F83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75" name="타원 274">
                      <a:extLst>
                        <a:ext uri="{FF2B5EF4-FFF2-40B4-BE49-F238E27FC236}">
                          <a16:creationId xmlns:a16="http://schemas.microsoft.com/office/drawing/2014/main" id="{8591D9F2-74DB-4D78-C84F-570CDDF47A9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76" name="직선 화살표 연결선 275">
                      <a:extLst>
                        <a:ext uri="{FF2B5EF4-FFF2-40B4-BE49-F238E27FC236}">
                          <a16:creationId xmlns:a16="http://schemas.microsoft.com/office/drawing/2014/main" id="{DD2C2D31-E37C-6039-A795-476A0AD09CF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4" name="그룹 253">
                    <a:extLst>
                      <a:ext uri="{FF2B5EF4-FFF2-40B4-BE49-F238E27FC236}">
                        <a16:creationId xmlns:a16="http://schemas.microsoft.com/office/drawing/2014/main" id="{BD408878-C9DC-899B-35BD-D7DE2233D529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73" name="타원 272">
                      <a:extLst>
                        <a:ext uri="{FF2B5EF4-FFF2-40B4-BE49-F238E27FC236}">
                          <a16:creationId xmlns:a16="http://schemas.microsoft.com/office/drawing/2014/main" id="{9B98EBD3-AF01-6D4E-4A56-4CD30C3F8DF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74" name="직선 화살표 연결선 273">
                      <a:extLst>
                        <a:ext uri="{FF2B5EF4-FFF2-40B4-BE49-F238E27FC236}">
                          <a16:creationId xmlns:a16="http://schemas.microsoft.com/office/drawing/2014/main" id="{81A2B889-3985-4CAB-908D-0C8E451965F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55" name="TextBox 254">
                    <a:extLst>
                      <a:ext uri="{FF2B5EF4-FFF2-40B4-BE49-F238E27FC236}">
                        <a16:creationId xmlns:a16="http://schemas.microsoft.com/office/drawing/2014/main" id="{41C95944-6893-D655-1A18-DB23725F1F0A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56" name="TextBox 255">
                    <a:extLst>
                      <a:ext uri="{FF2B5EF4-FFF2-40B4-BE49-F238E27FC236}">
                        <a16:creationId xmlns:a16="http://schemas.microsoft.com/office/drawing/2014/main" id="{9BC15EDD-CBE9-2895-536E-B90C093AC5CB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57" name="그룹 256">
                    <a:extLst>
                      <a:ext uri="{FF2B5EF4-FFF2-40B4-BE49-F238E27FC236}">
                        <a16:creationId xmlns:a16="http://schemas.microsoft.com/office/drawing/2014/main" id="{D1DA1123-768E-B699-B748-A6A7D3AD8F3B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71" name="타원 270">
                      <a:extLst>
                        <a:ext uri="{FF2B5EF4-FFF2-40B4-BE49-F238E27FC236}">
                          <a16:creationId xmlns:a16="http://schemas.microsoft.com/office/drawing/2014/main" id="{797B3188-98F3-F1E5-78BD-CC6704B86B1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72" name="직선 화살표 연결선 271">
                      <a:extLst>
                        <a:ext uri="{FF2B5EF4-FFF2-40B4-BE49-F238E27FC236}">
                          <a16:creationId xmlns:a16="http://schemas.microsoft.com/office/drawing/2014/main" id="{82E465F6-4CBB-B139-AF8E-0C2E57704CB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8" name="그룹 257">
                    <a:extLst>
                      <a:ext uri="{FF2B5EF4-FFF2-40B4-BE49-F238E27FC236}">
                        <a16:creationId xmlns:a16="http://schemas.microsoft.com/office/drawing/2014/main" id="{68B0D04F-A1DE-B4C6-771A-9E3B3D2D4476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69" name="타원 268">
                      <a:extLst>
                        <a:ext uri="{FF2B5EF4-FFF2-40B4-BE49-F238E27FC236}">
                          <a16:creationId xmlns:a16="http://schemas.microsoft.com/office/drawing/2014/main" id="{E5575FC2-90B0-53B0-0FE0-66A7EF14450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70" name="직선 화살표 연결선 269">
                      <a:extLst>
                        <a:ext uri="{FF2B5EF4-FFF2-40B4-BE49-F238E27FC236}">
                          <a16:creationId xmlns:a16="http://schemas.microsoft.com/office/drawing/2014/main" id="{52624F6C-3156-0080-8CD8-B9C216ABA7D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59" name="TextBox 258">
                    <a:extLst>
                      <a:ext uri="{FF2B5EF4-FFF2-40B4-BE49-F238E27FC236}">
                        <a16:creationId xmlns:a16="http://schemas.microsoft.com/office/drawing/2014/main" id="{EC37CBCD-0959-3BD2-CAD9-48CAF6B5DA62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60" name="TextBox 259">
                    <a:extLst>
                      <a:ext uri="{FF2B5EF4-FFF2-40B4-BE49-F238E27FC236}">
                        <a16:creationId xmlns:a16="http://schemas.microsoft.com/office/drawing/2014/main" id="{E9D85433-F16A-1AE5-DD96-0CD504E9EE1D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61" name="그룹 260">
                    <a:extLst>
                      <a:ext uri="{FF2B5EF4-FFF2-40B4-BE49-F238E27FC236}">
                        <a16:creationId xmlns:a16="http://schemas.microsoft.com/office/drawing/2014/main" id="{5890E5D3-CC4B-1C4B-61DD-27457B4374E7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67" name="타원 266">
                      <a:extLst>
                        <a:ext uri="{FF2B5EF4-FFF2-40B4-BE49-F238E27FC236}">
                          <a16:creationId xmlns:a16="http://schemas.microsoft.com/office/drawing/2014/main" id="{637A7B7B-0190-5E19-5445-23C718A6E1A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68" name="직선 화살표 연결선 267">
                      <a:extLst>
                        <a:ext uri="{FF2B5EF4-FFF2-40B4-BE49-F238E27FC236}">
                          <a16:creationId xmlns:a16="http://schemas.microsoft.com/office/drawing/2014/main" id="{FC938433-F48E-6927-F43C-EAA24EB4A9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2" name="그룹 261">
                    <a:extLst>
                      <a:ext uri="{FF2B5EF4-FFF2-40B4-BE49-F238E27FC236}">
                        <a16:creationId xmlns:a16="http://schemas.microsoft.com/office/drawing/2014/main" id="{F156243E-743D-5F6F-A9F5-B8171F2C8EE7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65" name="타원 264">
                      <a:extLst>
                        <a:ext uri="{FF2B5EF4-FFF2-40B4-BE49-F238E27FC236}">
                          <a16:creationId xmlns:a16="http://schemas.microsoft.com/office/drawing/2014/main" id="{73DAB43F-4F95-E454-C6AC-7614A2E96E8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66" name="직선 화살표 연결선 265">
                      <a:extLst>
                        <a:ext uri="{FF2B5EF4-FFF2-40B4-BE49-F238E27FC236}">
                          <a16:creationId xmlns:a16="http://schemas.microsoft.com/office/drawing/2014/main" id="{D7D10EEE-25BD-7EE7-4FF2-B6AB5CB4670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63" name="TextBox 262">
                    <a:extLst>
                      <a:ext uri="{FF2B5EF4-FFF2-40B4-BE49-F238E27FC236}">
                        <a16:creationId xmlns:a16="http://schemas.microsoft.com/office/drawing/2014/main" id="{4681D2C4-4557-1E31-B7F7-463137B04AC8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64" name="TextBox 263">
                    <a:extLst>
                      <a:ext uri="{FF2B5EF4-FFF2-40B4-BE49-F238E27FC236}">
                        <a16:creationId xmlns:a16="http://schemas.microsoft.com/office/drawing/2014/main" id="{4DD902B6-425E-93A7-4851-187B30D19630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</p:grpSp>
          <p:grpSp>
            <p:nvGrpSpPr>
              <p:cNvPr id="286" name="그룹 285">
                <a:extLst>
                  <a:ext uri="{FF2B5EF4-FFF2-40B4-BE49-F238E27FC236}">
                    <a16:creationId xmlns:a16="http://schemas.microsoft.com/office/drawing/2014/main" id="{22A447B4-AA02-C4D8-8E8F-48349F7F7B30}"/>
                  </a:ext>
                </a:extLst>
              </p:cNvPr>
              <p:cNvGrpSpPr/>
              <p:nvPr/>
            </p:nvGrpSpPr>
            <p:grpSpPr>
              <a:xfrm>
                <a:off x="9553100" y="2315873"/>
                <a:ext cx="253380" cy="1802205"/>
                <a:chOff x="9553091" y="544373"/>
                <a:chExt cx="253380" cy="1802205"/>
              </a:xfrm>
            </p:grpSpPr>
            <p:grpSp>
              <p:nvGrpSpPr>
                <p:cNvPr id="287" name="그룹 286">
                  <a:extLst>
                    <a:ext uri="{FF2B5EF4-FFF2-40B4-BE49-F238E27FC236}">
                      <a16:creationId xmlns:a16="http://schemas.microsoft.com/office/drawing/2014/main" id="{B7BFAAF5-AE86-E0C6-EA08-BF666E10E118}"/>
                    </a:ext>
                  </a:extLst>
                </p:cNvPr>
                <p:cNvGrpSpPr/>
                <p:nvPr/>
              </p:nvGrpSpPr>
              <p:grpSpPr>
                <a:xfrm>
                  <a:off x="9553091" y="544373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329" name="그룹 328">
                    <a:extLst>
                      <a:ext uri="{FF2B5EF4-FFF2-40B4-BE49-F238E27FC236}">
                        <a16:creationId xmlns:a16="http://schemas.microsoft.com/office/drawing/2014/main" id="{25CFB553-EDFE-9384-6688-FFE489273D90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367" name="타원 366">
                      <a:extLst>
                        <a:ext uri="{FF2B5EF4-FFF2-40B4-BE49-F238E27FC236}">
                          <a16:creationId xmlns:a16="http://schemas.microsoft.com/office/drawing/2014/main" id="{B0AD1323-41F7-0BA9-5C78-CCDD76925BE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368" name="직선 화살표 연결선 367">
                      <a:extLst>
                        <a:ext uri="{FF2B5EF4-FFF2-40B4-BE49-F238E27FC236}">
                          <a16:creationId xmlns:a16="http://schemas.microsoft.com/office/drawing/2014/main" id="{0E025DCD-17EB-1D51-BC03-B746F384474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30" name="그룹 329">
                    <a:extLst>
                      <a:ext uri="{FF2B5EF4-FFF2-40B4-BE49-F238E27FC236}">
                        <a16:creationId xmlns:a16="http://schemas.microsoft.com/office/drawing/2014/main" id="{ACDBE5B9-EE56-7491-9156-BA2286488D26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365" name="타원 364">
                      <a:extLst>
                        <a:ext uri="{FF2B5EF4-FFF2-40B4-BE49-F238E27FC236}">
                          <a16:creationId xmlns:a16="http://schemas.microsoft.com/office/drawing/2014/main" id="{3F94F751-F545-BD13-B8FE-81464ECEEB5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366" name="직선 화살표 연결선 365">
                      <a:extLst>
                        <a:ext uri="{FF2B5EF4-FFF2-40B4-BE49-F238E27FC236}">
                          <a16:creationId xmlns:a16="http://schemas.microsoft.com/office/drawing/2014/main" id="{065E4AE3-C0C3-EB1A-235D-F9C040C2601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31" name="TextBox 330">
                    <a:extLst>
                      <a:ext uri="{FF2B5EF4-FFF2-40B4-BE49-F238E27FC236}">
                        <a16:creationId xmlns:a16="http://schemas.microsoft.com/office/drawing/2014/main" id="{F402BE32-CC72-9FC6-6FF6-F086C791FE01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332" name="TextBox 331">
                    <a:extLst>
                      <a:ext uri="{FF2B5EF4-FFF2-40B4-BE49-F238E27FC236}">
                        <a16:creationId xmlns:a16="http://schemas.microsoft.com/office/drawing/2014/main" id="{E958CD41-48FF-0078-DBCD-24614C4294CF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333" name="그룹 332">
                    <a:extLst>
                      <a:ext uri="{FF2B5EF4-FFF2-40B4-BE49-F238E27FC236}">
                        <a16:creationId xmlns:a16="http://schemas.microsoft.com/office/drawing/2014/main" id="{9D8CDED1-2B3E-69B2-53DE-793CFC28F712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363" name="타원 362">
                      <a:extLst>
                        <a:ext uri="{FF2B5EF4-FFF2-40B4-BE49-F238E27FC236}">
                          <a16:creationId xmlns:a16="http://schemas.microsoft.com/office/drawing/2014/main" id="{F5100C37-F257-FB99-9F6C-CFAA9E107E3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364" name="직선 화살표 연결선 363">
                      <a:extLst>
                        <a:ext uri="{FF2B5EF4-FFF2-40B4-BE49-F238E27FC236}">
                          <a16:creationId xmlns:a16="http://schemas.microsoft.com/office/drawing/2014/main" id="{A8A91480-7297-FA37-A88C-E330A18F0CD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34" name="그룹 333">
                    <a:extLst>
                      <a:ext uri="{FF2B5EF4-FFF2-40B4-BE49-F238E27FC236}">
                        <a16:creationId xmlns:a16="http://schemas.microsoft.com/office/drawing/2014/main" id="{FCC046CB-A103-703C-B0C8-13C67BBF0784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361" name="타원 360">
                      <a:extLst>
                        <a:ext uri="{FF2B5EF4-FFF2-40B4-BE49-F238E27FC236}">
                          <a16:creationId xmlns:a16="http://schemas.microsoft.com/office/drawing/2014/main" id="{B4B02DCC-C0F5-B477-F75A-9503D9CD65A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362" name="직선 화살표 연결선 361">
                      <a:extLst>
                        <a:ext uri="{FF2B5EF4-FFF2-40B4-BE49-F238E27FC236}">
                          <a16:creationId xmlns:a16="http://schemas.microsoft.com/office/drawing/2014/main" id="{76F5A970-B860-6043-C8D5-8A2EF935816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35" name="TextBox 334">
                    <a:extLst>
                      <a:ext uri="{FF2B5EF4-FFF2-40B4-BE49-F238E27FC236}">
                        <a16:creationId xmlns:a16="http://schemas.microsoft.com/office/drawing/2014/main" id="{179F2AFF-04A0-C524-E0FE-4DE8631BB82A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336" name="TextBox 335">
                    <a:extLst>
                      <a:ext uri="{FF2B5EF4-FFF2-40B4-BE49-F238E27FC236}">
                        <a16:creationId xmlns:a16="http://schemas.microsoft.com/office/drawing/2014/main" id="{B30DFC57-9F60-3A71-6F60-E16C356A824C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337" name="그룹 336">
                    <a:extLst>
                      <a:ext uri="{FF2B5EF4-FFF2-40B4-BE49-F238E27FC236}">
                        <a16:creationId xmlns:a16="http://schemas.microsoft.com/office/drawing/2014/main" id="{13C8B7D5-C02C-AC66-4795-B727D3ABA3C7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359" name="타원 358">
                      <a:extLst>
                        <a:ext uri="{FF2B5EF4-FFF2-40B4-BE49-F238E27FC236}">
                          <a16:creationId xmlns:a16="http://schemas.microsoft.com/office/drawing/2014/main" id="{3DE4A790-187F-ABA8-900B-2F8FDD25B92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360" name="직선 화살표 연결선 359">
                      <a:extLst>
                        <a:ext uri="{FF2B5EF4-FFF2-40B4-BE49-F238E27FC236}">
                          <a16:creationId xmlns:a16="http://schemas.microsoft.com/office/drawing/2014/main" id="{46EBF9F1-7497-B74B-D5A1-988C4AEAEC8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38" name="그룹 337">
                    <a:extLst>
                      <a:ext uri="{FF2B5EF4-FFF2-40B4-BE49-F238E27FC236}">
                        <a16:creationId xmlns:a16="http://schemas.microsoft.com/office/drawing/2014/main" id="{6F9DA386-9CAC-8645-B4DB-42BEC664ADB1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357" name="타원 356">
                      <a:extLst>
                        <a:ext uri="{FF2B5EF4-FFF2-40B4-BE49-F238E27FC236}">
                          <a16:creationId xmlns:a16="http://schemas.microsoft.com/office/drawing/2014/main" id="{A939C1E2-F3E4-2C16-C5F5-92B902D6737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358" name="직선 화살표 연결선 357">
                      <a:extLst>
                        <a:ext uri="{FF2B5EF4-FFF2-40B4-BE49-F238E27FC236}">
                          <a16:creationId xmlns:a16="http://schemas.microsoft.com/office/drawing/2014/main" id="{C0834B0B-398D-D4BC-FE27-D788F90FBFE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39" name="TextBox 338">
                    <a:extLst>
                      <a:ext uri="{FF2B5EF4-FFF2-40B4-BE49-F238E27FC236}">
                        <a16:creationId xmlns:a16="http://schemas.microsoft.com/office/drawing/2014/main" id="{E640D14C-A05E-FEC3-E08C-E7FC0394E576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340" name="TextBox 339">
                    <a:extLst>
                      <a:ext uri="{FF2B5EF4-FFF2-40B4-BE49-F238E27FC236}">
                        <a16:creationId xmlns:a16="http://schemas.microsoft.com/office/drawing/2014/main" id="{D2E0E644-C82B-F400-8925-B4F06F4F974F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341" name="그룹 340">
                    <a:extLst>
                      <a:ext uri="{FF2B5EF4-FFF2-40B4-BE49-F238E27FC236}">
                        <a16:creationId xmlns:a16="http://schemas.microsoft.com/office/drawing/2014/main" id="{AEB1ADB9-36B3-52B4-1021-73DB6826BFBB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355" name="타원 354">
                      <a:extLst>
                        <a:ext uri="{FF2B5EF4-FFF2-40B4-BE49-F238E27FC236}">
                          <a16:creationId xmlns:a16="http://schemas.microsoft.com/office/drawing/2014/main" id="{F1570B8F-E573-E997-1A6B-3A482C262B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356" name="직선 화살표 연결선 355">
                      <a:extLst>
                        <a:ext uri="{FF2B5EF4-FFF2-40B4-BE49-F238E27FC236}">
                          <a16:creationId xmlns:a16="http://schemas.microsoft.com/office/drawing/2014/main" id="{16ECC7AC-9028-87E4-779A-55660AE4A2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42" name="그룹 341">
                    <a:extLst>
                      <a:ext uri="{FF2B5EF4-FFF2-40B4-BE49-F238E27FC236}">
                        <a16:creationId xmlns:a16="http://schemas.microsoft.com/office/drawing/2014/main" id="{CCD1BDDD-1746-88FD-3587-2EFC477DD178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353" name="타원 352">
                      <a:extLst>
                        <a:ext uri="{FF2B5EF4-FFF2-40B4-BE49-F238E27FC236}">
                          <a16:creationId xmlns:a16="http://schemas.microsoft.com/office/drawing/2014/main" id="{85868C39-EFE8-8A3C-2165-C456BC22592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354" name="직선 화살표 연결선 353">
                      <a:extLst>
                        <a:ext uri="{FF2B5EF4-FFF2-40B4-BE49-F238E27FC236}">
                          <a16:creationId xmlns:a16="http://schemas.microsoft.com/office/drawing/2014/main" id="{5E8AB1E5-E238-7C51-4DE4-2D96BEE8C42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43" name="TextBox 342">
                    <a:extLst>
                      <a:ext uri="{FF2B5EF4-FFF2-40B4-BE49-F238E27FC236}">
                        <a16:creationId xmlns:a16="http://schemas.microsoft.com/office/drawing/2014/main" id="{E470FA0E-F777-D85C-9580-BCA26E740A6E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344" name="TextBox 343">
                    <a:extLst>
                      <a:ext uri="{FF2B5EF4-FFF2-40B4-BE49-F238E27FC236}">
                        <a16:creationId xmlns:a16="http://schemas.microsoft.com/office/drawing/2014/main" id="{DB70DDFE-96D6-C264-512A-D6106ED9066F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345" name="그룹 344">
                    <a:extLst>
                      <a:ext uri="{FF2B5EF4-FFF2-40B4-BE49-F238E27FC236}">
                        <a16:creationId xmlns:a16="http://schemas.microsoft.com/office/drawing/2014/main" id="{2E91B2BE-00B7-A96C-AF24-839ADBE27DF7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351" name="타원 350">
                      <a:extLst>
                        <a:ext uri="{FF2B5EF4-FFF2-40B4-BE49-F238E27FC236}">
                          <a16:creationId xmlns:a16="http://schemas.microsoft.com/office/drawing/2014/main" id="{CDB4F169-15B6-08DB-96CF-16836BD42B9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352" name="직선 화살표 연결선 351">
                      <a:extLst>
                        <a:ext uri="{FF2B5EF4-FFF2-40B4-BE49-F238E27FC236}">
                          <a16:creationId xmlns:a16="http://schemas.microsoft.com/office/drawing/2014/main" id="{6551EEB5-4E67-8226-3121-FB2D93751EB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46" name="그룹 345">
                    <a:extLst>
                      <a:ext uri="{FF2B5EF4-FFF2-40B4-BE49-F238E27FC236}">
                        <a16:creationId xmlns:a16="http://schemas.microsoft.com/office/drawing/2014/main" id="{30FB406D-650A-0D1D-816B-8F1DAA35F58A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349" name="타원 348">
                      <a:extLst>
                        <a:ext uri="{FF2B5EF4-FFF2-40B4-BE49-F238E27FC236}">
                          <a16:creationId xmlns:a16="http://schemas.microsoft.com/office/drawing/2014/main" id="{09FB36CE-3168-6893-6590-30D0608796B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350" name="직선 화살표 연결선 349">
                      <a:extLst>
                        <a:ext uri="{FF2B5EF4-FFF2-40B4-BE49-F238E27FC236}">
                          <a16:creationId xmlns:a16="http://schemas.microsoft.com/office/drawing/2014/main" id="{7B26C8B4-4B65-1601-EC4B-D24DB073EE3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47" name="TextBox 346">
                    <a:extLst>
                      <a:ext uri="{FF2B5EF4-FFF2-40B4-BE49-F238E27FC236}">
                        <a16:creationId xmlns:a16="http://schemas.microsoft.com/office/drawing/2014/main" id="{9009467D-F086-B6B2-D403-000E36E40948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348" name="TextBox 347">
                    <a:extLst>
                      <a:ext uri="{FF2B5EF4-FFF2-40B4-BE49-F238E27FC236}">
                        <a16:creationId xmlns:a16="http://schemas.microsoft.com/office/drawing/2014/main" id="{E60FF660-1966-1CE1-6065-49859C7D8D52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  <p:grpSp>
              <p:nvGrpSpPr>
                <p:cNvPr id="288" name="그룹 287">
                  <a:extLst>
                    <a:ext uri="{FF2B5EF4-FFF2-40B4-BE49-F238E27FC236}">
                      <a16:creationId xmlns:a16="http://schemas.microsoft.com/office/drawing/2014/main" id="{AEBBA794-BB60-63AF-EC56-D229EEEC0DE3}"/>
                    </a:ext>
                  </a:extLst>
                </p:cNvPr>
                <p:cNvGrpSpPr/>
                <p:nvPr/>
              </p:nvGrpSpPr>
              <p:grpSpPr>
                <a:xfrm>
                  <a:off x="9553108" y="1431218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289" name="그룹 288">
                    <a:extLst>
                      <a:ext uri="{FF2B5EF4-FFF2-40B4-BE49-F238E27FC236}">
                        <a16:creationId xmlns:a16="http://schemas.microsoft.com/office/drawing/2014/main" id="{AFD0376F-2528-1493-4F7F-D66167D8A0DE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327" name="타원 326">
                      <a:extLst>
                        <a:ext uri="{FF2B5EF4-FFF2-40B4-BE49-F238E27FC236}">
                          <a16:creationId xmlns:a16="http://schemas.microsoft.com/office/drawing/2014/main" id="{5A0D1ECC-D9B6-6E38-EB32-FFF78E0596C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328" name="직선 화살표 연결선 327">
                      <a:extLst>
                        <a:ext uri="{FF2B5EF4-FFF2-40B4-BE49-F238E27FC236}">
                          <a16:creationId xmlns:a16="http://schemas.microsoft.com/office/drawing/2014/main" id="{D5DDFE32-22DA-8F99-55B5-DC082E35864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0" name="그룹 289">
                    <a:extLst>
                      <a:ext uri="{FF2B5EF4-FFF2-40B4-BE49-F238E27FC236}">
                        <a16:creationId xmlns:a16="http://schemas.microsoft.com/office/drawing/2014/main" id="{6BC40113-B491-D419-ADA8-6A12BA06DDB3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325" name="타원 324">
                      <a:extLst>
                        <a:ext uri="{FF2B5EF4-FFF2-40B4-BE49-F238E27FC236}">
                          <a16:creationId xmlns:a16="http://schemas.microsoft.com/office/drawing/2014/main" id="{BB53A9ED-1320-B0BC-F161-4EBC1112DAF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326" name="직선 화살표 연결선 325">
                      <a:extLst>
                        <a:ext uri="{FF2B5EF4-FFF2-40B4-BE49-F238E27FC236}">
                          <a16:creationId xmlns:a16="http://schemas.microsoft.com/office/drawing/2014/main" id="{0445EF21-459A-4237-E4FB-9546C6994DD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91" name="TextBox 290">
                    <a:extLst>
                      <a:ext uri="{FF2B5EF4-FFF2-40B4-BE49-F238E27FC236}">
                        <a16:creationId xmlns:a16="http://schemas.microsoft.com/office/drawing/2014/main" id="{1ACE3D3B-984C-72EB-6552-E39D27BF5DE9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92" name="TextBox 291">
                    <a:extLst>
                      <a:ext uri="{FF2B5EF4-FFF2-40B4-BE49-F238E27FC236}">
                        <a16:creationId xmlns:a16="http://schemas.microsoft.com/office/drawing/2014/main" id="{E4522F1E-019F-2C15-756A-984B8C2B4A6C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93" name="그룹 292">
                    <a:extLst>
                      <a:ext uri="{FF2B5EF4-FFF2-40B4-BE49-F238E27FC236}">
                        <a16:creationId xmlns:a16="http://schemas.microsoft.com/office/drawing/2014/main" id="{42A93DFD-9E63-85B0-C6E9-044744B9D415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323" name="타원 322">
                      <a:extLst>
                        <a:ext uri="{FF2B5EF4-FFF2-40B4-BE49-F238E27FC236}">
                          <a16:creationId xmlns:a16="http://schemas.microsoft.com/office/drawing/2014/main" id="{E45AB432-D85B-83E5-F093-F8D24E991F7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324" name="직선 화살표 연결선 323">
                      <a:extLst>
                        <a:ext uri="{FF2B5EF4-FFF2-40B4-BE49-F238E27FC236}">
                          <a16:creationId xmlns:a16="http://schemas.microsoft.com/office/drawing/2014/main" id="{B969D51C-29E3-C09C-6EE4-C46D4F1F14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4" name="그룹 293">
                    <a:extLst>
                      <a:ext uri="{FF2B5EF4-FFF2-40B4-BE49-F238E27FC236}">
                        <a16:creationId xmlns:a16="http://schemas.microsoft.com/office/drawing/2014/main" id="{300F9A7A-E2DC-AEF3-1386-27E94952EC0D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321" name="타원 320">
                      <a:extLst>
                        <a:ext uri="{FF2B5EF4-FFF2-40B4-BE49-F238E27FC236}">
                          <a16:creationId xmlns:a16="http://schemas.microsoft.com/office/drawing/2014/main" id="{ED6DA501-9385-5A94-EF1D-ABA72C804C5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322" name="직선 화살표 연결선 321">
                      <a:extLst>
                        <a:ext uri="{FF2B5EF4-FFF2-40B4-BE49-F238E27FC236}">
                          <a16:creationId xmlns:a16="http://schemas.microsoft.com/office/drawing/2014/main" id="{F81BC8B2-D232-08FA-359C-E181296F0B6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95" name="TextBox 294">
                    <a:extLst>
                      <a:ext uri="{FF2B5EF4-FFF2-40B4-BE49-F238E27FC236}">
                        <a16:creationId xmlns:a16="http://schemas.microsoft.com/office/drawing/2014/main" id="{B49CAE13-8CE7-8D02-640F-CE078B53359C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96" name="TextBox 295">
                    <a:extLst>
                      <a:ext uri="{FF2B5EF4-FFF2-40B4-BE49-F238E27FC236}">
                        <a16:creationId xmlns:a16="http://schemas.microsoft.com/office/drawing/2014/main" id="{F05DE8F7-03D6-D667-E0E8-1A24DDD09805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97" name="그룹 296">
                    <a:extLst>
                      <a:ext uri="{FF2B5EF4-FFF2-40B4-BE49-F238E27FC236}">
                        <a16:creationId xmlns:a16="http://schemas.microsoft.com/office/drawing/2014/main" id="{E1782D5D-2CD3-5D74-AA90-7133D3FBA3E2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319" name="타원 318">
                      <a:extLst>
                        <a:ext uri="{FF2B5EF4-FFF2-40B4-BE49-F238E27FC236}">
                          <a16:creationId xmlns:a16="http://schemas.microsoft.com/office/drawing/2014/main" id="{9C158F02-FBDF-2A8F-7EB8-DCCE4C32EF8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320" name="직선 화살표 연결선 319">
                      <a:extLst>
                        <a:ext uri="{FF2B5EF4-FFF2-40B4-BE49-F238E27FC236}">
                          <a16:creationId xmlns:a16="http://schemas.microsoft.com/office/drawing/2014/main" id="{148B19D2-A84A-2153-04DB-65692ADEF0D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98" name="그룹 297">
                    <a:extLst>
                      <a:ext uri="{FF2B5EF4-FFF2-40B4-BE49-F238E27FC236}">
                        <a16:creationId xmlns:a16="http://schemas.microsoft.com/office/drawing/2014/main" id="{E207F374-4463-BCD8-0901-A79A073D88AE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317" name="타원 316">
                      <a:extLst>
                        <a:ext uri="{FF2B5EF4-FFF2-40B4-BE49-F238E27FC236}">
                          <a16:creationId xmlns:a16="http://schemas.microsoft.com/office/drawing/2014/main" id="{B71CE7FC-11BB-831B-6466-AA7346D4251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318" name="직선 화살표 연결선 317">
                      <a:extLst>
                        <a:ext uri="{FF2B5EF4-FFF2-40B4-BE49-F238E27FC236}">
                          <a16:creationId xmlns:a16="http://schemas.microsoft.com/office/drawing/2014/main" id="{8EAF1091-EB77-6AEF-F31D-FA8311CA26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99" name="TextBox 298">
                    <a:extLst>
                      <a:ext uri="{FF2B5EF4-FFF2-40B4-BE49-F238E27FC236}">
                        <a16:creationId xmlns:a16="http://schemas.microsoft.com/office/drawing/2014/main" id="{D57CF4C5-E542-28FC-D40B-A11657778FAC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300" name="TextBox 299">
                    <a:extLst>
                      <a:ext uri="{FF2B5EF4-FFF2-40B4-BE49-F238E27FC236}">
                        <a16:creationId xmlns:a16="http://schemas.microsoft.com/office/drawing/2014/main" id="{F7F716E7-D1EB-865E-3309-3C52CC23F590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301" name="그룹 300">
                    <a:extLst>
                      <a:ext uri="{FF2B5EF4-FFF2-40B4-BE49-F238E27FC236}">
                        <a16:creationId xmlns:a16="http://schemas.microsoft.com/office/drawing/2014/main" id="{9D2946E1-284B-F6AF-790F-CEC65A62D0C7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315" name="타원 314">
                      <a:extLst>
                        <a:ext uri="{FF2B5EF4-FFF2-40B4-BE49-F238E27FC236}">
                          <a16:creationId xmlns:a16="http://schemas.microsoft.com/office/drawing/2014/main" id="{78FB6474-80F3-057C-BB62-E6BF44574EF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316" name="직선 화살표 연결선 315">
                      <a:extLst>
                        <a:ext uri="{FF2B5EF4-FFF2-40B4-BE49-F238E27FC236}">
                          <a16:creationId xmlns:a16="http://schemas.microsoft.com/office/drawing/2014/main" id="{3EC166CA-501C-6912-187B-BA0A9B89AFB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02" name="그룹 301">
                    <a:extLst>
                      <a:ext uri="{FF2B5EF4-FFF2-40B4-BE49-F238E27FC236}">
                        <a16:creationId xmlns:a16="http://schemas.microsoft.com/office/drawing/2014/main" id="{393EB47C-2DC2-53F0-0220-DF9ECBFB5C38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313" name="타원 312">
                      <a:extLst>
                        <a:ext uri="{FF2B5EF4-FFF2-40B4-BE49-F238E27FC236}">
                          <a16:creationId xmlns:a16="http://schemas.microsoft.com/office/drawing/2014/main" id="{A2D8FD22-88CB-CEFD-3A6B-4271EB61A25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314" name="직선 화살표 연결선 313">
                      <a:extLst>
                        <a:ext uri="{FF2B5EF4-FFF2-40B4-BE49-F238E27FC236}">
                          <a16:creationId xmlns:a16="http://schemas.microsoft.com/office/drawing/2014/main" id="{3947FC95-F075-5217-77EC-F097B5880E5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03" name="TextBox 302">
                    <a:extLst>
                      <a:ext uri="{FF2B5EF4-FFF2-40B4-BE49-F238E27FC236}">
                        <a16:creationId xmlns:a16="http://schemas.microsoft.com/office/drawing/2014/main" id="{6E553BF5-6C8C-C748-1233-24192DC2C684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304" name="TextBox 303">
                    <a:extLst>
                      <a:ext uri="{FF2B5EF4-FFF2-40B4-BE49-F238E27FC236}">
                        <a16:creationId xmlns:a16="http://schemas.microsoft.com/office/drawing/2014/main" id="{46E3E0A3-3EE3-2232-B482-C54024AD8C69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305" name="그룹 304">
                    <a:extLst>
                      <a:ext uri="{FF2B5EF4-FFF2-40B4-BE49-F238E27FC236}">
                        <a16:creationId xmlns:a16="http://schemas.microsoft.com/office/drawing/2014/main" id="{C875C582-798B-53D9-B376-24AACC58D8A5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311" name="타원 310">
                      <a:extLst>
                        <a:ext uri="{FF2B5EF4-FFF2-40B4-BE49-F238E27FC236}">
                          <a16:creationId xmlns:a16="http://schemas.microsoft.com/office/drawing/2014/main" id="{970F3474-3632-B561-6C4D-12E0C302DE1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312" name="직선 화살표 연결선 311">
                      <a:extLst>
                        <a:ext uri="{FF2B5EF4-FFF2-40B4-BE49-F238E27FC236}">
                          <a16:creationId xmlns:a16="http://schemas.microsoft.com/office/drawing/2014/main" id="{0BB77AEF-2F4B-0568-B815-FDCAA8509F9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06" name="그룹 305">
                    <a:extLst>
                      <a:ext uri="{FF2B5EF4-FFF2-40B4-BE49-F238E27FC236}">
                        <a16:creationId xmlns:a16="http://schemas.microsoft.com/office/drawing/2014/main" id="{0FA07A6D-24B1-90B5-9BD4-3976941A8755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309" name="타원 308">
                      <a:extLst>
                        <a:ext uri="{FF2B5EF4-FFF2-40B4-BE49-F238E27FC236}">
                          <a16:creationId xmlns:a16="http://schemas.microsoft.com/office/drawing/2014/main" id="{AAB51619-4859-FFB5-AA53-09EDFD0764E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310" name="직선 화살표 연결선 309">
                      <a:extLst>
                        <a:ext uri="{FF2B5EF4-FFF2-40B4-BE49-F238E27FC236}">
                          <a16:creationId xmlns:a16="http://schemas.microsoft.com/office/drawing/2014/main" id="{6C831E93-2CBF-FDFA-ED6F-43EE19078A3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07" name="TextBox 306">
                    <a:extLst>
                      <a:ext uri="{FF2B5EF4-FFF2-40B4-BE49-F238E27FC236}">
                        <a16:creationId xmlns:a16="http://schemas.microsoft.com/office/drawing/2014/main" id="{76F27531-B8A7-0158-140B-95E57A8865AE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40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308" name="TextBox 307">
                    <a:extLst>
                      <a:ext uri="{FF2B5EF4-FFF2-40B4-BE49-F238E27FC236}">
                        <a16:creationId xmlns:a16="http://schemas.microsoft.com/office/drawing/2014/main" id="{7CCE2AEA-B751-172F-93BD-C65EBAE42CA0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</p:grpSp>
        </p:grpSp>
        <p:grpSp>
          <p:nvGrpSpPr>
            <p:cNvPr id="372" name="그룹 371">
              <a:extLst>
                <a:ext uri="{FF2B5EF4-FFF2-40B4-BE49-F238E27FC236}">
                  <a16:creationId xmlns:a16="http://schemas.microsoft.com/office/drawing/2014/main" id="{233CEC99-031F-3394-4BDA-CB97394FC8D6}"/>
                </a:ext>
              </a:extLst>
            </p:cNvPr>
            <p:cNvGrpSpPr/>
            <p:nvPr/>
          </p:nvGrpSpPr>
          <p:grpSpPr>
            <a:xfrm flipH="1">
              <a:off x="9902491" y="545959"/>
              <a:ext cx="253389" cy="3573705"/>
              <a:chOff x="9553091" y="544373"/>
              <a:chExt cx="253389" cy="3573705"/>
            </a:xfrm>
          </p:grpSpPr>
          <p:grpSp>
            <p:nvGrpSpPr>
              <p:cNvPr id="373" name="그룹 372">
                <a:extLst>
                  <a:ext uri="{FF2B5EF4-FFF2-40B4-BE49-F238E27FC236}">
                    <a16:creationId xmlns:a16="http://schemas.microsoft.com/office/drawing/2014/main" id="{41F935A3-A116-28C2-AB84-1E4B5A4AEE14}"/>
                  </a:ext>
                </a:extLst>
              </p:cNvPr>
              <p:cNvGrpSpPr/>
              <p:nvPr/>
            </p:nvGrpSpPr>
            <p:grpSpPr>
              <a:xfrm>
                <a:off x="9553091" y="544373"/>
                <a:ext cx="253380" cy="1802205"/>
                <a:chOff x="9553091" y="544373"/>
                <a:chExt cx="253380" cy="1802205"/>
              </a:xfrm>
            </p:grpSpPr>
            <p:grpSp>
              <p:nvGrpSpPr>
                <p:cNvPr id="457" name="그룹 456">
                  <a:extLst>
                    <a:ext uri="{FF2B5EF4-FFF2-40B4-BE49-F238E27FC236}">
                      <a16:creationId xmlns:a16="http://schemas.microsoft.com/office/drawing/2014/main" id="{078B67A5-0D32-6F9A-F97D-DFF1AEBA88FE}"/>
                    </a:ext>
                  </a:extLst>
                </p:cNvPr>
                <p:cNvGrpSpPr/>
                <p:nvPr/>
              </p:nvGrpSpPr>
              <p:grpSpPr>
                <a:xfrm>
                  <a:off x="9553091" y="544373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499" name="그룹 498">
                    <a:extLst>
                      <a:ext uri="{FF2B5EF4-FFF2-40B4-BE49-F238E27FC236}">
                        <a16:creationId xmlns:a16="http://schemas.microsoft.com/office/drawing/2014/main" id="{887C69C2-B410-E3B5-0F74-C2C18C4C539D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537" name="타원 536">
                      <a:extLst>
                        <a:ext uri="{FF2B5EF4-FFF2-40B4-BE49-F238E27FC236}">
                          <a16:creationId xmlns:a16="http://schemas.microsoft.com/office/drawing/2014/main" id="{3203D2A4-E591-903B-EA4B-A4F964F851E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538" name="직선 화살표 연결선 537">
                      <a:extLst>
                        <a:ext uri="{FF2B5EF4-FFF2-40B4-BE49-F238E27FC236}">
                          <a16:creationId xmlns:a16="http://schemas.microsoft.com/office/drawing/2014/main" id="{2FB85957-FF8E-7252-3CA5-97C6B06DE69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00" name="그룹 499">
                    <a:extLst>
                      <a:ext uri="{FF2B5EF4-FFF2-40B4-BE49-F238E27FC236}">
                        <a16:creationId xmlns:a16="http://schemas.microsoft.com/office/drawing/2014/main" id="{2D6EEF29-DF38-61B7-9956-C379CB5DF57C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535" name="타원 534">
                      <a:extLst>
                        <a:ext uri="{FF2B5EF4-FFF2-40B4-BE49-F238E27FC236}">
                          <a16:creationId xmlns:a16="http://schemas.microsoft.com/office/drawing/2014/main" id="{70EF270A-12F1-DD27-AF61-0B2D52B69F3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536" name="직선 화살표 연결선 535">
                      <a:extLst>
                        <a:ext uri="{FF2B5EF4-FFF2-40B4-BE49-F238E27FC236}">
                          <a16:creationId xmlns:a16="http://schemas.microsoft.com/office/drawing/2014/main" id="{1C091B8A-FCD9-351A-3D2E-957464B60C9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01" name="TextBox 500">
                    <a:extLst>
                      <a:ext uri="{FF2B5EF4-FFF2-40B4-BE49-F238E27FC236}">
                        <a16:creationId xmlns:a16="http://schemas.microsoft.com/office/drawing/2014/main" id="{EB6C18D2-767A-DA87-9649-5F1A6608D123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502" name="TextBox 501">
                    <a:extLst>
                      <a:ext uri="{FF2B5EF4-FFF2-40B4-BE49-F238E27FC236}">
                        <a16:creationId xmlns:a16="http://schemas.microsoft.com/office/drawing/2014/main" id="{D071AE8B-CC46-3C8D-2FE5-FC5B3D8C025D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503" name="그룹 502">
                    <a:extLst>
                      <a:ext uri="{FF2B5EF4-FFF2-40B4-BE49-F238E27FC236}">
                        <a16:creationId xmlns:a16="http://schemas.microsoft.com/office/drawing/2014/main" id="{06798B13-99F7-CA98-82F1-78A4DEDCC389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533" name="타원 532">
                      <a:extLst>
                        <a:ext uri="{FF2B5EF4-FFF2-40B4-BE49-F238E27FC236}">
                          <a16:creationId xmlns:a16="http://schemas.microsoft.com/office/drawing/2014/main" id="{227B70D8-05BC-A31B-25BF-16799955990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534" name="직선 화살표 연결선 533">
                      <a:extLst>
                        <a:ext uri="{FF2B5EF4-FFF2-40B4-BE49-F238E27FC236}">
                          <a16:creationId xmlns:a16="http://schemas.microsoft.com/office/drawing/2014/main" id="{173668E7-2E9D-BAD3-7B71-D96422E0E4B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04" name="그룹 503">
                    <a:extLst>
                      <a:ext uri="{FF2B5EF4-FFF2-40B4-BE49-F238E27FC236}">
                        <a16:creationId xmlns:a16="http://schemas.microsoft.com/office/drawing/2014/main" id="{DCBEF671-B5B9-3BA7-35BF-E85374E1436C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531" name="타원 530">
                      <a:extLst>
                        <a:ext uri="{FF2B5EF4-FFF2-40B4-BE49-F238E27FC236}">
                          <a16:creationId xmlns:a16="http://schemas.microsoft.com/office/drawing/2014/main" id="{E4926942-9C24-B85B-0BC7-25C79A065C4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532" name="직선 화살표 연결선 531">
                      <a:extLst>
                        <a:ext uri="{FF2B5EF4-FFF2-40B4-BE49-F238E27FC236}">
                          <a16:creationId xmlns:a16="http://schemas.microsoft.com/office/drawing/2014/main" id="{30E1F998-AF4D-0FAB-C702-94D3ECD44F5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05" name="TextBox 504">
                    <a:extLst>
                      <a:ext uri="{FF2B5EF4-FFF2-40B4-BE49-F238E27FC236}">
                        <a16:creationId xmlns:a16="http://schemas.microsoft.com/office/drawing/2014/main" id="{BD676135-DBC6-6B66-5ABB-5FDADF8D9DB3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506" name="TextBox 505">
                    <a:extLst>
                      <a:ext uri="{FF2B5EF4-FFF2-40B4-BE49-F238E27FC236}">
                        <a16:creationId xmlns:a16="http://schemas.microsoft.com/office/drawing/2014/main" id="{42D406B7-5AB5-37F9-3B6E-210804783856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507" name="그룹 506">
                    <a:extLst>
                      <a:ext uri="{FF2B5EF4-FFF2-40B4-BE49-F238E27FC236}">
                        <a16:creationId xmlns:a16="http://schemas.microsoft.com/office/drawing/2014/main" id="{13E0112C-2B10-8277-0452-ADF1EF97C985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529" name="타원 528">
                      <a:extLst>
                        <a:ext uri="{FF2B5EF4-FFF2-40B4-BE49-F238E27FC236}">
                          <a16:creationId xmlns:a16="http://schemas.microsoft.com/office/drawing/2014/main" id="{9945CF95-DCF6-B7A7-90A7-B267AA5429B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530" name="직선 화살표 연결선 529">
                      <a:extLst>
                        <a:ext uri="{FF2B5EF4-FFF2-40B4-BE49-F238E27FC236}">
                          <a16:creationId xmlns:a16="http://schemas.microsoft.com/office/drawing/2014/main" id="{67EC51CB-F2C2-1D11-BE9B-74D6BC06C5A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08" name="그룹 507">
                    <a:extLst>
                      <a:ext uri="{FF2B5EF4-FFF2-40B4-BE49-F238E27FC236}">
                        <a16:creationId xmlns:a16="http://schemas.microsoft.com/office/drawing/2014/main" id="{85AC69D7-3056-83E1-1C9F-9E72D785D796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527" name="타원 526">
                      <a:extLst>
                        <a:ext uri="{FF2B5EF4-FFF2-40B4-BE49-F238E27FC236}">
                          <a16:creationId xmlns:a16="http://schemas.microsoft.com/office/drawing/2014/main" id="{B0CABFB7-5F09-D724-3F32-9285370EE8F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528" name="직선 화살표 연결선 527">
                      <a:extLst>
                        <a:ext uri="{FF2B5EF4-FFF2-40B4-BE49-F238E27FC236}">
                          <a16:creationId xmlns:a16="http://schemas.microsoft.com/office/drawing/2014/main" id="{B10F0295-8E6E-3DFB-A78E-F3C68D60542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09" name="TextBox 508">
                    <a:extLst>
                      <a:ext uri="{FF2B5EF4-FFF2-40B4-BE49-F238E27FC236}">
                        <a16:creationId xmlns:a16="http://schemas.microsoft.com/office/drawing/2014/main" id="{8FE49D19-6D53-C7E0-0A53-E469A2A16DB4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510" name="TextBox 509">
                    <a:extLst>
                      <a:ext uri="{FF2B5EF4-FFF2-40B4-BE49-F238E27FC236}">
                        <a16:creationId xmlns:a16="http://schemas.microsoft.com/office/drawing/2014/main" id="{ED7C6098-B117-FCEE-B876-7606A08273A0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511" name="그룹 510">
                    <a:extLst>
                      <a:ext uri="{FF2B5EF4-FFF2-40B4-BE49-F238E27FC236}">
                        <a16:creationId xmlns:a16="http://schemas.microsoft.com/office/drawing/2014/main" id="{EA1D716B-F9D5-1F57-A8BC-E98A1302394D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525" name="타원 524">
                      <a:extLst>
                        <a:ext uri="{FF2B5EF4-FFF2-40B4-BE49-F238E27FC236}">
                          <a16:creationId xmlns:a16="http://schemas.microsoft.com/office/drawing/2014/main" id="{6ECB7616-CE2D-1556-B797-0153293F197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526" name="직선 화살표 연결선 525">
                      <a:extLst>
                        <a:ext uri="{FF2B5EF4-FFF2-40B4-BE49-F238E27FC236}">
                          <a16:creationId xmlns:a16="http://schemas.microsoft.com/office/drawing/2014/main" id="{96F83246-CE79-EDC8-B5FE-E66E45CB626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12" name="그룹 511">
                    <a:extLst>
                      <a:ext uri="{FF2B5EF4-FFF2-40B4-BE49-F238E27FC236}">
                        <a16:creationId xmlns:a16="http://schemas.microsoft.com/office/drawing/2014/main" id="{9372E975-D4A2-6E84-7100-B44A2051F450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523" name="타원 522">
                      <a:extLst>
                        <a:ext uri="{FF2B5EF4-FFF2-40B4-BE49-F238E27FC236}">
                          <a16:creationId xmlns:a16="http://schemas.microsoft.com/office/drawing/2014/main" id="{3FBCE8F1-841A-D37E-8F0D-EFEF419BE73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524" name="직선 화살표 연결선 523">
                      <a:extLst>
                        <a:ext uri="{FF2B5EF4-FFF2-40B4-BE49-F238E27FC236}">
                          <a16:creationId xmlns:a16="http://schemas.microsoft.com/office/drawing/2014/main" id="{B30C8F58-D577-7844-C69F-1F21E1396AA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13" name="TextBox 512">
                    <a:extLst>
                      <a:ext uri="{FF2B5EF4-FFF2-40B4-BE49-F238E27FC236}">
                        <a16:creationId xmlns:a16="http://schemas.microsoft.com/office/drawing/2014/main" id="{91774A50-D9FD-422F-91F3-DCD51F82828C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514" name="TextBox 513">
                    <a:extLst>
                      <a:ext uri="{FF2B5EF4-FFF2-40B4-BE49-F238E27FC236}">
                        <a16:creationId xmlns:a16="http://schemas.microsoft.com/office/drawing/2014/main" id="{351B4775-EB16-ECCC-6161-4136A4BF5CAA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515" name="그룹 514">
                    <a:extLst>
                      <a:ext uri="{FF2B5EF4-FFF2-40B4-BE49-F238E27FC236}">
                        <a16:creationId xmlns:a16="http://schemas.microsoft.com/office/drawing/2014/main" id="{3C7E3E1D-B676-DC89-2706-FEA40E161D86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521" name="타원 520">
                      <a:extLst>
                        <a:ext uri="{FF2B5EF4-FFF2-40B4-BE49-F238E27FC236}">
                          <a16:creationId xmlns:a16="http://schemas.microsoft.com/office/drawing/2014/main" id="{2B587047-5A80-1B8E-E2F3-47BED416A28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522" name="직선 화살표 연결선 521">
                      <a:extLst>
                        <a:ext uri="{FF2B5EF4-FFF2-40B4-BE49-F238E27FC236}">
                          <a16:creationId xmlns:a16="http://schemas.microsoft.com/office/drawing/2014/main" id="{C4329069-7918-E590-45B9-6FE2D16A6D4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16" name="그룹 515">
                    <a:extLst>
                      <a:ext uri="{FF2B5EF4-FFF2-40B4-BE49-F238E27FC236}">
                        <a16:creationId xmlns:a16="http://schemas.microsoft.com/office/drawing/2014/main" id="{D8C5F725-24A1-8D76-A1B6-6CEADD171A40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519" name="타원 518">
                      <a:extLst>
                        <a:ext uri="{FF2B5EF4-FFF2-40B4-BE49-F238E27FC236}">
                          <a16:creationId xmlns:a16="http://schemas.microsoft.com/office/drawing/2014/main" id="{6372F26F-FE5D-7B9C-DA1A-BFE0F70F572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520" name="직선 화살표 연결선 519">
                      <a:extLst>
                        <a:ext uri="{FF2B5EF4-FFF2-40B4-BE49-F238E27FC236}">
                          <a16:creationId xmlns:a16="http://schemas.microsoft.com/office/drawing/2014/main" id="{D296AA75-FF19-2814-3CB9-F288693B41B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17" name="TextBox 516">
                    <a:extLst>
                      <a:ext uri="{FF2B5EF4-FFF2-40B4-BE49-F238E27FC236}">
                        <a16:creationId xmlns:a16="http://schemas.microsoft.com/office/drawing/2014/main" id="{D31DBCBC-41D8-C5DD-BB5C-03EBFAF1B151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518" name="TextBox 517">
                    <a:extLst>
                      <a:ext uri="{FF2B5EF4-FFF2-40B4-BE49-F238E27FC236}">
                        <a16:creationId xmlns:a16="http://schemas.microsoft.com/office/drawing/2014/main" id="{31B5D827-1473-5831-5753-FD8853C909FC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  <p:grpSp>
              <p:nvGrpSpPr>
                <p:cNvPr id="458" name="그룹 457">
                  <a:extLst>
                    <a:ext uri="{FF2B5EF4-FFF2-40B4-BE49-F238E27FC236}">
                      <a16:creationId xmlns:a16="http://schemas.microsoft.com/office/drawing/2014/main" id="{62BA4AC3-6FFA-1066-24CE-5C5D573EFB61}"/>
                    </a:ext>
                  </a:extLst>
                </p:cNvPr>
                <p:cNvGrpSpPr/>
                <p:nvPr/>
              </p:nvGrpSpPr>
              <p:grpSpPr>
                <a:xfrm>
                  <a:off x="9553108" y="1431218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459" name="그룹 458">
                    <a:extLst>
                      <a:ext uri="{FF2B5EF4-FFF2-40B4-BE49-F238E27FC236}">
                        <a16:creationId xmlns:a16="http://schemas.microsoft.com/office/drawing/2014/main" id="{4A51FD34-86BA-7079-CF14-FE388FAAF3FD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97" name="타원 496">
                      <a:extLst>
                        <a:ext uri="{FF2B5EF4-FFF2-40B4-BE49-F238E27FC236}">
                          <a16:creationId xmlns:a16="http://schemas.microsoft.com/office/drawing/2014/main" id="{7108640B-A5B2-0857-A455-F7952E7DA7B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98" name="직선 화살표 연결선 497">
                      <a:extLst>
                        <a:ext uri="{FF2B5EF4-FFF2-40B4-BE49-F238E27FC236}">
                          <a16:creationId xmlns:a16="http://schemas.microsoft.com/office/drawing/2014/main" id="{2AFB6703-2648-273D-4026-BE68BDFD440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60" name="그룹 459">
                    <a:extLst>
                      <a:ext uri="{FF2B5EF4-FFF2-40B4-BE49-F238E27FC236}">
                        <a16:creationId xmlns:a16="http://schemas.microsoft.com/office/drawing/2014/main" id="{75B37B07-2CD6-B1FC-1D82-80D939257B10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95" name="타원 494">
                      <a:extLst>
                        <a:ext uri="{FF2B5EF4-FFF2-40B4-BE49-F238E27FC236}">
                          <a16:creationId xmlns:a16="http://schemas.microsoft.com/office/drawing/2014/main" id="{0532EC2C-73DD-AC8F-5A20-9EAFEDC1EB0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96" name="직선 화살표 연결선 495">
                      <a:extLst>
                        <a:ext uri="{FF2B5EF4-FFF2-40B4-BE49-F238E27FC236}">
                          <a16:creationId xmlns:a16="http://schemas.microsoft.com/office/drawing/2014/main" id="{63B1321B-A318-4574-F637-2DB9B754E9A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61" name="TextBox 460">
                    <a:extLst>
                      <a:ext uri="{FF2B5EF4-FFF2-40B4-BE49-F238E27FC236}">
                        <a16:creationId xmlns:a16="http://schemas.microsoft.com/office/drawing/2014/main" id="{0C5E76EA-6547-E64A-3DBB-FEE8D1D869CF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462" name="TextBox 461">
                    <a:extLst>
                      <a:ext uri="{FF2B5EF4-FFF2-40B4-BE49-F238E27FC236}">
                        <a16:creationId xmlns:a16="http://schemas.microsoft.com/office/drawing/2014/main" id="{9E1769F4-5692-6278-D541-BB40A6714B11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463" name="그룹 462">
                    <a:extLst>
                      <a:ext uri="{FF2B5EF4-FFF2-40B4-BE49-F238E27FC236}">
                        <a16:creationId xmlns:a16="http://schemas.microsoft.com/office/drawing/2014/main" id="{6168F94D-CBA8-EF1D-FD4A-F5522A5D0528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93" name="타원 492">
                      <a:extLst>
                        <a:ext uri="{FF2B5EF4-FFF2-40B4-BE49-F238E27FC236}">
                          <a16:creationId xmlns:a16="http://schemas.microsoft.com/office/drawing/2014/main" id="{0B8A6051-43CB-D763-8F73-92166E45B70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94" name="직선 화살표 연결선 493">
                      <a:extLst>
                        <a:ext uri="{FF2B5EF4-FFF2-40B4-BE49-F238E27FC236}">
                          <a16:creationId xmlns:a16="http://schemas.microsoft.com/office/drawing/2014/main" id="{DA9C4F71-6A70-6F23-17E3-AB05ADADD05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64" name="그룹 463">
                    <a:extLst>
                      <a:ext uri="{FF2B5EF4-FFF2-40B4-BE49-F238E27FC236}">
                        <a16:creationId xmlns:a16="http://schemas.microsoft.com/office/drawing/2014/main" id="{950233A1-4033-4720-BB63-73349C1243CE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91" name="타원 490">
                      <a:extLst>
                        <a:ext uri="{FF2B5EF4-FFF2-40B4-BE49-F238E27FC236}">
                          <a16:creationId xmlns:a16="http://schemas.microsoft.com/office/drawing/2014/main" id="{6EB67E3E-A3E9-92B8-7426-22A8305BEC7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92" name="직선 화살표 연결선 491">
                      <a:extLst>
                        <a:ext uri="{FF2B5EF4-FFF2-40B4-BE49-F238E27FC236}">
                          <a16:creationId xmlns:a16="http://schemas.microsoft.com/office/drawing/2014/main" id="{62FD9F0A-3B76-CD98-E9FA-031CD832613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65" name="TextBox 464">
                    <a:extLst>
                      <a:ext uri="{FF2B5EF4-FFF2-40B4-BE49-F238E27FC236}">
                        <a16:creationId xmlns:a16="http://schemas.microsoft.com/office/drawing/2014/main" id="{10B8BD8D-E776-7588-2A53-66FBF87168E9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466" name="TextBox 465">
                    <a:extLst>
                      <a:ext uri="{FF2B5EF4-FFF2-40B4-BE49-F238E27FC236}">
                        <a16:creationId xmlns:a16="http://schemas.microsoft.com/office/drawing/2014/main" id="{0D98302D-AAA1-72ED-F68F-F79E2151845A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467" name="그룹 466">
                    <a:extLst>
                      <a:ext uri="{FF2B5EF4-FFF2-40B4-BE49-F238E27FC236}">
                        <a16:creationId xmlns:a16="http://schemas.microsoft.com/office/drawing/2014/main" id="{E106F503-11AC-57F0-A735-31B3EE1A94DA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89" name="타원 488">
                      <a:extLst>
                        <a:ext uri="{FF2B5EF4-FFF2-40B4-BE49-F238E27FC236}">
                          <a16:creationId xmlns:a16="http://schemas.microsoft.com/office/drawing/2014/main" id="{4E61D67E-1E55-47E4-56DB-D5B747EA557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90" name="직선 화살표 연결선 489">
                      <a:extLst>
                        <a:ext uri="{FF2B5EF4-FFF2-40B4-BE49-F238E27FC236}">
                          <a16:creationId xmlns:a16="http://schemas.microsoft.com/office/drawing/2014/main" id="{AB778F74-908F-2102-B6D7-F8060CA0AA8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68" name="그룹 467">
                    <a:extLst>
                      <a:ext uri="{FF2B5EF4-FFF2-40B4-BE49-F238E27FC236}">
                        <a16:creationId xmlns:a16="http://schemas.microsoft.com/office/drawing/2014/main" id="{B5DB0F9D-5FB3-2D69-3924-28BA58729A75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87" name="타원 486">
                      <a:extLst>
                        <a:ext uri="{FF2B5EF4-FFF2-40B4-BE49-F238E27FC236}">
                          <a16:creationId xmlns:a16="http://schemas.microsoft.com/office/drawing/2014/main" id="{D243DC1C-87F4-1399-6925-2E9D3DD7BCA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88" name="직선 화살표 연결선 487">
                      <a:extLst>
                        <a:ext uri="{FF2B5EF4-FFF2-40B4-BE49-F238E27FC236}">
                          <a16:creationId xmlns:a16="http://schemas.microsoft.com/office/drawing/2014/main" id="{546F94EB-1833-1351-F9CD-2F255407DD2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69" name="TextBox 468">
                    <a:extLst>
                      <a:ext uri="{FF2B5EF4-FFF2-40B4-BE49-F238E27FC236}">
                        <a16:creationId xmlns:a16="http://schemas.microsoft.com/office/drawing/2014/main" id="{81A615EF-818A-481E-9318-C236A127716E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470" name="TextBox 469">
                    <a:extLst>
                      <a:ext uri="{FF2B5EF4-FFF2-40B4-BE49-F238E27FC236}">
                        <a16:creationId xmlns:a16="http://schemas.microsoft.com/office/drawing/2014/main" id="{4A8AC410-AB9E-4F7F-0A9A-1DAB6A27520C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471" name="그룹 470">
                    <a:extLst>
                      <a:ext uri="{FF2B5EF4-FFF2-40B4-BE49-F238E27FC236}">
                        <a16:creationId xmlns:a16="http://schemas.microsoft.com/office/drawing/2014/main" id="{1F008931-AA9A-E08E-33D7-D0D8594D84E2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85" name="타원 484">
                      <a:extLst>
                        <a:ext uri="{FF2B5EF4-FFF2-40B4-BE49-F238E27FC236}">
                          <a16:creationId xmlns:a16="http://schemas.microsoft.com/office/drawing/2014/main" id="{53A80A68-B2D7-1B17-9546-05E833BB25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86" name="직선 화살표 연결선 485">
                      <a:extLst>
                        <a:ext uri="{FF2B5EF4-FFF2-40B4-BE49-F238E27FC236}">
                          <a16:creationId xmlns:a16="http://schemas.microsoft.com/office/drawing/2014/main" id="{A3D61601-B766-E145-0812-92B69C083EF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72" name="그룹 471">
                    <a:extLst>
                      <a:ext uri="{FF2B5EF4-FFF2-40B4-BE49-F238E27FC236}">
                        <a16:creationId xmlns:a16="http://schemas.microsoft.com/office/drawing/2014/main" id="{448A2605-DF63-16B6-1303-98E2AE6B104E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83" name="타원 482">
                      <a:extLst>
                        <a:ext uri="{FF2B5EF4-FFF2-40B4-BE49-F238E27FC236}">
                          <a16:creationId xmlns:a16="http://schemas.microsoft.com/office/drawing/2014/main" id="{961BCAE8-AF33-3EE9-E648-0A4C10FD9B4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84" name="직선 화살표 연결선 483">
                      <a:extLst>
                        <a:ext uri="{FF2B5EF4-FFF2-40B4-BE49-F238E27FC236}">
                          <a16:creationId xmlns:a16="http://schemas.microsoft.com/office/drawing/2014/main" id="{1AB73CB9-638A-8A64-F744-E7CE8472F3C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73" name="TextBox 472">
                    <a:extLst>
                      <a:ext uri="{FF2B5EF4-FFF2-40B4-BE49-F238E27FC236}">
                        <a16:creationId xmlns:a16="http://schemas.microsoft.com/office/drawing/2014/main" id="{974A4B53-9077-0E97-8474-D88B69079269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474" name="TextBox 473">
                    <a:extLst>
                      <a:ext uri="{FF2B5EF4-FFF2-40B4-BE49-F238E27FC236}">
                        <a16:creationId xmlns:a16="http://schemas.microsoft.com/office/drawing/2014/main" id="{6C4955CD-FD25-2801-7E1E-B6615A2FBC24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475" name="그룹 474">
                    <a:extLst>
                      <a:ext uri="{FF2B5EF4-FFF2-40B4-BE49-F238E27FC236}">
                        <a16:creationId xmlns:a16="http://schemas.microsoft.com/office/drawing/2014/main" id="{13D1C844-F81C-9E7F-9804-F1865D2A2184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81" name="타원 480">
                      <a:extLst>
                        <a:ext uri="{FF2B5EF4-FFF2-40B4-BE49-F238E27FC236}">
                          <a16:creationId xmlns:a16="http://schemas.microsoft.com/office/drawing/2014/main" id="{6EBC57A2-0D07-BC3D-1265-B9BD7180B31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82" name="직선 화살표 연결선 481">
                      <a:extLst>
                        <a:ext uri="{FF2B5EF4-FFF2-40B4-BE49-F238E27FC236}">
                          <a16:creationId xmlns:a16="http://schemas.microsoft.com/office/drawing/2014/main" id="{D5E3B2C7-9517-5804-05B6-86042DEFDDD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76" name="그룹 475">
                    <a:extLst>
                      <a:ext uri="{FF2B5EF4-FFF2-40B4-BE49-F238E27FC236}">
                        <a16:creationId xmlns:a16="http://schemas.microsoft.com/office/drawing/2014/main" id="{B2BAE960-9220-FE35-D2BA-538C8C844177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79" name="타원 478">
                      <a:extLst>
                        <a:ext uri="{FF2B5EF4-FFF2-40B4-BE49-F238E27FC236}">
                          <a16:creationId xmlns:a16="http://schemas.microsoft.com/office/drawing/2014/main" id="{03A639C8-7B6B-7321-C594-136496B3D72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80" name="직선 화살표 연결선 479">
                      <a:extLst>
                        <a:ext uri="{FF2B5EF4-FFF2-40B4-BE49-F238E27FC236}">
                          <a16:creationId xmlns:a16="http://schemas.microsoft.com/office/drawing/2014/main" id="{768FC4D1-FAE9-C265-9DE2-AD86430D3D9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77" name="TextBox 476">
                    <a:extLst>
                      <a:ext uri="{FF2B5EF4-FFF2-40B4-BE49-F238E27FC236}">
                        <a16:creationId xmlns:a16="http://schemas.microsoft.com/office/drawing/2014/main" id="{8714ED38-1B10-B010-00B1-3C453177465F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478" name="TextBox 477">
                    <a:extLst>
                      <a:ext uri="{FF2B5EF4-FFF2-40B4-BE49-F238E27FC236}">
                        <a16:creationId xmlns:a16="http://schemas.microsoft.com/office/drawing/2014/main" id="{205F8B41-5126-FD8A-F3AB-D00CC2A8991E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</p:grpSp>
          <p:grpSp>
            <p:nvGrpSpPr>
              <p:cNvPr id="374" name="그룹 373">
                <a:extLst>
                  <a:ext uri="{FF2B5EF4-FFF2-40B4-BE49-F238E27FC236}">
                    <a16:creationId xmlns:a16="http://schemas.microsoft.com/office/drawing/2014/main" id="{CA047E93-1C5B-AAF6-DD9E-7004DFBB8D6E}"/>
                  </a:ext>
                </a:extLst>
              </p:cNvPr>
              <p:cNvGrpSpPr/>
              <p:nvPr/>
            </p:nvGrpSpPr>
            <p:grpSpPr>
              <a:xfrm>
                <a:off x="9553100" y="2315873"/>
                <a:ext cx="253380" cy="1802205"/>
                <a:chOff x="9553091" y="544373"/>
                <a:chExt cx="253380" cy="1802205"/>
              </a:xfrm>
            </p:grpSpPr>
            <p:grpSp>
              <p:nvGrpSpPr>
                <p:cNvPr id="375" name="그룹 374">
                  <a:extLst>
                    <a:ext uri="{FF2B5EF4-FFF2-40B4-BE49-F238E27FC236}">
                      <a16:creationId xmlns:a16="http://schemas.microsoft.com/office/drawing/2014/main" id="{157E2137-F8C0-3DAF-C870-A8EF4812A225}"/>
                    </a:ext>
                  </a:extLst>
                </p:cNvPr>
                <p:cNvGrpSpPr/>
                <p:nvPr/>
              </p:nvGrpSpPr>
              <p:grpSpPr>
                <a:xfrm>
                  <a:off x="9553091" y="544373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417" name="그룹 416">
                    <a:extLst>
                      <a:ext uri="{FF2B5EF4-FFF2-40B4-BE49-F238E27FC236}">
                        <a16:creationId xmlns:a16="http://schemas.microsoft.com/office/drawing/2014/main" id="{1DA9EF10-EEA4-6A5F-697C-EA19DE299DDB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55" name="타원 454">
                      <a:extLst>
                        <a:ext uri="{FF2B5EF4-FFF2-40B4-BE49-F238E27FC236}">
                          <a16:creationId xmlns:a16="http://schemas.microsoft.com/office/drawing/2014/main" id="{2566AFAC-7009-66FB-A66B-16D1234EE3B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56" name="직선 화살표 연결선 455">
                      <a:extLst>
                        <a:ext uri="{FF2B5EF4-FFF2-40B4-BE49-F238E27FC236}">
                          <a16:creationId xmlns:a16="http://schemas.microsoft.com/office/drawing/2014/main" id="{5D7CD367-BA85-EA31-4D22-F36356DFF3C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18" name="그룹 417">
                    <a:extLst>
                      <a:ext uri="{FF2B5EF4-FFF2-40B4-BE49-F238E27FC236}">
                        <a16:creationId xmlns:a16="http://schemas.microsoft.com/office/drawing/2014/main" id="{8C4981A9-436A-FAD5-A5E5-0584BF11872A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53" name="타원 452">
                      <a:extLst>
                        <a:ext uri="{FF2B5EF4-FFF2-40B4-BE49-F238E27FC236}">
                          <a16:creationId xmlns:a16="http://schemas.microsoft.com/office/drawing/2014/main" id="{B7792060-D052-9C4C-2677-CD13CC893F5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54" name="직선 화살표 연결선 453">
                      <a:extLst>
                        <a:ext uri="{FF2B5EF4-FFF2-40B4-BE49-F238E27FC236}">
                          <a16:creationId xmlns:a16="http://schemas.microsoft.com/office/drawing/2014/main" id="{87A7682B-7667-B90E-0798-C9EDF6E2065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19" name="TextBox 418">
                    <a:extLst>
                      <a:ext uri="{FF2B5EF4-FFF2-40B4-BE49-F238E27FC236}">
                        <a16:creationId xmlns:a16="http://schemas.microsoft.com/office/drawing/2014/main" id="{48AF98A7-96E2-CC9C-53B0-A4F38776C899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420" name="TextBox 419">
                    <a:extLst>
                      <a:ext uri="{FF2B5EF4-FFF2-40B4-BE49-F238E27FC236}">
                        <a16:creationId xmlns:a16="http://schemas.microsoft.com/office/drawing/2014/main" id="{69D20F3A-318E-15C4-CF35-1987A8640480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421" name="그룹 420">
                    <a:extLst>
                      <a:ext uri="{FF2B5EF4-FFF2-40B4-BE49-F238E27FC236}">
                        <a16:creationId xmlns:a16="http://schemas.microsoft.com/office/drawing/2014/main" id="{1741AF24-4DB2-7348-339D-1748F75D5F4B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51" name="타원 450">
                      <a:extLst>
                        <a:ext uri="{FF2B5EF4-FFF2-40B4-BE49-F238E27FC236}">
                          <a16:creationId xmlns:a16="http://schemas.microsoft.com/office/drawing/2014/main" id="{D68F7208-5771-1D88-CCEA-56CAF1CEC01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52" name="직선 화살표 연결선 451">
                      <a:extLst>
                        <a:ext uri="{FF2B5EF4-FFF2-40B4-BE49-F238E27FC236}">
                          <a16:creationId xmlns:a16="http://schemas.microsoft.com/office/drawing/2014/main" id="{56D7B630-46DF-563E-0BBB-165D6858F53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22" name="그룹 421">
                    <a:extLst>
                      <a:ext uri="{FF2B5EF4-FFF2-40B4-BE49-F238E27FC236}">
                        <a16:creationId xmlns:a16="http://schemas.microsoft.com/office/drawing/2014/main" id="{17E755DE-C795-AD2B-E88D-233841113783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49" name="타원 448">
                      <a:extLst>
                        <a:ext uri="{FF2B5EF4-FFF2-40B4-BE49-F238E27FC236}">
                          <a16:creationId xmlns:a16="http://schemas.microsoft.com/office/drawing/2014/main" id="{B9FF82FC-F53F-CC47-6CD5-F7548F8B20B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50" name="직선 화살표 연결선 449">
                      <a:extLst>
                        <a:ext uri="{FF2B5EF4-FFF2-40B4-BE49-F238E27FC236}">
                          <a16:creationId xmlns:a16="http://schemas.microsoft.com/office/drawing/2014/main" id="{1EFF60A2-3E98-1804-F37A-E228B63BBB3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23" name="TextBox 422">
                    <a:extLst>
                      <a:ext uri="{FF2B5EF4-FFF2-40B4-BE49-F238E27FC236}">
                        <a16:creationId xmlns:a16="http://schemas.microsoft.com/office/drawing/2014/main" id="{CF02D614-8F0D-57FA-111B-A1C81C29FFED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424" name="TextBox 423">
                    <a:extLst>
                      <a:ext uri="{FF2B5EF4-FFF2-40B4-BE49-F238E27FC236}">
                        <a16:creationId xmlns:a16="http://schemas.microsoft.com/office/drawing/2014/main" id="{5355C0DE-D9C8-3A16-328A-C456F0E3893B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425" name="그룹 424">
                    <a:extLst>
                      <a:ext uri="{FF2B5EF4-FFF2-40B4-BE49-F238E27FC236}">
                        <a16:creationId xmlns:a16="http://schemas.microsoft.com/office/drawing/2014/main" id="{CDC6D932-D687-0FCE-93BC-DD76E7C67A08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47" name="타원 446">
                      <a:extLst>
                        <a:ext uri="{FF2B5EF4-FFF2-40B4-BE49-F238E27FC236}">
                          <a16:creationId xmlns:a16="http://schemas.microsoft.com/office/drawing/2014/main" id="{541555DB-589E-7A5B-4814-04035DD345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48" name="직선 화살표 연결선 447">
                      <a:extLst>
                        <a:ext uri="{FF2B5EF4-FFF2-40B4-BE49-F238E27FC236}">
                          <a16:creationId xmlns:a16="http://schemas.microsoft.com/office/drawing/2014/main" id="{72D8801A-5CDE-09F6-22E4-F9BF27BE7D4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26" name="그룹 425">
                    <a:extLst>
                      <a:ext uri="{FF2B5EF4-FFF2-40B4-BE49-F238E27FC236}">
                        <a16:creationId xmlns:a16="http://schemas.microsoft.com/office/drawing/2014/main" id="{5E7B59F9-B9E2-E9F1-84BE-9E932CB85487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45" name="타원 444">
                      <a:extLst>
                        <a:ext uri="{FF2B5EF4-FFF2-40B4-BE49-F238E27FC236}">
                          <a16:creationId xmlns:a16="http://schemas.microsoft.com/office/drawing/2014/main" id="{F6053E03-9460-D558-36EA-A2F453AF1C6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46" name="직선 화살표 연결선 445">
                      <a:extLst>
                        <a:ext uri="{FF2B5EF4-FFF2-40B4-BE49-F238E27FC236}">
                          <a16:creationId xmlns:a16="http://schemas.microsoft.com/office/drawing/2014/main" id="{C2342DE6-2EC2-12CA-2A84-53F6CDB5DB4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27" name="TextBox 426">
                    <a:extLst>
                      <a:ext uri="{FF2B5EF4-FFF2-40B4-BE49-F238E27FC236}">
                        <a16:creationId xmlns:a16="http://schemas.microsoft.com/office/drawing/2014/main" id="{AFCAD116-9D5C-5E6A-7722-37A6BE58266D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428" name="TextBox 427">
                    <a:extLst>
                      <a:ext uri="{FF2B5EF4-FFF2-40B4-BE49-F238E27FC236}">
                        <a16:creationId xmlns:a16="http://schemas.microsoft.com/office/drawing/2014/main" id="{27F2CD08-3495-079F-17F1-CC437CBBF0C8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429" name="그룹 428">
                    <a:extLst>
                      <a:ext uri="{FF2B5EF4-FFF2-40B4-BE49-F238E27FC236}">
                        <a16:creationId xmlns:a16="http://schemas.microsoft.com/office/drawing/2014/main" id="{3A53EB0D-9A42-9EAA-66DC-DF5896D59146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43" name="타원 442">
                      <a:extLst>
                        <a:ext uri="{FF2B5EF4-FFF2-40B4-BE49-F238E27FC236}">
                          <a16:creationId xmlns:a16="http://schemas.microsoft.com/office/drawing/2014/main" id="{E9B74599-CE93-8CBB-8BCB-4F644B004F8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44" name="직선 화살표 연결선 443">
                      <a:extLst>
                        <a:ext uri="{FF2B5EF4-FFF2-40B4-BE49-F238E27FC236}">
                          <a16:creationId xmlns:a16="http://schemas.microsoft.com/office/drawing/2014/main" id="{B2495554-AF05-A57A-7256-FED20EE195A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30" name="그룹 429">
                    <a:extLst>
                      <a:ext uri="{FF2B5EF4-FFF2-40B4-BE49-F238E27FC236}">
                        <a16:creationId xmlns:a16="http://schemas.microsoft.com/office/drawing/2014/main" id="{220B3E2F-EF9E-91E1-8B3D-334FFE0ED8E4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41" name="타원 440">
                      <a:extLst>
                        <a:ext uri="{FF2B5EF4-FFF2-40B4-BE49-F238E27FC236}">
                          <a16:creationId xmlns:a16="http://schemas.microsoft.com/office/drawing/2014/main" id="{103E209C-B27F-CD20-C469-C70EE967E68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42" name="직선 화살표 연결선 441">
                      <a:extLst>
                        <a:ext uri="{FF2B5EF4-FFF2-40B4-BE49-F238E27FC236}">
                          <a16:creationId xmlns:a16="http://schemas.microsoft.com/office/drawing/2014/main" id="{AE2A2244-8294-B104-6BAF-E269EC385A2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31" name="TextBox 430">
                    <a:extLst>
                      <a:ext uri="{FF2B5EF4-FFF2-40B4-BE49-F238E27FC236}">
                        <a16:creationId xmlns:a16="http://schemas.microsoft.com/office/drawing/2014/main" id="{B1303DB8-7666-140B-2B5B-5C03CB5A5B3D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432" name="TextBox 431">
                    <a:extLst>
                      <a:ext uri="{FF2B5EF4-FFF2-40B4-BE49-F238E27FC236}">
                        <a16:creationId xmlns:a16="http://schemas.microsoft.com/office/drawing/2014/main" id="{B106D8B2-1E97-FAFC-1C1E-D56BEB09DE99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433" name="그룹 432">
                    <a:extLst>
                      <a:ext uri="{FF2B5EF4-FFF2-40B4-BE49-F238E27FC236}">
                        <a16:creationId xmlns:a16="http://schemas.microsoft.com/office/drawing/2014/main" id="{BE1C7CB2-F5F6-0E27-867F-5159D17EF70F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39" name="타원 438">
                      <a:extLst>
                        <a:ext uri="{FF2B5EF4-FFF2-40B4-BE49-F238E27FC236}">
                          <a16:creationId xmlns:a16="http://schemas.microsoft.com/office/drawing/2014/main" id="{4038069A-9A8E-8107-DBE9-F896EA06D01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40" name="직선 화살표 연결선 439">
                      <a:extLst>
                        <a:ext uri="{FF2B5EF4-FFF2-40B4-BE49-F238E27FC236}">
                          <a16:creationId xmlns:a16="http://schemas.microsoft.com/office/drawing/2014/main" id="{63F9F177-62FB-2CE0-AF70-DE3666C4412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34" name="그룹 433">
                    <a:extLst>
                      <a:ext uri="{FF2B5EF4-FFF2-40B4-BE49-F238E27FC236}">
                        <a16:creationId xmlns:a16="http://schemas.microsoft.com/office/drawing/2014/main" id="{1DCC9F1D-6C9C-28D2-8033-F9CDD11100DF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37" name="타원 436">
                      <a:extLst>
                        <a:ext uri="{FF2B5EF4-FFF2-40B4-BE49-F238E27FC236}">
                          <a16:creationId xmlns:a16="http://schemas.microsoft.com/office/drawing/2014/main" id="{31267765-CC1F-4D37-EF4E-25F6AA7F64A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38" name="직선 화살표 연결선 437">
                      <a:extLst>
                        <a:ext uri="{FF2B5EF4-FFF2-40B4-BE49-F238E27FC236}">
                          <a16:creationId xmlns:a16="http://schemas.microsoft.com/office/drawing/2014/main" id="{814866D4-321A-26C4-1FAA-875FBECF3E6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35" name="TextBox 434">
                    <a:extLst>
                      <a:ext uri="{FF2B5EF4-FFF2-40B4-BE49-F238E27FC236}">
                        <a16:creationId xmlns:a16="http://schemas.microsoft.com/office/drawing/2014/main" id="{9B91B208-65EC-57DD-158A-016154679D31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436" name="TextBox 435">
                    <a:extLst>
                      <a:ext uri="{FF2B5EF4-FFF2-40B4-BE49-F238E27FC236}">
                        <a16:creationId xmlns:a16="http://schemas.microsoft.com/office/drawing/2014/main" id="{7ED12169-C09C-633B-5A85-B82BEC1331D2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  <p:grpSp>
              <p:nvGrpSpPr>
                <p:cNvPr id="376" name="그룹 375">
                  <a:extLst>
                    <a:ext uri="{FF2B5EF4-FFF2-40B4-BE49-F238E27FC236}">
                      <a16:creationId xmlns:a16="http://schemas.microsoft.com/office/drawing/2014/main" id="{55FC8612-9366-2764-86C3-D62C4E204768}"/>
                    </a:ext>
                  </a:extLst>
                </p:cNvPr>
                <p:cNvGrpSpPr/>
                <p:nvPr/>
              </p:nvGrpSpPr>
              <p:grpSpPr>
                <a:xfrm>
                  <a:off x="9553108" y="1431218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377" name="그룹 376">
                    <a:extLst>
                      <a:ext uri="{FF2B5EF4-FFF2-40B4-BE49-F238E27FC236}">
                        <a16:creationId xmlns:a16="http://schemas.microsoft.com/office/drawing/2014/main" id="{242C8BBE-6004-2DCB-274D-59379FF9360D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15" name="타원 414">
                      <a:extLst>
                        <a:ext uri="{FF2B5EF4-FFF2-40B4-BE49-F238E27FC236}">
                          <a16:creationId xmlns:a16="http://schemas.microsoft.com/office/drawing/2014/main" id="{684F22B9-3D36-AC27-2664-22467056DB9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16" name="직선 화살표 연결선 415">
                      <a:extLst>
                        <a:ext uri="{FF2B5EF4-FFF2-40B4-BE49-F238E27FC236}">
                          <a16:creationId xmlns:a16="http://schemas.microsoft.com/office/drawing/2014/main" id="{35833D64-F08E-E861-7B35-D8EFAA663FA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78" name="그룹 377">
                    <a:extLst>
                      <a:ext uri="{FF2B5EF4-FFF2-40B4-BE49-F238E27FC236}">
                        <a16:creationId xmlns:a16="http://schemas.microsoft.com/office/drawing/2014/main" id="{0A96FF65-7552-7FE4-8ED6-103EF16C8B41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13" name="타원 412">
                      <a:extLst>
                        <a:ext uri="{FF2B5EF4-FFF2-40B4-BE49-F238E27FC236}">
                          <a16:creationId xmlns:a16="http://schemas.microsoft.com/office/drawing/2014/main" id="{38244DAF-A44C-FDD9-975D-D9E89EE3C40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14" name="직선 화살표 연결선 413">
                      <a:extLst>
                        <a:ext uri="{FF2B5EF4-FFF2-40B4-BE49-F238E27FC236}">
                          <a16:creationId xmlns:a16="http://schemas.microsoft.com/office/drawing/2014/main" id="{95722605-D7CA-4C48-1AC2-7E2D301B412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79" name="TextBox 378">
                    <a:extLst>
                      <a:ext uri="{FF2B5EF4-FFF2-40B4-BE49-F238E27FC236}">
                        <a16:creationId xmlns:a16="http://schemas.microsoft.com/office/drawing/2014/main" id="{2D02FF96-84AD-8AB6-0A65-56E440318F06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380" name="TextBox 379">
                    <a:extLst>
                      <a:ext uri="{FF2B5EF4-FFF2-40B4-BE49-F238E27FC236}">
                        <a16:creationId xmlns:a16="http://schemas.microsoft.com/office/drawing/2014/main" id="{31876FEB-14C3-DC0F-09B3-D9AE5BFC7CDE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381" name="그룹 380">
                    <a:extLst>
                      <a:ext uri="{FF2B5EF4-FFF2-40B4-BE49-F238E27FC236}">
                        <a16:creationId xmlns:a16="http://schemas.microsoft.com/office/drawing/2014/main" id="{82AC1AE2-C9D4-7298-A960-1229DFB147E7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11" name="타원 410">
                      <a:extLst>
                        <a:ext uri="{FF2B5EF4-FFF2-40B4-BE49-F238E27FC236}">
                          <a16:creationId xmlns:a16="http://schemas.microsoft.com/office/drawing/2014/main" id="{726001A7-BDE8-50D6-E33E-2F05C126250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12" name="직선 화살표 연결선 411">
                      <a:extLst>
                        <a:ext uri="{FF2B5EF4-FFF2-40B4-BE49-F238E27FC236}">
                          <a16:creationId xmlns:a16="http://schemas.microsoft.com/office/drawing/2014/main" id="{87E23C15-3584-71FD-CD37-B73B3A846E3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82" name="그룹 381">
                    <a:extLst>
                      <a:ext uri="{FF2B5EF4-FFF2-40B4-BE49-F238E27FC236}">
                        <a16:creationId xmlns:a16="http://schemas.microsoft.com/office/drawing/2014/main" id="{0A0D8B72-35D3-FD2C-544C-55C357B56DBE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09" name="타원 408">
                      <a:extLst>
                        <a:ext uri="{FF2B5EF4-FFF2-40B4-BE49-F238E27FC236}">
                          <a16:creationId xmlns:a16="http://schemas.microsoft.com/office/drawing/2014/main" id="{E6A01351-102B-8A60-1BD2-E2CF82C93C2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10" name="직선 화살표 연결선 409">
                      <a:extLst>
                        <a:ext uri="{FF2B5EF4-FFF2-40B4-BE49-F238E27FC236}">
                          <a16:creationId xmlns:a16="http://schemas.microsoft.com/office/drawing/2014/main" id="{0855B258-02F3-6C74-0A5D-B2A6D297ADF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83" name="TextBox 382">
                    <a:extLst>
                      <a:ext uri="{FF2B5EF4-FFF2-40B4-BE49-F238E27FC236}">
                        <a16:creationId xmlns:a16="http://schemas.microsoft.com/office/drawing/2014/main" id="{30159C71-74D9-02E8-3A84-3AE3D9F400B4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384" name="TextBox 383">
                    <a:extLst>
                      <a:ext uri="{FF2B5EF4-FFF2-40B4-BE49-F238E27FC236}">
                        <a16:creationId xmlns:a16="http://schemas.microsoft.com/office/drawing/2014/main" id="{B9CA2BFF-7FB5-934F-DCF7-84FAAE112C12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385" name="그룹 384">
                    <a:extLst>
                      <a:ext uri="{FF2B5EF4-FFF2-40B4-BE49-F238E27FC236}">
                        <a16:creationId xmlns:a16="http://schemas.microsoft.com/office/drawing/2014/main" id="{2427B7AE-EDC6-6626-B8A3-EA09F38E292A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07" name="타원 406">
                      <a:extLst>
                        <a:ext uri="{FF2B5EF4-FFF2-40B4-BE49-F238E27FC236}">
                          <a16:creationId xmlns:a16="http://schemas.microsoft.com/office/drawing/2014/main" id="{D8E86AFE-CD75-66A1-4087-ED57665FCD5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08" name="직선 화살표 연결선 407">
                      <a:extLst>
                        <a:ext uri="{FF2B5EF4-FFF2-40B4-BE49-F238E27FC236}">
                          <a16:creationId xmlns:a16="http://schemas.microsoft.com/office/drawing/2014/main" id="{46D44919-4712-A805-4A10-5DCFE304C72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86" name="그룹 385">
                    <a:extLst>
                      <a:ext uri="{FF2B5EF4-FFF2-40B4-BE49-F238E27FC236}">
                        <a16:creationId xmlns:a16="http://schemas.microsoft.com/office/drawing/2014/main" id="{6970272A-131D-CFCF-2ED7-0AADC3EDD7D3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05" name="타원 404">
                      <a:extLst>
                        <a:ext uri="{FF2B5EF4-FFF2-40B4-BE49-F238E27FC236}">
                          <a16:creationId xmlns:a16="http://schemas.microsoft.com/office/drawing/2014/main" id="{534E447C-639B-38D1-03CE-78250B21B5F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06" name="직선 화살표 연결선 405">
                      <a:extLst>
                        <a:ext uri="{FF2B5EF4-FFF2-40B4-BE49-F238E27FC236}">
                          <a16:creationId xmlns:a16="http://schemas.microsoft.com/office/drawing/2014/main" id="{E6D267DF-2FE5-2BBF-AD9E-D2CBB81AB2D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87" name="TextBox 386">
                    <a:extLst>
                      <a:ext uri="{FF2B5EF4-FFF2-40B4-BE49-F238E27FC236}">
                        <a16:creationId xmlns:a16="http://schemas.microsoft.com/office/drawing/2014/main" id="{68E561BD-4ACF-90C7-8E15-21179D8E0BA4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388" name="TextBox 387">
                    <a:extLst>
                      <a:ext uri="{FF2B5EF4-FFF2-40B4-BE49-F238E27FC236}">
                        <a16:creationId xmlns:a16="http://schemas.microsoft.com/office/drawing/2014/main" id="{1F9F49BE-A864-594E-7A99-86ED4EFCD5EF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389" name="그룹 388">
                    <a:extLst>
                      <a:ext uri="{FF2B5EF4-FFF2-40B4-BE49-F238E27FC236}">
                        <a16:creationId xmlns:a16="http://schemas.microsoft.com/office/drawing/2014/main" id="{8DE411A9-78CE-9DFD-D2E6-FA316017C858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03" name="타원 402">
                      <a:extLst>
                        <a:ext uri="{FF2B5EF4-FFF2-40B4-BE49-F238E27FC236}">
                          <a16:creationId xmlns:a16="http://schemas.microsoft.com/office/drawing/2014/main" id="{3D5A627D-716C-8998-2C6A-B5E3F4797EB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04" name="직선 화살표 연결선 403">
                      <a:extLst>
                        <a:ext uri="{FF2B5EF4-FFF2-40B4-BE49-F238E27FC236}">
                          <a16:creationId xmlns:a16="http://schemas.microsoft.com/office/drawing/2014/main" id="{164C4AB0-53BA-2EBE-3798-F3E36F0B854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90" name="그룹 389">
                    <a:extLst>
                      <a:ext uri="{FF2B5EF4-FFF2-40B4-BE49-F238E27FC236}">
                        <a16:creationId xmlns:a16="http://schemas.microsoft.com/office/drawing/2014/main" id="{0E649A80-EAE2-1413-F12D-875F8A928F58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401" name="타원 400">
                      <a:extLst>
                        <a:ext uri="{FF2B5EF4-FFF2-40B4-BE49-F238E27FC236}">
                          <a16:creationId xmlns:a16="http://schemas.microsoft.com/office/drawing/2014/main" id="{C5E1E614-1698-36A9-8C74-530DBDC165F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02" name="직선 화살표 연결선 401">
                      <a:extLst>
                        <a:ext uri="{FF2B5EF4-FFF2-40B4-BE49-F238E27FC236}">
                          <a16:creationId xmlns:a16="http://schemas.microsoft.com/office/drawing/2014/main" id="{EBA14DAE-3ED7-382A-33A7-7D467659818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91" name="TextBox 390">
                    <a:extLst>
                      <a:ext uri="{FF2B5EF4-FFF2-40B4-BE49-F238E27FC236}">
                        <a16:creationId xmlns:a16="http://schemas.microsoft.com/office/drawing/2014/main" id="{53E9B157-C404-1238-327D-1156AA609FBF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392" name="TextBox 391">
                    <a:extLst>
                      <a:ext uri="{FF2B5EF4-FFF2-40B4-BE49-F238E27FC236}">
                        <a16:creationId xmlns:a16="http://schemas.microsoft.com/office/drawing/2014/main" id="{F78CF6E3-0312-E7DB-0812-72DCCD663C4E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393" name="그룹 392">
                    <a:extLst>
                      <a:ext uri="{FF2B5EF4-FFF2-40B4-BE49-F238E27FC236}">
                        <a16:creationId xmlns:a16="http://schemas.microsoft.com/office/drawing/2014/main" id="{34A25514-07CD-C044-ADFA-FA8B6D398E6C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399" name="타원 398">
                      <a:extLst>
                        <a:ext uri="{FF2B5EF4-FFF2-40B4-BE49-F238E27FC236}">
                          <a16:creationId xmlns:a16="http://schemas.microsoft.com/office/drawing/2014/main" id="{F2F1D63E-0F47-3ABC-0BD8-3CCDDEAE593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400" name="직선 화살표 연결선 399">
                      <a:extLst>
                        <a:ext uri="{FF2B5EF4-FFF2-40B4-BE49-F238E27FC236}">
                          <a16:creationId xmlns:a16="http://schemas.microsoft.com/office/drawing/2014/main" id="{602D91E0-383F-3DF2-184A-33FD1154926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94" name="그룹 393">
                    <a:extLst>
                      <a:ext uri="{FF2B5EF4-FFF2-40B4-BE49-F238E27FC236}">
                        <a16:creationId xmlns:a16="http://schemas.microsoft.com/office/drawing/2014/main" id="{5CAF07A8-043B-4CFE-1D74-097358E4D943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397" name="타원 396">
                      <a:extLst>
                        <a:ext uri="{FF2B5EF4-FFF2-40B4-BE49-F238E27FC236}">
                          <a16:creationId xmlns:a16="http://schemas.microsoft.com/office/drawing/2014/main" id="{EC4848BB-21E6-E72A-057A-7DD883920E6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398" name="직선 화살표 연결선 397">
                      <a:extLst>
                        <a:ext uri="{FF2B5EF4-FFF2-40B4-BE49-F238E27FC236}">
                          <a16:creationId xmlns:a16="http://schemas.microsoft.com/office/drawing/2014/main" id="{93E1EFA3-53C8-44A5-4306-5A1BC9336F4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95" name="TextBox 394">
                    <a:extLst>
                      <a:ext uri="{FF2B5EF4-FFF2-40B4-BE49-F238E27FC236}">
                        <a16:creationId xmlns:a16="http://schemas.microsoft.com/office/drawing/2014/main" id="{F2940F2E-190B-903A-7861-E4DFAB9BDE07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80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396" name="TextBox 395">
                    <a:extLst>
                      <a:ext uri="{FF2B5EF4-FFF2-40B4-BE49-F238E27FC236}">
                        <a16:creationId xmlns:a16="http://schemas.microsoft.com/office/drawing/2014/main" id="{9EB6B09A-344B-86C3-399D-2DF31CBE8689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</p:grpSp>
        </p:grpSp>
      </p:grpSp>
      <p:sp>
        <p:nvSpPr>
          <p:cNvPr id="543" name="타원 542">
            <a:extLst>
              <a:ext uri="{FF2B5EF4-FFF2-40B4-BE49-F238E27FC236}">
                <a16:creationId xmlns:a16="http://schemas.microsoft.com/office/drawing/2014/main" id="{0237F315-B9D9-079D-E9C6-540DD88B6453}"/>
              </a:ext>
            </a:extLst>
          </p:cNvPr>
          <p:cNvSpPr>
            <a:spLocks noChangeAspect="1"/>
          </p:cNvSpPr>
          <p:nvPr/>
        </p:nvSpPr>
        <p:spPr>
          <a:xfrm>
            <a:off x="9654953" y="287570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44" name="직선 연결선 543">
            <a:extLst>
              <a:ext uri="{FF2B5EF4-FFF2-40B4-BE49-F238E27FC236}">
                <a16:creationId xmlns:a16="http://schemas.microsoft.com/office/drawing/2014/main" id="{7DF15301-A0CE-FC1C-028E-3D68C6909F68}"/>
              </a:ext>
            </a:extLst>
          </p:cNvPr>
          <p:cNvCxnSpPr>
            <a:cxnSpLocks/>
          </p:cNvCxnSpPr>
          <p:nvPr/>
        </p:nvCxnSpPr>
        <p:spPr>
          <a:xfrm>
            <a:off x="9681068" y="3167633"/>
            <a:ext cx="0" cy="177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6" name="타원 545">
            <a:extLst>
              <a:ext uri="{FF2B5EF4-FFF2-40B4-BE49-F238E27FC236}">
                <a16:creationId xmlns:a16="http://schemas.microsoft.com/office/drawing/2014/main" id="{A3404701-A500-F325-6461-1C97C0657A90}"/>
              </a:ext>
            </a:extLst>
          </p:cNvPr>
          <p:cNvSpPr>
            <a:spLocks noChangeAspect="1"/>
          </p:cNvSpPr>
          <p:nvPr/>
        </p:nvSpPr>
        <p:spPr>
          <a:xfrm>
            <a:off x="9657334" y="322972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47" name="직선 연결선 546">
            <a:extLst>
              <a:ext uri="{FF2B5EF4-FFF2-40B4-BE49-F238E27FC236}">
                <a16:creationId xmlns:a16="http://schemas.microsoft.com/office/drawing/2014/main" id="{8667A87F-FE7A-EEB4-01A6-3C9A4928CC1E}"/>
              </a:ext>
            </a:extLst>
          </p:cNvPr>
          <p:cNvCxnSpPr>
            <a:cxnSpLocks/>
          </p:cNvCxnSpPr>
          <p:nvPr/>
        </p:nvCxnSpPr>
        <p:spPr>
          <a:xfrm>
            <a:off x="9676306" y="3700799"/>
            <a:ext cx="0" cy="2623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9" name="타원 548">
            <a:extLst>
              <a:ext uri="{FF2B5EF4-FFF2-40B4-BE49-F238E27FC236}">
                <a16:creationId xmlns:a16="http://schemas.microsoft.com/office/drawing/2014/main" id="{31B231CB-058E-1A65-D883-D09E60040623}"/>
              </a:ext>
            </a:extLst>
          </p:cNvPr>
          <p:cNvSpPr>
            <a:spLocks noChangeAspect="1"/>
          </p:cNvSpPr>
          <p:nvPr/>
        </p:nvSpPr>
        <p:spPr>
          <a:xfrm>
            <a:off x="9654953" y="376643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50" name="타원 549">
            <a:extLst>
              <a:ext uri="{FF2B5EF4-FFF2-40B4-BE49-F238E27FC236}">
                <a16:creationId xmlns:a16="http://schemas.microsoft.com/office/drawing/2014/main" id="{A2BCF1B4-3F99-EF31-8A30-9DDF0619AE76}"/>
              </a:ext>
            </a:extLst>
          </p:cNvPr>
          <p:cNvSpPr>
            <a:spLocks noChangeAspect="1"/>
          </p:cNvSpPr>
          <p:nvPr/>
        </p:nvSpPr>
        <p:spPr>
          <a:xfrm>
            <a:off x="9652572" y="385399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51" name="직선 연결선 550">
            <a:extLst>
              <a:ext uri="{FF2B5EF4-FFF2-40B4-BE49-F238E27FC236}">
                <a16:creationId xmlns:a16="http://schemas.microsoft.com/office/drawing/2014/main" id="{08ABB418-AC56-CE14-48FA-B45B90655978}"/>
              </a:ext>
            </a:extLst>
          </p:cNvPr>
          <p:cNvCxnSpPr>
            <a:cxnSpLocks/>
          </p:cNvCxnSpPr>
          <p:nvPr/>
        </p:nvCxnSpPr>
        <p:spPr>
          <a:xfrm>
            <a:off x="9771558" y="3082043"/>
            <a:ext cx="0" cy="28266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2" name="타원 551">
            <a:extLst>
              <a:ext uri="{FF2B5EF4-FFF2-40B4-BE49-F238E27FC236}">
                <a16:creationId xmlns:a16="http://schemas.microsoft.com/office/drawing/2014/main" id="{38356133-25C5-EE9C-062E-3570A061C6D8}"/>
              </a:ext>
            </a:extLst>
          </p:cNvPr>
          <p:cNvSpPr>
            <a:spLocks noChangeAspect="1"/>
          </p:cNvSpPr>
          <p:nvPr/>
        </p:nvSpPr>
        <p:spPr>
          <a:xfrm>
            <a:off x="9750205" y="411709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53" name="타원 552">
            <a:extLst>
              <a:ext uri="{FF2B5EF4-FFF2-40B4-BE49-F238E27FC236}">
                <a16:creationId xmlns:a16="http://schemas.microsoft.com/office/drawing/2014/main" id="{DBD0518E-3CC3-40AB-8027-0DD0503899C7}"/>
              </a:ext>
            </a:extLst>
          </p:cNvPr>
          <p:cNvSpPr>
            <a:spLocks noChangeAspect="1"/>
          </p:cNvSpPr>
          <p:nvPr/>
        </p:nvSpPr>
        <p:spPr>
          <a:xfrm>
            <a:off x="9747824" y="420465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54" name="직선 연결선 553">
            <a:extLst>
              <a:ext uri="{FF2B5EF4-FFF2-40B4-BE49-F238E27FC236}">
                <a16:creationId xmlns:a16="http://schemas.microsoft.com/office/drawing/2014/main" id="{F86A62DC-0CB5-40F8-C84F-C906B8F26218}"/>
              </a:ext>
            </a:extLst>
          </p:cNvPr>
          <p:cNvCxnSpPr>
            <a:cxnSpLocks/>
          </p:cNvCxnSpPr>
          <p:nvPr/>
        </p:nvCxnSpPr>
        <p:spPr>
          <a:xfrm>
            <a:off x="9685828" y="4407626"/>
            <a:ext cx="0" cy="177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5" name="타원 554">
            <a:extLst>
              <a:ext uri="{FF2B5EF4-FFF2-40B4-BE49-F238E27FC236}">
                <a16:creationId xmlns:a16="http://schemas.microsoft.com/office/drawing/2014/main" id="{5028175D-B320-4567-477F-EF9025545805}"/>
              </a:ext>
            </a:extLst>
          </p:cNvPr>
          <p:cNvSpPr>
            <a:spLocks noChangeAspect="1"/>
          </p:cNvSpPr>
          <p:nvPr/>
        </p:nvSpPr>
        <p:spPr>
          <a:xfrm>
            <a:off x="9662094" y="4469716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56" name="직선 연결선 555">
            <a:extLst>
              <a:ext uri="{FF2B5EF4-FFF2-40B4-BE49-F238E27FC236}">
                <a16:creationId xmlns:a16="http://schemas.microsoft.com/office/drawing/2014/main" id="{98EFB0F8-4DC3-263F-72B8-FBD494834A08}"/>
              </a:ext>
            </a:extLst>
          </p:cNvPr>
          <p:cNvCxnSpPr>
            <a:cxnSpLocks/>
          </p:cNvCxnSpPr>
          <p:nvPr/>
        </p:nvCxnSpPr>
        <p:spPr>
          <a:xfrm>
            <a:off x="9683446" y="4936418"/>
            <a:ext cx="0" cy="922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7" name="타원 556">
            <a:extLst>
              <a:ext uri="{FF2B5EF4-FFF2-40B4-BE49-F238E27FC236}">
                <a16:creationId xmlns:a16="http://schemas.microsoft.com/office/drawing/2014/main" id="{8A67B530-9468-710A-3C71-BF3612483771}"/>
              </a:ext>
            </a:extLst>
          </p:cNvPr>
          <p:cNvSpPr>
            <a:spLocks noChangeAspect="1"/>
          </p:cNvSpPr>
          <p:nvPr/>
        </p:nvSpPr>
        <p:spPr>
          <a:xfrm>
            <a:off x="9659712" y="500327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59" name="타원 558">
            <a:extLst>
              <a:ext uri="{FF2B5EF4-FFF2-40B4-BE49-F238E27FC236}">
                <a16:creationId xmlns:a16="http://schemas.microsoft.com/office/drawing/2014/main" id="{3D8493B6-8D5B-75D8-B31F-29BD296BF68F}"/>
              </a:ext>
            </a:extLst>
          </p:cNvPr>
          <p:cNvSpPr>
            <a:spLocks noChangeAspect="1"/>
          </p:cNvSpPr>
          <p:nvPr/>
        </p:nvSpPr>
        <p:spPr>
          <a:xfrm>
            <a:off x="9750204" y="517728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1" name="TextBox 560">
            <a:extLst>
              <a:ext uri="{FF2B5EF4-FFF2-40B4-BE49-F238E27FC236}">
                <a16:creationId xmlns:a16="http://schemas.microsoft.com/office/drawing/2014/main" id="{E743D3C0-E456-02FA-57C4-B1D8A7BF55A0}"/>
              </a:ext>
            </a:extLst>
          </p:cNvPr>
          <p:cNvSpPr txBox="1"/>
          <p:nvPr/>
        </p:nvSpPr>
        <p:spPr>
          <a:xfrm>
            <a:off x="6126615" y="3765293"/>
            <a:ext cx="14293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5A</a:t>
            </a:r>
            <a:endParaRPr lang="ko-KR" altLang="en-US" sz="800" dirty="0">
              <a:latin typeface="+mn-ea"/>
            </a:endParaRPr>
          </a:p>
        </p:txBody>
      </p:sp>
      <p:sp>
        <p:nvSpPr>
          <p:cNvPr id="562" name="TextBox 561">
            <a:extLst>
              <a:ext uri="{FF2B5EF4-FFF2-40B4-BE49-F238E27FC236}">
                <a16:creationId xmlns:a16="http://schemas.microsoft.com/office/drawing/2014/main" id="{22A03964-1315-7C13-A32E-4C0909C2AA11}"/>
              </a:ext>
            </a:extLst>
          </p:cNvPr>
          <p:cNvSpPr txBox="1"/>
          <p:nvPr/>
        </p:nvSpPr>
        <p:spPr>
          <a:xfrm>
            <a:off x="6109766" y="1047924"/>
            <a:ext cx="13704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4A</a:t>
            </a:r>
            <a:endParaRPr lang="ko-KR" altLang="en-US" sz="800" dirty="0">
              <a:latin typeface="+mn-ea"/>
            </a:endParaRPr>
          </a:p>
        </p:txBody>
      </p:sp>
      <p:sp>
        <p:nvSpPr>
          <p:cNvPr id="563" name="TextBox 562">
            <a:extLst>
              <a:ext uri="{FF2B5EF4-FFF2-40B4-BE49-F238E27FC236}">
                <a16:creationId xmlns:a16="http://schemas.microsoft.com/office/drawing/2014/main" id="{46E8164D-EC93-02A1-CCF5-EDBED2B2C577}"/>
              </a:ext>
            </a:extLst>
          </p:cNvPr>
          <p:cNvSpPr txBox="1"/>
          <p:nvPr/>
        </p:nvSpPr>
        <p:spPr>
          <a:xfrm>
            <a:off x="6090180" y="3147891"/>
            <a:ext cx="21101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2.5A</a:t>
            </a:r>
            <a:endParaRPr lang="ko-KR" altLang="en-US" sz="800" dirty="0">
              <a:latin typeface="+mn-ea"/>
            </a:endParaRPr>
          </a:p>
        </p:txBody>
      </p:sp>
      <p:sp>
        <p:nvSpPr>
          <p:cNvPr id="564" name="TextBox 563">
            <a:extLst>
              <a:ext uri="{FF2B5EF4-FFF2-40B4-BE49-F238E27FC236}">
                <a16:creationId xmlns:a16="http://schemas.microsoft.com/office/drawing/2014/main" id="{0BA734E7-A207-AC37-2A05-DADE62329EFD}"/>
              </a:ext>
            </a:extLst>
          </p:cNvPr>
          <p:cNvSpPr txBox="1"/>
          <p:nvPr/>
        </p:nvSpPr>
        <p:spPr>
          <a:xfrm>
            <a:off x="6108377" y="1431805"/>
            <a:ext cx="23692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2.5A</a:t>
            </a:r>
            <a:endParaRPr lang="ko-KR" altLang="en-US" sz="800" dirty="0">
              <a:latin typeface="+mn-ea"/>
            </a:endParaRPr>
          </a:p>
        </p:txBody>
      </p:sp>
      <p:sp>
        <p:nvSpPr>
          <p:cNvPr id="565" name="TextBox 564">
            <a:extLst>
              <a:ext uri="{FF2B5EF4-FFF2-40B4-BE49-F238E27FC236}">
                <a16:creationId xmlns:a16="http://schemas.microsoft.com/office/drawing/2014/main" id="{B70694E3-EFC3-A9DB-3EEC-B12898D89783}"/>
              </a:ext>
            </a:extLst>
          </p:cNvPr>
          <p:cNvSpPr txBox="1"/>
          <p:nvPr/>
        </p:nvSpPr>
        <p:spPr>
          <a:xfrm>
            <a:off x="6121692" y="4369350"/>
            <a:ext cx="2730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2.5A</a:t>
            </a:r>
            <a:endParaRPr lang="ko-KR" altLang="en-US" sz="800" dirty="0">
              <a:latin typeface="+mn-ea"/>
            </a:endParaRPr>
          </a:p>
        </p:txBody>
      </p:sp>
      <p:sp>
        <p:nvSpPr>
          <p:cNvPr id="566" name="TextBox 565">
            <a:extLst>
              <a:ext uri="{FF2B5EF4-FFF2-40B4-BE49-F238E27FC236}">
                <a16:creationId xmlns:a16="http://schemas.microsoft.com/office/drawing/2014/main" id="{4D87EB20-A585-90F5-BA31-D9008228EB4A}"/>
              </a:ext>
            </a:extLst>
          </p:cNvPr>
          <p:cNvSpPr txBox="1"/>
          <p:nvPr/>
        </p:nvSpPr>
        <p:spPr>
          <a:xfrm>
            <a:off x="6108377" y="615722"/>
            <a:ext cx="23692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2.5A</a:t>
            </a:r>
            <a:endParaRPr lang="ko-KR" altLang="en-US" sz="800" dirty="0">
              <a:latin typeface="+mn-ea"/>
            </a:endParaRPr>
          </a:p>
        </p:txBody>
      </p:sp>
      <p:sp>
        <p:nvSpPr>
          <p:cNvPr id="567" name="TextBox 566">
            <a:extLst>
              <a:ext uri="{FF2B5EF4-FFF2-40B4-BE49-F238E27FC236}">
                <a16:creationId xmlns:a16="http://schemas.microsoft.com/office/drawing/2014/main" id="{2F14C221-550F-E229-656F-E2F11C5BDF79}"/>
              </a:ext>
            </a:extLst>
          </p:cNvPr>
          <p:cNvSpPr txBox="1"/>
          <p:nvPr/>
        </p:nvSpPr>
        <p:spPr>
          <a:xfrm>
            <a:off x="6118620" y="2787697"/>
            <a:ext cx="16021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3A</a:t>
            </a:r>
            <a:endParaRPr lang="ko-KR" altLang="en-US" sz="800" dirty="0">
              <a:latin typeface="+mn-ea"/>
            </a:endParaRPr>
          </a:p>
        </p:txBody>
      </p:sp>
      <p:sp>
        <p:nvSpPr>
          <p:cNvPr id="568" name="TextBox 567">
            <a:extLst>
              <a:ext uri="{FF2B5EF4-FFF2-40B4-BE49-F238E27FC236}">
                <a16:creationId xmlns:a16="http://schemas.microsoft.com/office/drawing/2014/main" id="{122E7ED7-9347-1732-6FC6-9A77043ABFFA}"/>
              </a:ext>
            </a:extLst>
          </p:cNvPr>
          <p:cNvSpPr txBox="1"/>
          <p:nvPr/>
        </p:nvSpPr>
        <p:spPr>
          <a:xfrm>
            <a:off x="9182232" y="4368797"/>
            <a:ext cx="31011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+7.5V</a:t>
            </a:r>
            <a:endParaRPr lang="ko-KR" altLang="en-US" sz="800" dirty="0">
              <a:latin typeface="+mn-ea"/>
            </a:endParaRPr>
          </a:p>
        </p:txBody>
      </p:sp>
      <p:sp>
        <p:nvSpPr>
          <p:cNvPr id="569" name="TextBox 568">
            <a:extLst>
              <a:ext uri="{FF2B5EF4-FFF2-40B4-BE49-F238E27FC236}">
                <a16:creationId xmlns:a16="http://schemas.microsoft.com/office/drawing/2014/main" id="{87808E6F-F212-56B4-B13C-1B7B6A26BA33}"/>
              </a:ext>
            </a:extLst>
          </p:cNvPr>
          <p:cNvSpPr txBox="1"/>
          <p:nvPr/>
        </p:nvSpPr>
        <p:spPr>
          <a:xfrm>
            <a:off x="9245055" y="3135969"/>
            <a:ext cx="28154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+10V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570" name="직선 화살표 연결선 569">
            <a:extLst>
              <a:ext uri="{FF2B5EF4-FFF2-40B4-BE49-F238E27FC236}">
                <a16:creationId xmlns:a16="http://schemas.microsoft.com/office/drawing/2014/main" id="{4D7EF588-393E-1598-24CD-0485128A3C14}"/>
              </a:ext>
            </a:extLst>
          </p:cNvPr>
          <p:cNvCxnSpPr>
            <a:cxnSpLocks/>
          </p:cNvCxnSpPr>
          <p:nvPr/>
        </p:nvCxnSpPr>
        <p:spPr>
          <a:xfrm>
            <a:off x="5674224" y="3882706"/>
            <a:ext cx="4146712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직선 화살표 연결선 570">
            <a:extLst>
              <a:ext uri="{FF2B5EF4-FFF2-40B4-BE49-F238E27FC236}">
                <a16:creationId xmlns:a16="http://schemas.microsoft.com/office/drawing/2014/main" id="{DBA2118D-47A1-5A2A-5E0B-61FE0194718D}"/>
              </a:ext>
            </a:extLst>
          </p:cNvPr>
          <p:cNvCxnSpPr>
            <a:cxnSpLocks/>
          </p:cNvCxnSpPr>
          <p:nvPr/>
        </p:nvCxnSpPr>
        <p:spPr>
          <a:xfrm>
            <a:off x="5674225" y="3252964"/>
            <a:ext cx="413242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직선 화살표 연결선 571">
            <a:extLst>
              <a:ext uri="{FF2B5EF4-FFF2-40B4-BE49-F238E27FC236}">
                <a16:creationId xmlns:a16="http://schemas.microsoft.com/office/drawing/2014/main" id="{06DF2B15-C073-9748-AA63-22205A80C007}"/>
              </a:ext>
            </a:extLst>
          </p:cNvPr>
          <p:cNvCxnSpPr>
            <a:cxnSpLocks/>
          </p:cNvCxnSpPr>
          <p:nvPr/>
        </p:nvCxnSpPr>
        <p:spPr>
          <a:xfrm>
            <a:off x="5683852" y="2899405"/>
            <a:ext cx="409167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4" name="직선 화살표 연결선 573">
            <a:extLst>
              <a:ext uri="{FF2B5EF4-FFF2-40B4-BE49-F238E27FC236}">
                <a16:creationId xmlns:a16="http://schemas.microsoft.com/office/drawing/2014/main" id="{BD79B812-C3DF-B2AE-1E46-0F53AFC07D59}"/>
              </a:ext>
            </a:extLst>
          </p:cNvPr>
          <p:cNvCxnSpPr>
            <a:cxnSpLocks/>
          </p:cNvCxnSpPr>
          <p:nvPr/>
        </p:nvCxnSpPr>
        <p:spPr>
          <a:xfrm>
            <a:off x="9420225" y="5026134"/>
            <a:ext cx="3553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6" name="TextBox 575">
            <a:extLst>
              <a:ext uri="{FF2B5EF4-FFF2-40B4-BE49-F238E27FC236}">
                <a16:creationId xmlns:a16="http://schemas.microsoft.com/office/drawing/2014/main" id="{AD67CDF0-A278-3C2A-311E-7FBDF17F5A4E}"/>
              </a:ext>
            </a:extLst>
          </p:cNvPr>
          <p:cNvSpPr txBox="1"/>
          <p:nvPr/>
        </p:nvSpPr>
        <p:spPr>
          <a:xfrm>
            <a:off x="9187523" y="5358931"/>
            <a:ext cx="30223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+24V</a:t>
            </a:r>
            <a:endParaRPr lang="ko-KR" altLang="en-US" sz="800" dirty="0">
              <a:latin typeface="+mn-ea"/>
            </a:endParaRPr>
          </a:p>
        </p:txBody>
      </p:sp>
      <p:sp>
        <p:nvSpPr>
          <p:cNvPr id="577" name="TextBox 576">
            <a:extLst>
              <a:ext uri="{FF2B5EF4-FFF2-40B4-BE49-F238E27FC236}">
                <a16:creationId xmlns:a16="http://schemas.microsoft.com/office/drawing/2014/main" id="{BED0779C-AA13-DD5C-65AC-CD745370F21B}"/>
              </a:ext>
            </a:extLst>
          </p:cNvPr>
          <p:cNvSpPr txBox="1"/>
          <p:nvPr/>
        </p:nvSpPr>
        <p:spPr>
          <a:xfrm>
            <a:off x="9185691" y="5808187"/>
            <a:ext cx="24084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GND</a:t>
            </a:r>
            <a:endParaRPr lang="ko-KR" altLang="en-US" sz="800" dirty="0">
              <a:latin typeface="+mn-ea"/>
            </a:endParaRP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5D064B4F-63C8-6DF2-DB18-C9CEBC298785}"/>
              </a:ext>
            </a:extLst>
          </p:cNvPr>
          <p:cNvSpPr txBox="1"/>
          <p:nvPr/>
        </p:nvSpPr>
        <p:spPr>
          <a:xfrm>
            <a:off x="9235904" y="2790427"/>
            <a:ext cx="31012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+3.6V</a:t>
            </a:r>
            <a:endParaRPr lang="ko-KR" altLang="en-US" sz="800" dirty="0">
              <a:latin typeface="+mn-ea"/>
            </a:endParaRPr>
          </a:p>
        </p:txBody>
      </p:sp>
      <p:sp>
        <p:nvSpPr>
          <p:cNvPr id="579" name="TextBox 578">
            <a:extLst>
              <a:ext uri="{FF2B5EF4-FFF2-40B4-BE49-F238E27FC236}">
                <a16:creationId xmlns:a16="http://schemas.microsoft.com/office/drawing/2014/main" id="{6A97CF47-C202-01B3-707C-77B92A24F56C}"/>
              </a:ext>
            </a:extLst>
          </p:cNvPr>
          <p:cNvSpPr txBox="1"/>
          <p:nvPr/>
        </p:nvSpPr>
        <p:spPr>
          <a:xfrm>
            <a:off x="2846547" y="6510636"/>
            <a:ext cx="89620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J4</a:t>
            </a:r>
          </a:p>
          <a:p>
            <a:pPr algn="ctr"/>
            <a:r>
              <a:rPr lang="en-US" altLang="ko-KR" sz="800" dirty="0">
                <a:latin typeface="+mn-ea"/>
              </a:rPr>
              <a:t>(FAN connector)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588" name="직선 화살표 연결선 587">
            <a:extLst>
              <a:ext uri="{FF2B5EF4-FFF2-40B4-BE49-F238E27FC236}">
                <a16:creationId xmlns:a16="http://schemas.microsoft.com/office/drawing/2014/main" id="{05816C95-DDC8-A46E-BA83-6C672CBB5AB1}"/>
              </a:ext>
            </a:extLst>
          </p:cNvPr>
          <p:cNvCxnSpPr>
            <a:cxnSpLocks/>
          </p:cNvCxnSpPr>
          <p:nvPr/>
        </p:nvCxnSpPr>
        <p:spPr>
          <a:xfrm>
            <a:off x="1938338" y="6353249"/>
            <a:ext cx="1332839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9" name="직선 화살표 연결선 588">
            <a:extLst>
              <a:ext uri="{FF2B5EF4-FFF2-40B4-BE49-F238E27FC236}">
                <a16:creationId xmlns:a16="http://schemas.microsoft.com/office/drawing/2014/main" id="{D7E8D035-4315-D91A-1AF3-CADFC8E7EC2F}"/>
              </a:ext>
            </a:extLst>
          </p:cNvPr>
          <p:cNvCxnSpPr>
            <a:cxnSpLocks/>
          </p:cNvCxnSpPr>
          <p:nvPr/>
        </p:nvCxnSpPr>
        <p:spPr>
          <a:xfrm>
            <a:off x="3029257" y="6104056"/>
            <a:ext cx="24192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0" name="TextBox 589">
            <a:extLst>
              <a:ext uri="{FF2B5EF4-FFF2-40B4-BE49-F238E27FC236}">
                <a16:creationId xmlns:a16="http://schemas.microsoft.com/office/drawing/2014/main" id="{FF595353-EDB9-7166-E68F-D65B5860BD0A}"/>
              </a:ext>
            </a:extLst>
          </p:cNvPr>
          <p:cNvSpPr txBox="1"/>
          <p:nvPr/>
        </p:nvSpPr>
        <p:spPr>
          <a:xfrm>
            <a:off x="2938083" y="6474702"/>
            <a:ext cx="24084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GND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591" name="직선 화살표 연결선 590">
            <a:extLst>
              <a:ext uri="{FF2B5EF4-FFF2-40B4-BE49-F238E27FC236}">
                <a16:creationId xmlns:a16="http://schemas.microsoft.com/office/drawing/2014/main" id="{5FC38467-6BEF-A6EB-2850-AB10BFDB71A2}"/>
              </a:ext>
            </a:extLst>
          </p:cNvPr>
          <p:cNvCxnSpPr>
            <a:cxnSpLocks/>
          </p:cNvCxnSpPr>
          <p:nvPr/>
        </p:nvCxnSpPr>
        <p:spPr>
          <a:xfrm>
            <a:off x="3029257" y="5960989"/>
            <a:ext cx="23240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3" name="TextBox 592">
            <a:extLst>
              <a:ext uri="{FF2B5EF4-FFF2-40B4-BE49-F238E27FC236}">
                <a16:creationId xmlns:a16="http://schemas.microsoft.com/office/drawing/2014/main" id="{CD136687-A3A8-7A62-62E1-65C86C39B25B}"/>
              </a:ext>
            </a:extLst>
          </p:cNvPr>
          <p:cNvSpPr txBox="1"/>
          <p:nvPr/>
        </p:nvSpPr>
        <p:spPr>
          <a:xfrm>
            <a:off x="9220488" y="3766235"/>
            <a:ext cx="28154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+20V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594" name="직선 화살표 연결선 593">
            <a:extLst>
              <a:ext uri="{FF2B5EF4-FFF2-40B4-BE49-F238E27FC236}">
                <a16:creationId xmlns:a16="http://schemas.microsoft.com/office/drawing/2014/main" id="{86145A8D-79D4-BF83-CAB6-9E343A8EC390}"/>
              </a:ext>
            </a:extLst>
          </p:cNvPr>
          <p:cNvCxnSpPr>
            <a:cxnSpLocks/>
          </p:cNvCxnSpPr>
          <p:nvPr/>
        </p:nvCxnSpPr>
        <p:spPr>
          <a:xfrm>
            <a:off x="9682824" y="4404989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직선 화살표 연결선 595">
            <a:extLst>
              <a:ext uri="{FF2B5EF4-FFF2-40B4-BE49-F238E27FC236}">
                <a16:creationId xmlns:a16="http://schemas.microsoft.com/office/drawing/2014/main" id="{49DC4284-6C08-F035-28A3-01FA22465ABA}"/>
              </a:ext>
            </a:extLst>
          </p:cNvPr>
          <p:cNvCxnSpPr>
            <a:cxnSpLocks/>
          </p:cNvCxnSpPr>
          <p:nvPr/>
        </p:nvCxnSpPr>
        <p:spPr>
          <a:xfrm>
            <a:off x="9687586" y="4581147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7" name="직선 화살표 연결선 596">
            <a:extLst>
              <a:ext uri="{FF2B5EF4-FFF2-40B4-BE49-F238E27FC236}">
                <a16:creationId xmlns:a16="http://schemas.microsoft.com/office/drawing/2014/main" id="{660C8DC3-02CA-223B-4666-25A2CB69CDCA}"/>
              </a:ext>
            </a:extLst>
          </p:cNvPr>
          <p:cNvCxnSpPr>
            <a:cxnSpLocks/>
          </p:cNvCxnSpPr>
          <p:nvPr/>
        </p:nvCxnSpPr>
        <p:spPr>
          <a:xfrm>
            <a:off x="9682824" y="4934574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8" name="직선 화살표 연결선 597">
            <a:extLst>
              <a:ext uri="{FF2B5EF4-FFF2-40B4-BE49-F238E27FC236}">
                <a16:creationId xmlns:a16="http://schemas.microsoft.com/office/drawing/2014/main" id="{DD4577E0-0BA4-E788-1F20-09BC858D1E3B}"/>
              </a:ext>
            </a:extLst>
          </p:cNvPr>
          <p:cNvCxnSpPr>
            <a:cxnSpLocks/>
          </p:cNvCxnSpPr>
          <p:nvPr/>
        </p:nvCxnSpPr>
        <p:spPr>
          <a:xfrm>
            <a:off x="9678062" y="3962245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직선 화살표 연결선 599">
            <a:extLst>
              <a:ext uri="{FF2B5EF4-FFF2-40B4-BE49-F238E27FC236}">
                <a16:creationId xmlns:a16="http://schemas.microsoft.com/office/drawing/2014/main" id="{0CCF2FB4-C551-1282-7041-576417C85535}"/>
              </a:ext>
            </a:extLst>
          </p:cNvPr>
          <p:cNvCxnSpPr>
            <a:cxnSpLocks/>
          </p:cNvCxnSpPr>
          <p:nvPr/>
        </p:nvCxnSpPr>
        <p:spPr>
          <a:xfrm>
            <a:off x="9678063" y="3697373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직선 화살표 연결선 600">
            <a:extLst>
              <a:ext uri="{FF2B5EF4-FFF2-40B4-BE49-F238E27FC236}">
                <a16:creationId xmlns:a16="http://schemas.microsoft.com/office/drawing/2014/main" id="{894AD19B-BD80-3348-32FE-95D2D034D6A3}"/>
              </a:ext>
            </a:extLst>
          </p:cNvPr>
          <p:cNvCxnSpPr>
            <a:cxnSpLocks/>
          </p:cNvCxnSpPr>
          <p:nvPr/>
        </p:nvCxnSpPr>
        <p:spPr>
          <a:xfrm>
            <a:off x="9682825" y="3785486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직선 화살표 연결선 601">
            <a:extLst>
              <a:ext uri="{FF2B5EF4-FFF2-40B4-BE49-F238E27FC236}">
                <a16:creationId xmlns:a16="http://schemas.microsoft.com/office/drawing/2014/main" id="{06F9950B-6767-425C-8C88-8A08725D5607}"/>
              </a:ext>
            </a:extLst>
          </p:cNvPr>
          <p:cNvCxnSpPr>
            <a:cxnSpLocks/>
          </p:cNvCxnSpPr>
          <p:nvPr/>
        </p:nvCxnSpPr>
        <p:spPr>
          <a:xfrm>
            <a:off x="9682825" y="3339354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4" name="직선 화살표 연결선 603">
            <a:extLst>
              <a:ext uri="{FF2B5EF4-FFF2-40B4-BE49-F238E27FC236}">
                <a16:creationId xmlns:a16="http://schemas.microsoft.com/office/drawing/2014/main" id="{B5397E6E-9A47-5321-5FDA-2C0FDF012A0E}"/>
              </a:ext>
            </a:extLst>
          </p:cNvPr>
          <p:cNvCxnSpPr>
            <a:cxnSpLocks/>
          </p:cNvCxnSpPr>
          <p:nvPr/>
        </p:nvCxnSpPr>
        <p:spPr>
          <a:xfrm>
            <a:off x="9676474" y="3161553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직선 화살표 연결선 604">
            <a:extLst>
              <a:ext uri="{FF2B5EF4-FFF2-40B4-BE49-F238E27FC236}">
                <a16:creationId xmlns:a16="http://schemas.microsoft.com/office/drawing/2014/main" id="{2436F703-02A0-21DD-7D9B-8D6B11251890}"/>
              </a:ext>
            </a:extLst>
          </p:cNvPr>
          <p:cNvCxnSpPr>
            <a:cxnSpLocks/>
          </p:cNvCxnSpPr>
          <p:nvPr/>
        </p:nvCxnSpPr>
        <p:spPr>
          <a:xfrm>
            <a:off x="9675680" y="2988105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7" name="타원 606">
            <a:extLst>
              <a:ext uri="{FF2B5EF4-FFF2-40B4-BE49-F238E27FC236}">
                <a16:creationId xmlns:a16="http://schemas.microsoft.com/office/drawing/2014/main" id="{D5876C2A-DF9C-8BE1-4BEC-E7DA33482CDB}"/>
              </a:ext>
            </a:extLst>
          </p:cNvPr>
          <p:cNvSpPr>
            <a:spLocks noChangeAspect="1"/>
          </p:cNvSpPr>
          <p:nvPr/>
        </p:nvSpPr>
        <p:spPr>
          <a:xfrm>
            <a:off x="9750193" y="509375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08" name="타원 607">
            <a:extLst>
              <a:ext uri="{FF2B5EF4-FFF2-40B4-BE49-F238E27FC236}">
                <a16:creationId xmlns:a16="http://schemas.microsoft.com/office/drawing/2014/main" id="{941D9C85-F497-F8BC-50AB-1787F691AB1A}"/>
              </a:ext>
            </a:extLst>
          </p:cNvPr>
          <p:cNvSpPr>
            <a:spLocks noChangeAspect="1"/>
          </p:cNvSpPr>
          <p:nvPr/>
        </p:nvSpPr>
        <p:spPr>
          <a:xfrm>
            <a:off x="9750187" y="4298390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09" name="TextBox 608">
            <a:extLst>
              <a:ext uri="{FF2B5EF4-FFF2-40B4-BE49-F238E27FC236}">
                <a16:creationId xmlns:a16="http://schemas.microsoft.com/office/drawing/2014/main" id="{9E64E273-C41B-D745-1FD8-ECE48AAFB3EB}"/>
              </a:ext>
            </a:extLst>
          </p:cNvPr>
          <p:cNvSpPr txBox="1"/>
          <p:nvPr/>
        </p:nvSpPr>
        <p:spPr>
          <a:xfrm>
            <a:off x="10639935" y="3750180"/>
            <a:ext cx="244484" cy="123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-20V</a:t>
            </a:r>
            <a:endParaRPr lang="ko-KR" altLang="en-US" sz="800" dirty="0">
              <a:latin typeface="+mn-ea"/>
            </a:endParaRPr>
          </a:p>
        </p:txBody>
      </p:sp>
      <p:sp>
        <p:nvSpPr>
          <p:cNvPr id="610" name="TextBox 609">
            <a:extLst>
              <a:ext uri="{FF2B5EF4-FFF2-40B4-BE49-F238E27FC236}">
                <a16:creationId xmlns:a16="http://schemas.microsoft.com/office/drawing/2014/main" id="{D92EEA20-BAB4-9515-49A4-BB7AD1F1F2B8}"/>
              </a:ext>
            </a:extLst>
          </p:cNvPr>
          <p:cNvSpPr txBox="1"/>
          <p:nvPr/>
        </p:nvSpPr>
        <p:spPr>
          <a:xfrm>
            <a:off x="10675817" y="3107062"/>
            <a:ext cx="27191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-10V</a:t>
            </a:r>
            <a:endParaRPr lang="ko-KR" altLang="en-US" sz="800" dirty="0">
              <a:latin typeface="+mn-ea"/>
            </a:endParaRPr>
          </a:p>
        </p:txBody>
      </p:sp>
      <p:sp>
        <p:nvSpPr>
          <p:cNvPr id="611" name="TextBox 610">
            <a:extLst>
              <a:ext uri="{FF2B5EF4-FFF2-40B4-BE49-F238E27FC236}">
                <a16:creationId xmlns:a16="http://schemas.microsoft.com/office/drawing/2014/main" id="{1328CE07-6D07-6CDF-B6C2-712F12C801BE}"/>
              </a:ext>
            </a:extLst>
          </p:cNvPr>
          <p:cNvSpPr txBox="1"/>
          <p:nvPr/>
        </p:nvSpPr>
        <p:spPr>
          <a:xfrm>
            <a:off x="10632055" y="4369352"/>
            <a:ext cx="273078" cy="123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-7.5V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612" name="직선 연결선 611">
            <a:extLst>
              <a:ext uri="{FF2B5EF4-FFF2-40B4-BE49-F238E27FC236}">
                <a16:creationId xmlns:a16="http://schemas.microsoft.com/office/drawing/2014/main" id="{C4A5E170-8834-64A1-A682-CF2EA045A51D}"/>
              </a:ext>
            </a:extLst>
          </p:cNvPr>
          <p:cNvCxnSpPr>
            <a:cxnSpLocks/>
          </p:cNvCxnSpPr>
          <p:nvPr/>
        </p:nvCxnSpPr>
        <p:spPr>
          <a:xfrm>
            <a:off x="9683444" y="5293611"/>
            <a:ext cx="0" cy="2696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3" name="타원 612">
            <a:extLst>
              <a:ext uri="{FF2B5EF4-FFF2-40B4-BE49-F238E27FC236}">
                <a16:creationId xmlns:a16="http://schemas.microsoft.com/office/drawing/2014/main" id="{2312EC08-9E26-A310-4D31-48198D0BDBC4}"/>
              </a:ext>
            </a:extLst>
          </p:cNvPr>
          <p:cNvSpPr>
            <a:spLocks noChangeAspect="1"/>
          </p:cNvSpPr>
          <p:nvPr/>
        </p:nvSpPr>
        <p:spPr>
          <a:xfrm>
            <a:off x="9659710" y="5360466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15" name="직선 화살표 연결선 614">
            <a:extLst>
              <a:ext uri="{FF2B5EF4-FFF2-40B4-BE49-F238E27FC236}">
                <a16:creationId xmlns:a16="http://schemas.microsoft.com/office/drawing/2014/main" id="{F65908BD-AB81-F936-4110-63CFC29E16F5}"/>
              </a:ext>
            </a:extLst>
          </p:cNvPr>
          <p:cNvCxnSpPr>
            <a:cxnSpLocks/>
          </p:cNvCxnSpPr>
          <p:nvPr/>
        </p:nvCxnSpPr>
        <p:spPr>
          <a:xfrm>
            <a:off x="3029257" y="5469686"/>
            <a:ext cx="6743088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6" name="직선 화살표 연결선 615">
            <a:extLst>
              <a:ext uri="{FF2B5EF4-FFF2-40B4-BE49-F238E27FC236}">
                <a16:creationId xmlns:a16="http://schemas.microsoft.com/office/drawing/2014/main" id="{CB215787-3BC7-A1B8-BF5F-07B816D00F1C}"/>
              </a:ext>
            </a:extLst>
          </p:cNvPr>
          <p:cNvCxnSpPr>
            <a:cxnSpLocks/>
          </p:cNvCxnSpPr>
          <p:nvPr/>
        </p:nvCxnSpPr>
        <p:spPr>
          <a:xfrm>
            <a:off x="9678061" y="5291761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직선 화살표 연결선 616">
            <a:extLst>
              <a:ext uri="{FF2B5EF4-FFF2-40B4-BE49-F238E27FC236}">
                <a16:creationId xmlns:a16="http://schemas.microsoft.com/office/drawing/2014/main" id="{E37C9973-D797-2248-B521-70121394874B}"/>
              </a:ext>
            </a:extLst>
          </p:cNvPr>
          <p:cNvCxnSpPr>
            <a:cxnSpLocks/>
          </p:cNvCxnSpPr>
          <p:nvPr/>
        </p:nvCxnSpPr>
        <p:spPr>
          <a:xfrm>
            <a:off x="9682822" y="5381140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8" name="직선 화살표 연결선 617">
            <a:extLst>
              <a:ext uri="{FF2B5EF4-FFF2-40B4-BE49-F238E27FC236}">
                <a16:creationId xmlns:a16="http://schemas.microsoft.com/office/drawing/2014/main" id="{5D705C38-DF5A-77E1-144A-EE604B8CFE54}"/>
              </a:ext>
            </a:extLst>
          </p:cNvPr>
          <p:cNvCxnSpPr>
            <a:cxnSpLocks/>
          </p:cNvCxnSpPr>
          <p:nvPr/>
        </p:nvCxnSpPr>
        <p:spPr>
          <a:xfrm>
            <a:off x="9678061" y="5558463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0" name="타원 619">
            <a:extLst>
              <a:ext uri="{FF2B5EF4-FFF2-40B4-BE49-F238E27FC236}">
                <a16:creationId xmlns:a16="http://schemas.microsoft.com/office/drawing/2014/main" id="{394A4D2A-63A8-ADB9-41F4-178C603F2C09}"/>
              </a:ext>
            </a:extLst>
          </p:cNvPr>
          <p:cNvSpPr>
            <a:spLocks noChangeAspect="1"/>
          </p:cNvSpPr>
          <p:nvPr/>
        </p:nvSpPr>
        <p:spPr>
          <a:xfrm>
            <a:off x="9664469" y="5450947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1" name="타원 620">
            <a:extLst>
              <a:ext uri="{FF2B5EF4-FFF2-40B4-BE49-F238E27FC236}">
                <a16:creationId xmlns:a16="http://schemas.microsoft.com/office/drawing/2014/main" id="{BD990F85-120F-820A-CB89-31DE5F6AAD3F}"/>
              </a:ext>
            </a:extLst>
          </p:cNvPr>
          <p:cNvSpPr>
            <a:spLocks noChangeAspect="1"/>
          </p:cNvSpPr>
          <p:nvPr/>
        </p:nvSpPr>
        <p:spPr>
          <a:xfrm>
            <a:off x="9750192" y="5889340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2" name="타원 621">
            <a:extLst>
              <a:ext uri="{FF2B5EF4-FFF2-40B4-BE49-F238E27FC236}">
                <a16:creationId xmlns:a16="http://schemas.microsoft.com/office/drawing/2014/main" id="{5EC8F5F3-0820-621A-C5A1-241CEA71ED74}"/>
              </a:ext>
            </a:extLst>
          </p:cNvPr>
          <p:cNvSpPr>
            <a:spLocks noChangeAspect="1"/>
          </p:cNvSpPr>
          <p:nvPr/>
        </p:nvSpPr>
        <p:spPr>
          <a:xfrm>
            <a:off x="9747812" y="5798792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3" name="타원 622">
            <a:extLst>
              <a:ext uri="{FF2B5EF4-FFF2-40B4-BE49-F238E27FC236}">
                <a16:creationId xmlns:a16="http://schemas.microsoft.com/office/drawing/2014/main" id="{0E365045-D614-5FED-C2B8-F30E76BBA93C}"/>
              </a:ext>
            </a:extLst>
          </p:cNvPr>
          <p:cNvSpPr>
            <a:spLocks noChangeAspect="1"/>
          </p:cNvSpPr>
          <p:nvPr/>
        </p:nvSpPr>
        <p:spPr>
          <a:xfrm>
            <a:off x="9747811" y="571306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4" name="타원 623">
            <a:extLst>
              <a:ext uri="{FF2B5EF4-FFF2-40B4-BE49-F238E27FC236}">
                <a16:creationId xmlns:a16="http://schemas.microsoft.com/office/drawing/2014/main" id="{66659C64-2B84-5E4D-12EE-5088B8F9195A}"/>
              </a:ext>
            </a:extLst>
          </p:cNvPr>
          <p:cNvSpPr>
            <a:spLocks noChangeAspect="1"/>
          </p:cNvSpPr>
          <p:nvPr/>
        </p:nvSpPr>
        <p:spPr>
          <a:xfrm>
            <a:off x="9747811" y="5622581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7" name="타원 626">
            <a:extLst>
              <a:ext uri="{FF2B5EF4-FFF2-40B4-BE49-F238E27FC236}">
                <a16:creationId xmlns:a16="http://schemas.microsoft.com/office/drawing/2014/main" id="{F57E3E4E-0DA5-8CD4-4D84-66A69D771761}"/>
              </a:ext>
            </a:extLst>
          </p:cNvPr>
          <p:cNvSpPr>
            <a:spLocks noChangeAspect="1"/>
          </p:cNvSpPr>
          <p:nvPr/>
        </p:nvSpPr>
        <p:spPr>
          <a:xfrm>
            <a:off x="9748654" y="403083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8" name="타원 627">
            <a:extLst>
              <a:ext uri="{FF2B5EF4-FFF2-40B4-BE49-F238E27FC236}">
                <a16:creationId xmlns:a16="http://schemas.microsoft.com/office/drawing/2014/main" id="{64CB02C1-A2A7-6869-86A9-6753C9728995}"/>
              </a:ext>
            </a:extLst>
          </p:cNvPr>
          <p:cNvSpPr>
            <a:spLocks noChangeAspect="1"/>
          </p:cNvSpPr>
          <p:nvPr/>
        </p:nvSpPr>
        <p:spPr>
          <a:xfrm>
            <a:off x="9747861" y="464705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9" name="타원 628">
            <a:extLst>
              <a:ext uri="{FF2B5EF4-FFF2-40B4-BE49-F238E27FC236}">
                <a16:creationId xmlns:a16="http://schemas.microsoft.com/office/drawing/2014/main" id="{CF36B8A7-E1C9-959A-03CC-7248791A141C}"/>
              </a:ext>
            </a:extLst>
          </p:cNvPr>
          <p:cNvSpPr>
            <a:spLocks noChangeAspect="1"/>
          </p:cNvSpPr>
          <p:nvPr/>
        </p:nvSpPr>
        <p:spPr>
          <a:xfrm>
            <a:off x="9747861" y="4738660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0" name="타원 629">
            <a:extLst>
              <a:ext uri="{FF2B5EF4-FFF2-40B4-BE49-F238E27FC236}">
                <a16:creationId xmlns:a16="http://schemas.microsoft.com/office/drawing/2014/main" id="{29A72102-3FBD-D89B-4CCE-BF36FDF2FCBB}"/>
              </a:ext>
            </a:extLst>
          </p:cNvPr>
          <p:cNvSpPr>
            <a:spLocks noChangeAspect="1"/>
          </p:cNvSpPr>
          <p:nvPr/>
        </p:nvSpPr>
        <p:spPr>
          <a:xfrm>
            <a:off x="9744686" y="4826809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2" name="타원 631">
            <a:extLst>
              <a:ext uri="{FF2B5EF4-FFF2-40B4-BE49-F238E27FC236}">
                <a16:creationId xmlns:a16="http://schemas.microsoft.com/office/drawing/2014/main" id="{996DE237-89B7-84CA-89C2-05A6276C4100}"/>
              </a:ext>
            </a:extLst>
          </p:cNvPr>
          <p:cNvSpPr>
            <a:spLocks noChangeAspect="1"/>
          </p:cNvSpPr>
          <p:nvPr/>
        </p:nvSpPr>
        <p:spPr>
          <a:xfrm>
            <a:off x="9746274" y="340933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3" name="타원 632">
            <a:extLst>
              <a:ext uri="{FF2B5EF4-FFF2-40B4-BE49-F238E27FC236}">
                <a16:creationId xmlns:a16="http://schemas.microsoft.com/office/drawing/2014/main" id="{4C5A4608-5F6C-71DE-76C6-4610C244019A}"/>
              </a:ext>
            </a:extLst>
          </p:cNvPr>
          <p:cNvSpPr>
            <a:spLocks noChangeAspect="1"/>
          </p:cNvSpPr>
          <p:nvPr/>
        </p:nvSpPr>
        <p:spPr>
          <a:xfrm>
            <a:off x="9744686" y="3583367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4" name="타원 633">
            <a:extLst>
              <a:ext uri="{FF2B5EF4-FFF2-40B4-BE49-F238E27FC236}">
                <a16:creationId xmlns:a16="http://schemas.microsoft.com/office/drawing/2014/main" id="{9951A1A8-0D42-D695-9999-0E21CC7440DC}"/>
              </a:ext>
            </a:extLst>
          </p:cNvPr>
          <p:cNvSpPr>
            <a:spLocks noChangeAspect="1"/>
          </p:cNvSpPr>
          <p:nvPr/>
        </p:nvSpPr>
        <p:spPr>
          <a:xfrm>
            <a:off x="9744686" y="349279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53" name="직선 연결선 652">
            <a:extLst>
              <a:ext uri="{FF2B5EF4-FFF2-40B4-BE49-F238E27FC236}">
                <a16:creationId xmlns:a16="http://schemas.microsoft.com/office/drawing/2014/main" id="{E545A66B-1832-1478-FE00-752ED8F72F98}"/>
              </a:ext>
            </a:extLst>
          </p:cNvPr>
          <p:cNvCxnSpPr>
            <a:cxnSpLocks/>
          </p:cNvCxnSpPr>
          <p:nvPr/>
        </p:nvCxnSpPr>
        <p:spPr>
          <a:xfrm flipH="1">
            <a:off x="10471643" y="3165022"/>
            <a:ext cx="0" cy="177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4" name="타원 653">
            <a:extLst>
              <a:ext uri="{FF2B5EF4-FFF2-40B4-BE49-F238E27FC236}">
                <a16:creationId xmlns:a16="http://schemas.microsoft.com/office/drawing/2014/main" id="{37D847CD-7984-A7C3-AD3D-F5C9A42A4918}"/>
              </a:ext>
            </a:extLst>
          </p:cNvPr>
          <p:cNvSpPr>
            <a:spLocks noChangeAspect="1"/>
          </p:cNvSpPr>
          <p:nvPr/>
        </p:nvSpPr>
        <p:spPr>
          <a:xfrm flipH="1">
            <a:off x="10446469" y="323369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56" name="직선 화살표 연결선 655">
            <a:extLst>
              <a:ext uri="{FF2B5EF4-FFF2-40B4-BE49-F238E27FC236}">
                <a16:creationId xmlns:a16="http://schemas.microsoft.com/office/drawing/2014/main" id="{3D8CA74A-D69A-0810-34FD-E2883FD35AE5}"/>
              </a:ext>
            </a:extLst>
          </p:cNvPr>
          <p:cNvCxnSpPr>
            <a:cxnSpLocks/>
          </p:cNvCxnSpPr>
          <p:nvPr/>
        </p:nvCxnSpPr>
        <p:spPr>
          <a:xfrm flipH="1">
            <a:off x="10371012" y="3254148"/>
            <a:ext cx="647032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7" name="직선 화살표 연결선 656">
            <a:extLst>
              <a:ext uri="{FF2B5EF4-FFF2-40B4-BE49-F238E27FC236}">
                <a16:creationId xmlns:a16="http://schemas.microsoft.com/office/drawing/2014/main" id="{D7DC71AD-26D7-D276-635D-D4A1A14C1E3E}"/>
              </a:ext>
            </a:extLst>
          </p:cNvPr>
          <p:cNvCxnSpPr>
            <a:cxnSpLocks/>
          </p:cNvCxnSpPr>
          <p:nvPr/>
        </p:nvCxnSpPr>
        <p:spPr>
          <a:xfrm flipH="1">
            <a:off x="10371800" y="3164729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8" name="직선 화살표 연결선 657">
            <a:extLst>
              <a:ext uri="{FF2B5EF4-FFF2-40B4-BE49-F238E27FC236}">
                <a16:creationId xmlns:a16="http://schemas.microsoft.com/office/drawing/2014/main" id="{8DEE8F21-0E1B-07C6-98CA-83E8CB7BA447}"/>
              </a:ext>
            </a:extLst>
          </p:cNvPr>
          <p:cNvCxnSpPr>
            <a:cxnSpLocks/>
          </p:cNvCxnSpPr>
          <p:nvPr/>
        </p:nvCxnSpPr>
        <p:spPr>
          <a:xfrm flipH="1">
            <a:off x="10368624" y="3344736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직선 연결선 658">
            <a:extLst>
              <a:ext uri="{FF2B5EF4-FFF2-40B4-BE49-F238E27FC236}">
                <a16:creationId xmlns:a16="http://schemas.microsoft.com/office/drawing/2014/main" id="{C1FEA7D5-998D-310F-0C34-8FFAC63C65CF}"/>
              </a:ext>
            </a:extLst>
          </p:cNvPr>
          <p:cNvCxnSpPr>
            <a:cxnSpLocks/>
          </p:cNvCxnSpPr>
          <p:nvPr/>
        </p:nvCxnSpPr>
        <p:spPr>
          <a:xfrm>
            <a:off x="10470930" y="3701542"/>
            <a:ext cx="0" cy="2623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0" name="타원 659">
            <a:extLst>
              <a:ext uri="{FF2B5EF4-FFF2-40B4-BE49-F238E27FC236}">
                <a16:creationId xmlns:a16="http://schemas.microsoft.com/office/drawing/2014/main" id="{B196B7D5-D04E-2B87-4540-E41AE402C0C4}"/>
              </a:ext>
            </a:extLst>
          </p:cNvPr>
          <p:cNvSpPr>
            <a:spLocks noChangeAspect="1"/>
          </p:cNvSpPr>
          <p:nvPr/>
        </p:nvSpPr>
        <p:spPr>
          <a:xfrm>
            <a:off x="10446402" y="3854789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61" name="타원 660">
            <a:extLst>
              <a:ext uri="{FF2B5EF4-FFF2-40B4-BE49-F238E27FC236}">
                <a16:creationId xmlns:a16="http://schemas.microsoft.com/office/drawing/2014/main" id="{5276DDBA-9568-FF62-AE8A-0F301B5720A1}"/>
              </a:ext>
            </a:extLst>
          </p:cNvPr>
          <p:cNvSpPr>
            <a:spLocks noChangeAspect="1"/>
          </p:cNvSpPr>
          <p:nvPr/>
        </p:nvSpPr>
        <p:spPr>
          <a:xfrm>
            <a:off x="10445756" y="376643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62" name="직선 화살표 연결선 661">
            <a:extLst>
              <a:ext uri="{FF2B5EF4-FFF2-40B4-BE49-F238E27FC236}">
                <a16:creationId xmlns:a16="http://schemas.microsoft.com/office/drawing/2014/main" id="{AE922F30-ECBF-957D-4C5D-3D1D8B150EC6}"/>
              </a:ext>
            </a:extLst>
          </p:cNvPr>
          <p:cNvCxnSpPr>
            <a:cxnSpLocks/>
          </p:cNvCxnSpPr>
          <p:nvPr/>
        </p:nvCxnSpPr>
        <p:spPr>
          <a:xfrm>
            <a:off x="10368313" y="3876853"/>
            <a:ext cx="72593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3" name="직선 화살표 연결선 662">
            <a:extLst>
              <a:ext uri="{FF2B5EF4-FFF2-40B4-BE49-F238E27FC236}">
                <a16:creationId xmlns:a16="http://schemas.microsoft.com/office/drawing/2014/main" id="{AA2A7EF6-9C52-1C15-9815-655DB1DF58E0}"/>
              </a:ext>
            </a:extLst>
          </p:cNvPr>
          <p:cNvCxnSpPr>
            <a:cxnSpLocks/>
          </p:cNvCxnSpPr>
          <p:nvPr/>
        </p:nvCxnSpPr>
        <p:spPr>
          <a:xfrm>
            <a:off x="10371086" y="3966361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4" name="직선 화살표 연결선 663">
            <a:extLst>
              <a:ext uri="{FF2B5EF4-FFF2-40B4-BE49-F238E27FC236}">
                <a16:creationId xmlns:a16="http://schemas.microsoft.com/office/drawing/2014/main" id="{BD942D01-578D-5A16-4D3C-BAD30A6DF20E}"/>
              </a:ext>
            </a:extLst>
          </p:cNvPr>
          <p:cNvCxnSpPr>
            <a:cxnSpLocks/>
          </p:cNvCxnSpPr>
          <p:nvPr/>
        </p:nvCxnSpPr>
        <p:spPr>
          <a:xfrm>
            <a:off x="10371087" y="3698367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5" name="직선 화살표 연결선 664">
            <a:extLst>
              <a:ext uri="{FF2B5EF4-FFF2-40B4-BE49-F238E27FC236}">
                <a16:creationId xmlns:a16="http://schemas.microsoft.com/office/drawing/2014/main" id="{33183419-5ED4-A877-A2A0-13198B8CBE57}"/>
              </a:ext>
            </a:extLst>
          </p:cNvPr>
          <p:cNvCxnSpPr>
            <a:cxnSpLocks/>
          </p:cNvCxnSpPr>
          <p:nvPr/>
        </p:nvCxnSpPr>
        <p:spPr>
          <a:xfrm>
            <a:off x="10369499" y="3789602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6" name="직선 화살표 연결선 665">
            <a:extLst>
              <a:ext uri="{FF2B5EF4-FFF2-40B4-BE49-F238E27FC236}">
                <a16:creationId xmlns:a16="http://schemas.microsoft.com/office/drawing/2014/main" id="{FE993517-1AB6-C067-4641-B3FA48244E29}"/>
              </a:ext>
            </a:extLst>
          </p:cNvPr>
          <p:cNvCxnSpPr>
            <a:cxnSpLocks/>
          </p:cNvCxnSpPr>
          <p:nvPr/>
        </p:nvCxnSpPr>
        <p:spPr>
          <a:xfrm>
            <a:off x="10373076" y="4495079"/>
            <a:ext cx="799749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7" name="직선 연결선 666">
            <a:extLst>
              <a:ext uri="{FF2B5EF4-FFF2-40B4-BE49-F238E27FC236}">
                <a16:creationId xmlns:a16="http://schemas.microsoft.com/office/drawing/2014/main" id="{B9C7A76E-6FC3-9765-D18E-576008FD9D44}"/>
              </a:ext>
            </a:extLst>
          </p:cNvPr>
          <p:cNvCxnSpPr>
            <a:cxnSpLocks/>
          </p:cNvCxnSpPr>
          <p:nvPr/>
        </p:nvCxnSpPr>
        <p:spPr>
          <a:xfrm>
            <a:off x="10466568" y="4403486"/>
            <a:ext cx="0" cy="177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8" name="타원 667">
            <a:extLst>
              <a:ext uri="{FF2B5EF4-FFF2-40B4-BE49-F238E27FC236}">
                <a16:creationId xmlns:a16="http://schemas.microsoft.com/office/drawing/2014/main" id="{C5EB6E77-825A-1CC0-95A5-457739E157D1}"/>
              </a:ext>
            </a:extLst>
          </p:cNvPr>
          <p:cNvSpPr>
            <a:spLocks noChangeAspect="1"/>
          </p:cNvSpPr>
          <p:nvPr/>
        </p:nvSpPr>
        <p:spPr>
          <a:xfrm>
            <a:off x="10439659" y="4471570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69" name="직선 화살표 연결선 668">
            <a:extLst>
              <a:ext uri="{FF2B5EF4-FFF2-40B4-BE49-F238E27FC236}">
                <a16:creationId xmlns:a16="http://schemas.microsoft.com/office/drawing/2014/main" id="{CAA81F6A-0245-C199-FB4C-5DA319F8B4C9}"/>
              </a:ext>
            </a:extLst>
          </p:cNvPr>
          <p:cNvCxnSpPr>
            <a:cxnSpLocks/>
          </p:cNvCxnSpPr>
          <p:nvPr/>
        </p:nvCxnSpPr>
        <p:spPr>
          <a:xfrm>
            <a:off x="10374664" y="4407606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0" name="직선 화살표 연결선 669">
            <a:extLst>
              <a:ext uri="{FF2B5EF4-FFF2-40B4-BE49-F238E27FC236}">
                <a16:creationId xmlns:a16="http://schemas.microsoft.com/office/drawing/2014/main" id="{4E6ABAA3-D28B-E2D9-AC2A-4EF428CC82CB}"/>
              </a:ext>
            </a:extLst>
          </p:cNvPr>
          <p:cNvCxnSpPr>
            <a:cxnSpLocks/>
          </p:cNvCxnSpPr>
          <p:nvPr/>
        </p:nvCxnSpPr>
        <p:spPr>
          <a:xfrm>
            <a:off x="10366726" y="4582123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5" name="직선 화살표 연결선 674">
            <a:extLst>
              <a:ext uri="{FF2B5EF4-FFF2-40B4-BE49-F238E27FC236}">
                <a16:creationId xmlns:a16="http://schemas.microsoft.com/office/drawing/2014/main" id="{C1252222-A797-B3E7-1050-9A6155CE7106}"/>
              </a:ext>
            </a:extLst>
          </p:cNvPr>
          <p:cNvCxnSpPr>
            <a:cxnSpLocks/>
          </p:cNvCxnSpPr>
          <p:nvPr/>
        </p:nvCxnSpPr>
        <p:spPr>
          <a:xfrm>
            <a:off x="9597716" y="2308860"/>
            <a:ext cx="33655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6" name="직선 화살표 연결선 675">
            <a:extLst>
              <a:ext uri="{FF2B5EF4-FFF2-40B4-BE49-F238E27FC236}">
                <a16:creationId xmlns:a16="http://schemas.microsoft.com/office/drawing/2014/main" id="{3D430B53-32A0-71E3-E607-D42594A142E1}"/>
              </a:ext>
            </a:extLst>
          </p:cNvPr>
          <p:cNvCxnSpPr>
            <a:cxnSpLocks/>
          </p:cNvCxnSpPr>
          <p:nvPr/>
        </p:nvCxnSpPr>
        <p:spPr>
          <a:xfrm>
            <a:off x="10210400" y="2312035"/>
            <a:ext cx="34872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7" name="TextBox 676">
            <a:extLst>
              <a:ext uri="{FF2B5EF4-FFF2-40B4-BE49-F238E27FC236}">
                <a16:creationId xmlns:a16="http://schemas.microsoft.com/office/drawing/2014/main" id="{3FAE21B1-9F63-0AED-BE19-98EEB6BC6C18}"/>
              </a:ext>
            </a:extLst>
          </p:cNvPr>
          <p:cNvSpPr txBox="1"/>
          <p:nvPr/>
        </p:nvSpPr>
        <p:spPr>
          <a:xfrm>
            <a:off x="9093933" y="5943998"/>
            <a:ext cx="37675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FIL_3V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680" name="직선 화살표 연결선 679">
            <a:extLst>
              <a:ext uri="{FF2B5EF4-FFF2-40B4-BE49-F238E27FC236}">
                <a16:creationId xmlns:a16="http://schemas.microsoft.com/office/drawing/2014/main" id="{68182A37-AA84-5B6F-B85C-B49387BD6123}"/>
              </a:ext>
            </a:extLst>
          </p:cNvPr>
          <p:cNvCxnSpPr>
            <a:cxnSpLocks/>
          </p:cNvCxnSpPr>
          <p:nvPr/>
        </p:nvCxnSpPr>
        <p:spPr>
          <a:xfrm>
            <a:off x="5677886" y="6069118"/>
            <a:ext cx="425685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직선 화살표 연결선 680">
            <a:extLst>
              <a:ext uri="{FF2B5EF4-FFF2-40B4-BE49-F238E27FC236}">
                <a16:creationId xmlns:a16="http://schemas.microsoft.com/office/drawing/2014/main" id="{3BF14D72-CA32-F5C0-FB01-92A15B938397}"/>
              </a:ext>
            </a:extLst>
          </p:cNvPr>
          <p:cNvCxnSpPr>
            <a:cxnSpLocks/>
          </p:cNvCxnSpPr>
          <p:nvPr/>
        </p:nvCxnSpPr>
        <p:spPr>
          <a:xfrm>
            <a:off x="10210865" y="6072293"/>
            <a:ext cx="35302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3" name="직선 연결선 682">
            <a:extLst>
              <a:ext uri="{FF2B5EF4-FFF2-40B4-BE49-F238E27FC236}">
                <a16:creationId xmlns:a16="http://schemas.microsoft.com/office/drawing/2014/main" id="{D10808A5-56D8-BE38-435A-7199C36D5A80}"/>
              </a:ext>
            </a:extLst>
          </p:cNvPr>
          <p:cNvCxnSpPr>
            <a:cxnSpLocks/>
          </p:cNvCxnSpPr>
          <p:nvPr/>
        </p:nvCxnSpPr>
        <p:spPr>
          <a:xfrm>
            <a:off x="9593748" y="2305755"/>
            <a:ext cx="0" cy="37647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0" name="직선 연결선 689">
            <a:extLst>
              <a:ext uri="{FF2B5EF4-FFF2-40B4-BE49-F238E27FC236}">
                <a16:creationId xmlns:a16="http://schemas.microsoft.com/office/drawing/2014/main" id="{D8E20677-9A05-F100-9107-DB6422F32AFC}"/>
              </a:ext>
            </a:extLst>
          </p:cNvPr>
          <p:cNvCxnSpPr>
            <a:cxnSpLocks/>
          </p:cNvCxnSpPr>
          <p:nvPr/>
        </p:nvCxnSpPr>
        <p:spPr>
          <a:xfrm>
            <a:off x="10560536" y="2315280"/>
            <a:ext cx="0" cy="41437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5" name="타원 694">
            <a:extLst>
              <a:ext uri="{FF2B5EF4-FFF2-40B4-BE49-F238E27FC236}">
                <a16:creationId xmlns:a16="http://schemas.microsoft.com/office/drawing/2014/main" id="{8271EDE1-0924-0ED5-991D-A638710FD4C6}"/>
              </a:ext>
            </a:extLst>
          </p:cNvPr>
          <p:cNvSpPr>
            <a:spLocks noChangeAspect="1"/>
          </p:cNvSpPr>
          <p:nvPr/>
        </p:nvSpPr>
        <p:spPr>
          <a:xfrm>
            <a:off x="9571706" y="604491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96" name="타원 695">
            <a:extLst>
              <a:ext uri="{FF2B5EF4-FFF2-40B4-BE49-F238E27FC236}">
                <a16:creationId xmlns:a16="http://schemas.microsoft.com/office/drawing/2014/main" id="{45D1C258-B18E-595C-9DDB-FEEE56CB6182}"/>
              </a:ext>
            </a:extLst>
          </p:cNvPr>
          <p:cNvSpPr>
            <a:spLocks noChangeAspect="1"/>
          </p:cNvSpPr>
          <p:nvPr/>
        </p:nvSpPr>
        <p:spPr>
          <a:xfrm>
            <a:off x="10538377" y="6047299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97" name="TextBox 696">
            <a:extLst>
              <a:ext uri="{FF2B5EF4-FFF2-40B4-BE49-F238E27FC236}">
                <a16:creationId xmlns:a16="http://schemas.microsoft.com/office/drawing/2014/main" id="{01AA21FE-475C-51EE-F238-2C217886BD07}"/>
              </a:ext>
            </a:extLst>
          </p:cNvPr>
          <p:cNvSpPr txBox="1"/>
          <p:nvPr/>
        </p:nvSpPr>
        <p:spPr>
          <a:xfrm>
            <a:off x="7811854" y="6329817"/>
            <a:ext cx="43445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FIL_GND</a:t>
            </a:r>
            <a:endParaRPr lang="ko-KR" altLang="en-US" sz="800" dirty="0">
              <a:latin typeface="+mn-ea"/>
            </a:endParaRPr>
          </a:p>
        </p:txBody>
      </p:sp>
      <p:grpSp>
        <p:nvGrpSpPr>
          <p:cNvPr id="712" name="그룹 711">
            <a:extLst>
              <a:ext uri="{FF2B5EF4-FFF2-40B4-BE49-F238E27FC236}">
                <a16:creationId xmlns:a16="http://schemas.microsoft.com/office/drawing/2014/main" id="{1CD96337-1489-4C37-96F8-4DB5E2DE1C5A}"/>
              </a:ext>
            </a:extLst>
          </p:cNvPr>
          <p:cNvGrpSpPr/>
          <p:nvPr/>
        </p:nvGrpSpPr>
        <p:grpSpPr>
          <a:xfrm>
            <a:off x="9823818" y="2203444"/>
            <a:ext cx="507674" cy="3955174"/>
            <a:chOff x="9604082" y="373939"/>
            <a:chExt cx="507674" cy="3955174"/>
          </a:xfrm>
        </p:grpSpPr>
        <p:cxnSp>
          <p:nvCxnSpPr>
            <p:cNvPr id="575" name="직선 화살표 연결선 574">
              <a:extLst>
                <a:ext uri="{FF2B5EF4-FFF2-40B4-BE49-F238E27FC236}">
                  <a16:creationId xmlns:a16="http://schemas.microsoft.com/office/drawing/2014/main" id="{9A9B1D5C-05B6-BF95-30D1-FAED4F7946AD}"/>
                </a:ext>
              </a:extLst>
            </p:cNvPr>
            <p:cNvCxnSpPr>
              <a:cxnSpLocks/>
            </p:cNvCxnSpPr>
            <p:nvPr/>
          </p:nvCxnSpPr>
          <p:spPr>
            <a:xfrm>
              <a:off x="9691464" y="1246777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직선 화살표 연결선 636">
              <a:extLst>
                <a:ext uri="{FF2B5EF4-FFF2-40B4-BE49-F238E27FC236}">
                  <a16:creationId xmlns:a16="http://schemas.microsoft.com/office/drawing/2014/main" id="{E73EB060-D3BD-B11A-08E8-5E7D63B6B076}"/>
                </a:ext>
              </a:extLst>
            </p:cNvPr>
            <p:cNvCxnSpPr>
              <a:cxnSpLocks/>
            </p:cNvCxnSpPr>
            <p:nvPr/>
          </p:nvCxnSpPr>
          <p:spPr>
            <a:xfrm>
              <a:off x="9639077" y="1601583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직선 화살표 연결선 637">
              <a:extLst>
                <a:ext uri="{FF2B5EF4-FFF2-40B4-BE49-F238E27FC236}">
                  <a16:creationId xmlns:a16="http://schemas.microsoft.com/office/drawing/2014/main" id="{894FA2FA-15CC-4C31-1D20-0D0D6FA4AFBD}"/>
                </a:ext>
              </a:extLst>
            </p:cNvPr>
            <p:cNvCxnSpPr>
              <a:cxnSpLocks/>
            </p:cNvCxnSpPr>
            <p:nvPr/>
          </p:nvCxnSpPr>
          <p:spPr>
            <a:xfrm>
              <a:off x="9639077" y="1694080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직선 화살표 연결선 638">
              <a:extLst>
                <a:ext uri="{FF2B5EF4-FFF2-40B4-BE49-F238E27FC236}">
                  <a16:creationId xmlns:a16="http://schemas.microsoft.com/office/drawing/2014/main" id="{D78EEAE4-E563-9EC1-7F3B-60BED84119C0}"/>
                </a:ext>
              </a:extLst>
            </p:cNvPr>
            <p:cNvCxnSpPr>
              <a:cxnSpLocks/>
            </p:cNvCxnSpPr>
            <p:nvPr/>
          </p:nvCxnSpPr>
          <p:spPr>
            <a:xfrm>
              <a:off x="9634314" y="1779804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직선 화살표 연결선 639">
              <a:extLst>
                <a:ext uri="{FF2B5EF4-FFF2-40B4-BE49-F238E27FC236}">
                  <a16:creationId xmlns:a16="http://schemas.microsoft.com/office/drawing/2014/main" id="{19A46478-A486-D2A3-B6B0-0EA1B59BA65E}"/>
                </a:ext>
              </a:extLst>
            </p:cNvPr>
            <p:cNvCxnSpPr>
              <a:cxnSpLocks/>
            </p:cNvCxnSpPr>
            <p:nvPr/>
          </p:nvCxnSpPr>
          <p:spPr>
            <a:xfrm>
              <a:off x="9653364" y="2222716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직선 화살표 연결선 640">
              <a:extLst>
                <a:ext uri="{FF2B5EF4-FFF2-40B4-BE49-F238E27FC236}">
                  <a16:creationId xmlns:a16="http://schemas.microsoft.com/office/drawing/2014/main" id="{EE4C0560-2F23-8803-3042-ADDD4B08C7C1}"/>
                </a:ext>
              </a:extLst>
            </p:cNvPr>
            <p:cNvCxnSpPr>
              <a:cxnSpLocks/>
            </p:cNvCxnSpPr>
            <p:nvPr/>
          </p:nvCxnSpPr>
          <p:spPr>
            <a:xfrm>
              <a:off x="9648602" y="2308864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직선 화살표 연결선 641">
              <a:extLst>
                <a:ext uri="{FF2B5EF4-FFF2-40B4-BE49-F238E27FC236}">
                  <a16:creationId xmlns:a16="http://schemas.microsoft.com/office/drawing/2014/main" id="{1AF4C306-2F02-5174-66E5-9537786B3ADB}"/>
                </a:ext>
              </a:extLst>
            </p:cNvPr>
            <p:cNvCxnSpPr>
              <a:cxnSpLocks/>
            </p:cNvCxnSpPr>
            <p:nvPr/>
          </p:nvCxnSpPr>
          <p:spPr>
            <a:xfrm>
              <a:off x="9646221" y="2397701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직선 화살표 연결선 642">
              <a:extLst>
                <a:ext uri="{FF2B5EF4-FFF2-40B4-BE49-F238E27FC236}">
                  <a16:creationId xmlns:a16="http://schemas.microsoft.com/office/drawing/2014/main" id="{123ED1C1-1834-3EAD-EE54-DCD29118F374}"/>
                </a:ext>
              </a:extLst>
            </p:cNvPr>
            <p:cNvCxnSpPr>
              <a:cxnSpLocks/>
            </p:cNvCxnSpPr>
            <p:nvPr/>
          </p:nvCxnSpPr>
          <p:spPr>
            <a:xfrm>
              <a:off x="9646221" y="2489058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직선 화살표 연결선 643">
              <a:extLst>
                <a:ext uri="{FF2B5EF4-FFF2-40B4-BE49-F238E27FC236}">
                  <a16:creationId xmlns:a16="http://schemas.microsoft.com/office/drawing/2014/main" id="{EBB19726-7C7C-FAAB-AE90-170CC244295B}"/>
                </a:ext>
              </a:extLst>
            </p:cNvPr>
            <p:cNvCxnSpPr>
              <a:cxnSpLocks/>
            </p:cNvCxnSpPr>
            <p:nvPr/>
          </p:nvCxnSpPr>
          <p:spPr>
            <a:xfrm>
              <a:off x="9641459" y="2843864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직선 화살표 연결선 644">
              <a:extLst>
                <a:ext uri="{FF2B5EF4-FFF2-40B4-BE49-F238E27FC236}">
                  <a16:creationId xmlns:a16="http://schemas.microsoft.com/office/drawing/2014/main" id="{F1800D39-F15E-89F3-9A8E-183EFFCEAF8C}"/>
                </a:ext>
              </a:extLst>
            </p:cNvPr>
            <p:cNvCxnSpPr>
              <a:cxnSpLocks/>
            </p:cNvCxnSpPr>
            <p:nvPr/>
          </p:nvCxnSpPr>
          <p:spPr>
            <a:xfrm>
              <a:off x="9650984" y="2931970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직선 화살표 연결선 645">
              <a:extLst>
                <a:ext uri="{FF2B5EF4-FFF2-40B4-BE49-F238E27FC236}">
                  <a16:creationId xmlns:a16="http://schemas.microsoft.com/office/drawing/2014/main" id="{2F5394A3-40F8-57A5-C203-AD075C0FAEEC}"/>
                </a:ext>
              </a:extLst>
            </p:cNvPr>
            <p:cNvCxnSpPr>
              <a:cxnSpLocks/>
            </p:cNvCxnSpPr>
            <p:nvPr/>
          </p:nvCxnSpPr>
          <p:spPr>
            <a:xfrm>
              <a:off x="9650984" y="3020932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직선 화살표 연결선 646">
              <a:extLst>
                <a:ext uri="{FF2B5EF4-FFF2-40B4-BE49-F238E27FC236}">
                  <a16:creationId xmlns:a16="http://schemas.microsoft.com/office/drawing/2014/main" id="{B2B12584-79D5-ACE3-4DC4-1E3A08F0AB54}"/>
                </a:ext>
              </a:extLst>
            </p:cNvPr>
            <p:cNvCxnSpPr>
              <a:cxnSpLocks/>
            </p:cNvCxnSpPr>
            <p:nvPr/>
          </p:nvCxnSpPr>
          <p:spPr>
            <a:xfrm>
              <a:off x="9643840" y="3285250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직선 화살표 연결선 647">
              <a:extLst>
                <a:ext uri="{FF2B5EF4-FFF2-40B4-BE49-F238E27FC236}">
                  <a16:creationId xmlns:a16="http://schemas.microsoft.com/office/drawing/2014/main" id="{C713CC9A-F01B-2A0A-8F9B-6695B9B81928}"/>
                </a:ext>
              </a:extLst>
            </p:cNvPr>
            <p:cNvCxnSpPr>
              <a:cxnSpLocks/>
            </p:cNvCxnSpPr>
            <p:nvPr/>
          </p:nvCxnSpPr>
          <p:spPr>
            <a:xfrm>
              <a:off x="9650984" y="3375295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직선 화살표 연결선 648">
              <a:extLst>
                <a:ext uri="{FF2B5EF4-FFF2-40B4-BE49-F238E27FC236}">
                  <a16:creationId xmlns:a16="http://schemas.microsoft.com/office/drawing/2014/main" id="{18B5F428-5C5C-20FF-122A-7B40D108E80A}"/>
                </a:ext>
              </a:extLst>
            </p:cNvPr>
            <p:cNvCxnSpPr>
              <a:cxnSpLocks/>
            </p:cNvCxnSpPr>
            <p:nvPr/>
          </p:nvCxnSpPr>
          <p:spPr>
            <a:xfrm>
              <a:off x="9643840" y="3820589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직선 화살표 연결선 649">
              <a:extLst>
                <a:ext uri="{FF2B5EF4-FFF2-40B4-BE49-F238E27FC236}">
                  <a16:creationId xmlns:a16="http://schemas.microsoft.com/office/drawing/2014/main" id="{256E7429-F7FD-4586-F3D8-E7BEAF42C2D5}"/>
                </a:ext>
              </a:extLst>
            </p:cNvPr>
            <p:cNvCxnSpPr>
              <a:cxnSpLocks/>
            </p:cNvCxnSpPr>
            <p:nvPr/>
          </p:nvCxnSpPr>
          <p:spPr>
            <a:xfrm>
              <a:off x="9643840" y="3908694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직선 화살표 연결선 650">
              <a:extLst>
                <a:ext uri="{FF2B5EF4-FFF2-40B4-BE49-F238E27FC236}">
                  <a16:creationId xmlns:a16="http://schemas.microsoft.com/office/drawing/2014/main" id="{552E88B4-F327-2FDE-3CBA-524FD78B37B5}"/>
                </a:ext>
              </a:extLst>
            </p:cNvPr>
            <p:cNvCxnSpPr>
              <a:cxnSpLocks/>
            </p:cNvCxnSpPr>
            <p:nvPr/>
          </p:nvCxnSpPr>
          <p:spPr>
            <a:xfrm>
              <a:off x="9639078" y="3996802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직선 화살표 연결선 651">
              <a:extLst>
                <a:ext uri="{FF2B5EF4-FFF2-40B4-BE49-F238E27FC236}">
                  <a16:creationId xmlns:a16="http://schemas.microsoft.com/office/drawing/2014/main" id="{2FCFBA79-1846-3079-B71B-37C195E1ECC9}"/>
                </a:ext>
              </a:extLst>
            </p:cNvPr>
            <p:cNvCxnSpPr>
              <a:cxnSpLocks/>
            </p:cNvCxnSpPr>
            <p:nvPr/>
          </p:nvCxnSpPr>
          <p:spPr>
            <a:xfrm>
              <a:off x="9646221" y="4084640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직선 화살표 연결선 670">
              <a:extLst>
                <a:ext uri="{FF2B5EF4-FFF2-40B4-BE49-F238E27FC236}">
                  <a16:creationId xmlns:a16="http://schemas.microsoft.com/office/drawing/2014/main" id="{A9CAB05D-F84C-A3F0-9A82-9A10394A3909}"/>
                </a:ext>
              </a:extLst>
            </p:cNvPr>
            <p:cNvCxnSpPr>
              <a:cxnSpLocks/>
            </p:cNvCxnSpPr>
            <p:nvPr/>
          </p:nvCxnSpPr>
          <p:spPr>
            <a:xfrm>
              <a:off x="9658127" y="1072737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직선 화살표 연결선 671">
              <a:extLst>
                <a:ext uri="{FF2B5EF4-FFF2-40B4-BE49-F238E27FC236}">
                  <a16:creationId xmlns:a16="http://schemas.microsoft.com/office/drawing/2014/main" id="{6D0B40F7-9E6C-088F-77F4-23A69BC05FCF}"/>
                </a:ext>
              </a:extLst>
            </p:cNvPr>
            <p:cNvCxnSpPr>
              <a:cxnSpLocks/>
            </p:cNvCxnSpPr>
            <p:nvPr/>
          </p:nvCxnSpPr>
          <p:spPr>
            <a:xfrm>
              <a:off x="9662889" y="1160843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3" name="타원 672">
              <a:extLst>
                <a:ext uri="{FF2B5EF4-FFF2-40B4-BE49-F238E27FC236}">
                  <a16:creationId xmlns:a16="http://schemas.microsoft.com/office/drawing/2014/main" id="{CAF2A44F-AC34-B52D-5587-6FB203FAC6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18579" y="423154"/>
              <a:ext cx="108000" cy="10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74" name="타원 673">
              <a:extLst>
                <a:ext uri="{FF2B5EF4-FFF2-40B4-BE49-F238E27FC236}">
                  <a16:creationId xmlns:a16="http://schemas.microsoft.com/office/drawing/2014/main" id="{0787D45B-A49D-399C-613B-33EF227CD7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82664" y="423154"/>
              <a:ext cx="108000" cy="10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78" name="타원 677">
              <a:extLst>
                <a:ext uri="{FF2B5EF4-FFF2-40B4-BE49-F238E27FC236}">
                  <a16:creationId xmlns:a16="http://schemas.microsoft.com/office/drawing/2014/main" id="{2DD2DFC8-8E55-D3D0-21CE-6248CFEF36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19044" y="4183412"/>
              <a:ext cx="108000" cy="10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79" name="타원 678">
              <a:extLst>
                <a:ext uri="{FF2B5EF4-FFF2-40B4-BE49-F238E27FC236}">
                  <a16:creationId xmlns:a16="http://schemas.microsoft.com/office/drawing/2014/main" id="{6CCF987C-C6BC-80DA-B301-6F7F7ECAF4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83129" y="4183412"/>
              <a:ext cx="108000" cy="10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04" name="직사각형 703">
              <a:extLst>
                <a:ext uri="{FF2B5EF4-FFF2-40B4-BE49-F238E27FC236}">
                  <a16:creationId xmlns:a16="http://schemas.microsoft.com/office/drawing/2014/main" id="{B5F85D3C-D887-603B-16C6-3A82997C6A8F}"/>
                </a:ext>
              </a:extLst>
            </p:cNvPr>
            <p:cNvSpPr/>
            <p:nvPr/>
          </p:nvSpPr>
          <p:spPr>
            <a:xfrm>
              <a:off x="9604082" y="373939"/>
              <a:ext cx="507674" cy="3955174"/>
            </a:xfrm>
            <a:prstGeom prst="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715" name="직선 화살표 연결선 714">
              <a:extLst>
                <a:ext uri="{FF2B5EF4-FFF2-40B4-BE49-F238E27FC236}">
                  <a16:creationId xmlns:a16="http://schemas.microsoft.com/office/drawing/2014/main" id="{27128A88-C2A6-9D90-AE02-C7B04F3A55A5}"/>
                </a:ext>
              </a:extLst>
            </p:cNvPr>
            <p:cNvCxnSpPr>
              <a:cxnSpLocks/>
            </p:cNvCxnSpPr>
            <p:nvPr/>
          </p:nvCxnSpPr>
          <p:spPr>
            <a:xfrm>
              <a:off x="9641459" y="3464195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직선 화살표 연결선 715">
              <a:extLst>
                <a:ext uri="{FF2B5EF4-FFF2-40B4-BE49-F238E27FC236}">
                  <a16:creationId xmlns:a16="http://schemas.microsoft.com/office/drawing/2014/main" id="{5396B51B-6573-9E70-17A0-282B5810C1F2}"/>
                </a:ext>
              </a:extLst>
            </p:cNvPr>
            <p:cNvCxnSpPr>
              <a:cxnSpLocks/>
            </p:cNvCxnSpPr>
            <p:nvPr/>
          </p:nvCxnSpPr>
          <p:spPr>
            <a:xfrm>
              <a:off x="9641459" y="3549920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직선 화살표 연결선 716">
              <a:extLst>
                <a:ext uri="{FF2B5EF4-FFF2-40B4-BE49-F238E27FC236}">
                  <a16:creationId xmlns:a16="http://schemas.microsoft.com/office/drawing/2014/main" id="{63D5DF87-EDD0-828E-69EE-457BB10C8959}"/>
                </a:ext>
              </a:extLst>
            </p:cNvPr>
            <p:cNvCxnSpPr>
              <a:cxnSpLocks/>
            </p:cNvCxnSpPr>
            <p:nvPr/>
          </p:nvCxnSpPr>
          <p:spPr>
            <a:xfrm>
              <a:off x="9644634" y="3638820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직선 화살표 연결선 717">
              <a:extLst>
                <a:ext uri="{FF2B5EF4-FFF2-40B4-BE49-F238E27FC236}">
                  <a16:creationId xmlns:a16="http://schemas.microsoft.com/office/drawing/2014/main" id="{047DFBCC-8A91-3DBC-A1A9-90AF710A9556}"/>
                </a:ext>
              </a:extLst>
            </p:cNvPr>
            <p:cNvCxnSpPr>
              <a:cxnSpLocks/>
            </p:cNvCxnSpPr>
            <p:nvPr/>
          </p:nvCxnSpPr>
          <p:spPr>
            <a:xfrm>
              <a:off x="9644634" y="3727720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1" name="TextBox 710">
            <a:extLst>
              <a:ext uri="{FF2B5EF4-FFF2-40B4-BE49-F238E27FC236}">
                <a16:creationId xmlns:a16="http://schemas.microsoft.com/office/drawing/2014/main" id="{C0A31F9A-58E5-B935-0BE4-61489005414F}"/>
              </a:ext>
            </a:extLst>
          </p:cNvPr>
          <p:cNvSpPr txBox="1"/>
          <p:nvPr/>
        </p:nvSpPr>
        <p:spPr>
          <a:xfrm>
            <a:off x="9700286" y="2056083"/>
            <a:ext cx="74267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b="1" dirty="0">
                <a:latin typeface="+mn-ea"/>
              </a:rPr>
              <a:t>J2 : to IDBB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727" name="직선 화살표 연결선 726">
            <a:extLst>
              <a:ext uri="{FF2B5EF4-FFF2-40B4-BE49-F238E27FC236}">
                <a16:creationId xmlns:a16="http://schemas.microsoft.com/office/drawing/2014/main" id="{A91892D6-0ED2-FD4E-32A0-A98A0F49AF4C}"/>
              </a:ext>
            </a:extLst>
          </p:cNvPr>
          <p:cNvCxnSpPr>
            <a:cxnSpLocks/>
          </p:cNvCxnSpPr>
          <p:nvPr/>
        </p:nvCxnSpPr>
        <p:spPr>
          <a:xfrm>
            <a:off x="5674225" y="1549047"/>
            <a:ext cx="5343819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0" name="직선 연결선 729">
            <a:extLst>
              <a:ext uri="{FF2B5EF4-FFF2-40B4-BE49-F238E27FC236}">
                <a16:creationId xmlns:a16="http://schemas.microsoft.com/office/drawing/2014/main" id="{62923EAE-5BA1-55CD-DE73-981FF8C3EFFD}"/>
              </a:ext>
            </a:extLst>
          </p:cNvPr>
          <p:cNvCxnSpPr>
            <a:cxnSpLocks/>
          </p:cNvCxnSpPr>
          <p:nvPr/>
        </p:nvCxnSpPr>
        <p:spPr>
          <a:xfrm>
            <a:off x="11017736" y="1555620"/>
            <a:ext cx="0" cy="16996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5" name="직선 화살표 연결선 734">
            <a:extLst>
              <a:ext uri="{FF2B5EF4-FFF2-40B4-BE49-F238E27FC236}">
                <a16:creationId xmlns:a16="http://schemas.microsoft.com/office/drawing/2014/main" id="{3BE17E10-46B5-626D-F547-309C3ECB01A1}"/>
              </a:ext>
            </a:extLst>
          </p:cNvPr>
          <p:cNvCxnSpPr>
            <a:cxnSpLocks/>
          </p:cNvCxnSpPr>
          <p:nvPr/>
        </p:nvCxnSpPr>
        <p:spPr>
          <a:xfrm>
            <a:off x="5674225" y="1157779"/>
            <a:ext cx="542240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6" name="직선 화살표 연결선 735">
            <a:extLst>
              <a:ext uri="{FF2B5EF4-FFF2-40B4-BE49-F238E27FC236}">
                <a16:creationId xmlns:a16="http://schemas.microsoft.com/office/drawing/2014/main" id="{F8F49A20-D523-A883-78CA-FCAAD441646E}"/>
              </a:ext>
            </a:extLst>
          </p:cNvPr>
          <p:cNvCxnSpPr>
            <a:cxnSpLocks/>
          </p:cNvCxnSpPr>
          <p:nvPr/>
        </p:nvCxnSpPr>
        <p:spPr>
          <a:xfrm>
            <a:off x="5674225" y="727090"/>
            <a:ext cx="549860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7" name="직선 연결선 736">
            <a:extLst>
              <a:ext uri="{FF2B5EF4-FFF2-40B4-BE49-F238E27FC236}">
                <a16:creationId xmlns:a16="http://schemas.microsoft.com/office/drawing/2014/main" id="{91E11A8C-07B0-255D-E8BB-9EA68B5CC58C}"/>
              </a:ext>
            </a:extLst>
          </p:cNvPr>
          <p:cNvCxnSpPr>
            <a:cxnSpLocks/>
          </p:cNvCxnSpPr>
          <p:nvPr/>
        </p:nvCxnSpPr>
        <p:spPr>
          <a:xfrm>
            <a:off x="11093936" y="1146551"/>
            <a:ext cx="0" cy="27338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직선 연결선 743">
            <a:extLst>
              <a:ext uri="{FF2B5EF4-FFF2-40B4-BE49-F238E27FC236}">
                <a16:creationId xmlns:a16="http://schemas.microsoft.com/office/drawing/2014/main" id="{EC04DD46-E164-8FE1-6B15-CC022C623B16}"/>
              </a:ext>
            </a:extLst>
          </p:cNvPr>
          <p:cNvCxnSpPr>
            <a:cxnSpLocks/>
          </p:cNvCxnSpPr>
          <p:nvPr/>
        </p:nvCxnSpPr>
        <p:spPr>
          <a:xfrm>
            <a:off x="11170136" y="716605"/>
            <a:ext cx="0" cy="37758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3" name="TextBox 752">
            <a:extLst>
              <a:ext uri="{FF2B5EF4-FFF2-40B4-BE49-F238E27FC236}">
                <a16:creationId xmlns:a16="http://schemas.microsoft.com/office/drawing/2014/main" id="{7A006DF0-A24A-77FA-62D3-CC08C7036B90}"/>
              </a:ext>
            </a:extLst>
          </p:cNvPr>
          <p:cNvSpPr txBox="1"/>
          <p:nvPr/>
        </p:nvSpPr>
        <p:spPr>
          <a:xfrm>
            <a:off x="9040520" y="4898707"/>
            <a:ext cx="39168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+3.3VIN</a:t>
            </a:r>
            <a:endParaRPr lang="ko-KR" altLang="en-US" sz="800" dirty="0">
              <a:latin typeface="+mn-ea"/>
            </a:endParaRPr>
          </a:p>
        </p:txBody>
      </p:sp>
      <p:sp>
        <p:nvSpPr>
          <p:cNvPr id="767" name="TextBox 766">
            <a:extLst>
              <a:ext uri="{FF2B5EF4-FFF2-40B4-BE49-F238E27FC236}">
                <a16:creationId xmlns:a16="http://schemas.microsoft.com/office/drawing/2014/main" id="{8FB5970E-E214-DBB0-7C6F-B2876E56D8C8}"/>
              </a:ext>
            </a:extLst>
          </p:cNvPr>
          <p:cNvSpPr txBox="1"/>
          <p:nvPr/>
        </p:nvSpPr>
        <p:spPr>
          <a:xfrm>
            <a:off x="5337202" y="1971554"/>
            <a:ext cx="95863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1" u="sng" dirty="0">
                <a:solidFill>
                  <a:srgbClr val="0070C0"/>
                </a:solidFill>
                <a:latin typeface="+mn-ea"/>
              </a:rPr>
              <a:t>MIC2774L-46YM5</a:t>
            </a:r>
          </a:p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power supervisor</a:t>
            </a:r>
          </a:p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1)  +5V &gt; 4.68V</a:t>
            </a:r>
          </a:p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2) +20V &gt; 17V</a:t>
            </a:r>
          </a:p>
        </p:txBody>
      </p:sp>
      <p:grpSp>
        <p:nvGrpSpPr>
          <p:cNvPr id="772" name="그룹 771">
            <a:extLst>
              <a:ext uri="{FF2B5EF4-FFF2-40B4-BE49-F238E27FC236}">
                <a16:creationId xmlns:a16="http://schemas.microsoft.com/office/drawing/2014/main" id="{35C146BE-9CFC-5997-C232-84117B287501}"/>
              </a:ext>
            </a:extLst>
          </p:cNvPr>
          <p:cNvGrpSpPr/>
          <p:nvPr/>
        </p:nvGrpSpPr>
        <p:grpSpPr>
          <a:xfrm>
            <a:off x="7123493" y="2054012"/>
            <a:ext cx="650251" cy="475913"/>
            <a:chOff x="7908076" y="1790372"/>
            <a:chExt cx="650251" cy="475913"/>
          </a:xfrm>
        </p:grpSpPr>
        <p:sp>
          <p:nvSpPr>
            <p:cNvPr id="757" name="직사각형 756">
              <a:extLst>
                <a:ext uri="{FF2B5EF4-FFF2-40B4-BE49-F238E27FC236}">
                  <a16:creationId xmlns:a16="http://schemas.microsoft.com/office/drawing/2014/main" id="{D5CB0D15-F888-8FD9-D2D2-F17207A44532}"/>
                </a:ext>
              </a:extLst>
            </p:cNvPr>
            <p:cNvSpPr/>
            <p:nvPr/>
          </p:nvSpPr>
          <p:spPr>
            <a:xfrm>
              <a:off x="7910344" y="1913483"/>
              <a:ext cx="560914" cy="35072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58" name="TextBox 757">
              <a:extLst>
                <a:ext uri="{FF2B5EF4-FFF2-40B4-BE49-F238E27FC236}">
                  <a16:creationId xmlns:a16="http://schemas.microsoft.com/office/drawing/2014/main" id="{239D1782-2326-BB13-ECE9-C50CF5AADE0E}"/>
                </a:ext>
              </a:extLst>
            </p:cNvPr>
            <p:cNvSpPr txBox="1"/>
            <p:nvPr/>
          </p:nvSpPr>
          <p:spPr>
            <a:xfrm>
              <a:off x="7966669" y="2025781"/>
              <a:ext cx="26432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IN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759" name="TextBox 758">
              <a:extLst>
                <a:ext uri="{FF2B5EF4-FFF2-40B4-BE49-F238E27FC236}">
                  <a16:creationId xmlns:a16="http://schemas.microsoft.com/office/drawing/2014/main" id="{2BDDDE54-EFAE-2426-51DA-482679D04A92}"/>
                </a:ext>
              </a:extLst>
            </p:cNvPr>
            <p:cNvSpPr txBox="1"/>
            <p:nvPr/>
          </p:nvSpPr>
          <p:spPr>
            <a:xfrm>
              <a:off x="7941745" y="1910544"/>
              <a:ext cx="26432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 err="1">
                  <a:latin typeface="+mn-ea"/>
                </a:rPr>
                <a:t>Vcc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760" name="TextBox 759">
              <a:extLst>
                <a:ext uri="{FF2B5EF4-FFF2-40B4-BE49-F238E27FC236}">
                  <a16:creationId xmlns:a16="http://schemas.microsoft.com/office/drawing/2014/main" id="{9FC44799-B05A-FF43-A5CD-3366D185D057}"/>
                </a:ext>
              </a:extLst>
            </p:cNvPr>
            <p:cNvSpPr txBox="1"/>
            <p:nvPr/>
          </p:nvSpPr>
          <p:spPr>
            <a:xfrm>
              <a:off x="7908076" y="1790372"/>
              <a:ext cx="65025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b="1" dirty="0">
                  <a:latin typeface="+mn-ea"/>
                </a:rPr>
                <a:t>MIC2774</a:t>
              </a:r>
            </a:p>
          </p:txBody>
        </p:sp>
        <p:sp>
          <p:nvSpPr>
            <p:cNvPr id="762" name="TextBox 761">
              <a:extLst>
                <a:ext uri="{FF2B5EF4-FFF2-40B4-BE49-F238E27FC236}">
                  <a16:creationId xmlns:a16="http://schemas.microsoft.com/office/drawing/2014/main" id="{1B34A37E-2235-DD59-8FBA-DC341699290A}"/>
                </a:ext>
              </a:extLst>
            </p:cNvPr>
            <p:cNvSpPr txBox="1"/>
            <p:nvPr/>
          </p:nvSpPr>
          <p:spPr>
            <a:xfrm>
              <a:off x="8170605" y="2143174"/>
              <a:ext cx="26432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RST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763" name="직선 화살표 연결선 762">
              <a:extLst>
                <a:ext uri="{FF2B5EF4-FFF2-40B4-BE49-F238E27FC236}">
                  <a16:creationId xmlns:a16="http://schemas.microsoft.com/office/drawing/2014/main" id="{EAC81A9B-B303-243D-5024-5E7F6B4C4516}"/>
                </a:ext>
              </a:extLst>
            </p:cNvPr>
            <p:cNvCxnSpPr>
              <a:cxnSpLocks/>
            </p:cNvCxnSpPr>
            <p:nvPr/>
          </p:nvCxnSpPr>
          <p:spPr>
            <a:xfrm>
              <a:off x="8253660" y="2161391"/>
              <a:ext cx="1993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8" name="TextBox 767">
              <a:extLst>
                <a:ext uri="{FF2B5EF4-FFF2-40B4-BE49-F238E27FC236}">
                  <a16:creationId xmlns:a16="http://schemas.microsoft.com/office/drawing/2014/main" id="{BF4C44CD-11CC-9379-74FB-618B6AFFE630}"/>
                </a:ext>
              </a:extLst>
            </p:cNvPr>
            <p:cNvSpPr txBox="1"/>
            <p:nvPr/>
          </p:nvSpPr>
          <p:spPr>
            <a:xfrm>
              <a:off x="7943677" y="2142562"/>
              <a:ext cx="26432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MR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769" name="직선 화살표 연결선 768">
              <a:extLst>
                <a:ext uri="{FF2B5EF4-FFF2-40B4-BE49-F238E27FC236}">
                  <a16:creationId xmlns:a16="http://schemas.microsoft.com/office/drawing/2014/main" id="{E90A53B8-2BAB-C87C-D9F8-1642221E410D}"/>
                </a:ext>
              </a:extLst>
            </p:cNvPr>
            <p:cNvCxnSpPr>
              <a:cxnSpLocks/>
            </p:cNvCxnSpPr>
            <p:nvPr/>
          </p:nvCxnSpPr>
          <p:spPr>
            <a:xfrm>
              <a:off x="7933261" y="2162541"/>
              <a:ext cx="18439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73" name="직선 연결선 772">
            <a:extLst>
              <a:ext uri="{FF2B5EF4-FFF2-40B4-BE49-F238E27FC236}">
                <a16:creationId xmlns:a16="http://schemas.microsoft.com/office/drawing/2014/main" id="{4AC1A647-C39D-B990-7297-633629532D5B}"/>
              </a:ext>
            </a:extLst>
          </p:cNvPr>
          <p:cNvCxnSpPr>
            <a:cxnSpLocks/>
          </p:cNvCxnSpPr>
          <p:nvPr/>
        </p:nvCxnSpPr>
        <p:spPr>
          <a:xfrm>
            <a:off x="10469259" y="4936419"/>
            <a:ext cx="0" cy="922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4" name="타원 773">
            <a:extLst>
              <a:ext uri="{FF2B5EF4-FFF2-40B4-BE49-F238E27FC236}">
                <a16:creationId xmlns:a16="http://schemas.microsoft.com/office/drawing/2014/main" id="{D387CAC0-4DE2-C247-DD45-420D51EBE17C}"/>
              </a:ext>
            </a:extLst>
          </p:cNvPr>
          <p:cNvSpPr>
            <a:spLocks noChangeAspect="1"/>
          </p:cNvSpPr>
          <p:nvPr/>
        </p:nvSpPr>
        <p:spPr>
          <a:xfrm>
            <a:off x="10445525" y="500327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75" name="직선 화살표 연결선 774">
            <a:extLst>
              <a:ext uri="{FF2B5EF4-FFF2-40B4-BE49-F238E27FC236}">
                <a16:creationId xmlns:a16="http://schemas.microsoft.com/office/drawing/2014/main" id="{21E7D1B3-083C-9F27-B4A4-7BB90805E133}"/>
              </a:ext>
            </a:extLst>
          </p:cNvPr>
          <p:cNvCxnSpPr>
            <a:cxnSpLocks/>
          </p:cNvCxnSpPr>
          <p:nvPr/>
        </p:nvCxnSpPr>
        <p:spPr>
          <a:xfrm>
            <a:off x="10372725" y="5026134"/>
            <a:ext cx="355300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6" name="직선 화살표 연결선 775">
            <a:extLst>
              <a:ext uri="{FF2B5EF4-FFF2-40B4-BE49-F238E27FC236}">
                <a16:creationId xmlns:a16="http://schemas.microsoft.com/office/drawing/2014/main" id="{2ACC9412-DE9F-AFC8-C71A-37D1F9AC69B3}"/>
              </a:ext>
            </a:extLst>
          </p:cNvPr>
          <p:cNvCxnSpPr>
            <a:cxnSpLocks/>
          </p:cNvCxnSpPr>
          <p:nvPr/>
        </p:nvCxnSpPr>
        <p:spPr>
          <a:xfrm>
            <a:off x="10373386" y="4939336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7" name="TextBox 776">
            <a:extLst>
              <a:ext uri="{FF2B5EF4-FFF2-40B4-BE49-F238E27FC236}">
                <a16:creationId xmlns:a16="http://schemas.microsoft.com/office/drawing/2014/main" id="{C5D0F6D6-4DC9-58ED-D522-478489615544}"/>
              </a:ext>
            </a:extLst>
          </p:cNvPr>
          <p:cNvSpPr txBox="1"/>
          <p:nvPr/>
        </p:nvSpPr>
        <p:spPr>
          <a:xfrm>
            <a:off x="10703245" y="4902225"/>
            <a:ext cx="39168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+5VIN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78" name="직선 화살표 연결선 777">
            <a:extLst>
              <a:ext uri="{FF2B5EF4-FFF2-40B4-BE49-F238E27FC236}">
                <a16:creationId xmlns:a16="http://schemas.microsoft.com/office/drawing/2014/main" id="{3B674498-A6AF-8524-22E3-56ED17111666}"/>
              </a:ext>
            </a:extLst>
          </p:cNvPr>
          <p:cNvCxnSpPr>
            <a:cxnSpLocks/>
          </p:cNvCxnSpPr>
          <p:nvPr/>
        </p:nvCxnSpPr>
        <p:spPr>
          <a:xfrm>
            <a:off x="10454038" y="5028479"/>
            <a:ext cx="78784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직선 연결선 778">
            <a:extLst>
              <a:ext uri="{FF2B5EF4-FFF2-40B4-BE49-F238E27FC236}">
                <a16:creationId xmlns:a16="http://schemas.microsoft.com/office/drawing/2014/main" id="{06CDB1F5-07D5-99E0-B9B0-04B33825C7C0}"/>
              </a:ext>
            </a:extLst>
          </p:cNvPr>
          <p:cNvCxnSpPr>
            <a:cxnSpLocks/>
          </p:cNvCxnSpPr>
          <p:nvPr/>
        </p:nvCxnSpPr>
        <p:spPr>
          <a:xfrm>
            <a:off x="11236811" y="1631156"/>
            <a:ext cx="0" cy="3394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7" name="직선 화살표 연결선 786">
            <a:extLst>
              <a:ext uri="{FF2B5EF4-FFF2-40B4-BE49-F238E27FC236}">
                <a16:creationId xmlns:a16="http://schemas.microsoft.com/office/drawing/2014/main" id="{2B42387C-5336-D544-AAC6-0D82F94B1D77}"/>
              </a:ext>
            </a:extLst>
          </p:cNvPr>
          <p:cNvCxnSpPr>
            <a:cxnSpLocks/>
          </p:cNvCxnSpPr>
          <p:nvPr/>
        </p:nvCxnSpPr>
        <p:spPr>
          <a:xfrm>
            <a:off x="6965950" y="1634772"/>
            <a:ext cx="427014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9" name="직선 화살표 연결선 788">
            <a:extLst>
              <a:ext uri="{FF2B5EF4-FFF2-40B4-BE49-F238E27FC236}">
                <a16:creationId xmlns:a16="http://schemas.microsoft.com/office/drawing/2014/main" id="{0056E6E5-9CFE-9178-69C1-D9C66BFC39C0}"/>
              </a:ext>
            </a:extLst>
          </p:cNvPr>
          <p:cNvCxnSpPr>
            <a:cxnSpLocks/>
          </p:cNvCxnSpPr>
          <p:nvPr/>
        </p:nvCxnSpPr>
        <p:spPr>
          <a:xfrm flipH="1">
            <a:off x="6970157" y="2234917"/>
            <a:ext cx="157187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0" name="직선 연결선 789">
            <a:extLst>
              <a:ext uri="{FF2B5EF4-FFF2-40B4-BE49-F238E27FC236}">
                <a16:creationId xmlns:a16="http://schemas.microsoft.com/office/drawing/2014/main" id="{D0D829BD-9062-262E-651C-28934B8A03DE}"/>
              </a:ext>
            </a:extLst>
          </p:cNvPr>
          <p:cNvCxnSpPr>
            <a:cxnSpLocks/>
          </p:cNvCxnSpPr>
          <p:nvPr/>
        </p:nvCxnSpPr>
        <p:spPr>
          <a:xfrm>
            <a:off x="6970157" y="1638300"/>
            <a:ext cx="0" cy="5951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3" name="직사각형 792">
            <a:extLst>
              <a:ext uri="{FF2B5EF4-FFF2-40B4-BE49-F238E27FC236}">
                <a16:creationId xmlns:a16="http://schemas.microsoft.com/office/drawing/2014/main" id="{BBEF6CF6-DE13-1768-3D21-52DFE470DA54}"/>
              </a:ext>
            </a:extLst>
          </p:cNvPr>
          <p:cNvSpPr/>
          <p:nvPr/>
        </p:nvSpPr>
        <p:spPr>
          <a:xfrm rot="16200000">
            <a:off x="6740633" y="2156619"/>
            <a:ext cx="148730" cy="74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794" name="직사각형 793">
            <a:extLst>
              <a:ext uri="{FF2B5EF4-FFF2-40B4-BE49-F238E27FC236}">
                <a16:creationId xmlns:a16="http://schemas.microsoft.com/office/drawing/2014/main" id="{9F264707-12A9-70F8-0A60-3E7EF698D9CF}"/>
              </a:ext>
            </a:extLst>
          </p:cNvPr>
          <p:cNvSpPr/>
          <p:nvPr/>
        </p:nvSpPr>
        <p:spPr>
          <a:xfrm rot="16200000">
            <a:off x="6740633" y="2450833"/>
            <a:ext cx="148730" cy="74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799" name="직선 화살표 연결선 798">
            <a:extLst>
              <a:ext uri="{FF2B5EF4-FFF2-40B4-BE49-F238E27FC236}">
                <a16:creationId xmlns:a16="http://schemas.microsoft.com/office/drawing/2014/main" id="{551A10E2-576E-0597-9F25-3532814BA887}"/>
              </a:ext>
            </a:extLst>
          </p:cNvPr>
          <p:cNvCxnSpPr>
            <a:cxnSpLocks/>
          </p:cNvCxnSpPr>
          <p:nvPr/>
        </p:nvCxnSpPr>
        <p:spPr>
          <a:xfrm flipH="1">
            <a:off x="6814998" y="2342820"/>
            <a:ext cx="31129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2" name="타원 801">
            <a:extLst>
              <a:ext uri="{FF2B5EF4-FFF2-40B4-BE49-F238E27FC236}">
                <a16:creationId xmlns:a16="http://schemas.microsoft.com/office/drawing/2014/main" id="{0F0FA56D-3D9A-3E09-9326-20D0B3541898}"/>
              </a:ext>
            </a:extLst>
          </p:cNvPr>
          <p:cNvSpPr/>
          <p:nvPr/>
        </p:nvSpPr>
        <p:spPr>
          <a:xfrm>
            <a:off x="6794519" y="232105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803" name="TextBox 802">
            <a:extLst>
              <a:ext uri="{FF2B5EF4-FFF2-40B4-BE49-F238E27FC236}">
                <a16:creationId xmlns:a16="http://schemas.microsoft.com/office/drawing/2014/main" id="{768F1D09-0EEC-0D49-F23E-4AF815C5E03C}"/>
              </a:ext>
            </a:extLst>
          </p:cNvPr>
          <p:cNvSpPr txBox="1"/>
          <p:nvPr/>
        </p:nvSpPr>
        <p:spPr>
          <a:xfrm>
            <a:off x="6719489" y="2642551"/>
            <a:ext cx="19101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latin typeface="+mn-ea"/>
              </a:rPr>
              <a:t>GND</a:t>
            </a:r>
            <a:endParaRPr lang="ko-KR" altLang="en-US" sz="600" dirty="0">
              <a:latin typeface="+mn-ea"/>
            </a:endParaRPr>
          </a:p>
        </p:txBody>
      </p:sp>
      <p:sp>
        <p:nvSpPr>
          <p:cNvPr id="805" name="TextBox 804">
            <a:extLst>
              <a:ext uri="{FF2B5EF4-FFF2-40B4-BE49-F238E27FC236}">
                <a16:creationId xmlns:a16="http://schemas.microsoft.com/office/drawing/2014/main" id="{D1BEF21A-D832-4A91-7626-326EA4F5D5D7}"/>
              </a:ext>
            </a:extLst>
          </p:cNvPr>
          <p:cNvSpPr txBox="1"/>
          <p:nvPr/>
        </p:nvSpPr>
        <p:spPr>
          <a:xfrm>
            <a:off x="6535695" y="1935915"/>
            <a:ext cx="28154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latin typeface="+mn-ea"/>
              </a:rPr>
              <a:t>+20V</a:t>
            </a:r>
            <a:endParaRPr lang="ko-KR" altLang="en-US" sz="600" dirty="0">
              <a:latin typeface="+mn-ea"/>
            </a:endParaRPr>
          </a:p>
        </p:txBody>
      </p:sp>
      <p:sp>
        <p:nvSpPr>
          <p:cNvPr id="806" name="TextBox 805">
            <a:extLst>
              <a:ext uri="{FF2B5EF4-FFF2-40B4-BE49-F238E27FC236}">
                <a16:creationId xmlns:a16="http://schemas.microsoft.com/office/drawing/2014/main" id="{5D11B3A2-F090-4CE9-6105-87FB829C020D}"/>
              </a:ext>
            </a:extLst>
          </p:cNvPr>
          <p:cNvSpPr txBox="1"/>
          <p:nvPr/>
        </p:nvSpPr>
        <p:spPr>
          <a:xfrm>
            <a:off x="6467113" y="2146557"/>
            <a:ext cx="28154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dirty="0">
                <a:latin typeface="+mn-ea"/>
              </a:rPr>
              <a:t>464K</a:t>
            </a:r>
            <a:endParaRPr lang="ko-KR" altLang="en-US" sz="600" dirty="0">
              <a:latin typeface="+mn-ea"/>
            </a:endParaRPr>
          </a:p>
        </p:txBody>
      </p:sp>
      <p:sp>
        <p:nvSpPr>
          <p:cNvPr id="807" name="TextBox 806">
            <a:extLst>
              <a:ext uri="{FF2B5EF4-FFF2-40B4-BE49-F238E27FC236}">
                <a16:creationId xmlns:a16="http://schemas.microsoft.com/office/drawing/2014/main" id="{28EC9170-1F16-A9D0-3D93-905D2407A8FA}"/>
              </a:ext>
            </a:extLst>
          </p:cNvPr>
          <p:cNvSpPr txBox="1"/>
          <p:nvPr/>
        </p:nvSpPr>
        <p:spPr>
          <a:xfrm>
            <a:off x="6467113" y="2443706"/>
            <a:ext cx="28154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dirty="0">
                <a:latin typeface="+mn-ea"/>
              </a:rPr>
              <a:t>8.25K</a:t>
            </a:r>
            <a:endParaRPr lang="ko-KR" altLang="en-US" sz="600" dirty="0">
              <a:latin typeface="+mn-ea"/>
            </a:endParaRPr>
          </a:p>
        </p:txBody>
      </p:sp>
      <p:sp>
        <p:nvSpPr>
          <p:cNvPr id="809" name="TextBox 808">
            <a:extLst>
              <a:ext uri="{FF2B5EF4-FFF2-40B4-BE49-F238E27FC236}">
                <a16:creationId xmlns:a16="http://schemas.microsoft.com/office/drawing/2014/main" id="{6388A6D0-E8CC-3B47-B676-81D0BD9A0479}"/>
              </a:ext>
            </a:extLst>
          </p:cNvPr>
          <p:cNvSpPr txBox="1"/>
          <p:nvPr/>
        </p:nvSpPr>
        <p:spPr>
          <a:xfrm>
            <a:off x="6984165" y="1870311"/>
            <a:ext cx="28154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latin typeface="+mn-ea"/>
              </a:rPr>
              <a:t>+5VIN</a:t>
            </a:r>
            <a:endParaRPr lang="ko-KR" altLang="en-US" sz="600" dirty="0">
              <a:latin typeface="+mn-ea"/>
            </a:endParaRPr>
          </a:p>
        </p:txBody>
      </p:sp>
      <p:grpSp>
        <p:nvGrpSpPr>
          <p:cNvPr id="817" name="그룹 816">
            <a:extLst>
              <a:ext uri="{FF2B5EF4-FFF2-40B4-BE49-F238E27FC236}">
                <a16:creationId xmlns:a16="http://schemas.microsoft.com/office/drawing/2014/main" id="{6A86833C-8EA2-C33B-D648-3EFFF37CB02C}"/>
              </a:ext>
            </a:extLst>
          </p:cNvPr>
          <p:cNvGrpSpPr/>
          <p:nvPr/>
        </p:nvGrpSpPr>
        <p:grpSpPr>
          <a:xfrm>
            <a:off x="1323799" y="5051646"/>
            <a:ext cx="605059" cy="498100"/>
            <a:chOff x="4599959" y="2184167"/>
            <a:chExt cx="605059" cy="498100"/>
          </a:xfrm>
        </p:grpSpPr>
        <p:sp>
          <p:nvSpPr>
            <p:cNvPr id="818" name="직사각형 817">
              <a:extLst>
                <a:ext uri="{FF2B5EF4-FFF2-40B4-BE49-F238E27FC236}">
                  <a16:creationId xmlns:a16="http://schemas.microsoft.com/office/drawing/2014/main" id="{449D78A1-EC6F-623F-E82E-A3CD5B8A4D7C}"/>
                </a:ext>
              </a:extLst>
            </p:cNvPr>
            <p:cNvSpPr/>
            <p:nvPr/>
          </p:nvSpPr>
          <p:spPr>
            <a:xfrm>
              <a:off x="4599959" y="2308477"/>
              <a:ext cx="600075" cy="24955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819" name="TextBox 818">
              <a:extLst>
                <a:ext uri="{FF2B5EF4-FFF2-40B4-BE49-F238E27FC236}">
                  <a16:creationId xmlns:a16="http://schemas.microsoft.com/office/drawing/2014/main" id="{AADFBAF7-44F5-1F09-7F2F-0BC9319BDBC9}"/>
                </a:ext>
              </a:extLst>
            </p:cNvPr>
            <p:cNvSpPr txBox="1"/>
            <p:nvPr/>
          </p:nvSpPr>
          <p:spPr>
            <a:xfrm>
              <a:off x="4599959" y="2559156"/>
              <a:ext cx="60007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(32Kbyte)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820" name="TextBox 819">
              <a:extLst>
                <a:ext uri="{FF2B5EF4-FFF2-40B4-BE49-F238E27FC236}">
                  <a16:creationId xmlns:a16="http://schemas.microsoft.com/office/drawing/2014/main" id="{EAFB4B52-D290-D541-4B88-BAB8E3D5D5FC}"/>
                </a:ext>
              </a:extLst>
            </p:cNvPr>
            <p:cNvSpPr txBox="1"/>
            <p:nvPr/>
          </p:nvSpPr>
          <p:spPr>
            <a:xfrm>
              <a:off x="4620587" y="2373724"/>
              <a:ext cx="34643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 err="1">
                  <a:latin typeface="+mn-ea"/>
                </a:rPr>
                <a:t>Vcc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821" name="TextBox 820">
              <a:extLst>
                <a:ext uri="{FF2B5EF4-FFF2-40B4-BE49-F238E27FC236}">
                  <a16:creationId xmlns:a16="http://schemas.microsoft.com/office/drawing/2014/main" id="{75418452-BC69-152F-D124-588BBB5DB138}"/>
                </a:ext>
              </a:extLst>
            </p:cNvPr>
            <p:cNvSpPr txBox="1"/>
            <p:nvPr/>
          </p:nvSpPr>
          <p:spPr>
            <a:xfrm>
              <a:off x="4879351" y="2374692"/>
              <a:ext cx="299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I2C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822" name="TextBox 821">
              <a:extLst>
                <a:ext uri="{FF2B5EF4-FFF2-40B4-BE49-F238E27FC236}">
                  <a16:creationId xmlns:a16="http://schemas.microsoft.com/office/drawing/2014/main" id="{4EF90D50-7638-7E1C-64A2-2FF347AB625F}"/>
                </a:ext>
              </a:extLst>
            </p:cNvPr>
            <p:cNvSpPr txBox="1"/>
            <p:nvPr/>
          </p:nvSpPr>
          <p:spPr>
            <a:xfrm>
              <a:off x="4604943" y="2184167"/>
              <a:ext cx="60007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b="1" dirty="0">
                  <a:latin typeface="+mn-ea"/>
                </a:rPr>
                <a:t>AT24C256</a:t>
              </a:r>
            </a:p>
          </p:txBody>
        </p:sp>
      </p:grpSp>
      <p:sp>
        <p:nvSpPr>
          <p:cNvPr id="823" name="TextBox 822">
            <a:extLst>
              <a:ext uri="{FF2B5EF4-FFF2-40B4-BE49-F238E27FC236}">
                <a16:creationId xmlns:a16="http://schemas.microsoft.com/office/drawing/2014/main" id="{39C088B9-CA42-D480-0FB0-ABB54FD0A46D}"/>
              </a:ext>
            </a:extLst>
          </p:cNvPr>
          <p:cNvSpPr txBox="1"/>
          <p:nvPr/>
        </p:nvSpPr>
        <p:spPr>
          <a:xfrm>
            <a:off x="1324667" y="5549745"/>
            <a:ext cx="105449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+mn-ea"/>
              </a:rPr>
              <a:t>I2C </a:t>
            </a:r>
            <a:r>
              <a:rPr lang="en-US" altLang="ko-KR" sz="800" dirty="0" err="1">
                <a:solidFill>
                  <a:srgbClr val="FF0000"/>
                </a:solidFill>
                <a:latin typeface="+mn-ea"/>
              </a:rPr>
              <a:t>addr</a:t>
            </a:r>
            <a:r>
              <a:rPr lang="en-US" altLang="ko-KR" sz="800" dirty="0">
                <a:solidFill>
                  <a:srgbClr val="FF0000"/>
                </a:solidFill>
                <a:latin typeface="+mn-ea"/>
              </a:rPr>
              <a:t> : 1010_000</a:t>
            </a:r>
          </a:p>
        </p:txBody>
      </p:sp>
      <p:cxnSp>
        <p:nvCxnSpPr>
          <p:cNvPr id="824" name="직선 화살표 연결선 823">
            <a:extLst>
              <a:ext uri="{FF2B5EF4-FFF2-40B4-BE49-F238E27FC236}">
                <a16:creationId xmlns:a16="http://schemas.microsoft.com/office/drawing/2014/main" id="{A7F7F758-D492-F060-32A4-405EFBD175F3}"/>
              </a:ext>
            </a:extLst>
          </p:cNvPr>
          <p:cNvCxnSpPr>
            <a:cxnSpLocks/>
          </p:cNvCxnSpPr>
          <p:nvPr/>
        </p:nvCxnSpPr>
        <p:spPr>
          <a:xfrm>
            <a:off x="1167370" y="5307171"/>
            <a:ext cx="152618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5" name="TextBox 824">
            <a:extLst>
              <a:ext uri="{FF2B5EF4-FFF2-40B4-BE49-F238E27FC236}">
                <a16:creationId xmlns:a16="http://schemas.microsoft.com/office/drawing/2014/main" id="{C61B88DA-1D3C-83D1-DEC1-A488E01549BF}"/>
              </a:ext>
            </a:extLst>
          </p:cNvPr>
          <p:cNvSpPr txBox="1"/>
          <p:nvPr/>
        </p:nvSpPr>
        <p:spPr>
          <a:xfrm>
            <a:off x="1234236" y="4923138"/>
            <a:ext cx="39168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+3.3VIN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826" name="직선 화살표 연결선 825">
            <a:extLst>
              <a:ext uri="{FF2B5EF4-FFF2-40B4-BE49-F238E27FC236}">
                <a16:creationId xmlns:a16="http://schemas.microsoft.com/office/drawing/2014/main" id="{DFD7D9D9-C3EF-AB04-2886-81AF1B8005C6}"/>
              </a:ext>
            </a:extLst>
          </p:cNvPr>
          <p:cNvCxnSpPr>
            <a:cxnSpLocks/>
          </p:cNvCxnSpPr>
          <p:nvPr/>
        </p:nvCxnSpPr>
        <p:spPr>
          <a:xfrm>
            <a:off x="1929377" y="5319871"/>
            <a:ext cx="54006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5" name="그룹 834">
            <a:extLst>
              <a:ext uri="{FF2B5EF4-FFF2-40B4-BE49-F238E27FC236}">
                <a16:creationId xmlns:a16="http://schemas.microsoft.com/office/drawing/2014/main" id="{8B7C813F-476E-FC21-1135-38140D661DA9}"/>
              </a:ext>
            </a:extLst>
          </p:cNvPr>
          <p:cNvGrpSpPr/>
          <p:nvPr/>
        </p:nvGrpSpPr>
        <p:grpSpPr>
          <a:xfrm>
            <a:off x="8110960" y="2123124"/>
            <a:ext cx="611196" cy="672016"/>
            <a:chOff x="2555244" y="4054765"/>
            <a:chExt cx="611196" cy="672016"/>
          </a:xfrm>
        </p:grpSpPr>
        <p:sp>
          <p:nvSpPr>
            <p:cNvPr id="827" name="순서도: 지연 826">
              <a:extLst>
                <a:ext uri="{FF2B5EF4-FFF2-40B4-BE49-F238E27FC236}">
                  <a16:creationId xmlns:a16="http://schemas.microsoft.com/office/drawing/2014/main" id="{E079299E-D7E9-AD69-3885-BD0237A7696D}"/>
                </a:ext>
              </a:extLst>
            </p:cNvPr>
            <p:cNvSpPr/>
            <p:nvPr/>
          </p:nvSpPr>
          <p:spPr>
            <a:xfrm>
              <a:off x="2778116" y="4054765"/>
              <a:ext cx="388324" cy="672016"/>
            </a:xfrm>
            <a:prstGeom prst="flowChartDelay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828" name="직선 화살표 연결선 827">
              <a:extLst>
                <a:ext uri="{FF2B5EF4-FFF2-40B4-BE49-F238E27FC236}">
                  <a16:creationId xmlns:a16="http://schemas.microsoft.com/office/drawing/2014/main" id="{5039E158-7439-8A1E-8F50-47E99C65B021}"/>
                </a:ext>
              </a:extLst>
            </p:cNvPr>
            <p:cNvCxnSpPr>
              <a:cxnSpLocks/>
            </p:cNvCxnSpPr>
            <p:nvPr/>
          </p:nvCxnSpPr>
          <p:spPr>
            <a:xfrm>
              <a:off x="2555244" y="4139665"/>
              <a:ext cx="2228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직선 화살표 연결선 828">
              <a:extLst>
                <a:ext uri="{FF2B5EF4-FFF2-40B4-BE49-F238E27FC236}">
                  <a16:creationId xmlns:a16="http://schemas.microsoft.com/office/drawing/2014/main" id="{ACD19AE7-D6E8-5B96-F13A-7BC37734E8D7}"/>
                </a:ext>
              </a:extLst>
            </p:cNvPr>
            <p:cNvCxnSpPr>
              <a:cxnSpLocks/>
            </p:cNvCxnSpPr>
            <p:nvPr/>
          </p:nvCxnSpPr>
          <p:spPr>
            <a:xfrm>
              <a:off x="2555244" y="4227907"/>
              <a:ext cx="2228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직선 화살표 연결선 829">
              <a:extLst>
                <a:ext uri="{FF2B5EF4-FFF2-40B4-BE49-F238E27FC236}">
                  <a16:creationId xmlns:a16="http://schemas.microsoft.com/office/drawing/2014/main" id="{63085C85-A8F9-48C0-FF37-79C589D6C0D9}"/>
                </a:ext>
              </a:extLst>
            </p:cNvPr>
            <p:cNvCxnSpPr>
              <a:cxnSpLocks/>
            </p:cNvCxnSpPr>
            <p:nvPr/>
          </p:nvCxnSpPr>
          <p:spPr>
            <a:xfrm>
              <a:off x="2555244" y="4309803"/>
              <a:ext cx="2228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직선 화살표 연결선 830">
              <a:extLst>
                <a:ext uri="{FF2B5EF4-FFF2-40B4-BE49-F238E27FC236}">
                  <a16:creationId xmlns:a16="http://schemas.microsoft.com/office/drawing/2014/main" id="{B2094A28-457E-797F-5BD4-459C43ABCEBE}"/>
                </a:ext>
              </a:extLst>
            </p:cNvPr>
            <p:cNvCxnSpPr>
              <a:cxnSpLocks/>
            </p:cNvCxnSpPr>
            <p:nvPr/>
          </p:nvCxnSpPr>
          <p:spPr>
            <a:xfrm>
              <a:off x="2555244" y="4395902"/>
              <a:ext cx="2228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직선 화살표 연결선 831">
              <a:extLst>
                <a:ext uri="{FF2B5EF4-FFF2-40B4-BE49-F238E27FC236}">
                  <a16:creationId xmlns:a16="http://schemas.microsoft.com/office/drawing/2014/main" id="{B5F4A0D5-092E-FA1A-017F-F4A31DFE853A}"/>
                </a:ext>
              </a:extLst>
            </p:cNvPr>
            <p:cNvCxnSpPr>
              <a:cxnSpLocks/>
            </p:cNvCxnSpPr>
            <p:nvPr/>
          </p:nvCxnSpPr>
          <p:spPr>
            <a:xfrm>
              <a:off x="2555244" y="4482637"/>
              <a:ext cx="2228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직선 화살표 연결선 832">
              <a:extLst>
                <a:ext uri="{FF2B5EF4-FFF2-40B4-BE49-F238E27FC236}">
                  <a16:creationId xmlns:a16="http://schemas.microsoft.com/office/drawing/2014/main" id="{6123CF55-DA74-F7AE-655E-347BC00E3754}"/>
                </a:ext>
              </a:extLst>
            </p:cNvPr>
            <p:cNvCxnSpPr>
              <a:cxnSpLocks/>
            </p:cNvCxnSpPr>
            <p:nvPr/>
          </p:nvCxnSpPr>
          <p:spPr>
            <a:xfrm>
              <a:off x="2555244" y="4569949"/>
              <a:ext cx="2228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직선 화살표 연결선 833">
              <a:extLst>
                <a:ext uri="{FF2B5EF4-FFF2-40B4-BE49-F238E27FC236}">
                  <a16:creationId xmlns:a16="http://schemas.microsoft.com/office/drawing/2014/main" id="{90E3D138-1918-C890-0575-B8BDEE7E1604}"/>
                </a:ext>
              </a:extLst>
            </p:cNvPr>
            <p:cNvCxnSpPr>
              <a:cxnSpLocks/>
            </p:cNvCxnSpPr>
            <p:nvPr/>
          </p:nvCxnSpPr>
          <p:spPr>
            <a:xfrm>
              <a:off x="2555244" y="4656973"/>
              <a:ext cx="2228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41" name="직선 연결선 840">
            <a:extLst>
              <a:ext uri="{FF2B5EF4-FFF2-40B4-BE49-F238E27FC236}">
                <a16:creationId xmlns:a16="http://schemas.microsoft.com/office/drawing/2014/main" id="{5B8F3BE8-1792-5EE2-0269-1C2F49BECE9B}"/>
              </a:ext>
            </a:extLst>
          </p:cNvPr>
          <p:cNvCxnSpPr>
            <a:cxnSpLocks/>
          </p:cNvCxnSpPr>
          <p:nvPr/>
        </p:nvCxnSpPr>
        <p:spPr>
          <a:xfrm>
            <a:off x="8110960" y="716605"/>
            <a:ext cx="0" cy="1501415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직선 연결선 843">
            <a:extLst>
              <a:ext uri="{FF2B5EF4-FFF2-40B4-BE49-F238E27FC236}">
                <a16:creationId xmlns:a16="http://schemas.microsoft.com/office/drawing/2014/main" id="{3413EAC5-BE8E-65A1-B97F-B86EE39FB411}"/>
              </a:ext>
            </a:extLst>
          </p:cNvPr>
          <p:cNvCxnSpPr>
            <a:cxnSpLocks/>
          </p:cNvCxnSpPr>
          <p:nvPr/>
        </p:nvCxnSpPr>
        <p:spPr>
          <a:xfrm>
            <a:off x="8047460" y="1156513"/>
            <a:ext cx="0" cy="115054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5" name="직선 연결선 844">
            <a:extLst>
              <a:ext uri="{FF2B5EF4-FFF2-40B4-BE49-F238E27FC236}">
                <a16:creationId xmlns:a16="http://schemas.microsoft.com/office/drawing/2014/main" id="{C77FCDAF-5335-04B4-ED55-C79BD04AE026}"/>
              </a:ext>
            </a:extLst>
          </p:cNvPr>
          <p:cNvCxnSpPr>
            <a:cxnSpLocks/>
          </p:cNvCxnSpPr>
          <p:nvPr/>
        </p:nvCxnSpPr>
        <p:spPr>
          <a:xfrm>
            <a:off x="7982369" y="1548676"/>
            <a:ext cx="0" cy="834955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7" name="타원 846">
            <a:extLst>
              <a:ext uri="{FF2B5EF4-FFF2-40B4-BE49-F238E27FC236}">
                <a16:creationId xmlns:a16="http://schemas.microsoft.com/office/drawing/2014/main" id="{9F4A24DD-0FC5-E3A5-4202-78AD27B51D06}"/>
              </a:ext>
            </a:extLst>
          </p:cNvPr>
          <p:cNvSpPr/>
          <p:nvPr/>
        </p:nvSpPr>
        <p:spPr>
          <a:xfrm>
            <a:off x="8088100" y="446742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848" name="타원 847">
            <a:extLst>
              <a:ext uri="{FF2B5EF4-FFF2-40B4-BE49-F238E27FC236}">
                <a16:creationId xmlns:a16="http://schemas.microsoft.com/office/drawing/2014/main" id="{D330FF81-0061-61A2-D77F-318C9CA2E3B6}"/>
              </a:ext>
            </a:extLst>
          </p:cNvPr>
          <p:cNvSpPr/>
          <p:nvPr/>
        </p:nvSpPr>
        <p:spPr>
          <a:xfrm>
            <a:off x="8088100" y="70601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849" name="타원 848">
            <a:extLst>
              <a:ext uri="{FF2B5EF4-FFF2-40B4-BE49-F238E27FC236}">
                <a16:creationId xmlns:a16="http://schemas.microsoft.com/office/drawing/2014/main" id="{E5746473-43F7-0F2A-9FA7-EC0C11979E65}"/>
              </a:ext>
            </a:extLst>
          </p:cNvPr>
          <p:cNvSpPr/>
          <p:nvPr/>
        </p:nvSpPr>
        <p:spPr>
          <a:xfrm>
            <a:off x="8022807" y="113370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850" name="타원 849">
            <a:extLst>
              <a:ext uri="{FF2B5EF4-FFF2-40B4-BE49-F238E27FC236}">
                <a16:creationId xmlns:a16="http://schemas.microsoft.com/office/drawing/2014/main" id="{BA2A6256-A4B1-F9D5-002B-F30C76D94BFF}"/>
              </a:ext>
            </a:extLst>
          </p:cNvPr>
          <p:cNvSpPr/>
          <p:nvPr/>
        </p:nvSpPr>
        <p:spPr>
          <a:xfrm>
            <a:off x="7958875" y="152716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853" name="TextBox 852">
            <a:extLst>
              <a:ext uri="{FF2B5EF4-FFF2-40B4-BE49-F238E27FC236}">
                <a16:creationId xmlns:a16="http://schemas.microsoft.com/office/drawing/2014/main" id="{B1BB6F87-3235-FA8C-41D4-89414751A5D1}"/>
              </a:ext>
            </a:extLst>
          </p:cNvPr>
          <p:cNvSpPr txBox="1"/>
          <p:nvPr/>
        </p:nvSpPr>
        <p:spPr>
          <a:xfrm>
            <a:off x="8142814" y="1876123"/>
            <a:ext cx="67098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use PGOOD signal + pull-up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855" name="직선 연결선 854">
            <a:extLst>
              <a:ext uri="{FF2B5EF4-FFF2-40B4-BE49-F238E27FC236}">
                <a16:creationId xmlns:a16="http://schemas.microsoft.com/office/drawing/2014/main" id="{C2AE4554-57AF-9C38-0BBB-5FCDD8AA757E}"/>
              </a:ext>
            </a:extLst>
          </p:cNvPr>
          <p:cNvCxnSpPr>
            <a:cxnSpLocks/>
          </p:cNvCxnSpPr>
          <p:nvPr/>
        </p:nvCxnSpPr>
        <p:spPr>
          <a:xfrm flipH="1">
            <a:off x="8046244" y="2294425"/>
            <a:ext cx="64716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직선 연결선 856">
            <a:extLst>
              <a:ext uri="{FF2B5EF4-FFF2-40B4-BE49-F238E27FC236}">
                <a16:creationId xmlns:a16="http://schemas.microsoft.com/office/drawing/2014/main" id="{98490705-073F-5A60-1444-B9DE9DB9FC93}"/>
              </a:ext>
            </a:extLst>
          </p:cNvPr>
          <p:cNvCxnSpPr>
            <a:cxnSpLocks/>
          </p:cNvCxnSpPr>
          <p:nvPr/>
        </p:nvCxnSpPr>
        <p:spPr>
          <a:xfrm flipH="1">
            <a:off x="7988719" y="2378488"/>
            <a:ext cx="122241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직선 화살표 연결선 862">
            <a:extLst>
              <a:ext uri="{FF2B5EF4-FFF2-40B4-BE49-F238E27FC236}">
                <a16:creationId xmlns:a16="http://schemas.microsoft.com/office/drawing/2014/main" id="{3C6FA62A-3F84-B677-E9ED-AC650C18AD40}"/>
              </a:ext>
            </a:extLst>
          </p:cNvPr>
          <p:cNvCxnSpPr>
            <a:cxnSpLocks/>
          </p:cNvCxnSpPr>
          <p:nvPr/>
        </p:nvCxnSpPr>
        <p:spPr>
          <a:xfrm>
            <a:off x="8720138" y="2455698"/>
            <a:ext cx="110874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9" name="직선 연결선 868">
            <a:extLst>
              <a:ext uri="{FF2B5EF4-FFF2-40B4-BE49-F238E27FC236}">
                <a16:creationId xmlns:a16="http://schemas.microsoft.com/office/drawing/2014/main" id="{72569899-1B76-6F1E-073E-63491DF2BC28}"/>
              </a:ext>
            </a:extLst>
          </p:cNvPr>
          <p:cNvCxnSpPr>
            <a:cxnSpLocks/>
          </p:cNvCxnSpPr>
          <p:nvPr/>
        </p:nvCxnSpPr>
        <p:spPr>
          <a:xfrm>
            <a:off x="8110960" y="2722603"/>
            <a:ext cx="0" cy="1769858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0" name="직선 연결선 869">
            <a:extLst>
              <a:ext uri="{FF2B5EF4-FFF2-40B4-BE49-F238E27FC236}">
                <a16:creationId xmlns:a16="http://schemas.microsoft.com/office/drawing/2014/main" id="{C0ED4C71-5819-21EB-25B8-7AF2D3D9E057}"/>
              </a:ext>
            </a:extLst>
          </p:cNvPr>
          <p:cNvCxnSpPr>
            <a:cxnSpLocks/>
          </p:cNvCxnSpPr>
          <p:nvPr/>
        </p:nvCxnSpPr>
        <p:spPr>
          <a:xfrm>
            <a:off x="8047460" y="2635250"/>
            <a:ext cx="0" cy="619974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1" name="직선 연결선 870">
            <a:extLst>
              <a:ext uri="{FF2B5EF4-FFF2-40B4-BE49-F238E27FC236}">
                <a16:creationId xmlns:a16="http://schemas.microsoft.com/office/drawing/2014/main" id="{662A0D9F-AB09-AE8D-A61A-EE71EC6A86BE}"/>
              </a:ext>
            </a:extLst>
          </p:cNvPr>
          <p:cNvCxnSpPr>
            <a:cxnSpLocks/>
          </p:cNvCxnSpPr>
          <p:nvPr/>
        </p:nvCxnSpPr>
        <p:spPr>
          <a:xfrm>
            <a:off x="7982369" y="2549525"/>
            <a:ext cx="0" cy="34982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3" name="직선 연결선 872">
            <a:extLst>
              <a:ext uri="{FF2B5EF4-FFF2-40B4-BE49-F238E27FC236}">
                <a16:creationId xmlns:a16="http://schemas.microsoft.com/office/drawing/2014/main" id="{2E7FA8D7-3446-C5A2-9A64-E55A876DA2FD}"/>
              </a:ext>
            </a:extLst>
          </p:cNvPr>
          <p:cNvCxnSpPr>
            <a:cxnSpLocks/>
          </p:cNvCxnSpPr>
          <p:nvPr/>
        </p:nvCxnSpPr>
        <p:spPr>
          <a:xfrm flipH="1">
            <a:off x="7988719" y="2549938"/>
            <a:ext cx="122241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5" name="직선 연결선 874">
            <a:extLst>
              <a:ext uri="{FF2B5EF4-FFF2-40B4-BE49-F238E27FC236}">
                <a16:creationId xmlns:a16="http://schemas.microsoft.com/office/drawing/2014/main" id="{E808FA96-DDAC-BE9C-4344-7B59409DAE05}"/>
              </a:ext>
            </a:extLst>
          </p:cNvPr>
          <p:cNvCxnSpPr>
            <a:cxnSpLocks/>
          </p:cNvCxnSpPr>
          <p:nvPr/>
        </p:nvCxnSpPr>
        <p:spPr>
          <a:xfrm flipH="1">
            <a:off x="8046244" y="2637325"/>
            <a:ext cx="64716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9" name="타원 878">
            <a:extLst>
              <a:ext uri="{FF2B5EF4-FFF2-40B4-BE49-F238E27FC236}">
                <a16:creationId xmlns:a16="http://schemas.microsoft.com/office/drawing/2014/main" id="{59D53AA9-A078-4E84-328A-A362260D4372}"/>
              </a:ext>
            </a:extLst>
          </p:cNvPr>
          <p:cNvSpPr/>
          <p:nvPr/>
        </p:nvSpPr>
        <p:spPr>
          <a:xfrm>
            <a:off x="7960602" y="287609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880" name="타원 879">
            <a:extLst>
              <a:ext uri="{FF2B5EF4-FFF2-40B4-BE49-F238E27FC236}">
                <a16:creationId xmlns:a16="http://schemas.microsoft.com/office/drawing/2014/main" id="{47534380-CA98-86C8-8261-2ED482408DE5}"/>
              </a:ext>
            </a:extLst>
          </p:cNvPr>
          <p:cNvSpPr/>
          <p:nvPr/>
        </p:nvSpPr>
        <p:spPr>
          <a:xfrm>
            <a:off x="8025286" y="323236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881" name="직선 화살표 연결선 880">
            <a:extLst>
              <a:ext uri="{FF2B5EF4-FFF2-40B4-BE49-F238E27FC236}">
                <a16:creationId xmlns:a16="http://schemas.microsoft.com/office/drawing/2014/main" id="{E2E6980E-F31D-1C51-A6BC-8D0DBDA348BE}"/>
              </a:ext>
            </a:extLst>
          </p:cNvPr>
          <p:cNvCxnSpPr>
            <a:cxnSpLocks/>
          </p:cNvCxnSpPr>
          <p:nvPr/>
        </p:nvCxnSpPr>
        <p:spPr>
          <a:xfrm>
            <a:off x="7689850" y="2462842"/>
            <a:ext cx="42428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6" name="직선 연결선 885">
            <a:extLst>
              <a:ext uri="{FF2B5EF4-FFF2-40B4-BE49-F238E27FC236}">
                <a16:creationId xmlns:a16="http://schemas.microsoft.com/office/drawing/2014/main" id="{A41AF893-978C-73FE-4D69-88D6595A9AA1}"/>
              </a:ext>
            </a:extLst>
          </p:cNvPr>
          <p:cNvCxnSpPr>
            <a:cxnSpLocks/>
          </p:cNvCxnSpPr>
          <p:nvPr/>
        </p:nvCxnSpPr>
        <p:spPr>
          <a:xfrm>
            <a:off x="6483061" y="2028248"/>
            <a:ext cx="0" cy="1852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9" name="타원 888">
            <a:extLst>
              <a:ext uri="{FF2B5EF4-FFF2-40B4-BE49-F238E27FC236}">
                <a16:creationId xmlns:a16="http://schemas.microsoft.com/office/drawing/2014/main" id="{B2393A57-8D52-397D-B45E-883B5A13B07D}"/>
              </a:ext>
            </a:extLst>
          </p:cNvPr>
          <p:cNvSpPr/>
          <p:nvPr/>
        </p:nvSpPr>
        <p:spPr>
          <a:xfrm>
            <a:off x="6464371" y="386033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890" name="직선 화살표 연결선 889">
            <a:extLst>
              <a:ext uri="{FF2B5EF4-FFF2-40B4-BE49-F238E27FC236}">
                <a16:creationId xmlns:a16="http://schemas.microsoft.com/office/drawing/2014/main" id="{82434C4E-0338-B58F-D3C8-7FA7A10EE2C7}"/>
              </a:ext>
            </a:extLst>
          </p:cNvPr>
          <p:cNvCxnSpPr>
            <a:cxnSpLocks/>
          </p:cNvCxnSpPr>
          <p:nvPr/>
        </p:nvCxnSpPr>
        <p:spPr>
          <a:xfrm flipH="1">
            <a:off x="6487774" y="2028248"/>
            <a:ext cx="32722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2" name="TextBox 891">
            <a:extLst>
              <a:ext uri="{FF2B5EF4-FFF2-40B4-BE49-F238E27FC236}">
                <a16:creationId xmlns:a16="http://schemas.microsoft.com/office/drawing/2014/main" id="{002B4ACF-A544-647D-2C54-E3F103E49FCD}"/>
              </a:ext>
            </a:extLst>
          </p:cNvPr>
          <p:cNvSpPr txBox="1"/>
          <p:nvPr/>
        </p:nvSpPr>
        <p:spPr>
          <a:xfrm>
            <a:off x="8763209" y="2248798"/>
            <a:ext cx="56319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1 : Power Good</a:t>
            </a:r>
          </a:p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0 : Power fail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899" name="직선 화살표 연결선 898">
            <a:extLst>
              <a:ext uri="{FF2B5EF4-FFF2-40B4-BE49-F238E27FC236}">
                <a16:creationId xmlns:a16="http://schemas.microsoft.com/office/drawing/2014/main" id="{4DA3DCFA-DA99-4F4A-3951-97FA8FF7F03F}"/>
              </a:ext>
            </a:extLst>
          </p:cNvPr>
          <p:cNvCxnSpPr>
            <a:cxnSpLocks/>
          </p:cNvCxnSpPr>
          <p:nvPr/>
        </p:nvCxnSpPr>
        <p:spPr>
          <a:xfrm>
            <a:off x="9318624" y="2543284"/>
            <a:ext cx="45530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1" name="TextBox 900">
            <a:extLst>
              <a:ext uri="{FF2B5EF4-FFF2-40B4-BE49-F238E27FC236}">
                <a16:creationId xmlns:a16="http://schemas.microsoft.com/office/drawing/2014/main" id="{508B4B63-3F99-A21F-86E3-D79C16FE80AB}"/>
              </a:ext>
            </a:extLst>
          </p:cNvPr>
          <p:cNvSpPr txBox="1"/>
          <p:nvPr/>
        </p:nvSpPr>
        <p:spPr>
          <a:xfrm>
            <a:off x="8908257" y="2495153"/>
            <a:ext cx="39964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dirty="0">
                <a:latin typeface="+mn-ea"/>
              </a:rPr>
              <a:t>I2C_SCL</a:t>
            </a:r>
            <a:endParaRPr lang="ko-KR" altLang="en-US" sz="600" dirty="0">
              <a:latin typeface="+mn-ea"/>
            </a:endParaRPr>
          </a:p>
        </p:txBody>
      </p:sp>
      <p:cxnSp>
        <p:nvCxnSpPr>
          <p:cNvPr id="902" name="직선 화살표 연결선 901">
            <a:extLst>
              <a:ext uri="{FF2B5EF4-FFF2-40B4-BE49-F238E27FC236}">
                <a16:creationId xmlns:a16="http://schemas.microsoft.com/office/drawing/2014/main" id="{B38B9C5E-45AA-F403-403E-CA930C66BE60}"/>
              </a:ext>
            </a:extLst>
          </p:cNvPr>
          <p:cNvCxnSpPr>
            <a:cxnSpLocks/>
          </p:cNvCxnSpPr>
          <p:nvPr/>
        </p:nvCxnSpPr>
        <p:spPr>
          <a:xfrm>
            <a:off x="9318624" y="2632901"/>
            <a:ext cx="45530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3" name="TextBox 902">
            <a:extLst>
              <a:ext uri="{FF2B5EF4-FFF2-40B4-BE49-F238E27FC236}">
                <a16:creationId xmlns:a16="http://schemas.microsoft.com/office/drawing/2014/main" id="{DB94AF2A-5153-F418-7108-BC6C7A9E52E7}"/>
              </a:ext>
            </a:extLst>
          </p:cNvPr>
          <p:cNvSpPr txBox="1"/>
          <p:nvPr/>
        </p:nvSpPr>
        <p:spPr>
          <a:xfrm>
            <a:off x="8910639" y="2596150"/>
            <a:ext cx="39964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dirty="0">
                <a:latin typeface="+mn-ea"/>
              </a:rPr>
              <a:t>I2C_SDA</a:t>
            </a:r>
            <a:endParaRPr lang="ko-KR" altLang="en-US" sz="600" dirty="0">
              <a:latin typeface="+mn-ea"/>
            </a:endParaRPr>
          </a:p>
        </p:txBody>
      </p:sp>
      <p:sp>
        <p:nvSpPr>
          <p:cNvPr id="904" name="타원 903">
            <a:extLst>
              <a:ext uri="{FF2B5EF4-FFF2-40B4-BE49-F238E27FC236}">
                <a16:creationId xmlns:a16="http://schemas.microsoft.com/office/drawing/2014/main" id="{4E6BABFB-4BB7-CFA9-6BD7-D10E931333D1}"/>
              </a:ext>
            </a:extLst>
          </p:cNvPr>
          <p:cNvSpPr/>
          <p:nvPr/>
        </p:nvSpPr>
        <p:spPr>
          <a:xfrm>
            <a:off x="9439479" y="2490461"/>
            <a:ext cx="114300" cy="272321"/>
          </a:xfrm>
          <a:prstGeom prst="ellipse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05" name="직선 연결선 904">
            <a:extLst>
              <a:ext uri="{FF2B5EF4-FFF2-40B4-BE49-F238E27FC236}">
                <a16:creationId xmlns:a16="http://schemas.microsoft.com/office/drawing/2014/main" id="{ED924F4F-DADC-F762-6E8F-77B9683102AE}"/>
              </a:ext>
            </a:extLst>
          </p:cNvPr>
          <p:cNvCxnSpPr>
            <a:cxnSpLocks/>
          </p:cNvCxnSpPr>
          <p:nvPr/>
        </p:nvCxnSpPr>
        <p:spPr>
          <a:xfrm>
            <a:off x="9501607" y="2092006"/>
            <a:ext cx="0" cy="413466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7" name="TextBox 906">
            <a:extLst>
              <a:ext uri="{FF2B5EF4-FFF2-40B4-BE49-F238E27FC236}">
                <a16:creationId xmlns:a16="http://schemas.microsoft.com/office/drawing/2014/main" id="{8EBCBB2C-299D-D04E-E09C-F8922B2C5BA4}"/>
              </a:ext>
            </a:extLst>
          </p:cNvPr>
          <p:cNvSpPr txBox="1"/>
          <p:nvPr/>
        </p:nvSpPr>
        <p:spPr>
          <a:xfrm>
            <a:off x="9266209" y="1880597"/>
            <a:ext cx="70240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damping : 100 ohm</a:t>
            </a:r>
          </a:p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pull-up : 10K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910" name="그룹 909">
            <a:extLst>
              <a:ext uri="{FF2B5EF4-FFF2-40B4-BE49-F238E27FC236}">
                <a16:creationId xmlns:a16="http://schemas.microsoft.com/office/drawing/2014/main" id="{055CF820-44A7-2EEF-86E1-8135FD2B6727}"/>
              </a:ext>
            </a:extLst>
          </p:cNvPr>
          <p:cNvGrpSpPr/>
          <p:nvPr/>
        </p:nvGrpSpPr>
        <p:grpSpPr>
          <a:xfrm>
            <a:off x="1312502" y="5809724"/>
            <a:ext cx="719057" cy="738709"/>
            <a:chOff x="1312502" y="5643032"/>
            <a:chExt cx="719057" cy="738709"/>
          </a:xfrm>
        </p:grpSpPr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2AC7FE6D-DF3D-436E-08FB-B1986E3B1706}"/>
                </a:ext>
              </a:extLst>
            </p:cNvPr>
            <p:cNvSpPr/>
            <p:nvPr/>
          </p:nvSpPr>
          <p:spPr>
            <a:xfrm>
              <a:off x="1325386" y="5762993"/>
              <a:ext cx="616786" cy="47964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D37BED22-0E75-319E-A1C1-DBC03D4DD3B4}"/>
                </a:ext>
              </a:extLst>
            </p:cNvPr>
            <p:cNvSpPr txBox="1"/>
            <p:nvPr/>
          </p:nvSpPr>
          <p:spPr>
            <a:xfrm>
              <a:off x="1641106" y="5784580"/>
              <a:ext cx="26432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I2C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585" name="TextBox 584">
              <a:extLst>
                <a:ext uri="{FF2B5EF4-FFF2-40B4-BE49-F238E27FC236}">
                  <a16:creationId xmlns:a16="http://schemas.microsoft.com/office/drawing/2014/main" id="{59600893-E09A-C772-AB0B-A640EF12D38E}"/>
                </a:ext>
              </a:extLst>
            </p:cNvPr>
            <p:cNvSpPr txBox="1"/>
            <p:nvPr/>
          </p:nvSpPr>
          <p:spPr>
            <a:xfrm>
              <a:off x="1674013" y="6112071"/>
              <a:ext cx="26432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PWM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586" name="TextBox 585">
              <a:extLst>
                <a:ext uri="{FF2B5EF4-FFF2-40B4-BE49-F238E27FC236}">
                  <a16:creationId xmlns:a16="http://schemas.microsoft.com/office/drawing/2014/main" id="{A8C973FD-34A9-C509-86F5-8C8BDD9AC16A}"/>
                </a:ext>
              </a:extLst>
            </p:cNvPr>
            <p:cNvSpPr txBox="1"/>
            <p:nvPr/>
          </p:nvSpPr>
          <p:spPr>
            <a:xfrm>
              <a:off x="1668382" y="6001078"/>
              <a:ext cx="26432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TACH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754" name="TextBox 753">
              <a:extLst>
                <a:ext uri="{FF2B5EF4-FFF2-40B4-BE49-F238E27FC236}">
                  <a16:creationId xmlns:a16="http://schemas.microsoft.com/office/drawing/2014/main" id="{72131845-5BA0-898A-303F-9023A77B7912}"/>
                </a:ext>
              </a:extLst>
            </p:cNvPr>
            <p:cNvSpPr txBox="1"/>
            <p:nvPr/>
          </p:nvSpPr>
          <p:spPr>
            <a:xfrm>
              <a:off x="1345708" y="5900578"/>
              <a:ext cx="26432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 err="1">
                  <a:latin typeface="+mn-ea"/>
                </a:rPr>
                <a:t>Vcc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908" name="TextBox 907">
              <a:extLst>
                <a:ext uri="{FF2B5EF4-FFF2-40B4-BE49-F238E27FC236}">
                  <a16:creationId xmlns:a16="http://schemas.microsoft.com/office/drawing/2014/main" id="{7B5E994A-5F44-F8D8-17CD-44421997F8D8}"/>
                </a:ext>
              </a:extLst>
            </p:cNvPr>
            <p:cNvSpPr txBox="1"/>
            <p:nvPr/>
          </p:nvSpPr>
          <p:spPr>
            <a:xfrm>
              <a:off x="1312502" y="5643032"/>
              <a:ext cx="60007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b="1" dirty="0">
                  <a:latin typeface="+mn-ea"/>
                </a:rPr>
                <a:t>EMC2103</a:t>
              </a:r>
            </a:p>
          </p:txBody>
        </p:sp>
        <p:sp>
          <p:nvSpPr>
            <p:cNvPr id="909" name="TextBox 908">
              <a:extLst>
                <a:ext uri="{FF2B5EF4-FFF2-40B4-BE49-F238E27FC236}">
                  <a16:creationId xmlns:a16="http://schemas.microsoft.com/office/drawing/2014/main" id="{57D9FBA2-A2B5-96F6-D60C-82DFF5B6F1A7}"/>
                </a:ext>
              </a:extLst>
            </p:cNvPr>
            <p:cNvSpPr txBox="1"/>
            <p:nvPr/>
          </p:nvSpPr>
          <p:spPr>
            <a:xfrm>
              <a:off x="1312571" y="6258630"/>
              <a:ext cx="718988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(FAN controller)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970" name="TextBox 969">
              <a:extLst>
                <a:ext uri="{FF2B5EF4-FFF2-40B4-BE49-F238E27FC236}">
                  <a16:creationId xmlns:a16="http://schemas.microsoft.com/office/drawing/2014/main" id="{6EC6FE8D-D2C4-69B2-2D5B-0EC49421AEA4}"/>
                </a:ext>
              </a:extLst>
            </p:cNvPr>
            <p:cNvSpPr txBox="1"/>
            <p:nvPr/>
          </p:nvSpPr>
          <p:spPr>
            <a:xfrm>
              <a:off x="1520241" y="5900578"/>
              <a:ext cx="40552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ALERT</a:t>
              </a:r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911" name="직선 화살표 연결선 910">
            <a:extLst>
              <a:ext uri="{FF2B5EF4-FFF2-40B4-BE49-F238E27FC236}">
                <a16:creationId xmlns:a16="http://schemas.microsoft.com/office/drawing/2014/main" id="{9B9FB4CB-CBF0-63BF-144E-33E9A3DC4CB5}"/>
              </a:ext>
            </a:extLst>
          </p:cNvPr>
          <p:cNvCxnSpPr>
            <a:cxnSpLocks/>
          </p:cNvCxnSpPr>
          <p:nvPr/>
        </p:nvCxnSpPr>
        <p:spPr>
          <a:xfrm>
            <a:off x="1944962" y="6010435"/>
            <a:ext cx="343419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2" name="직선 연결선 911">
            <a:extLst>
              <a:ext uri="{FF2B5EF4-FFF2-40B4-BE49-F238E27FC236}">
                <a16:creationId xmlns:a16="http://schemas.microsoft.com/office/drawing/2014/main" id="{E51F5A8F-B829-36FE-1EFD-02C383A9AC6D}"/>
              </a:ext>
            </a:extLst>
          </p:cNvPr>
          <p:cNvCxnSpPr>
            <a:cxnSpLocks/>
          </p:cNvCxnSpPr>
          <p:nvPr/>
        </p:nvCxnSpPr>
        <p:spPr>
          <a:xfrm>
            <a:off x="2283094" y="2816841"/>
            <a:ext cx="0" cy="31958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9" name="타원 918">
            <a:extLst>
              <a:ext uri="{FF2B5EF4-FFF2-40B4-BE49-F238E27FC236}">
                <a16:creationId xmlns:a16="http://schemas.microsoft.com/office/drawing/2014/main" id="{F6F4D564-5D41-C6F1-AB2D-AA50E77FE854}"/>
              </a:ext>
            </a:extLst>
          </p:cNvPr>
          <p:cNvSpPr/>
          <p:nvPr/>
        </p:nvSpPr>
        <p:spPr>
          <a:xfrm>
            <a:off x="2262745" y="529844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921" name="직선 연결선 920">
            <a:extLst>
              <a:ext uri="{FF2B5EF4-FFF2-40B4-BE49-F238E27FC236}">
                <a16:creationId xmlns:a16="http://schemas.microsoft.com/office/drawing/2014/main" id="{C194AE83-30E7-1C7F-E452-ECF06A0EB3A6}"/>
              </a:ext>
            </a:extLst>
          </p:cNvPr>
          <p:cNvCxnSpPr>
            <a:cxnSpLocks/>
          </p:cNvCxnSpPr>
          <p:nvPr/>
        </p:nvCxnSpPr>
        <p:spPr>
          <a:xfrm>
            <a:off x="1167370" y="5029200"/>
            <a:ext cx="0" cy="10970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4" name="타원 923">
            <a:extLst>
              <a:ext uri="{FF2B5EF4-FFF2-40B4-BE49-F238E27FC236}">
                <a16:creationId xmlns:a16="http://schemas.microsoft.com/office/drawing/2014/main" id="{9FDA19D8-71AB-5779-BDD0-01D6C7A48E4C}"/>
              </a:ext>
            </a:extLst>
          </p:cNvPr>
          <p:cNvSpPr/>
          <p:nvPr/>
        </p:nvSpPr>
        <p:spPr>
          <a:xfrm>
            <a:off x="1144510" y="528587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927" name="직선 화살표 연결선 926">
            <a:extLst>
              <a:ext uri="{FF2B5EF4-FFF2-40B4-BE49-F238E27FC236}">
                <a16:creationId xmlns:a16="http://schemas.microsoft.com/office/drawing/2014/main" id="{6DCF0E36-B802-BFC2-18D3-B4F4775AEF64}"/>
              </a:ext>
            </a:extLst>
          </p:cNvPr>
          <p:cNvCxnSpPr>
            <a:cxnSpLocks/>
          </p:cNvCxnSpPr>
          <p:nvPr/>
        </p:nvCxnSpPr>
        <p:spPr>
          <a:xfrm>
            <a:off x="2267508" y="2816841"/>
            <a:ext cx="128820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0" name="TextBox 929">
            <a:extLst>
              <a:ext uri="{FF2B5EF4-FFF2-40B4-BE49-F238E27FC236}">
                <a16:creationId xmlns:a16="http://schemas.microsoft.com/office/drawing/2014/main" id="{AE2B1D2C-BD4C-1B69-EB37-5D6FECB97DDC}"/>
              </a:ext>
            </a:extLst>
          </p:cNvPr>
          <p:cNvSpPr txBox="1"/>
          <p:nvPr/>
        </p:nvSpPr>
        <p:spPr>
          <a:xfrm>
            <a:off x="2482763" y="5224835"/>
            <a:ext cx="39964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latin typeface="+mn-ea"/>
              </a:rPr>
              <a:t>I2C_SCL</a:t>
            </a:r>
            <a:endParaRPr lang="ko-KR" altLang="en-US" sz="600" dirty="0">
              <a:latin typeface="+mn-ea"/>
            </a:endParaRPr>
          </a:p>
        </p:txBody>
      </p:sp>
      <p:sp>
        <p:nvSpPr>
          <p:cNvPr id="931" name="TextBox 930">
            <a:extLst>
              <a:ext uri="{FF2B5EF4-FFF2-40B4-BE49-F238E27FC236}">
                <a16:creationId xmlns:a16="http://schemas.microsoft.com/office/drawing/2014/main" id="{44BEAD33-AAD2-A916-C446-50DB9279F1CA}"/>
              </a:ext>
            </a:extLst>
          </p:cNvPr>
          <p:cNvSpPr txBox="1"/>
          <p:nvPr/>
        </p:nvSpPr>
        <p:spPr>
          <a:xfrm>
            <a:off x="2485145" y="5325832"/>
            <a:ext cx="39964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latin typeface="+mn-ea"/>
              </a:rPr>
              <a:t>I2C_SDA</a:t>
            </a:r>
            <a:endParaRPr lang="ko-KR" altLang="en-US" sz="600" dirty="0">
              <a:latin typeface="+mn-ea"/>
            </a:endParaRPr>
          </a:p>
        </p:txBody>
      </p:sp>
      <p:cxnSp>
        <p:nvCxnSpPr>
          <p:cNvPr id="932" name="직선 화살표 연결선 931">
            <a:extLst>
              <a:ext uri="{FF2B5EF4-FFF2-40B4-BE49-F238E27FC236}">
                <a16:creationId xmlns:a16="http://schemas.microsoft.com/office/drawing/2014/main" id="{0A36BEA5-3788-7986-8530-019A125AF30B}"/>
              </a:ext>
            </a:extLst>
          </p:cNvPr>
          <p:cNvCxnSpPr>
            <a:cxnSpLocks/>
          </p:cNvCxnSpPr>
          <p:nvPr/>
        </p:nvCxnSpPr>
        <p:spPr>
          <a:xfrm>
            <a:off x="8944245" y="2723985"/>
            <a:ext cx="829688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4" name="TextBox 933">
            <a:extLst>
              <a:ext uri="{FF2B5EF4-FFF2-40B4-BE49-F238E27FC236}">
                <a16:creationId xmlns:a16="http://schemas.microsoft.com/office/drawing/2014/main" id="{DAF721C2-6D09-1C8C-0506-837021377799}"/>
              </a:ext>
            </a:extLst>
          </p:cNvPr>
          <p:cNvSpPr txBox="1"/>
          <p:nvPr/>
        </p:nvSpPr>
        <p:spPr>
          <a:xfrm>
            <a:off x="8665111" y="2670450"/>
            <a:ext cx="264845" cy="92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dirty="0">
                <a:latin typeface="+mn-ea"/>
              </a:rPr>
              <a:t>LED</a:t>
            </a:r>
            <a:endParaRPr lang="ko-KR" altLang="en-US" sz="600" dirty="0">
              <a:latin typeface="+mn-ea"/>
            </a:endParaRPr>
          </a:p>
        </p:txBody>
      </p:sp>
      <p:sp>
        <p:nvSpPr>
          <p:cNvPr id="936" name="TextBox 935">
            <a:extLst>
              <a:ext uri="{FF2B5EF4-FFF2-40B4-BE49-F238E27FC236}">
                <a16:creationId xmlns:a16="http://schemas.microsoft.com/office/drawing/2014/main" id="{92B2C6E2-BD7C-86FC-DF18-66360079D70F}"/>
              </a:ext>
            </a:extLst>
          </p:cNvPr>
          <p:cNvSpPr txBox="1"/>
          <p:nvPr/>
        </p:nvSpPr>
        <p:spPr>
          <a:xfrm>
            <a:off x="5706319" y="5944662"/>
            <a:ext cx="3934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ISO_5V</a:t>
            </a:r>
            <a:endParaRPr lang="ko-KR" altLang="en-US" sz="800" dirty="0">
              <a:latin typeface="+mn-ea"/>
            </a:endParaRPr>
          </a:p>
        </p:txBody>
      </p:sp>
      <p:sp>
        <p:nvSpPr>
          <p:cNvPr id="937" name="TextBox 936">
            <a:extLst>
              <a:ext uri="{FF2B5EF4-FFF2-40B4-BE49-F238E27FC236}">
                <a16:creationId xmlns:a16="http://schemas.microsoft.com/office/drawing/2014/main" id="{B7177F71-5BD2-F133-B649-DE4FADDCF4D8}"/>
              </a:ext>
            </a:extLst>
          </p:cNvPr>
          <p:cNvSpPr txBox="1"/>
          <p:nvPr/>
        </p:nvSpPr>
        <p:spPr>
          <a:xfrm>
            <a:off x="6090217" y="5944943"/>
            <a:ext cx="2730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10A</a:t>
            </a:r>
            <a:endParaRPr lang="ko-KR" altLang="en-US" sz="800" dirty="0">
              <a:latin typeface="+mn-ea"/>
            </a:endParaRP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413BD3B0-84A6-EB1F-D289-6C5883E600D6}"/>
              </a:ext>
            </a:extLst>
          </p:cNvPr>
          <p:cNvSpPr/>
          <p:nvPr/>
        </p:nvSpPr>
        <p:spPr>
          <a:xfrm>
            <a:off x="6553023" y="5888610"/>
            <a:ext cx="900000" cy="36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LT8612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(DCDC)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+ FET</a:t>
            </a:r>
          </a:p>
        </p:txBody>
      </p:sp>
      <p:sp>
        <p:nvSpPr>
          <p:cNvPr id="942" name="타원 941">
            <a:extLst>
              <a:ext uri="{FF2B5EF4-FFF2-40B4-BE49-F238E27FC236}">
                <a16:creationId xmlns:a16="http://schemas.microsoft.com/office/drawing/2014/main" id="{ADE69155-BF88-45E7-4723-E0859862D9E9}"/>
              </a:ext>
            </a:extLst>
          </p:cNvPr>
          <p:cNvSpPr/>
          <p:nvPr/>
        </p:nvSpPr>
        <p:spPr>
          <a:xfrm>
            <a:off x="4340294" y="544695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945" name="직선 화살표 연결선 944">
            <a:extLst>
              <a:ext uri="{FF2B5EF4-FFF2-40B4-BE49-F238E27FC236}">
                <a16:creationId xmlns:a16="http://schemas.microsoft.com/office/drawing/2014/main" id="{B3D2B536-61EB-E768-4719-79FD73768A6A}"/>
              </a:ext>
            </a:extLst>
          </p:cNvPr>
          <p:cNvCxnSpPr>
            <a:cxnSpLocks/>
          </p:cNvCxnSpPr>
          <p:nvPr/>
        </p:nvCxnSpPr>
        <p:spPr>
          <a:xfrm>
            <a:off x="7677150" y="6459001"/>
            <a:ext cx="2882772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8" name="직사각형 947">
            <a:extLst>
              <a:ext uri="{FF2B5EF4-FFF2-40B4-BE49-F238E27FC236}">
                <a16:creationId xmlns:a16="http://schemas.microsoft.com/office/drawing/2014/main" id="{CB7CA6EC-4DA8-6EAE-A2E8-7558124197C0}"/>
              </a:ext>
            </a:extLst>
          </p:cNvPr>
          <p:cNvSpPr/>
          <p:nvPr/>
        </p:nvSpPr>
        <p:spPr>
          <a:xfrm>
            <a:off x="6902449" y="6393678"/>
            <a:ext cx="294253" cy="221243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LED</a:t>
            </a:r>
            <a:endParaRPr lang="en-US" altLang="ko-KR" sz="8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49" name="직선 연결선 948">
            <a:extLst>
              <a:ext uri="{FF2B5EF4-FFF2-40B4-BE49-F238E27FC236}">
                <a16:creationId xmlns:a16="http://schemas.microsoft.com/office/drawing/2014/main" id="{F797FC9C-DCA8-0907-C19A-DA08671DA427}"/>
              </a:ext>
            </a:extLst>
          </p:cNvPr>
          <p:cNvCxnSpPr>
            <a:cxnSpLocks/>
          </p:cNvCxnSpPr>
          <p:nvPr/>
        </p:nvCxnSpPr>
        <p:spPr>
          <a:xfrm>
            <a:off x="7049576" y="6242634"/>
            <a:ext cx="0" cy="1548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2" name="TextBox 951">
            <a:extLst>
              <a:ext uri="{FF2B5EF4-FFF2-40B4-BE49-F238E27FC236}">
                <a16:creationId xmlns:a16="http://schemas.microsoft.com/office/drawing/2014/main" id="{19B0FFBC-4044-9888-DD24-0FEA3B814534}"/>
              </a:ext>
            </a:extLst>
          </p:cNvPr>
          <p:cNvSpPr txBox="1"/>
          <p:nvPr/>
        </p:nvSpPr>
        <p:spPr>
          <a:xfrm>
            <a:off x="7072221" y="6258630"/>
            <a:ext cx="20488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PG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62" name="직선 화살표 연결선 961">
            <a:extLst>
              <a:ext uri="{FF2B5EF4-FFF2-40B4-BE49-F238E27FC236}">
                <a16:creationId xmlns:a16="http://schemas.microsoft.com/office/drawing/2014/main" id="{2B06C920-B59D-02FA-B0B1-57D506359583}"/>
              </a:ext>
            </a:extLst>
          </p:cNvPr>
          <p:cNvCxnSpPr>
            <a:cxnSpLocks/>
          </p:cNvCxnSpPr>
          <p:nvPr/>
        </p:nvCxnSpPr>
        <p:spPr>
          <a:xfrm flipH="1">
            <a:off x="10371012" y="2725057"/>
            <a:ext cx="28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5" name="직선 화살표 연결선 964">
            <a:extLst>
              <a:ext uri="{FF2B5EF4-FFF2-40B4-BE49-F238E27FC236}">
                <a16:creationId xmlns:a16="http://schemas.microsoft.com/office/drawing/2014/main" id="{C2FFEFAB-EAF2-3C15-9B4A-EFA804B15CF9}"/>
              </a:ext>
            </a:extLst>
          </p:cNvPr>
          <p:cNvCxnSpPr>
            <a:cxnSpLocks/>
          </p:cNvCxnSpPr>
          <p:nvPr/>
        </p:nvCxnSpPr>
        <p:spPr>
          <a:xfrm flipH="1">
            <a:off x="10371012" y="2635967"/>
            <a:ext cx="28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6" name="TextBox 965">
            <a:extLst>
              <a:ext uri="{FF2B5EF4-FFF2-40B4-BE49-F238E27FC236}">
                <a16:creationId xmlns:a16="http://schemas.microsoft.com/office/drawing/2014/main" id="{81FF9666-3368-40BE-5FE9-E159EF581D8D}"/>
              </a:ext>
            </a:extLst>
          </p:cNvPr>
          <p:cNvSpPr txBox="1"/>
          <p:nvPr/>
        </p:nvSpPr>
        <p:spPr>
          <a:xfrm>
            <a:off x="10678992" y="2563962"/>
            <a:ext cx="27191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U3</a:t>
            </a:r>
          </a:p>
          <a:p>
            <a:pPr algn="ctr"/>
            <a:r>
              <a:rPr lang="en-US" altLang="ko-KR" sz="800" dirty="0">
                <a:latin typeface="+mn-ea"/>
              </a:rPr>
              <a:t>(N/A)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67" name="직선 화살표 연결선 966">
            <a:extLst>
              <a:ext uri="{FF2B5EF4-FFF2-40B4-BE49-F238E27FC236}">
                <a16:creationId xmlns:a16="http://schemas.microsoft.com/office/drawing/2014/main" id="{30368D93-C2DA-1700-D214-99DAD319C2B3}"/>
              </a:ext>
            </a:extLst>
          </p:cNvPr>
          <p:cNvCxnSpPr>
            <a:cxnSpLocks/>
          </p:cNvCxnSpPr>
          <p:nvPr/>
        </p:nvCxnSpPr>
        <p:spPr>
          <a:xfrm flipH="1">
            <a:off x="10371012" y="2545701"/>
            <a:ext cx="28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" name="직선 화살표 연결선 967">
            <a:extLst>
              <a:ext uri="{FF2B5EF4-FFF2-40B4-BE49-F238E27FC236}">
                <a16:creationId xmlns:a16="http://schemas.microsoft.com/office/drawing/2014/main" id="{C4D1601D-BBB4-C746-3188-309C8C48CD9B}"/>
              </a:ext>
            </a:extLst>
          </p:cNvPr>
          <p:cNvCxnSpPr>
            <a:cxnSpLocks/>
          </p:cNvCxnSpPr>
          <p:nvPr/>
        </p:nvCxnSpPr>
        <p:spPr>
          <a:xfrm flipH="1">
            <a:off x="10371012" y="2814573"/>
            <a:ext cx="28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9" name="오른쪽 중괄호 968">
            <a:extLst>
              <a:ext uri="{FF2B5EF4-FFF2-40B4-BE49-F238E27FC236}">
                <a16:creationId xmlns:a16="http://schemas.microsoft.com/office/drawing/2014/main" id="{71155444-A704-ECC7-69A6-A3D60D73B179}"/>
              </a:ext>
            </a:extLst>
          </p:cNvPr>
          <p:cNvSpPr/>
          <p:nvPr/>
        </p:nvSpPr>
        <p:spPr>
          <a:xfrm>
            <a:off x="10642608" y="2514600"/>
            <a:ext cx="60317" cy="33142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71" name="직선 화살표 연결선 970">
            <a:extLst>
              <a:ext uri="{FF2B5EF4-FFF2-40B4-BE49-F238E27FC236}">
                <a16:creationId xmlns:a16="http://schemas.microsoft.com/office/drawing/2014/main" id="{A2CFF2B0-F4DA-88B1-C1B1-466EFE3368BD}"/>
              </a:ext>
            </a:extLst>
          </p:cNvPr>
          <p:cNvCxnSpPr>
            <a:cxnSpLocks/>
          </p:cNvCxnSpPr>
          <p:nvPr/>
        </p:nvCxnSpPr>
        <p:spPr>
          <a:xfrm>
            <a:off x="1634039" y="6083286"/>
            <a:ext cx="293688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6" name="직선 화살표 연결선 975">
            <a:extLst>
              <a:ext uri="{FF2B5EF4-FFF2-40B4-BE49-F238E27FC236}">
                <a16:creationId xmlns:a16="http://schemas.microsoft.com/office/drawing/2014/main" id="{10859306-3D60-790D-C9D2-39B3739A1EA5}"/>
              </a:ext>
            </a:extLst>
          </p:cNvPr>
          <p:cNvCxnSpPr>
            <a:cxnSpLocks/>
          </p:cNvCxnSpPr>
          <p:nvPr/>
        </p:nvCxnSpPr>
        <p:spPr>
          <a:xfrm>
            <a:off x="1938338" y="6121636"/>
            <a:ext cx="93653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7" name="직선 연결선 976">
            <a:extLst>
              <a:ext uri="{FF2B5EF4-FFF2-40B4-BE49-F238E27FC236}">
                <a16:creationId xmlns:a16="http://schemas.microsoft.com/office/drawing/2014/main" id="{DB573A70-257C-0939-A78E-48FDAF35861B}"/>
              </a:ext>
            </a:extLst>
          </p:cNvPr>
          <p:cNvCxnSpPr>
            <a:cxnSpLocks/>
          </p:cNvCxnSpPr>
          <p:nvPr/>
        </p:nvCxnSpPr>
        <p:spPr>
          <a:xfrm>
            <a:off x="2871006" y="5024438"/>
            <a:ext cx="0" cy="3500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4" name="직사각형 973">
            <a:extLst>
              <a:ext uri="{FF2B5EF4-FFF2-40B4-BE49-F238E27FC236}">
                <a16:creationId xmlns:a16="http://schemas.microsoft.com/office/drawing/2014/main" id="{1459A2B8-E951-FDDB-7946-6E39C2066061}"/>
              </a:ext>
            </a:extLst>
          </p:cNvPr>
          <p:cNvSpPr/>
          <p:nvPr/>
        </p:nvSpPr>
        <p:spPr>
          <a:xfrm rot="16200000">
            <a:off x="2797480" y="5167281"/>
            <a:ext cx="148730" cy="74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985" name="타원 984">
            <a:extLst>
              <a:ext uri="{FF2B5EF4-FFF2-40B4-BE49-F238E27FC236}">
                <a16:creationId xmlns:a16="http://schemas.microsoft.com/office/drawing/2014/main" id="{FA70C206-3A37-80C2-2019-57C1D00C218B}"/>
              </a:ext>
            </a:extLst>
          </p:cNvPr>
          <p:cNvSpPr/>
          <p:nvPr/>
        </p:nvSpPr>
        <p:spPr>
          <a:xfrm>
            <a:off x="2846681" y="534743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986" name="직선 연결선 985">
            <a:extLst>
              <a:ext uri="{FF2B5EF4-FFF2-40B4-BE49-F238E27FC236}">
                <a16:creationId xmlns:a16="http://schemas.microsoft.com/office/drawing/2014/main" id="{B84B6079-BB00-05F2-FBEC-B0CA7DBD6337}"/>
              </a:ext>
            </a:extLst>
          </p:cNvPr>
          <p:cNvCxnSpPr>
            <a:cxnSpLocks/>
          </p:cNvCxnSpPr>
          <p:nvPr/>
        </p:nvCxnSpPr>
        <p:spPr>
          <a:xfrm>
            <a:off x="2871284" y="5365750"/>
            <a:ext cx="0" cy="7604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7" name="직선 화살표 연결선 986">
            <a:extLst>
              <a:ext uri="{FF2B5EF4-FFF2-40B4-BE49-F238E27FC236}">
                <a16:creationId xmlns:a16="http://schemas.microsoft.com/office/drawing/2014/main" id="{64B3FDE9-F79D-EA78-9989-5B3474AFF2FD}"/>
              </a:ext>
            </a:extLst>
          </p:cNvPr>
          <p:cNvCxnSpPr>
            <a:cxnSpLocks/>
          </p:cNvCxnSpPr>
          <p:nvPr/>
        </p:nvCxnSpPr>
        <p:spPr>
          <a:xfrm>
            <a:off x="2874872" y="5369161"/>
            <a:ext cx="132631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0" name="직선 연결선 989">
            <a:extLst>
              <a:ext uri="{FF2B5EF4-FFF2-40B4-BE49-F238E27FC236}">
                <a16:creationId xmlns:a16="http://schemas.microsoft.com/office/drawing/2014/main" id="{E8C003C4-6B68-525E-894B-4BA874C86AA1}"/>
              </a:ext>
            </a:extLst>
          </p:cNvPr>
          <p:cNvCxnSpPr>
            <a:cxnSpLocks/>
          </p:cNvCxnSpPr>
          <p:nvPr/>
        </p:nvCxnSpPr>
        <p:spPr>
          <a:xfrm>
            <a:off x="4201182" y="1790700"/>
            <a:ext cx="0" cy="35877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2" name="직선 화살표 연결선 991">
            <a:extLst>
              <a:ext uri="{FF2B5EF4-FFF2-40B4-BE49-F238E27FC236}">
                <a16:creationId xmlns:a16="http://schemas.microsoft.com/office/drawing/2014/main" id="{901CEDAB-CB6F-5383-1607-B75E76483C70}"/>
              </a:ext>
            </a:extLst>
          </p:cNvPr>
          <p:cNvCxnSpPr>
            <a:cxnSpLocks/>
          </p:cNvCxnSpPr>
          <p:nvPr/>
        </p:nvCxnSpPr>
        <p:spPr>
          <a:xfrm>
            <a:off x="4201182" y="1791943"/>
            <a:ext cx="626679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6" name="직선 연결선 995">
            <a:extLst>
              <a:ext uri="{FF2B5EF4-FFF2-40B4-BE49-F238E27FC236}">
                <a16:creationId xmlns:a16="http://schemas.microsoft.com/office/drawing/2014/main" id="{F90F6287-539F-10AD-F1CF-A9D4D5D4FC58}"/>
              </a:ext>
            </a:extLst>
          </p:cNvPr>
          <p:cNvCxnSpPr>
            <a:cxnSpLocks/>
          </p:cNvCxnSpPr>
          <p:nvPr/>
        </p:nvCxnSpPr>
        <p:spPr>
          <a:xfrm>
            <a:off x="10465832" y="1790700"/>
            <a:ext cx="0" cy="6685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9" name="직선 화살표 연결선 998">
            <a:extLst>
              <a:ext uri="{FF2B5EF4-FFF2-40B4-BE49-F238E27FC236}">
                <a16:creationId xmlns:a16="http://schemas.microsoft.com/office/drawing/2014/main" id="{57132D90-562E-823B-1ED3-5594436F56BD}"/>
              </a:ext>
            </a:extLst>
          </p:cNvPr>
          <p:cNvCxnSpPr>
            <a:cxnSpLocks/>
          </p:cNvCxnSpPr>
          <p:nvPr/>
        </p:nvCxnSpPr>
        <p:spPr>
          <a:xfrm flipH="1">
            <a:off x="10367837" y="2456801"/>
            <a:ext cx="100138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2" name="TextBox 1001">
            <a:extLst>
              <a:ext uri="{FF2B5EF4-FFF2-40B4-BE49-F238E27FC236}">
                <a16:creationId xmlns:a16="http://schemas.microsoft.com/office/drawing/2014/main" id="{1F7754C1-082B-F3E4-FF79-953D3FDA145B}"/>
              </a:ext>
            </a:extLst>
          </p:cNvPr>
          <p:cNvSpPr txBox="1"/>
          <p:nvPr/>
        </p:nvSpPr>
        <p:spPr>
          <a:xfrm>
            <a:off x="3060179" y="5265556"/>
            <a:ext cx="56209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latin typeface="+mn-ea"/>
              </a:rPr>
              <a:t>FAN_ALERT-</a:t>
            </a:r>
            <a:endParaRPr lang="ko-KR" altLang="en-US" sz="600" dirty="0">
              <a:latin typeface="+mn-ea"/>
            </a:endParaRPr>
          </a:p>
        </p:txBody>
      </p:sp>
      <p:cxnSp>
        <p:nvCxnSpPr>
          <p:cNvPr id="1008" name="직선 화살표 연결선 1007">
            <a:extLst>
              <a:ext uri="{FF2B5EF4-FFF2-40B4-BE49-F238E27FC236}">
                <a16:creationId xmlns:a16="http://schemas.microsoft.com/office/drawing/2014/main" id="{FEB7253C-9C57-BA0B-6BAB-2C83735D1C44}"/>
              </a:ext>
            </a:extLst>
          </p:cNvPr>
          <p:cNvCxnSpPr>
            <a:cxnSpLocks/>
          </p:cNvCxnSpPr>
          <p:nvPr/>
        </p:nvCxnSpPr>
        <p:spPr>
          <a:xfrm>
            <a:off x="6307853" y="732971"/>
            <a:ext cx="355300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0" name="직선 화살표 연결선 1009">
            <a:extLst>
              <a:ext uri="{FF2B5EF4-FFF2-40B4-BE49-F238E27FC236}">
                <a16:creationId xmlns:a16="http://schemas.microsoft.com/office/drawing/2014/main" id="{13633339-ECAF-1F06-29EB-4FF3E27C6D90}"/>
              </a:ext>
            </a:extLst>
          </p:cNvPr>
          <p:cNvCxnSpPr>
            <a:cxnSpLocks/>
          </p:cNvCxnSpPr>
          <p:nvPr/>
        </p:nvCxnSpPr>
        <p:spPr>
          <a:xfrm>
            <a:off x="6313909" y="1153266"/>
            <a:ext cx="355300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1" name="직선 화살표 연결선 1010">
            <a:extLst>
              <a:ext uri="{FF2B5EF4-FFF2-40B4-BE49-F238E27FC236}">
                <a16:creationId xmlns:a16="http://schemas.microsoft.com/office/drawing/2014/main" id="{C80D34DE-0931-56AB-D6EB-629C33DADE95}"/>
              </a:ext>
            </a:extLst>
          </p:cNvPr>
          <p:cNvCxnSpPr>
            <a:cxnSpLocks/>
          </p:cNvCxnSpPr>
          <p:nvPr/>
        </p:nvCxnSpPr>
        <p:spPr>
          <a:xfrm>
            <a:off x="6337000" y="1555026"/>
            <a:ext cx="355300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2" name="직선 화살표 연결선 1011">
            <a:extLst>
              <a:ext uri="{FF2B5EF4-FFF2-40B4-BE49-F238E27FC236}">
                <a16:creationId xmlns:a16="http://schemas.microsoft.com/office/drawing/2014/main" id="{749F3A20-4738-4DC9-5D94-C8A21D04B9B0}"/>
              </a:ext>
            </a:extLst>
          </p:cNvPr>
          <p:cNvCxnSpPr>
            <a:cxnSpLocks/>
          </p:cNvCxnSpPr>
          <p:nvPr/>
        </p:nvCxnSpPr>
        <p:spPr>
          <a:xfrm>
            <a:off x="6554054" y="2901217"/>
            <a:ext cx="355300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3" name="직선 화살표 연결선 1012">
            <a:extLst>
              <a:ext uri="{FF2B5EF4-FFF2-40B4-BE49-F238E27FC236}">
                <a16:creationId xmlns:a16="http://schemas.microsoft.com/office/drawing/2014/main" id="{55ACB562-1CF8-7F21-5C37-F3546D21E973}"/>
              </a:ext>
            </a:extLst>
          </p:cNvPr>
          <p:cNvCxnSpPr>
            <a:cxnSpLocks/>
          </p:cNvCxnSpPr>
          <p:nvPr/>
        </p:nvCxnSpPr>
        <p:spPr>
          <a:xfrm>
            <a:off x="6567909" y="3250292"/>
            <a:ext cx="355300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4" name="직선 화살표 연결선 1013">
            <a:extLst>
              <a:ext uri="{FF2B5EF4-FFF2-40B4-BE49-F238E27FC236}">
                <a16:creationId xmlns:a16="http://schemas.microsoft.com/office/drawing/2014/main" id="{A51C5CB8-094A-946F-6C11-A0DB8157F67B}"/>
              </a:ext>
            </a:extLst>
          </p:cNvPr>
          <p:cNvCxnSpPr>
            <a:cxnSpLocks/>
          </p:cNvCxnSpPr>
          <p:nvPr/>
        </p:nvCxnSpPr>
        <p:spPr>
          <a:xfrm>
            <a:off x="6554055" y="3877252"/>
            <a:ext cx="355300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5" name="직선 화살표 연결선 1014">
            <a:extLst>
              <a:ext uri="{FF2B5EF4-FFF2-40B4-BE49-F238E27FC236}">
                <a16:creationId xmlns:a16="http://schemas.microsoft.com/office/drawing/2014/main" id="{FC1BDF28-7124-553E-06AF-772D4FC3980E}"/>
              </a:ext>
            </a:extLst>
          </p:cNvPr>
          <p:cNvCxnSpPr>
            <a:cxnSpLocks/>
          </p:cNvCxnSpPr>
          <p:nvPr/>
        </p:nvCxnSpPr>
        <p:spPr>
          <a:xfrm>
            <a:off x="6558672" y="4492461"/>
            <a:ext cx="355300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6" name="직선 화살표 연결선 1015">
            <a:extLst>
              <a:ext uri="{FF2B5EF4-FFF2-40B4-BE49-F238E27FC236}">
                <a16:creationId xmlns:a16="http://schemas.microsoft.com/office/drawing/2014/main" id="{2E06AC44-408E-EC21-978E-32D0ABE9AACC}"/>
              </a:ext>
            </a:extLst>
          </p:cNvPr>
          <p:cNvCxnSpPr>
            <a:cxnSpLocks/>
          </p:cNvCxnSpPr>
          <p:nvPr/>
        </p:nvCxnSpPr>
        <p:spPr>
          <a:xfrm>
            <a:off x="8336672" y="6071870"/>
            <a:ext cx="355300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8" name="직선 화살표 연결선 1017">
            <a:extLst>
              <a:ext uri="{FF2B5EF4-FFF2-40B4-BE49-F238E27FC236}">
                <a16:creationId xmlns:a16="http://schemas.microsoft.com/office/drawing/2014/main" id="{E45CB0E2-73A0-2584-31D8-E200EE4DD97B}"/>
              </a:ext>
            </a:extLst>
          </p:cNvPr>
          <p:cNvCxnSpPr>
            <a:cxnSpLocks/>
          </p:cNvCxnSpPr>
          <p:nvPr/>
        </p:nvCxnSpPr>
        <p:spPr>
          <a:xfrm>
            <a:off x="1167370" y="5028170"/>
            <a:ext cx="850655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" name="타원 1023">
            <a:extLst>
              <a:ext uri="{FF2B5EF4-FFF2-40B4-BE49-F238E27FC236}">
                <a16:creationId xmlns:a16="http://schemas.microsoft.com/office/drawing/2014/main" id="{E3B2D95E-2C3A-4A4C-C6C2-C45DCD981AB2}"/>
              </a:ext>
            </a:extLst>
          </p:cNvPr>
          <p:cNvSpPr/>
          <p:nvPr/>
        </p:nvSpPr>
        <p:spPr>
          <a:xfrm>
            <a:off x="2851445" y="500968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59E94661-36C5-3A57-AC6D-FFE1469FDE6B}"/>
              </a:ext>
            </a:extLst>
          </p:cNvPr>
          <p:cNvSpPr txBox="1"/>
          <p:nvPr/>
        </p:nvSpPr>
        <p:spPr>
          <a:xfrm>
            <a:off x="3774118" y="1390599"/>
            <a:ext cx="30223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+24V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35" name="직선 연결선 1034">
            <a:extLst>
              <a:ext uri="{FF2B5EF4-FFF2-40B4-BE49-F238E27FC236}">
                <a16:creationId xmlns:a16="http://schemas.microsoft.com/office/drawing/2014/main" id="{0A551233-54CC-02B9-9A25-D875AB693309}"/>
              </a:ext>
            </a:extLst>
          </p:cNvPr>
          <p:cNvCxnSpPr>
            <a:cxnSpLocks/>
          </p:cNvCxnSpPr>
          <p:nvPr/>
        </p:nvCxnSpPr>
        <p:spPr>
          <a:xfrm>
            <a:off x="3031137" y="5467350"/>
            <a:ext cx="0" cy="4929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0" name="TextBox 1039">
            <a:extLst>
              <a:ext uri="{FF2B5EF4-FFF2-40B4-BE49-F238E27FC236}">
                <a16:creationId xmlns:a16="http://schemas.microsoft.com/office/drawing/2014/main" id="{29B4164D-7B4C-07F6-FCF7-47BEC325EAA4}"/>
              </a:ext>
            </a:extLst>
          </p:cNvPr>
          <p:cNvSpPr txBox="1"/>
          <p:nvPr/>
        </p:nvSpPr>
        <p:spPr>
          <a:xfrm>
            <a:off x="3050728" y="5742471"/>
            <a:ext cx="30223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+24V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41" name="직선 연결선 1040">
            <a:extLst>
              <a:ext uri="{FF2B5EF4-FFF2-40B4-BE49-F238E27FC236}">
                <a16:creationId xmlns:a16="http://schemas.microsoft.com/office/drawing/2014/main" id="{37F2CEAB-D377-DC0F-5168-1845E4A68BC7}"/>
              </a:ext>
            </a:extLst>
          </p:cNvPr>
          <p:cNvCxnSpPr>
            <a:cxnSpLocks/>
          </p:cNvCxnSpPr>
          <p:nvPr/>
        </p:nvCxnSpPr>
        <p:spPr>
          <a:xfrm>
            <a:off x="3031444" y="6103144"/>
            <a:ext cx="0" cy="3683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4AC13EFC-3FB3-3F1E-BCAD-835A13B3C448}"/>
              </a:ext>
            </a:extLst>
          </p:cNvPr>
          <p:cNvCxnSpPr>
            <a:cxnSpLocks/>
          </p:cNvCxnSpPr>
          <p:nvPr/>
        </p:nvCxnSpPr>
        <p:spPr>
          <a:xfrm>
            <a:off x="7454900" y="6214299"/>
            <a:ext cx="22225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F86E0BA-7D0D-0627-E0BE-480118E98D5F}"/>
              </a:ext>
            </a:extLst>
          </p:cNvPr>
          <p:cNvCxnSpPr>
            <a:cxnSpLocks/>
          </p:cNvCxnSpPr>
          <p:nvPr/>
        </p:nvCxnSpPr>
        <p:spPr>
          <a:xfrm>
            <a:off x="7679337" y="6213712"/>
            <a:ext cx="0" cy="250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0946D6E-6C14-6D06-543C-AE0D61966264}"/>
              </a:ext>
            </a:extLst>
          </p:cNvPr>
          <p:cNvSpPr/>
          <p:nvPr/>
        </p:nvSpPr>
        <p:spPr>
          <a:xfrm>
            <a:off x="4653179" y="5651285"/>
            <a:ext cx="4218361" cy="1023596"/>
          </a:xfrm>
          <a:prstGeom prst="rect">
            <a:avLst/>
          </a:prstGeom>
          <a:noFill/>
          <a:ln w="254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F3FE51-3929-290B-9E50-2FEBD39DD579}"/>
              </a:ext>
            </a:extLst>
          </p:cNvPr>
          <p:cNvSpPr txBox="1"/>
          <p:nvPr/>
        </p:nvSpPr>
        <p:spPr>
          <a:xfrm>
            <a:off x="9154879" y="6332992"/>
            <a:ext cx="43445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FIL_GND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D125FE2B-DB23-85D8-1861-BB85D38B62D6}"/>
              </a:ext>
            </a:extLst>
          </p:cNvPr>
          <p:cNvCxnSpPr>
            <a:cxnSpLocks/>
          </p:cNvCxnSpPr>
          <p:nvPr/>
        </p:nvCxnSpPr>
        <p:spPr>
          <a:xfrm>
            <a:off x="9194800" y="5910888"/>
            <a:ext cx="563282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907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BD5BC-B606-8A6F-D104-BF001E5A0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9B4D25-3535-B33B-FA2D-C856EFC6F40B}"/>
              </a:ext>
            </a:extLst>
          </p:cNvPr>
          <p:cNvSpPr txBox="1"/>
          <p:nvPr/>
        </p:nvSpPr>
        <p:spPr>
          <a:xfrm>
            <a:off x="263229" y="3781"/>
            <a:ext cx="6771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b="1" u="sng" dirty="0"/>
              <a:t>ATIK IDBB rev0.1 Block Diagram (1/3)</a:t>
            </a:r>
            <a:endParaRPr lang="ko-KR" altLang="en-US" b="1" u="sng" dirty="0"/>
          </a:p>
        </p:txBody>
      </p:sp>
      <p:cxnSp>
        <p:nvCxnSpPr>
          <p:cNvPr id="294" name="직선 연결선 293">
            <a:extLst>
              <a:ext uri="{FF2B5EF4-FFF2-40B4-BE49-F238E27FC236}">
                <a16:creationId xmlns:a16="http://schemas.microsoft.com/office/drawing/2014/main" id="{3E7B7118-CEDB-74B7-429D-B60898F1185C}"/>
              </a:ext>
            </a:extLst>
          </p:cNvPr>
          <p:cNvCxnSpPr>
            <a:cxnSpLocks/>
          </p:cNvCxnSpPr>
          <p:nvPr/>
        </p:nvCxnSpPr>
        <p:spPr>
          <a:xfrm>
            <a:off x="2081693" y="1801435"/>
            <a:ext cx="0" cy="922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5" name="그룹 294">
            <a:extLst>
              <a:ext uri="{FF2B5EF4-FFF2-40B4-BE49-F238E27FC236}">
                <a16:creationId xmlns:a16="http://schemas.microsoft.com/office/drawing/2014/main" id="{60F6BA9D-BA29-FF7F-FE2E-B0392BD9F759}"/>
              </a:ext>
            </a:extLst>
          </p:cNvPr>
          <p:cNvGrpSpPr/>
          <p:nvPr/>
        </p:nvGrpSpPr>
        <p:grpSpPr>
          <a:xfrm>
            <a:off x="2180596" y="1275968"/>
            <a:ext cx="602789" cy="3575291"/>
            <a:chOff x="9553091" y="544373"/>
            <a:chExt cx="602789" cy="3575291"/>
          </a:xfrm>
        </p:grpSpPr>
        <p:grpSp>
          <p:nvGrpSpPr>
            <p:cNvPr id="296" name="그룹 295">
              <a:extLst>
                <a:ext uri="{FF2B5EF4-FFF2-40B4-BE49-F238E27FC236}">
                  <a16:creationId xmlns:a16="http://schemas.microsoft.com/office/drawing/2014/main" id="{B562FC14-90AB-EB08-B055-1E874FAAA266}"/>
                </a:ext>
              </a:extLst>
            </p:cNvPr>
            <p:cNvGrpSpPr/>
            <p:nvPr/>
          </p:nvGrpSpPr>
          <p:grpSpPr>
            <a:xfrm>
              <a:off x="9553091" y="544373"/>
              <a:ext cx="253389" cy="3573705"/>
              <a:chOff x="9553091" y="544373"/>
              <a:chExt cx="253389" cy="3573705"/>
            </a:xfrm>
          </p:grpSpPr>
          <p:grpSp>
            <p:nvGrpSpPr>
              <p:cNvPr id="1049" name="그룹 1048">
                <a:extLst>
                  <a:ext uri="{FF2B5EF4-FFF2-40B4-BE49-F238E27FC236}">
                    <a16:creationId xmlns:a16="http://schemas.microsoft.com/office/drawing/2014/main" id="{E4573885-DEB7-5355-FA18-8AACEDEC8884}"/>
                  </a:ext>
                </a:extLst>
              </p:cNvPr>
              <p:cNvGrpSpPr/>
              <p:nvPr/>
            </p:nvGrpSpPr>
            <p:grpSpPr>
              <a:xfrm>
                <a:off x="9553091" y="544373"/>
                <a:ext cx="253380" cy="1802205"/>
                <a:chOff x="9553091" y="544373"/>
                <a:chExt cx="253380" cy="1802205"/>
              </a:xfrm>
            </p:grpSpPr>
            <p:grpSp>
              <p:nvGrpSpPr>
                <p:cNvPr id="1155" name="그룹 1154">
                  <a:extLst>
                    <a:ext uri="{FF2B5EF4-FFF2-40B4-BE49-F238E27FC236}">
                      <a16:creationId xmlns:a16="http://schemas.microsoft.com/office/drawing/2014/main" id="{A64197ED-45A0-E458-AC43-1E70695D7D4C}"/>
                    </a:ext>
                  </a:extLst>
                </p:cNvPr>
                <p:cNvGrpSpPr/>
                <p:nvPr/>
              </p:nvGrpSpPr>
              <p:grpSpPr>
                <a:xfrm>
                  <a:off x="9553091" y="544373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1200" name="그룹 1199">
                    <a:extLst>
                      <a:ext uri="{FF2B5EF4-FFF2-40B4-BE49-F238E27FC236}">
                        <a16:creationId xmlns:a16="http://schemas.microsoft.com/office/drawing/2014/main" id="{38D51D7A-1C9B-FD11-2624-235A839A99CF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239" name="타원 1238">
                      <a:extLst>
                        <a:ext uri="{FF2B5EF4-FFF2-40B4-BE49-F238E27FC236}">
                          <a16:creationId xmlns:a16="http://schemas.microsoft.com/office/drawing/2014/main" id="{7F655C4D-C5D5-6C9F-5AC0-24B9EC57861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240" name="직선 화살표 연결선 1239">
                      <a:extLst>
                        <a:ext uri="{FF2B5EF4-FFF2-40B4-BE49-F238E27FC236}">
                          <a16:creationId xmlns:a16="http://schemas.microsoft.com/office/drawing/2014/main" id="{31D6D99A-1798-5002-6C25-AFE4B1985C8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01" name="그룹 1200">
                    <a:extLst>
                      <a:ext uri="{FF2B5EF4-FFF2-40B4-BE49-F238E27FC236}">
                        <a16:creationId xmlns:a16="http://schemas.microsoft.com/office/drawing/2014/main" id="{2B597565-694A-36D3-DB85-E81C904C9147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236" name="타원 1235">
                      <a:extLst>
                        <a:ext uri="{FF2B5EF4-FFF2-40B4-BE49-F238E27FC236}">
                          <a16:creationId xmlns:a16="http://schemas.microsoft.com/office/drawing/2014/main" id="{89D5595F-2266-5E2D-4639-25F5847AFCC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238" name="직선 화살표 연결선 1237">
                      <a:extLst>
                        <a:ext uri="{FF2B5EF4-FFF2-40B4-BE49-F238E27FC236}">
                          <a16:creationId xmlns:a16="http://schemas.microsoft.com/office/drawing/2014/main" id="{773414E2-44A4-82C1-AA75-4901C5514F5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02" name="TextBox 1201">
                    <a:extLst>
                      <a:ext uri="{FF2B5EF4-FFF2-40B4-BE49-F238E27FC236}">
                        <a16:creationId xmlns:a16="http://schemas.microsoft.com/office/drawing/2014/main" id="{8F4DF77A-4838-B86B-11D3-E6D312701F91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203" name="TextBox 1202">
                    <a:extLst>
                      <a:ext uri="{FF2B5EF4-FFF2-40B4-BE49-F238E27FC236}">
                        <a16:creationId xmlns:a16="http://schemas.microsoft.com/office/drawing/2014/main" id="{EA84F98F-733F-CB46-E7E3-02DCE90B8DA2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1204" name="그룹 1203">
                    <a:extLst>
                      <a:ext uri="{FF2B5EF4-FFF2-40B4-BE49-F238E27FC236}">
                        <a16:creationId xmlns:a16="http://schemas.microsoft.com/office/drawing/2014/main" id="{0352D3FE-4BF9-33DD-E320-B1A58511AD35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234" name="타원 1233">
                      <a:extLst>
                        <a:ext uri="{FF2B5EF4-FFF2-40B4-BE49-F238E27FC236}">
                          <a16:creationId xmlns:a16="http://schemas.microsoft.com/office/drawing/2014/main" id="{0E03C362-1B36-CFD5-E397-22ADDA2B16B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235" name="직선 화살표 연결선 1234">
                      <a:extLst>
                        <a:ext uri="{FF2B5EF4-FFF2-40B4-BE49-F238E27FC236}">
                          <a16:creationId xmlns:a16="http://schemas.microsoft.com/office/drawing/2014/main" id="{BA1399D9-BD38-01D9-DE45-8288C6CB7F5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05" name="그룹 1204">
                    <a:extLst>
                      <a:ext uri="{FF2B5EF4-FFF2-40B4-BE49-F238E27FC236}">
                        <a16:creationId xmlns:a16="http://schemas.microsoft.com/office/drawing/2014/main" id="{F8C0F839-3A92-D8A9-3A48-95978565B7B0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232" name="타원 1231">
                      <a:extLst>
                        <a:ext uri="{FF2B5EF4-FFF2-40B4-BE49-F238E27FC236}">
                          <a16:creationId xmlns:a16="http://schemas.microsoft.com/office/drawing/2014/main" id="{3F2AC08C-6A1C-F649-083B-BE281C78220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233" name="직선 화살표 연결선 1232">
                      <a:extLst>
                        <a:ext uri="{FF2B5EF4-FFF2-40B4-BE49-F238E27FC236}">
                          <a16:creationId xmlns:a16="http://schemas.microsoft.com/office/drawing/2014/main" id="{6812FEF0-15B5-990A-CED3-BC666752327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06" name="TextBox 1205">
                    <a:extLst>
                      <a:ext uri="{FF2B5EF4-FFF2-40B4-BE49-F238E27FC236}">
                        <a16:creationId xmlns:a16="http://schemas.microsoft.com/office/drawing/2014/main" id="{4D2E0D4F-5CB9-28A7-6361-E8D4B480F0DA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207" name="TextBox 1206">
                    <a:extLst>
                      <a:ext uri="{FF2B5EF4-FFF2-40B4-BE49-F238E27FC236}">
                        <a16:creationId xmlns:a16="http://schemas.microsoft.com/office/drawing/2014/main" id="{3F6862D9-909A-5AC6-F91F-8F9005D92760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1208" name="그룹 1207">
                    <a:extLst>
                      <a:ext uri="{FF2B5EF4-FFF2-40B4-BE49-F238E27FC236}">
                        <a16:creationId xmlns:a16="http://schemas.microsoft.com/office/drawing/2014/main" id="{6C37C721-1530-1160-00D1-5695277F0B22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230" name="타원 1229">
                      <a:extLst>
                        <a:ext uri="{FF2B5EF4-FFF2-40B4-BE49-F238E27FC236}">
                          <a16:creationId xmlns:a16="http://schemas.microsoft.com/office/drawing/2014/main" id="{DDCDCBEE-C585-F963-E694-DCBC26B0B6E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231" name="직선 화살표 연결선 1230">
                      <a:extLst>
                        <a:ext uri="{FF2B5EF4-FFF2-40B4-BE49-F238E27FC236}">
                          <a16:creationId xmlns:a16="http://schemas.microsoft.com/office/drawing/2014/main" id="{AEE03E34-625C-2959-3C48-1AA9C7CA010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09" name="그룹 1208">
                    <a:extLst>
                      <a:ext uri="{FF2B5EF4-FFF2-40B4-BE49-F238E27FC236}">
                        <a16:creationId xmlns:a16="http://schemas.microsoft.com/office/drawing/2014/main" id="{0CDED6D6-5B61-FEA1-8B58-0B28118D156B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228" name="타원 1227">
                      <a:extLst>
                        <a:ext uri="{FF2B5EF4-FFF2-40B4-BE49-F238E27FC236}">
                          <a16:creationId xmlns:a16="http://schemas.microsoft.com/office/drawing/2014/main" id="{410DF159-0405-77C8-200E-343A5D8CECC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229" name="직선 화살표 연결선 1228">
                      <a:extLst>
                        <a:ext uri="{FF2B5EF4-FFF2-40B4-BE49-F238E27FC236}">
                          <a16:creationId xmlns:a16="http://schemas.microsoft.com/office/drawing/2014/main" id="{0A1F08C9-6ACE-9FD7-40A4-DE28E11F61C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10" name="TextBox 1209">
                    <a:extLst>
                      <a:ext uri="{FF2B5EF4-FFF2-40B4-BE49-F238E27FC236}">
                        <a16:creationId xmlns:a16="http://schemas.microsoft.com/office/drawing/2014/main" id="{BA681496-3A95-7C57-2CCD-EEE590659D05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211" name="TextBox 1210">
                    <a:extLst>
                      <a:ext uri="{FF2B5EF4-FFF2-40B4-BE49-F238E27FC236}">
                        <a16:creationId xmlns:a16="http://schemas.microsoft.com/office/drawing/2014/main" id="{AF4AC2D6-6D96-9F10-F752-6D2D8835481C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1212" name="그룹 1211">
                    <a:extLst>
                      <a:ext uri="{FF2B5EF4-FFF2-40B4-BE49-F238E27FC236}">
                        <a16:creationId xmlns:a16="http://schemas.microsoft.com/office/drawing/2014/main" id="{FCF2D17A-AFB6-3C6E-C0A7-BA1C7E2C2D7B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226" name="타원 1225">
                      <a:extLst>
                        <a:ext uri="{FF2B5EF4-FFF2-40B4-BE49-F238E27FC236}">
                          <a16:creationId xmlns:a16="http://schemas.microsoft.com/office/drawing/2014/main" id="{916349A8-7A3F-E5F2-680B-13DC0BBA601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227" name="직선 화살표 연결선 1226">
                      <a:extLst>
                        <a:ext uri="{FF2B5EF4-FFF2-40B4-BE49-F238E27FC236}">
                          <a16:creationId xmlns:a16="http://schemas.microsoft.com/office/drawing/2014/main" id="{30A7CF38-D71D-58BF-1EC5-F6A515234DF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13" name="그룹 1212">
                    <a:extLst>
                      <a:ext uri="{FF2B5EF4-FFF2-40B4-BE49-F238E27FC236}">
                        <a16:creationId xmlns:a16="http://schemas.microsoft.com/office/drawing/2014/main" id="{F40E428D-D7FB-6CEE-444F-6DF31A24C61E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224" name="타원 1223">
                      <a:extLst>
                        <a:ext uri="{FF2B5EF4-FFF2-40B4-BE49-F238E27FC236}">
                          <a16:creationId xmlns:a16="http://schemas.microsoft.com/office/drawing/2014/main" id="{16D2EC2E-C6AA-D5F7-8123-2B1717AD0F1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225" name="직선 화살표 연결선 1224">
                      <a:extLst>
                        <a:ext uri="{FF2B5EF4-FFF2-40B4-BE49-F238E27FC236}">
                          <a16:creationId xmlns:a16="http://schemas.microsoft.com/office/drawing/2014/main" id="{B3FEDC65-9E6F-BE4B-765B-1EC5C15A12C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14" name="TextBox 1213">
                    <a:extLst>
                      <a:ext uri="{FF2B5EF4-FFF2-40B4-BE49-F238E27FC236}">
                        <a16:creationId xmlns:a16="http://schemas.microsoft.com/office/drawing/2014/main" id="{CFC02786-3B89-06E8-911D-961C4B98970A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215" name="TextBox 1214">
                    <a:extLst>
                      <a:ext uri="{FF2B5EF4-FFF2-40B4-BE49-F238E27FC236}">
                        <a16:creationId xmlns:a16="http://schemas.microsoft.com/office/drawing/2014/main" id="{CE58641C-92D6-EFC9-E10B-3EC65C656D25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1216" name="그룹 1215">
                    <a:extLst>
                      <a:ext uri="{FF2B5EF4-FFF2-40B4-BE49-F238E27FC236}">
                        <a16:creationId xmlns:a16="http://schemas.microsoft.com/office/drawing/2014/main" id="{7D709602-0A86-056B-F08D-AF367C3478AC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222" name="타원 1221">
                      <a:extLst>
                        <a:ext uri="{FF2B5EF4-FFF2-40B4-BE49-F238E27FC236}">
                          <a16:creationId xmlns:a16="http://schemas.microsoft.com/office/drawing/2014/main" id="{6D7D8136-F3CA-5E39-21F4-1BF72267486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223" name="직선 화살표 연결선 1222">
                      <a:extLst>
                        <a:ext uri="{FF2B5EF4-FFF2-40B4-BE49-F238E27FC236}">
                          <a16:creationId xmlns:a16="http://schemas.microsoft.com/office/drawing/2014/main" id="{69686BE4-7AA5-0BC2-ABB2-7D21634C4EB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17" name="그룹 1216">
                    <a:extLst>
                      <a:ext uri="{FF2B5EF4-FFF2-40B4-BE49-F238E27FC236}">
                        <a16:creationId xmlns:a16="http://schemas.microsoft.com/office/drawing/2014/main" id="{64710333-9E0B-CCEB-4A51-4A96E444CACD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220" name="타원 1219">
                      <a:extLst>
                        <a:ext uri="{FF2B5EF4-FFF2-40B4-BE49-F238E27FC236}">
                          <a16:creationId xmlns:a16="http://schemas.microsoft.com/office/drawing/2014/main" id="{6C230411-06FB-4797-1B0B-BB1C57D4505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221" name="직선 화살표 연결선 1220">
                      <a:extLst>
                        <a:ext uri="{FF2B5EF4-FFF2-40B4-BE49-F238E27FC236}">
                          <a16:creationId xmlns:a16="http://schemas.microsoft.com/office/drawing/2014/main" id="{F17695F4-324E-BCD9-BD6A-69285BBE73C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18" name="TextBox 1217">
                    <a:extLst>
                      <a:ext uri="{FF2B5EF4-FFF2-40B4-BE49-F238E27FC236}">
                        <a16:creationId xmlns:a16="http://schemas.microsoft.com/office/drawing/2014/main" id="{68EC2FFE-CC96-E031-7C44-33CDF0491EA0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219" name="TextBox 1218">
                    <a:extLst>
                      <a:ext uri="{FF2B5EF4-FFF2-40B4-BE49-F238E27FC236}">
                        <a16:creationId xmlns:a16="http://schemas.microsoft.com/office/drawing/2014/main" id="{3D0302FF-1D35-3514-2AED-F51C820212EA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  <p:grpSp>
              <p:nvGrpSpPr>
                <p:cNvPr id="1157" name="그룹 1156">
                  <a:extLst>
                    <a:ext uri="{FF2B5EF4-FFF2-40B4-BE49-F238E27FC236}">
                      <a16:creationId xmlns:a16="http://schemas.microsoft.com/office/drawing/2014/main" id="{A4ABBF47-7B07-9CB2-16EB-066BF3568EA9}"/>
                    </a:ext>
                  </a:extLst>
                </p:cNvPr>
                <p:cNvGrpSpPr/>
                <p:nvPr/>
              </p:nvGrpSpPr>
              <p:grpSpPr>
                <a:xfrm>
                  <a:off x="9553108" y="1431218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1158" name="그룹 1157">
                    <a:extLst>
                      <a:ext uri="{FF2B5EF4-FFF2-40B4-BE49-F238E27FC236}">
                        <a16:creationId xmlns:a16="http://schemas.microsoft.com/office/drawing/2014/main" id="{B557F55C-5A59-97A5-0BBC-8033F2721E49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198" name="타원 1197">
                      <a:extLst>
                        <a:ext uri="{FF2B5EF4-FFF2-40B4-BE49-F238E27FC236}">
                          <a16:creationId xmlns:a16="http://schemas.microsoft.com/office/drawing/2014/main" id="{44535291-EDE8-14BA-7333-748AD1A866A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99" name="직선 화살표 연결선 1198">
                      <a:extLst>
                        <a:ext uri="{FF2B5EF4-FFF2-40B4-BE49-F238E27FC236}">
                          <a16:creationId xmlns:a16="http://schemas.microsoft.com/office/drawing/2014/main" id="{44947F81-7A2A-799C-43E2-C2F608B3BA5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61" name="그룹 1160">
                    <a:extLst>
                      <a:ext uri="{FF2B5EF4-FFF2-40B4-BE49-F238E27FC236}">
                        <a16:creationId xmlns:a16="http://schemas.microsoft.com/office/drawing/2014/main" id="{07BBDA1F-4F57-E7DB-74A5-2D3F0E19A2F9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196" name="타원 1195">
                      <a:extLst>
                        <a:ext uri="{FF2B5EF4-FFF2-40B4-BE49-F238E27FC236}">
                          <a16:creationId xmlns:a16="http://schemas.microsoft.com/office/drawing/2014/main" id="{F58A2803-4CAC-142F-79E8-E5BB92301C1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97" name="직선 화살표 연결선 1196">
                      <a:extLst>
                        <a:ext uri="{FF2B5EF4-FFF2-40B4-BE49-F238E27FC236}">
                          <a16:creationId xmlns:a16="http://schemas.microsoft.com/office/drawing/2014/main" id="{26367D9A-EB92-B3C7-B47B-25E0708D330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62" name="TextBox 1161">
                    <a:extLst>
                      <a:ext uri="{FF2B5EF4-FFF2-40B4-BE49-F238E27FC236}">
                        <a16:creationId xmlns:a16="http://schemas.microsoft.com/office/drawing/2014/main" id="{155B505A-0AAD-4BC8-D95A-AA510FA6F5E2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163" name="TextBox 1162">
                    <a:extLst>
                      <a:ext uri="{FF2B5EF4-FFF2-40B4-BE49-F238E27FC236}">
                        <a16:creationId xmlns:a16="http://schemas.microsoft.com/office/drawing/2014/main" id="{F42D1114-BE86-3C15-0DC5-9D089B516CEC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1164" name="그룹 1163">
                    <a:extLst>
                      <a:ext uri="{FF2B5EF4-FFF2-40B4-BE49-F238E27FC236}">
                        <a16:creationId xmlns:a16="http://schemas.microsoft.com/office/drawing/2014/main" id="{9D870C4C-205C-C5BD-737C-61E1664FD749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194" name="타원 1193">
                      <a:extLst>
                        <a:ext uri="{FF2B5EF4-FFF2-40B4-BE49-F238E27FC236}">
                          <a16:creationId xmlns:a16="http://schemas.microsoft.com/office/drawing/2014/main" id="{F9E0BA5D-AC94-8D73-DE18-E32E5F2FECA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95" name="직선 화살표 연결선 1194">
                      <a:extLst>
                        <a:ext uri="{FF2B5EF4-FFF2-40B4-BE49-F238E27FC236}">
                          <a16:creationId xmlns:a16="http://schemas.microsoft.com/office/drawing/2014/main" id="{AD2974E2-C115-823E-94D5-CAAD6C441D3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65" name="그룹 1164">
                    <a:extLst>
                      <a:ext uri="{FF2B5EF4-FFF2-40B4-BE49-F238E27FC236}">
                        <a16:creationId xmlns:a16="http://schemas.microsoft.com/office/drawing/2014/main" id="{6EE7C352-8A20-995C-87EF-6DDB76D3CA09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192" name="타원 1191">
                      <a:extLst>
                        <a:ext uri="{FF2B5EF4-FFF2-40B4-BE49-F238E27FC236}">
                          <a16:creationId xmlns:a16="http://schemas.microsoft.com/office/drawing/2014/main" id="{8A7B7FB7-8243-C03C-0B2F-B1DF21F9E86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93" name="직선 화살표 연결선 1192">
                      <a:extLst>
                        <a:ext uri="{FF2B5EF4-FFF2-40B4-BE49-F238E27FC236}">
                          <a16:creationId xmlns:a16="http://schemas.microsoft.com/office/drawing/2014/main" id="{0DC62005-A76F-0237-0E04-185027B3C04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66" name="TextBox 1165">
                    <a:extLst>
                      <a:ext uri="{FF2B5EF4-FFF2-40B4-BE49-F238E27FC236}">
                        <a16:creationId xmlns:a16="http://schemas.microsoft.com/office/drawing/2014/main" id="{A53CE47F-DE74-2F70-8F1D-90036F89E978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167" name="TextBox 1166">
                    <a:extLst>
                      <a:ext uri="{FF2B5EF4-FFF2-40B4-BE49-F238E27FC236}">
                        <a16:creationId xmlns:a16="http://schemas.microsoft.com/office/drawing/2014/main" id="{B93A42C5-CCA1-8835-0664-EC9494DBFDCF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1168" name="그룹 1167">
                    <a:extLst>
                      <a:ext uri="{FF2B5EF4-FFF2-40B4-BE49-F238E27FC236}">
                        <a16:creationId xmlns:a16="http://schemas.microsoft.com/office/drawing/2014/main" id="{ACB68ED4-8A5D-8964-93B8-D8BFD773827A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190" name="타원 1189">
                      <a:extLst>
                        <a:ext uri="{FF2B5EF4-FFF2-40B4-BE49-F238E27FC236}">
                          <a16:creationId xmlns:a16="http://schemas.microsoft.com/office/drawing/2014/main" id="{9CD439DC-28F9-D495-DE95-422E850B8C6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91" name="직선 화살표 연결선 1190">
                      <a:extLst>
                        <a:ext uri="{FF2B5EF4-FFF2-40B4-BE49-F238E27FC236}">
                          <a16:creationId xmlns:a16="http://schemas.microsoft.com/office/drawing/2014/main" id="{96EF1208-EF42-E1E0-17E0-AD7F9A459A7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69" name="그룹 1168">
                    <a:extLst>
                      <a:ext uri="{FF2B5EF4-FFF2-40B4-BE49-F238E27FC236}">
                        <a16:creationId xmlns:a16="http://schemas.microsoft.com/office/drawing/2014/main" id="{E4C6B5B1-AC6F-2078-D8A8-AE2632933EF7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188" name="타원 1187">
                      <a:extLst>
                        <a:ext uri="{FF2B5EF4-FFF2-40B4-BE49-F238E27FC236}">
                          <a16:creationId xmlns:a16="http://schemas.microsoft.com/office/drawing/2014/main" id="{27AE7ABB-27F2-6601-3469-DA66DF20D1F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89" name="직선 화살표 연결선 1188">
                      <a:extLst>
                        <a:ext uri="{FF2B5EF4-FFF2-40B4-BE49-F238E27FC236}">
                          <a16:creationId xmlns:a16="http://schemas.microsoft.com/office/drawing/2014/main" id="{56C36CF6-28C1-622A-08CA-1D583CB4E2A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70" name="TextBox 1169">
                    <a:extLst>
                      <a:ext uri="{FF2B5EF4-FFF2-40B4-BE49-F238E27FC236}">
                        <a16:creationId xmlns:a16="http://schemas.microsoft.com/office/drawing/2014/main" id="{CDBC6DA6-AEA3-4823-0AC4-78AAC15BCC97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171" name="TextBox 1170">
                    <a:extLst>
                      <a:ext uri="{FF2B5EF4-FFF2-40B4-BE49-F238E27FC236}">
                        <a16:creationId xmlns:a16="http://schemas.microsoft.com/office/drawing/2014/main" id="{027F5A37-27E5-E80B-095F-B93B91480C76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1172" name="그룹 1171">
                    <a:extLst>
                      <a:ext uri="{FF2B5EF4-FFF2-40B4-BE49-F238E27FC236}">
                        <a16:creationId xmlns:a16="http://schemas.microsoft.com/office/drawing/2014/main" id="{8E92D96E-C42B-A1A9-2A34-7A68209A4D27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186" name="타원 1185">
                      <a:extLst>
                        <a:ext uri="{FF2B5EF4-FFF2-40B4-BE49-F238E27FC236}">
                          <a16:creationId xmlns:a16="http://schemas.microsoft.com/office/drawing/2014/main" id="{63649F81-6BB2-A2E3-22DE-F0C2A2ACE85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87" name="직선 화살표 연결선 1186">
                      <a:extLst>
                        <a:ext uri="{FF2B5EF4-FFF2-40B4-BE49-F238E27FC236}">
                          <a16:creationId xmlns:a16="http://schemas.microsoft.com/office/drawing/2014/main" id="{A7661246-FF18-D5D8-C38D-3CC7A030F80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73" name="그룹 1172">
                    <a:extLst>
                      <a:ext uri="{FF2B5EF4-FFF2-40B4-BE49-F238E27FC236}">
                        <a16:creationId xmlns:a16="http://schemas.microsoft.com/office/drawing/2014/main" id="{3169E2E5-4118-BD4D-5309-A0003EA10C16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184" name="타원 1183">
                      <a:extLst>
                        <a:ext uri="{FF2B5EF4-FFF2-40B4-BE49-F238E27FC236}">
                          <a16:creationId xmlns:a16="http://schemas.microsoft.com/office/drawing/2014/main" id="{708C0727-E461-2C7F-C026-BB36B76CC62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85" name="직선 화살표 연결선 1184">
                      <a:extLst>
                        <a:ext uri="{FF2B5EF4-FFF2-40B4-BE49-F238E27FC236}">
                          <a16:creationId xmlns:a16="http://schemas.microsoft.com/office/drawing/2014/main" id="{2D4D147F-6F22-2E7F-A3DE-9C165CF6AC0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74" name="TextBox 1173">
                    <a:extLst>
                      <a:ext uri="{FF2B5EF4-FFF2-40B4-BE49-F238E27FC236}">
                        <a16:creationId xmlns:a16="http://schemas.microsoft.com/office/drawing/2014/main" id="{0BE18AF4-B0E6-5C83-8BB6-9745FB0739A0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175" name="TextBox 1174">
                    <a:extLst>
                      <a:ext uri="{FF2B5EF4-FFF2-40B4-BE49-F238E27FC236}">
                        <a16:creationId xmlns:a16="http://schemas.microsoft.com/office/drawing/2014/main" id="{8BE99282-CB11-0B5D-3148-58CDB774C3BF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1176" name="그룹 1175">
                    <a:extLst>
                      <a:ext uri="{FF2B5EF4-FFF2-40B4-BE49-F238E27FC236}">
                        <a16:creationId xmlns:a16="http://schemas.microsoft.com/office/drawing/2014/main" id="{0EC006D5-6834-4B06-28A2-C53C9EC7248E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182" name="타원 1181">
                      <a:extLst>
                        <a:ext uri="{FF2B5EF4-FFF2-40B4-BE49-F238E27FC236}">
                          <a16:creationId xmlns:a16="http://schemas.microsoft.com/office/drawing/2014/main" id="{34C9C83B-28AC-CF28-9F68-3E74673C016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83" name="직선 화살표 연결선 1182">
                      <a:extLst>
                        <a:ext uri="{FF2B5EF4-FFF2-40B4-BE49-F238E27FC236}">
                          <a16:creationId xmlns:a16="http://schemas.microsoft.com/office/drawing/2014/main" id="{FFF083AB-756B-9AE9-AA7F-E265BDEC2B9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77" name="그룹 1176">
                    <a:extLst>
                      <a:ext uri="{FF2B5EF4-FFF2-40B4-BE49-F238E27FC236}">
                        <a16:creationId xmlns:a16="http://schemas.microsoft.com/office/drawing/2014/main" id="{80ADBB00-D6D9-58BB-0EF2-AF85D332117C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180" name="타원 1179">
                      <a:extLst>
                        <a:ext uri="{FF2B5EF4-FFF2-40B4-BE49-F238E27FC236}">
                          <a16:creationId xmlns:a16="http://schemas.microsoft.com/office/drawing/2014/main" id="{D282313D-EB58-EC8B-8E1B-8CFDC9E6A56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81" name="직선 화살표 연결선 1180">
                      <a:extLst>
                        <a:ext uri="{FF2B5EF4-FFF2-40B4-BE49-F238E27FC236}">
                          <a16:creationId xmlns:a16="http://schemas.microsoft.com/office/drawing/2014/main" id="{43AB483B-704F-FCEF-335D-C4C3FFF07E3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78" name="TextBox 1177">
                    <a:extLst>
                      <a:ext uri="{FF2B5EF4-FFF2-40B4-BE49-F238E27FC236}">
                        <a16:creationId xmlns:a16="http://schemas.microsoft.com/office/drawing/2014/main" id="{07C6CD86-2C34-39EE-F476-F7A91632AA0C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179" name="TextBox 1178">
                    <a:extLst>
                      <a:ext uri="{FF2B5EF4-FFF2-40B4-BE49-F238E27FC236}">
                        <a16:creationId xmlns:a16="http://schemas.microsoft.com/office/drawing/2014/main" id="{413F7F1D-4F36-5F59-4D15-E0E469CB37D9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</p:grpSp>
          <p:grpSp>
            <p:nvGrpSpPr>
              <p:cNvPr id="1050" name="그룹 1049">
                <a:extLst>
                  <a:ext uri="{FF2B5EF4-FFF2-40B4-BE49-F238E27FC236}">
                    <a16:creationId xmlns:a16="http://schemas.microsoft.com/office/drawing/2014/main" id="{3607229C-C734-F490-E9DA-2CF9A0CEE2A3}"/>
                  </a:ext>
                </a:extLst>
              </p:cNvPr>
              <p:cNvGrpSpPr/>
              <p:nvPr/>
            </p:nvGrpSpPr>
            <p:grpSpPr>
              <a:xfrm>
                <a:off x="9553100" y="2315873"/>
                <a:ext cx="253380" cy="1802205"/>
                <a:chOff x="9553091" y="544373"/>
                <a:chExt cx="253380" cy="1802205"/>
              </a:xfrm>
            </p:grpSpPr>
            <p:grpSp>
              <p:nvGrpSpPr>
                <p:cNvPr id="1051" name="그룹 1050">
                  <a:extLst>
                    <a:ext uri="{FF2B5EF4-FFF2-40B4-BE49-F238E27FC236}">
                      <a16:creationId xmlns:a16="http://schemas.microsoft.com/office/drawing/2014/main" id="{B36A3488-C2DC-AADB-3EE3-8E7C08EA55F3}"/>
                    </a:ext>
                  </a:extLst>
                </p:cNvPr>
                <p:cNvGrpSpPr/>
                <p:nvPr/>
              </p:nvGrpSpPr>
              <p:grpSpPr>
                <a:xfrm>
                  <a:off x="9553091" y="544373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1108" name="그룹 1107">
                    <a:extLst>
                      <a:ext uri="{FF2B5EF4-FFF2-40B4-BE49-F238E27FC236}">
                        <a16:creationId xmlns:a16="http://schemas.microsoft.com/office/drawing/2014/main" id="{61A1F476-2C63-7089-81B5-3066E1DF0899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153" name="타원 1152">
                      <a:extLst>
                        <a:ext uri="{FF2B5EF4-FFF2-40B4-BE49-F238E27FC236}">
                          <a16:creationId xmlns:a16="http://schemas.microsoft.com/office/drawing/2014/main" id="{92FAD07D-0E5C-04DC-6DE0-75FFF0AE137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54" name="직선 화살표 연결선 1153">
                      <a:extLst>
                        <a:ext uri="{FF2B5EF4-FFF2-40B4-BE49-F238E27FC236}">
                          <a16:creationId xmlns:a16="http://schemas.microsoft.com/office/drawing/2014/main" id="{761AAE67-BCDD-0F24-770A-D887588820C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09" name="그룹 1108">
                    <a:extLst>
                      <a:ext uri="{FF2B5EF4-FFF2-40B4-BE49-F238E27FC236}">
                        <a16:creationId xmlns:a16="http://schemas.microsoft.com/office/drawing/2014/main" id="{B98D1F39-5E95-0F4A-5EC0-7116F3A0AFA2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148" name="타원 1147">
                      <a:extLst>
                        <a:ext uri="{FF2B5EF4-FFF2-40B4-BE49-F238E27FC236}">
                          <a16:creationId xmlns:a16="http://schemas.microsoft.com/office/drawing/2014/main" id="{46510A5D-3B4B-16C1-031E-9C4C6223EA0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52" name="직선 화살표 연결선 1151">
                      <a:extLst>
                        <a:ext uri="{FF2B5EF4-FFF2-40B4-BE49-F238E27FC236}">
                          <a16:creationId xmlns:a16="http://schemas.microsoft.com/office/drawing/2014/main" id="{2E0593F9-9AE8-23D7-7EF6-8BE536195B7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10" name="TextBox 1109">
                    <a:extLst>
                      <a:ext uri="{FF2B5EF4-FFF2-40B4-BE49-F238E27FC236}">
                        <a16:creationId xmlns:a16="http://schemas.microsoft.com/office/drawing/2014/main" id="{900A3ED9-15A4-0BF8-19FD-64AB4C50AE2D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111" name="TextBox 1110">
                    <a:extLst>
                      <a:ext uri="{FF2B5EF4-FFF2-40B4-BE49-F238E27FC236}">
                        <a16:creationId xmlns:a16="http://schemas.microsoft.com/office/drawing/2014/main" id="{E925087C-BA8A-4CB9-F443-C44DF706D09B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1115" name="그룹 1114">
                    <a:extLst>
                      <a:ext uri="{FF2B5EF4-FFF2-40B4-BE49-F238E27FC236}">
                        <a16:creationId xmlns:a16="http://schemas.microsoft.com/office/drawing/2014/main" id="{082BB535-3A8F-4C55-D955-FAD1F9210251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145" name="타원 1144">
                      <a:extLst>
                        <a:ext uri="{FF2B5EF4-FFF2-40B4-BE49-F238E27FC236}">
                          <a16:creationId xmlns:a16="http://schemas.microsoft.com/office/drawing/2014/main" id="{8A4CB92D-6F6B-95A1-42D7-35C1C25B922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46" name="직선 화살표 연결선 1145">
                      <a:extLst>
                        <a:ext uri="{FF2B5EF4-FFF2-40B4-BE49-F238E27FC236}">
                          <a16:creationId xmlns:a16="http://schemas.microsoft.com/office/drawing/2014/main" id="{61E61D03-9934-8F65-63AC-B9B3E627E9F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16" name="그룹 1115">
                    <a:extLst>
                      <a:ext uri="{FF2B5EF4-FFF2-40B4-BE49-F238E27FC236}">
                        <a16:creationId xmlns:a16="http://schemas.microsoft.com/office/drawing/2014/main" id="{8CD89EC9-C552-9E34-90F3-1CAB81F53E2F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143" name="타원 1142">
                      <a:extLst>
                        <a:ext uri="{FF2B5EF4-FFF2-40B4-BE49-F238E27FC236}">
                          <a16:creationId xmlns:a16="http://schemas.microsoft.com/office/drawing/2014/main" id="{122D86C5-54C6-E050-7057-09C2C75F861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44" name="직선 화살표 연결선 1143">
                      <a:extLst>
                        <a:ext uri="{FF2B5EF4-FFF2-40B4-BE49-F238E27FC236}">
                          <a16:creationId xmlns:a16="http://schemas.microsoft.com/office/drawing/2014/main" id="{A8A82D22-D88F-C709-E79C-24ACD2F2B97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17" name="TextBox 1116">
                    <a:extLst>
                      <a:ext uri="{FF2B5EF4-FFF2-40B4-BE49-F238E27FC236}">
                        <a16:creationId xmlns:a16="http://schemas.microsoft.com/office/drawing/2014/main" id="{04CA32DA-976E-A6C3-2873-0096649A0E00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118" name="TextBox 1117">
                    <a:extLst>
                      <a:ext uri="{FF2B5EF4-FFF2-40B4-BE49-F238E27FC236}">
                        <a16:creationId xmlns:a16="http://schemas.microsoft.com/office/drawing/2014/main" id="{22FB6A9D-2043-AAC1-BBCC-6DEC5ACB4A8A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1119" name="그룹 1118">
                    <a:extLst>
                      <a:ext uri="{FF2B5EF4-FFF2-40B4-BE49-F238E27FC236}">
                        <a16:creationId xmlns:a16="http://schemas.microsoft.com/office/drawing/2014/main" id="{6E2E6843-29DF-53D6-0BFA-12DFA6E6FB1B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141" name="타원 1140">
                      <a:extLst>
                        <a:ext uri="{FF2B5EF4-FFF2-40B4-BE49-F238E27FC236}">
                          <a16:creationId xmlns:a16="http://schemas.microsoft.com/office/drawing/2014/main" id="{ED37AF47-2B40-25FD-9946-687061C1C75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42" name="직선 화살표 연결선 1141">
                      <a:extLst>
                        <a:ext uri="{FF2B5EF4-FFF2-40B4-BE49-F238E27FC236}">
                          <a16:creationId xmlns:a16="http://schemas.microsoft.com/office/drawing/2014/main" id="{BCDEA73E-C7AA-FDD2-7390-B8959C99A04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20" name="그룹 1119">
                    <a:extLst>
                      <a:ext uri="{FF2B5EF4-FFF2-40B4-BE49-F238E27FC236}">
                        <a16:creationId xmlns:a16="http://schemas.microsoft.com/office/drawing/2014/main" id="{17B09BC6-58F1-2CEE-BFC3-A77F15FB56F7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139" name="타원 1138">
                      <a:extLst>
                        <a:ext uri="{FF2B5EF4-FFF2-40B4-BE49-F238E27FC236}">
                          <a16:creationId xmlns:a16="http://schemas.microsoft.com/office/drawing/2014/main" id="{8713E74E-9804-0D06-653E-A68D4A9DD08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40" name="직선 화살표 연결선 1139">
                      <a:extLst>
                        <a:ext uri="{FF2B5EF4-FFF2-40B4-BE49-F238E27FC236}">
                          <a16:creationId xmlns:a16="http://schemas.microsoft.com/office/drawing/2014/main" id="{DE179C84-6259-B595-CD44-4DE9611653D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21" name="TextBox 1120">
                    <a:extLst>
                      <a:ext uri="{FF2B5EF4-FFF2-40B4-BE49-F238E27FC236}">
                        <a16:creationId xmlns:a16="http://schemas.microsoft.com/office/drawing/2014/main" id="{95CCA405-FB4A-CAE5-C11E-B5431AF84FB0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122" name="TextBox 1121">
                    <a:extLst>
                      <a:ext uri="{FF2B5EF4-FFF2-40B4-BE49-F238E27FC236}">
                        <a16:creationId xmlns:a16="http://schemas.microsoft.com/office/drawing/2014/main" id="{C053BECD-95BA-2C6D-4064-1E9B51360AD8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1123" name="그룹 1122">
                    <a:extLst>
                      <a:ext uri="{FF2B5EF4-FFF2-40B4-BE49-F238E27FC236}">
                        <a16:creationId xmlns:a16="http://schemas.microsoft.com/office/drawing/2014/main" id="{74F093D5-EE01-41B4-C4D7-4A5F70F6DD69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137" name="타원 1136">
                      <a:extLst>
                        <a:ext uri="{FF2B5EF4-FFF2-40B4-BE49-F238E27FC236}">
                          <a16:creationId xmlns:a16="http://schemas.microsoft.com/office/drawing/2014/main" id="{313D0A89-CDAB-91C5-348D-FF7CFB1B369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38" name="직선 화살표 연결선 1137">
                      <a:extLst>
                        <a:ext uri="{FF2B5EF4-FFF2-40B4-BE49-F238E27FC236}">
                          <a16:creationId xmlns:a16="http://schemas.microsoft.com/office/drawing/2014/main" id="{D8C55D3D-985D-368D-FA80-452068B0A41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24" name="그룹 1123">
                    <a:extLst>
                      <a:ext uri="{FF2B5EF4-FFF2-40B4-BE49-F238E27FC236}">
                        <a16:creationId xmlns:a16="http://schemas.microsoft.com/office/drawing/2014/main" id="{EBF4DE03-8100-7ABB-B01A-B41DE0DD6327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135" name="타원 1134">
                      <a:extLst>
                        <a:ext uri="{FF2B5EF4-FFF2-40B4-BE49-F238E27FC236}">
                          <a16:creationId xmlns:a16="http://schemas.microsoft.com/office/drawing/2014/main" id="{10F9C985-1822-C00D-2E30-1F280C712E1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36" name="직선 화살표 연결선 1135">
                      <a:extLst>
                        <a:ext uri="{FF2B5EF4-FFF2-40B4-BE49-F238E27FC236}">
                          <a16:creationId xmlns:a16="http://schemas.microsoft.com/office/drawing/2014/main" id="{E05D061B-6C8A-4F24-F296-C5FB90A5DCB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25" name="TextBox 1124">
                    <a:extLst>
                      <a:ext uri="{FF2B5EF4-FFF2-40B4-BE49-F238E27FC236}">
                        <a16:creationId xmlns:a16="http://schemas.microsoft.com/office/drawing/2014/main" id="{58857455-FAC5-D52C-F481-AB4B0F2D37C8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126" name="TextBox 1125">
                    <a:extLst>
                      <a:ext uri="{FF2B5EF4-FFF2-40B4-BE49-F238E27FC236}">
                        <a16:creationId xmlns:a16="http://schemas.microsoft.com/office/drawing/2014/main" id="{4710CCE2-063C-C056-57CE-A87141484DB8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1127" name="그룹 1126">
                    <a:extLst>
                      <a:ext uri="{FF2B5EF4-FFF2-40B4-BE49-F238E27FC236}">
                        <a16:creationId xmlns:a16="http://schemas.microsoft.com/office/drawing/2014/main" id="{B01AFC82-44F0-93BC-39D4-D9807C013972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133" name="타원 1132">
                      <a:extLst>
                        <a:ext uri="{FF2B5EF4-FFF2-40B4-BE49-F238E27FC236}">
                          <a16:creationId xmlns:a16="http://schemas.microsoft.com/office/drawing/2014/main" id="{4CD6C8CF-8D58-C54C-7B40-5F771A8CB99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34" name="직선 화살표 연결선 1133">
                      <a:extLst>
                        <a:ext uri="{FF2B5EF4-FFF2-40B4-BE49-F238E27FC236}">
                          <a16:creationId xmlns:a16="http://schemas.microsoft.com/office/drawing/2014/main" id="{43ED8EB0-5528-B8DA-05AC-E316540D6B5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28" name="그룹 1127">
                    <a:extLst>
                      <a:ext uri="{FF2B5EF4-FFF2-40B4-BE49-F238E27FC236}">
                        <a16:creationId xmlns:a16="http://schemas.microsoft.com/office/drawing/2014/main" id="{6B6ECD82-7D32-96C2-56C6-793711F4A4EB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131" name="타원 1130">
                      <a:extLst>
                        <a:ext uri="{FF2B5EF4-FFF2-40B4-BE49-F238E27FC236}">
                          <a16:creationId xmlns:a16="http://schemas.microsoft.com/office/drawing/2014/main" id="{97DF6A99-9F80-DE1E-D183-4A2920751F6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32" name="직선 화살표 연결선 1131">
                      <a:extLst>
                        <a:ext uri="{FF2B5EF4-FFF2-40B4-BE49-F238E27FC236}">
                          <a16:creationId xmlns:a16="http://schemas.microsoft.com/office/drawing/2014/main" id="{9D18582F-B3CD-40CD-8F2E-02672FE9796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29" name="TextBox 1128">
                    <a:extLst>
                      <a:ext uri="{FF2B5EF4-FFF2-40B4-BE49-F238E27FC236}">
                        <a16:creationId xmlns:a16="http://schemas.microsoft.com/office/drawing/2014/main" id="{04FF0829-CA9B-CA3A-8A52-239E30519EF7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130" name="TextBox 1129">
                    <a:extLst>
                      <a:ext uri="{FF2B5EF4-FFF2-40B4-BE49-F238E27FC236}">
                        <a16:creationId xmlns:a16="http://schemas.microsoft.com/office/drawing/2014/main" id="{EE2F6322-1AE1-386C-A701-0962F709600C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  <p:grpSp>
              <p:nvGrpSpPr>
                <p:cNvPr id="1052" name="그룹 1051">
                  <a:extLst>
                    <a:ext uri="{FF2B5EF4-FFF2-40B4-BE49-F238E27FC236}">
                      <a16:creationId xmlns:a16="http://schemas.microsoft.com/office/drawing/2014/main" id="{8AE8EDF3-96A4-0E70-4A22-E251D0C15E11}"/>
                    </a:ext>
                  </a:extLst>
                </p:cNvPr>
                <p:cNvGrpSpPr/>
                <p:nvPr/>
              </p:nvGrpSpPr>
              <p:grpSpPr>
                <a:xfrm>
                  <a:off x="9553108" y="1431218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1053" name="그룹 1052">
                    <a:extLst>
                      <a:ext uri="{FF2B5EF4-FFF2-40B4-BE49-F238E27FC236}">
                        <a16:creationId xmlns:a16="http://schemas.microsoft.com/office/drawing/2014/main" id="{36436777-DE77-9F46-EA77-49C84D4A03EB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106" name="타원 1105">
                      <a:extLst>
                        <a:ext uri="{FF2B5EF4-FFF2-40B4-BE49-F238E27FC236}">
                          <a16:creationId xmlns:a16="http://schemas.microsoft.com/office/drawing/2014/main" id="{7C60A70E-5B70-A4F7-074E-C38BD523725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07" name="직선 화살표 연결선 1106">
                      <a:extLst>
                        <a:ext uri="{FF2B5EF4-FFF2-40B4-BE49-F238E27FC236}">
                          <a16:creationId xmlns:a16="http://schemas.microsoft.com/office/drawing/2014/main" id="{83422E89-BBE6-4150-A7ED-64841339E6C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54" name="그룹 1053">
                    <a:extLst>
                      <a:ext uri="{FF2B5EF4-FFF2-40B4-BE49-F238E27FC236}">
                        <a16:creationId xmlns:a16="http://schemas.microsoft.com/office/drawing/2014/main" id="{65180BED-FFD9-F283-EFF4-8DBBF9D7568E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104" name="타원 1103">
                      <a:extLst>
                        <a:ext uri="{FF2B5EF4-FFF2-40B4-BE49-F238E27FC236}">
                          <a16:creationId xmlns:a16="http://schemas.microsoft.com/office/drawing/2014/main" id="{F928F350-9049-2B59-05AE-C2DCCBCDA14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05" name="직선 화살표 연결선 1104">
                      <a:extLst>
                        <a:ext uri="{FF2B5EF4-FFF2-40B4-BE49-F238E27FC236}">
                          <a16:creationId xmlns:a16="http://schemas.microsoft.com/office/drawing/2014/main" id="{FAAE1741-9BAC-F343-3556-2BE21B4B64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057" name="TextBox 1056">
                    <a:extLst>
                      <a:ext uri="{FF2B5EF4-FFF2-40B4-BE49-F238E27FC236}">
                        <a16:creationId xmlns:a16="http://schemas.microsoft.com/office/drawing/2014/main" id="{E193BB81-EBD1-05E3-6F92-ABA97B6C178E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058" name="TextBox 1057">
                    <a:extLst>
                      <a:ext uri="{FF2B5EF4-FFF2-40B4-BE49-F238E27FC236}">
                        <a16:creationId xmlns:a16="http://schemas.microsoft.com/office/drawing/2014/main" id="{E7302C39-CD70-9545-ADF2-A7172888F3BE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1059" name="그룹 1058">
                    <a:extLst>
                      <a:ext uri="{FF2B5EF4-FFF2-40B4-BE49-F238E27FC236}">
                        <a16:creationId xmlns:a16="http://schemas.microsoft.com/office/drawing/2014/main" id="{E049C917-370B-2B49-A6D4-6895E7C12151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102" name="타원 1101">
                      <a:extLst>
                        <a:ext uri="{FF2B5EF4-FFF2-40B4-BE49-F238E27FC236}">
                          <a16:creationId xmlns:a16="http://schemas.microsoft.com/office/drawing/2014/main" id="{CA8FF680-E0B2-3011-3C18-3A01CF3447F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03" name="직선 화살표 연결선 1102">
                      <a:extLst>
                        <a:ext uri="{FF2B5EF4-FFF2-40B4-BE49-F238E27FC236}">
                          <a16:creationId xmlns:a16="http://schemas.microsoft.com/office/drawing/2014/main" id="{7F9AA7E2-F7A5-6EE6-512E-0013F92D446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60" name="그룹 1059">
                    <a:extLst>
                      <a:ext uri="{FF2B5EF4-FFF2-40B4-BE49-F238E27FC236}">
                        <a16:creationId xmlns:a16="http://schemas.microsoft.com/office/drawing/2014/main" id="{CAE0C18E-610E-EB79-18CD-AB098BB0F00E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099" name="타원 1098">
                      <a:extLst>
                        <a:ext uri="{FF2B5EF4-FFF2-40B4-BE49-F238E27FC236}">
                          <a16:creationId xmlns:a16="http://schemas.microsoft.com/office/drawing/2014/main" id="{09BB1708-E680-6646-9C48-3804E4952A6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100" name="직선 화살표 연결선 1099">
                      <a:extLst>
                        <a:ext uri="{FF2B5EF4-FFF2-40B4-BE49-F238E27FC236}">
                          <a16:creationId xmlns:a16="http://schemas.microsoft.com/office/drawing/2014/main" id="{08A99E6D-7CE0-CEFF-AFEB-DBC488AC984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061" name="TextBox 1060">
                    <a:extLst>
                      <a:ext uri="{FF2B5EF4-FFF2-40B4-BE49-F238E27FC236}">
                        <a16:creationId xmlns:a16="http://schemas.microsoft.com/office/drawing/2014/main" id="{560CFC76-9F9E-3AF2-A1EE-9A2EFEE96218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062" name="TextBox 1061">
                    <a:extLst>
                      <a:ext uri="{FF2B5EF4-FFF2-40B4-BE49-F238E27FC236}">
                        <a16:creationId xmlns:a16="http://schemas.microsoft.com/office/drawing/2014/main" id="{25820CA5-2E77-D7AB-3113-A938FE0E99FC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1063" name="그룹 1062">
                    <a:extLst>
                      <a:ext uri="{FF2B5EF4-FFF2-40B4-BE49-F238E27FC236}">
                        <a16:creationId xmlns:a16="http://schemas.microsoft.com/office/drawing/2014/main" id="{C3AC1F9A-3FD3-F252-E609-65EC968B7511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096" name="타원 1095">
                      <a:extLst>
                        <a:ext uri="{FF2B5EF4-FFF2-40B4-BE49-F238E27FC236}">
                          <a16:creationId xmlns:a16="http://schemas.microsoft.com/office/drawing/2014/main" id="{DBF9891C-F62F-6CA6-E3BF-E008CB93D16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098" name="직선 화살표 연결선 1097">
                      <a:extLst>
                        <a:ext uri="{FF2B5EF4-FFF2-40B4-BE49-F238E27FC236}">
                          <a16:creationId xmlns:a16="http://schemas.microsoft.com/office/drawing/2014/main" id="{29646F3C-C3A7-3205-6DB0-B57661F029D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64" name="그룹 1063">
                    <a:extLst>
                      <a:ext uri="{FF2B5EF4-FFF2-40B4-BE49-F238E27FC236}">
                        <a16:creationId xmlns:a16="http://schemas.microsoft.com/office/drawing/2014/main" id="{212543EE-7436-E848-7768-38DD3605B81B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093" name="타원 1092">
                      <a:extLst>
                        <a:ext uri="{FF2B5EF4-FFF2-40B4-BE49-F238E27FC236}">
                          <a16:creationId xmlns:a16="http://schemas.microsoft.com/office/drawing/2014/main" id="{DA91D5F4-253E-A78F-FBB9-9B527C316CC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095" name="직선 화살표 연결선 1094">
                      <a:extLst>
                        <a:ext uri="{FF2B5EF4-FFF2-40B4-BE49-F238E27FC236}">
                          <a16:creationId xmlns:a16="http://schemas.microsoft.com/office/drawing/2014/main" id="{1344A26D-1C83-60FD-339D-F9309202FA3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065" name="TextBox 1064">
                    <a:extLst>
                      <a:ext uri="{FF2B5EF4-FFF2-40B4-BE49-F238E27FC236}">
                        <a16:creationId xmlns:a16="http://schemas.microsoft.com/office/drawing/2014/main" id="{29A12EE2-8BE9-3BB5-A6C9-4C22ED2B2148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066" name="TextBox 1065">
                    <a:extLst>
                      <a:ext uri="{FF2B5EF4-FFF2-40B4-BE49-F238E27FC236}">
                        <a16:creationId xmlns:a16="http://schemas.microsoft.com/office/drawing/2014/main" id="{10AA2A2D-9925-C217-955D-7AFF34F866E1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1067" name="그룹 1066">
                    <a:extLst>
                      <a:ext uri="{FF2B5EF4-FFF2-40B4-BE49-F238E27FC236}">
                        <a16:creationId xmlns:a16="http://schemas.microsoft.com/office/drawing/2014/main" id="{D5811351-C44B-64CC-27B1-C549205677CD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088" name="타원 1087">
                      <a:extLst>
                        <a:ext uri="{FF2B5EF4-FFF2-40B4-BE49-F238E27FC236}">
                          <a16:creationId xmlns:a16="http://schemas.microsoft.com/office/drawing/2014/main" id="{0D51BB6A-6937-7826-69B0-315855C13F07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089" name="직선 화살표 연결선 1088">
                      <a:extLst>
                        <a:ext uri="{FF2B5EF4-FFF2-40B4-BE49-F238E27FC236}">
                          <a16:creationId xmlns:a16="http://schemas.microsoft.com/office/drawing/2014/main" id="{4B696E9F-56D1-7E97-DA32-80DE7DFAC23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68" name="그룹 1067">
                    <a:extLst>
                      <a:ext uri="{FF2B5EF4-FFF2-40B4-BE49-F238E27FC236}">
                        <a16:creationId xmlns:a16="http://schemas.microsoft.com/office/drawing/2014/main" id="{B5DD8FE1-07D9-53CF-6D05-42922DDEA8F0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086" name="타원 1085">
                      <a:extLst>
                        <a:ext uri="{FF2B5EF4-FFF2-40B4-BE49-F238E27FC236}">
                          <a16:creationId xmlns:a16="http://schemas.microsoft.com/office/drawing/2014/main" id="{3F55351E-EE1F-2889-900E-18CD05B368F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087" name="직선 화살표 연결선 1086">
                      <a:extLst>
                        <a:ext uri="{FF2B5EF4-FFF2-40B4-BE49-F238E27FC236}">
                          <a16:creationId xmlns:a16="http://schemas.microsoft.com/office/drawing/2014/main" id="{FE37790C-84C8-E1B3-F980-13B941CAA27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069" name="TextBox 1068">
                    <a:extLst>
                      <a:ext uri="{FF2B5EF4-FFF2-40B4-BE49-F238E27FC236}">
                        <a16:creationId xmlns:a16="http://schemas.microsoft.com/office/drawing/2014/main" id="{4AD52931-68A6-9226-9355-2DED20D6FF77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070" name="TextBox 1069">
                    <a:extLst>
                      <a:ext uri="{FF2B5EF4-FFF2-40B4-BE49-F238E27FC236}">
                        <a16:creationId xmlns:a16="http://schemas.microsoft.com/office/drawing/2014/main" id="{DD0D19A3-2ECB-120A-EC92-19875E8F4F50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1071" name="그룹 1070">
                    <a:extLst>
                      <a:ext uri="{FF2B5EF4-FFF2-40B4-BE49-F238E27FC236}">
                        <a16:creationId xmlns:a16="http://schemas.microsoft.com/office/drawing/2014/main" id="{4496FF9C-4C69-C33D-4198-96D48B24AA8E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080" name="타원 1079">
                      <a:extLst>
                        <a:ext uri="{FF2B5EF4-FFF2-40B4-BE49-F238E27FC236}">
                          <a16:creationId xmlns:a16="http://schemas.microsoft.com/office/drawing/2014/main" id="{34942C4B-D054-E457-5A51-2567BEA552E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085" name="직선 화살표 연결선 1084">
                      <a:extLst>
                        <a:ext uri="{FF2B5EF4-FFF2-40B4-BE49-F238E27FC236}">
                          <a16:creationId xmlns:a16="http://schemas.microsoft.com/office/drawing/2014/main" id="{FF3750C2-E4FD-1FD2-4F84-4E51F0AF316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72" name="그룹 1071">
                    <a:extLst>
                      <a:ext uri="{FF2B5EF4-FFF2-40B4-BE49-F238E27FC236}">
                        <a16:creationId xmlns:a16="http://schemas.microsoft.com/office/drawing/2014/main" id="{36AFFC03-864C-B720-4133-BD7788114CEE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077" name="타원 1076">
                      <a:extLst>
                        <a:ext uri="{FF2B5EF4-FFF2-40B4-BE49-F238E27FC236}">
                          <a16:creationId xmlns:a16="http://schemas.microsoft.com/office/drawing/2014/main" id="{10D57C1D-8CD5-2C9A-9DAE-35BE7BA2FCE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1078" name="직선 화살표 연결선 1077">
                      <a:extLst>
                        <a:ext uri="{FF2B5EF4-FFF2-40B4-BE49-F238E27FC236}">
                          <a16:creationId xmlns:a16="http://schemas.microsoft.com/office/drawing/2014/main" id="{F8A20449-B4C8-0B25-9ED9-BC506BA9AC3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073" name="TextBox 1072">
                    <a:extLst>
                      <a:ext uri="{FF2B5EF4-FFF2-40B4-BE49-F238E27FC236}">
                        <a16:creationId xmlns:a16="http://schemas.microsoft.com/office/drawing/2014/main" id="{A6579BBF-D9A6-98F2-0B32-D5C49189C36E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40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074" name="TextBox 1073">
                    <a:extLst>
                      <a:ext uri="{FF2B5EF4-FFF2-40B4-BE49-F238E27FC236}">
                        <a16:creationId xmlns:a16="http://schemas.microsoft.com/office/drawing/2014/main" id="{A1A34B53-9385-5515-927D-E1CF5700B541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</p:grpSp>
        </p:grpSp>
        <p:grpSp>
          <p:nvGrpSpPr>
            <p:cNvPr id="297" name="그룹 296">
              <a:extLst>
                <a:ext uri="{FF2B5EF4-FFF2-40B4-BE49-F238E27FC236}">
                  <a16:creationId xmlns:a16="http://schemas.microsoft.com/office/drawing/2014/main" id="{5E9A2484-B800-B347-A5DE-CE21CEC6D62E}"/>
                </a:ext>
              </a:extLst>
            </p:cNvPr>
            <p:cNvGrpSpPr/>
            <p:nvPr/>
          </p:nvGrpSpPr>
          <p:grpSpPr>
            <a:xfrm flipH="1">
              <a:off x="9902491" y="545959"/>
              <a:ext cx="253389" cy="3573705"/>
              <a:chOff x="9553091" y="544373"/>
              <a:chExt cx="253389" cy="3573705"/>
            </a:xfrm>
          </p:grpSpPr>
          <p:grpSp>
            <p:nvGrpSpPr>
              <p:cNvPr id="298" name="그룹 297">
                <a:extLst>
                  <a:ext uri="{FF2B5EF4-FFF2-40B4-BE49-F238E27FC236}">
                    <a16:creationId xmlns:a16="http://schemas.microsoft.com/office/drawing/2014/main" id="{F50185B6-81CE-2B20-3089-F56FA00EB75E}"/>
                  </a:ext>
                </a:extLst>
              </p:cNvPr>
              <p:cNvGrpSpPr/>
              <p:nvPr/>
            </p:nvGrpSpPr>
            <p:grpSpPr>
              <a:xfrm>
                <a:off x="9553091" y="544373"/>
                <a:ext cx="253380" cy="1802205"/>
                <a:chOff x="9553091" y="544373"/>
                <a:chExt cx="253380" cy="1802205"/>
              </a:xfrm>
            </p:grpSpPr>
            <p:grpSp>
              <p:nvGrpSpPr>
                <p:cNvPr id="794" name="그룹 793">
                  <a:extLst>
                    <a:ext uri="{FF2B5EF4-FFF2-40B4-BE49-F238E27FC236}">
                      <a16:creationId xmlns:a16="http://schemas.microsoft.com/office/drawing/2014/main" id="{A4715317-6433-05A5-D827-E79D96037B8E}"/>
                    </a:ext>
                  </a:extLst>
                </p:cNvPr>
                <p:cNvGrpSpPr/>
                <p:nvPr/>
              </p:nvGrpSpPr>
              <p:grpSpPr>
                <a:xfrm>
                  <a:off x="9553091" y="544373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976" name="그룹 975">
                    <a:extLst>
                      <a:ext uri="{FF2B5EF4-FFF2-40B4-BE49-F238E27FC236}">
                        <a16:creationId xmlns:a16="http://schemas.microsoft.com/office/drawing/2014/main" id="{9DDF471D-412C-4478-0530-3ED0B9A0FDFE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047" name="타원 1046">
                      <a:extLst>
                        <a:ext uri="{FF2B5EF4-FFF2-40B4-BE49-F238E27FC236}">
                          <a16:creationId xmlns:a16="http://schemas.microsoft.com/office/drawing/2014/main" id="{A1FD0E0B-097F-F1C5-B34D-00C6F41ECFB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1048" name="직선 화살표 연결선 1047">
                      <a:extLst>
                        <a:ext uri="{FF2B5EF4-FFF2-40B4-BE49-F238E27FC236}">
                          <a16:creationId xmlns:a16="http://schemas.microsoft.com/office/drawing/2014/main" id="{79D32A93-3315-605E-4390-135344DB7CA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977" name="그룹 976">
                    <a:extLst>
                      <a:ext uri="{FF2B5EF4-FFF2-40B4-BE49-F238E27FC236}">
                        <a16:creationId xmlns:a16="http://schemas.microsoft.com/office/drawing/2014/main" id="{352E4EE5-2410-2C9C-9010-E354E85CADD1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045" name="타원 1044">
                      <a:extLst>
                        <a:ext uri="{FF2B5EF4-FFF2-40B4-BE49-F238E27FC236}">
                          <a16:creationId xmlns:a16="http://schemas.microsoft.com/office/drawing/2014/main" id="{3F1A5C8C-918B-A921-2D87-2AA73815A6A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1046" name="직선 화살표 연결선 1045">
                      <a:extLst>
                        <a:ext uri="{FF2B5EF4-FFF2-40B4-BE49-F238E27FC236}">
                          <a16:creationId xmlns:a16="http://schemas.microsoft.com/office/drawing/2014/main" id="{82B207C5-2D30-79F7-4CE6-AEB41B51977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981" name="TextBox 980">
                    <a:extLst>
                      <a:ext uri="{FF2B5EF4-FFF2-40B4-BE49-F238E27FC236}">
                        <a16:creationId xmlns:a16="http://schemas.microsoft.com/office/drawing/2014/main" id="{C86FD497-CE90-797C-C93B-EAB8C3AEE03E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982" name="TextBox 981">
                    <a:extLst>
                      <a:ext uri="{FF2B5EF4-FFF2-40B4-BE49-F238E27FC236}">
                        <a16:creationId xmlns:a16="http://schemas.microsoft.com/office/drawing/2014/main" id="{0CBE2EBD-706F-F3B4-9F5D-095D6AD653F6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985" name="그룹 984">
                    <a:extLst>
                      <a:ext uri="{FF2B5EF4-FFF2-40B4-BE49-F238E27FC236}">
                        <a16:creationId xmlns:a16="http://schemas.microsoft.com/office/drawing/2014/main" id="{5917D589-DBE5-9C1F-A2A0-6A3A7412F714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043" name="타원 1042">
                      <a:extLst>
                        <a:ext uri="{FF2B5EF4-FFF2-40B4-BE49-F238E27FC236}">
                          <a16:creationId xmlns:a16="http://schemas.microsoft.com/office/drawing/2014/main" id="{8EFA9A8C-A639-EAC0-F025-45A2E59B9B0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1044" name="직선 화살표 연결선 1043">
                      <a:extLst>
                        <a:ext uri="{FF2B5EF4-FFF2-40B4-BE49-F238E27FC236}">
                          <a16:creationId xmlns:a16="http://schemas.microsoft.com/office/drawing/2014/main" id="{09A53AE2-0818-55C7-3F7F-B9D91E7B5AE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986" name="그룹 985">
                    <a:extLst>
                      <a:ext uri="{FF2B5EF4-FFF2-40B4-BE49-F238E27FC236}">
                        <a16:creationId xmlns:a16="http://schemas.microsoft.com/office/drawing/2014/main" id="{4EE2D3F5-AE3F-FE25-8039-1BF3612C00D4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041" name="타원 1040">
                      <a:extLst>
                        <a:ext uri="{FF2B5EF4-FFF2-40B4-BE49-F238E27FC236}">
                          <a16:creationId xmlns:a16="http://schemas.microsoft.com/office/drawing/2014/main" id="{68493CD8-511D-E870-9900-B0B36AF73AD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1042" name="직선 화살표 연결선 1041">
                      <a:extLst>
                        <a:ext uri="{FF2B5EF4-FFF2-40B4-BE49-F238E27FC236}">
                          <a16:creationId xmlns:a16="http://schemas.microsoft.com/office/drawing/2014/main" id="{9A2F4EBB-FEC3-221C-0D84-338FFBCFB13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996" name="TextBox 995">
                    <a:extLst>
                      <a:ext uri="{FF2B5EF4-FFF2-40B4-BE49-F238E27FC236}">
                        <a16:creationId xmlns:a16="http://schemas.microsoft.com/office/drawing/2014/main" id="{F0E73E5D-6F82-94C3-1303-382129FE2064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997" name="TextBox 996">
                    <a:extLst>
                      <a:ext uri="{FF2B5EF4-FFF2-40B4-BE49-F238E27FC236}">
                        <a16:creationId xmlns:a16="http://schemas.microsoft.com/office/drawing/2014/main" id="{AA49243D-D46A-7E40-4415-A2D24AA12596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1004" name="그룹 1003">
                    <a:extLst>
                      <a:ext uri="{FF2B5EF4-FFF2-40B4-BE49-F238E27FC236}">
                        <a16:creationId xmlns:a16="http://schemas.microsoft.com/office/drawing/2014/main" id="{C5A9AAE0-B26C-EBDE-9EC0-21275A424AB3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038" name="타원 1037">
                      <a:extLst>
                        <a:ext uri="{FF2B5EF4-FFF2-40B4-BE49-F238E27FC236}">
                          <a16:creationId xmlns:a16="http://schemas.microsoft.com/office/drawing/2014/main" id="{8D782E1B-D575-A285-5A35-E2F6B3ADB34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1040" name="직선 화살표 연결선 1039">
                      <a:extLst>
                        <a:ext uri="{FF2B5EF4-FFF2-40B4-BE49-F238E27FC236}">
                          <a16:creationId xmlns:a16="http://schemas.microsoft.com/office/drawing/2014/main" id="{F0DDEB2B-1338-1748-BB96-118B1A9DB8E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06" name="그룹 1005">
                    <a:extLst>
                      <a:ext uri="{FF2B5EF4-FFF2-40B4-BE49-F238E27FC236}">
                        <a16:creationId xmlns:a16="http://schemas.microsoft.com/office/drawing/2014/main" id="{7E916D3C-2936-A8CD-339F-C7387FED6976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036" name="타원 1035">
                      <a:extLst>
                        <a:ext uri="{FF2B5EF4-FFF2-40B4-BE49-F238E27FC236}">
                          <a16:creationId xmlns:a16="http://schemas.microsoft.com/office/drawing/2014/main" id="{B58DB69B-0BCE-5111-9CE9-D7785260207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1037" name="직선 화살표 연결선 1036">
                      <a:extLst>
                        <a:ext uri="{FF2B5EF4-FFF2-40B4-BE49-F238E27FC236}">
                          <a16:creationId xmlns:a16="http://schemas.microsoft.com/office/drawing/2014/main" id="{4442D070-0447-4162-FF38-5C3D148B792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014" name="TextBox 1013">
                    <a:extLst>
                      <a:ext uri="{FF2B5EF4-FFF2-40B4-BE49-F238E27FC236}">
                        <a16:creationId xmlns:a16="http://schemas.microsoft.com/office/drawing/2014/main" id="{11021DCF-47E3-0BB0-1495-0279FB467357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019" name="TextBox 1018">
                    <a:extLst>
                      <a:ext uri="{FF2B5EF4-FFF2-40B4-BE49-F238E27FC236}">
                        <a16:creationId xmlns:a16="http://schemas.microsoft.com/office/drawing/2014/main" id="{EBB4303C-0284-33A4-745F-44F730F342B0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1020" name="그룹 1019">
                    <a:extLst>
                      <a:ext uri="{FF2B5EF4-FFF2-40B4-BE49-F238E27FC236}">
                        <a16:creationId xmlns:a16="http://schemas.microsoft.com/office/drawing/2014/main" id="{7E8760A1-966F-C17D-AA63-93EFAA509D96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034" name="타원 1033">
                      <a:extLst>
                        <a:ext uri="{FF2B5EF4-FFF2-40B4-BE49-F238E27FC236}">
                          <a16:creationId xmlns:a16="http://schemas.microsoft.com/office/drawing/2014/main" id="{1E6E0A14-1A83-9D00-9EE5-2734CCAA120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1035" name="직선 화살표 연결선 1034">
                      <a:extLst>
                        <a:ext uri="{FF2B5EF4-FFF2-40B4-BE49-F238E27FC236}">
                          <a16:creationId xmlns:a16="http://schemas.microsoft.com/office/drawing/2014/main" id="{6BF9EC7F-455D-B2BB-AE9F-2419E68EFAF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21" name="그룹 1020">
                    <a:extLst>
                      <a:ext uri="{FF2B5EF4-FFF2-40B4-BE49-F238E27FC236}">
                        <a16:creationId xmlns:a16="http://schemas.microsoft.com/office/drawing/2014/main" id="{A5BE2B78-AE18-4EDF-524E-997C64999BC7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032" name="타원 1031">
                      <a:extLst>
                        <a:ext uri="{FF2B5EF4-FFF2-40B4-BE49-F238E27FC236}">
                          <a16:creationId xmlns:a16="http://schemas.microsoft.com/office/drawing/2014/main" id="{4F860301-F2BD-5BBE-47B4-34F303238DD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1033" name="직선 화살표 연결선 1032">
                      <a:extLst>
                        <a:ext uri="{FF2B5EF4-FFF2-40B4-BE49-F238E27FC236}">
                          <a16:creationId xmlns:a16="http://schemas.microsoft.com/office/drawing/2014/main" id="{1B9FDE5F-E440-E14E-B159-3D69543CD76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022" name="TextBox 1021">
                    <a:extLst>
                      <a:ext uri="{FF2B5EF4-FFF2-40B4-BE49-F238E27FC236}">
                        <a16:creationId xmlns:a16="http://schemas.microsoft.com/office/drawing/2014/main" id="{8770FCBE-5FB0-CF04-A081-8FB9DC7FFE3D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023" name="TextBox 1022">
                    <a:extLst>
                      <a:ext uri="{FF2B5EF4-FFF2-40B4-BE49-F238E27FC236}">
                        <a16:creationId xmlns:a16="http://schemas.microsoft.com/office/drawing/2014/main" id="{1B0393C8-95CE-7F16-DF3D-E8F98FB54854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1024" name="그룹 1023">
                    <a:extLst>
                      <a:ext uri="{FF2B5EF4-FFF2-40B4-BE49-F238E27FC236}">
                        <a16:creationId xmlns:a16="http://schemas.microsoft.com/office/drawing/2014/main" id="{4D4594C8-89FA-3FA4-7492-BEDBA26D2EF5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030" name="타원 1029">
                      <a:extLst>
                        <a:ext uri="{FF2B5EF4-FFF2-40B4-BE49-F238E27FC236}">
                          <a16:creationId xmlns:a16="http://schemas.microsoft.com/office/drawing/2014/main" id="{C927FBCD-024C-6F7F-885F-041003E095B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1031" name="직선 화살표 연결선 1030">
                      <a:extLst>
                        <a:ext uri="{FF2B5EF4-FFF2-40B4-BE49-F238E27FC236}">
                          <a16:creationId xmlns:a16="http://schemas.microsoft.com/office/drawing/2014/main" id="{422E5D0D-E2D9-E0D8-20DA-07309F2628D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25" name="그룹 1024">
                    <a:extLst>
                      <a:ext uri="{FF2B5EF4-FFF2-40B4-BE49-F238E27FC236}">
                        <a16:creationId xmlns:a16="http://schemas.microsoft.com/office/drawing/2014/main" id="{7B214F30-0D41-A2FB-1ED3-E34D7581E73B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1028" name="타원 1027">
                      <a:extLst>
                        <a:ext uri="{FF2B5EF4-FFF2-40B4-BE49-F238E27FC236}">
                          <a16:creationId xmlns:a16="http://schemas.microsoft.com/office/drawing/2014/main" id="{A3F4394D-BAD6-E21D-0D16-AA60244B56C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1029" name="직선 화살표 연결선 1028">
                      <a:extLst>
                        <a:ext uri="{FF2B5EF4-FFF2-40B4-BE49-F238E27FC236}">
                          <a16:creationId xmlns:a16="http://schemas.microsoft.com/office/drawing/2014/main" id="{FF63802B-315A-5342-B4FF-9FC5465C210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026" name="TextBox 1025">
                    <a:extLst>
                      <a:ext uri="{FF2B5EF4-FFF2-40B4-BE49-F238E27FC236}">
                        <a16:creationId xmlns:a16="http://schemas.microsoft.com/office/drawing/2014/main" id="{3A4B065C-EAF0-0413-D08D-1770D7CAF196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1027" name="TextBox 1026">
                    <a:extLst>
                      <a:ext uri="{FF2B5EF4-FFF2-40B4-BE49-F238E27FC236}">
                        <a16:creationId xmlns:a16="http://schemas.microsoft.com/office/drawing/2014/main" id="{344D877C-EB26-1A89-0674-7A45B3A48360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  <p:grpSp>
              <p:nvGrpSpPr>
                <p:cNvPr id="826" name="그룹 825">
                  <a:extLst>
                    <a:ext uri="{FF2B5EF4-FFF2-40B4-BE49-F238E27FC236}">
                      <a16:creationId xmlns:a16="http://schemas.microsoft.com/office/drawing/2014/main" id="{EC38F119-73F3-5AAD-A71B-BDA4990D74FD}"/>
                    </a:ext>
                  </a:extLst>
                </p:cNvPr>
                <p:cNvGrpSpPr/>
                <p:nvPr/>
              </p:nvGrpSpPr>
              <p:grpSpPr>
                <a:xfrm>
                  <a:off x="9553108" y="1431218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827" name="그룹 826">
                    <a:extLst>
                      <a:ext uri="{FF2B5EF4-FFF2-40B4-BE49-F238E27FC236}">
                        <a16:creationId xmlns:a16="http://schemas.microsoft.com/office/drawing/2014/main" id="{0C13F706-BC1A-F4A0-B272-309FF69555FC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968" name="타원 967">
                      <a:extLst>
                        <a:ext uri="{FF2B5EF4-FFF2-40B4-BE49-F238E27FC236}">
                          <a16:creationId xmlns:a16="http://schemas.microsoft.com/office/drawing/2014/main" id="{FFEF4E7C-5E57-6A3D-421A-1A73F3CF745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969" name="직선 화살표 연결선 968">
                      <a:extLst>
                        <a:ext uri="{FF2B5EF4-FFF2-40B4-BE49-F238E27FC236}">
                          <a16:creationId xmlns:a16="http://schemas.microsoft.com/office/drawing/2014/main" id="{F83C2B14-36A9-5AA6-50ED-3BBBF507611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29" name="그룹 828">
                    <a:extLst>
                      <a:ext uri="{FF2B5EF4-FFF2-40B4-BE49-F238E27FC236}">
                        <a16:creationId xmlns:a16="http://schemas.microsoft.com/office/drawing/2014/main" id="{159079A4-FC44-2908-CBFF-67DF16632407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965" name="타원 964">
                      <a:extLst>
                        <a:ext uri="{FF2B5EF4-FFF2-40B4-BE49-F238E27FC236}">
                          <a16:creationId xmlns:a16="http://schemas.microsoft.com/office/drawing/2014/main" id="{1C23BB9C-D97F-9060-4731-7CA87660DE4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967" name="직선 화살표 연결선 966">
                      <a:extLst>
                        <a:ext uri="{FF2B5EF4-FFF2-40B4-BE49-F238E27FC236}">
                          <a16:creationId xmlns:a16="http://schemas.microsoft.com/office/drawing/2014/main" id="{7108DC11-7D30-7DB8-6C71-452C7406A0A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853" name="TextBox 852">
                    <a:extLst>
                      <a:ext uri="{FF2B5EF4-FFF2-40B4-BE49-F238E27FC236}">
                        <a16:creationId xmlns:a16="http://schemas.microsoft.com/office/drawing/2014/main" id="{90EADCE6-2867-B54B-AB21-624B224F2336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854" name="TextBox 853">
                    <a:extLst>
                      <a:ext uri="{FF2B5EF4-FFF2-40B4-BE49-F238E27FC236}">
                        <a16:creationId xmlns:a16="http://schemas.microsoft.com/office/drawing/2014/main" id="{A78CF62F-7524-2BD7-14C4-B82E8EC27777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856" name="그룹 855">
                    <a:extLst>
                      <a:ext uri="{FF2B5EF4-FFF2-40B4-BE49-F238E27FC236}">
                        <a16:creationId xmlns:a16="http://schemas.microsoft.com/office/drawing/2014/main" id="{AA5AF40D-488E-6530-B4B4-33E94A39B5C1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961" name="타원 960">
                      <a:extLst>
                        <a:ext uri="{FF2B5EF4-FFF2-40B4-BE49-F238E27FC236}">
                          <a16:creationId xmlns:a16="http://schemas.microsoft.com/office/drawing/2014/main" id="{7F112067-2CBE-E6B1-CA85-E141334D60C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963" name="직선 화살표 연결선 962">
                      <a:extLst>
                        <a:ext uri="{FF2B5EF4-FFF2-40B4-BE49-F238E27FC236}">
                          <a16:creationId xmlns:a16="http://schemas.microsoft.com/office/drawing/2014/main" id="{A1395307-8364-1326-9CA8-374FE4ED7F9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62" name="그룹 861">
                    <a:extLst>
                      <a:ext uri="{FF2B5EF4-FFF2-40B4-BE49-F238E27FC236}">
                        <a16:creationId xmlns:a16="http://schemas.microsoft.com/office/drawing/2014/main" id="{14489425-ECB7-1EEB-6497-8F34BBBAE5F4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944" name="타원 943">
                      <a:extLst>
                        <a:ext uri="{FF2B5EF4-FFF2-40B4-BE49-F238E27FC236}">
                          <a16:creationId xmlns:a16="http://schemas.microsoft.com/office/drawing/2014/main" id="{FC466789-55FE-E6C8-D203-A624C184830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945" name="직선 화살표 연결선 944">
                      <a:extLst>
                        <a:ext uri="{FF2B5EF4-FFF2-40B4-BE49-F238E27FC236}">
                          <a16:creationId xmlns:a16="http://schemas.microsoft.com/office/drawing/2014/main" id="{E9B0A16B-7A60-A5DD-27F4-BFDB5C719D1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863" name="TextBox 862">
                    <a:extLst>
                      <a:ext uri="{FF2B5EF4-FFF2-40B4-BE49-F238E27FC236}">
                        <a16:creationId xmlns:a16="http://schemas.microsoft.com/office/drawing/2014/main" id="{D9C52865-F71D-3423-2160-627BCE71AED2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865" name="TextBox 864">
                    <a:extLst>
                      <a:ext uri="{FF2B5EF4-FFF2-40B4-BE49-F238E27FC236}">
                        <a16:creationId xmlns:a16="http://schemas.microsoft.com/office/drawing/2014/main" id="{CD11BA5E-B816-B214-7C7E-57781E8B276C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869" name="그룹 868">
                    <a:extLst>
                      <a:ext uri="{FF2B5EF4-FFF2-40B4-BE49-F238E27FC236}">
                        <a16:creationId xmlns:a16="http://schemas.microsoft.com/office/drawing/2014/main" id="{EED49818-28FC-2B08-909E-5AE8BDE8D0C5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942" name="타원 941">
                      <a:extLst>
                        <a:ext uri="{FF2B5EF4-FFF2-40B4-BE49-F238E27FC236}">
                          <a16:creationId xmlns:a16="http://schemas.microsoft.com/office/drawing/2014/main" id="{14425F4D-C8B1-4AC1-06DB-1A3EB3EBCBE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943" name="직선 화살표 연결선 942">
                      <a:extLst>
                        <a:ext uri="{FF2B5EF4-FFF2-40B4-BE49-F238E27FC236}">
                          <a16:creationId xmlns:a16="http://schemas.microsoft.com/office/drawing/2014/main" id="{7C395CE5-BB5D-59BE-24D5-B3B2CD64EC8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73" name="그룹 872">
                    <a:extLst>
                      <a:ext uri="{FF2B5EF4-FFF2-40B4-BE49-F238E27FC236}">
                        <a16:creationId xmlns:a16="http://schemas.microsoft.com/office/drawing/2014/main" id="{FF7F1E18-4FBF-CB8A-E12A-767E420DF410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939" name="타원 938">
                      <a:extLst>
                        <a:ext uri="{FF2B5EF4-FFF2-40B4-BE49-F238E27FC236}">
                          <a16:creationId xmlns:a16="http://schemas.microsoft.com/office/drawing/2014/main" id="{41D64C57-5043-61A0-B002-AB0ED34B663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940" name="직선 화살표 연결선 939">
                      <a:extLst>
                        <a:ext uri="{FF2B5EF4-FFF2-40B4-BE49-F238E27FC236}">
                          <a16:creationId xmlns:a16="http://schemas.microsoft.com/office/drawing/2014/main" id="{308DF718-700D-7D4C-FA14-215208B6577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874" name="TextBox 873">
                    <a:extLst>
                      <a:ext uri="{FF2B5EF4-FFF2-40B4-BE49-F238E27FC236}">
                        <a16:creationId xmlns:a16="http://schemas.microsoft.com/office/drawing/2014/main" id="{FFFFF265-D283-B0A4-2AD8-602D2DB6B800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875" name="TextBox 874">
                    <a:extLst>
                      <a:ext uri="{FF2B5EF4-FFF2-40B4-BE49-F238E27FC236}">
                        <a16:creationId xmlns:a16="http://schemas.microsoft.com/office/drawing/2014/main" id="{0B10D8E7-E568-8A60-679E-F1896A998D8F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885" name="그룹 884">
                    <a:extLst>
                      <a:ext uri="{FF2B5EF4-FFF2-40B4-BE49-F238E27FC236}">
                        <a16:creationId xmlns:a16="http://schemas.microsoft.com/office/drawing/2014/main" id="{D1142A82-46FC-E2C0-6F06-DBEDA2F2A6CE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932" name="타원 931">
                      <a:extLst>
                        <a:ext uri="{FF2B5EF4-FFF2-40B4-BE49-F238E27FC236}">
                          <a16:creationId xmlns:a16="http://schemas.microsoft.com/office/drawing/2014/main" id="{A46BC886-7511-F756-467D-54C5C0C68B4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937" name="직선 화살표 연결선 936">
                      <a:extLst>
                        <a:ext uri="{FF2B5EF4-FFF2-40B4-BE49-F238E27FC236}">
                          <a16:creationId xmlns:a16="http://schemas.microsoft.com/office/drawing/2014/main" id="{C42100D8-968D-4F97-D884-3165C204F51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90" name="그룹 889">
                    <a:extLst>
                      <a:ext uri="{FF2B5EF4-FFF2-40B4-BE49-F238E27FC236}">
                        <a16:creationId xmlns:a16="http://schemas.microsoft.com/office/drawing/2014/main" id="{94AD8BA0-3225-F900-B410-01AEDC0CAF35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930" name="타원 929">
                      <a:extLst>
                        <a:ext uri="{FF2B5EF4-FFF2-40B4-BE49-F238E27FC236}">
                          <a16:creationId xmlns:a16="http://schemas.microsoft.com/office/drawing/2014/main" id="{027559E4-5C96-973D-C6B9-CB1F78FEE41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931" name="직선 화살표 연결선 930">
                      <a:extLst>
                        <a:ext uri="{FF2B5EF4-FFF2-40B4-BE49-F238E27FC236}">
                          <a16:creationId xmlns:a16="http://schemas.microsoft.com/office/drawing/2014/main" id="{5A80A9D5-2C9E-6FF1-442C-497C2BC58B1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892" name="TextBox 891">
                    <a:extLst>
                      <a:ext uri="{FF2B5EF4-FFF2-40B4-BE49-F238E27FC236}">
                        <a16:creationId xmlns:a16="http://schemas.microsoft.com/office/drawing/2014/main" id="{DADA80D5-C5A0-2FD1-280F-21B6F61A79C7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895" name="TextBox 894">
                    <a:extLst>
                      <a:ext uri="{FF2B5EF4-FFF2-40B4-BE49-F238E27FC236}">
                        <a16:creationId xmlns:a16="http://schemas.microsoft.com/office/drawing/2014/main" id="{E7572773-CE7B-3575-3932-56E8947172AA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898" name="그룹 897">
                    <a:extLst>
                      <a:ext uri="{FF2B5EF4-FFF2-40B4-BE49-F238E27FC236}">
                        <a16:creationId xmlns:a16="http://schemas.microsoft.com/office/drawing/2014/main" id="{F9EE05F7-4FA0-F4CE-E212-F84199663386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916" name="타원 915">
                      <a:extLst>
                        <a:ext uri="{FF2B5EF4-FFF2-40B4-BE49-F238E27FC236}">
                          <a16:creationId xmlns:a16="http://schemas.microsoft.com/office/drawing/2014/main" id="{E0639AE0-4F43-4A8D-D81A-23011DF46E3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918" name="직선 화살표 연결선 917">
                      <a:extLst>
                        <a:ext uri="{FF2B5EF4-FFF2-40B4-BE49-F238E27FC236}">
                          <a16:creationId xmlns:a16="http://schemas.microsoft.com/office/drawing/2014/main" id="{B76432CC-E346-D7B8-B1B2-F646154F0EE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99" name="그룹 898">
                    <a:extLst>
                      <a:ext uri="{FF2B5EF4-FFF2-40B4-BE49-F238E27FC236}">
                        <a16:creationId xmlns:a16="http://schemas.microsoft.com/office/drawing/2014/main" id="{AD9ED5F8-6158-0D78-3C53-BEDD0F085B6E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914" name="타원 913">
                      <a:extLst>
                        <a:ext uri="{FF2B5EF4-FFF2-40B4-BE49-F238E27FC236}">
                          <a16:creationId xmlns:a16="http://schemas.microsoft.com/office/drawing/2014/main" id="{C327B1D9-D40E-EDFB-C7DE-7957F80DF9F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915" name="직선 화살표 연결선 914">
                      <a:extLst>
                        <a:ext uri="{FF2B5EF4-FFF2-40B4-BE49-F238E27FC236}">
                          <a16:creationId xmlns:a16="http://schemas.microsoft.com/office/drawing/2014/main" id="{4C795928-01EA-A758-C86E-79B92401CB2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902" name="TextBox 901">
                    <a:extLst>
                      <a:ext uri="{FF2B5EF4-FFF2-40B4-BE49-F238E27FC236}">
                        <a16:creationId xmlns:a16="http://schemas.microsoft.com/office/drawing/2014/main" id="{C415ADE9-CED9-4F05-0884-3590F99ABEB2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904" name="TextBox 903">
                    <a:extLst>
                      <a:ext uri="{FF2B5EF4-FFF2-40B4-BE49-F238E27FC236}">
                        <a16:creationId xmlns:a16="http://schemas.microsoft.com/office/drawing/2014/main" id="{784A1DD7-D6D4-A653-2ABB-31E34FB3499D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</p:grpSp>
          <p:grpSp>
            <p:nvGrpSpPr>
              <p:cNvPr id="302" name="그룹 301">
                <a:extLst>
                  <a:ext uri="{FF2B5EF4-FFF2-40B4-BE49-F238E27FC236}">
                    <a16:creationId xmlns:a16="http://schemas.microsoft.com/office/drawing/2014/main" id="{B9332E77-8ACF-937A-AE79-57F229914C43}"/>
                  </a:ext>
                </a:extLst>
              </p:cNvPr>
              <p:cNvGrpSpPr/>
              <p:nvPr/>
            </p:nvGrpSpPr>
            <p:grpSpPr>
              <a:xfrm>
                <a:off x="9553100" y="2315873"/>
                <a:ext cx="253380" cy="1802205"/>
                <a:chOff x="9553091" y="544373"/>
                <a:chExt cx="253380" cy="1802205"/>
              </a:xfrm>
            </p:grpSpPr>
            <p:grpSp>
              <p:nvGrpSpPr>
                <p:cNvPr id="303" name="그룹 302">
                  <a:extLst>
                    <a:ext uri="{FF2B5EF4-FFF2-40B4-BE49-F238E27FC236}">
                      <a16:creationId xmlns:a16="http://schemas.microsoft.com/office/drawing/2014/main" id="{69D86B7F-B5C9-6602-B048-76A5136D6AE7}"/>
                    </a:ext>
                  </a:extLst>
                </p:cNvPr>
                <p:cNvGrpSpPr/>
                <p:nvPr/>
              </p:nvGrpSpPr>
              <p:grpSpPr>
                <a:xfrm>
                  <a:off x="9553091" y="544373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613" name="그룹 612">
                    <a:extLst>
                      <a:ext uri="{FF2B5EF4-FFF2-40B4-BE49-F238E27FC236}">
                        <a16:creationId xmlns:a16="http://schemas.microsoft.com/office/drawing/2014/main" id="{B4EE21BA-2333-E42D-0FF9-8C5344035BDF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791" name="타원 790">
                      <a:extLst>
                        <a:ext uri="{FF2B5EF4-FFF2-40B4-BE49-F238E27FC236}">
                          <a16:creationId xmlns:a16="http://schemas.microsoft.com/office/drawing/2014/main" id="{3725E0E6-87D9-E509-68A2-977A9CDA2B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792" name="직선 화살표 연결선 791">
                      <a:extLst>
                        <a:ext uri="{FF2B5EF4-FFF2-40B4-BE49-F238E27FC236}">
                          <a16:creationId xmlns:a16="http://schemas.microsoft.com/office/drawing/2014/main" id="{0E8C8E3F-FCB9-080D-B31C-2C23123AA76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618" name="그룹 617">
                    <a:extLst>
                      <a:ext uri="{FF2B5EF4-FFF2-40B4-BE49-F238E27FC236}">
                        <a16:creationId xmlns:a16="http://schemas.microsoft.com/office/drawing/2014/main" id="{0F722B3E-BA39-D15A-8D83-D453E18852E8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720" name="타원 719">
                      <a:extLst>
                        <a:ext uri="{FF2B5EF4-FFF2-40B4-BE49-F238E27FC236}">
                          <a16:creationId xmlns:a16="http://schemas.microsoft.com/office/drawing/2014/main" id="{B00DFEAA-3789-EBEF-4493-A3A8E0B3A3B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722" name="직선 화살표 연결선 721">
                      <a:extLst>
                        <a:ext uri="{FF2B5EF4-FFF2-40B4-BE49-F238E27FC236}">
                          <a16:creationId xmlns:a16="http://schemas.microsoft.com/office/drawing/2014/main" id="{D9FF6512-1859-AC98-1A40-66255A829B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632" name="TextBox 631">
                    <a:extLst>
                      <a:ext uri="{FF2B5EF4-FFF2-40B4-BE49-F238E27FC236}">
                        <a16:creationId xmlns:a16="http://schemas.microsoft.com/office/drawing/2014/main" id="{01FD97C7-1E5A-7D47-7E5D-C62436076F35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634" name="TextBox 633">
                    <a:extLst>
                      <a:ext uri="{FF2B5EF4-FFF2-40B4-BE49-F238E27FC236}">
                        <a16:creationId xmlns:a16="http://schemas.microsoft.com/office/drawing/2014/main" id="{0E0EB1D8-7B4E-E5D3-AB4D-FA2147B1D4AF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635" name="그룹 634">
                    <a:extLst>
                      <a:ext uri="{FF2B5EF4-FFF2-40B4-BE49-F238E27FC236}">
                        <a16:creationId xmlns:a16="http://schemas.microsoft.com/office/drawing/2014/main" id="{9967384B-C6FC-A7A2-1BEE-C069C65C9C5C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700" name="타원 699">
                      <a:extLst>
                        <a:ext uri="{FF2B5EF4-FFF2-40B4-BE49-F238E27FC236}">
                          <a16:creationId xmlns:a16="http://schemas.microsoft.com/office/drawing/2014/main" id="{B46F8D6E-D926-7293-D902-2B0D65F6562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701" name="직선 화살표 연결선 700">
                      <a:extLst>
                        <a:ext uri="{FF2B5EF4-FFF2-40B4-BE49-F238E27FC236}">
                          <a16:creationId xmlns:a16="http://schemas.microsoft.com/office/drawing/2014/main" id="{F9E0D3A1-6BA5-0075-010F-00702FC550B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638" name="그룹 637">
                    <a:extLst>
                      <a:ext uri="{FF2B5EF4-FFF2-40B4-BE49-F238E27FC236}">
                        <a16:creationId xmlns:a16="http://schemas.microsoft.com/office/drawing/2014/main" id="{DEACA354-99CE-566B-4CD7-115B15BA5A31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683" name="타원 682">
                      <a:extLst>
                        <a:ext uri="{FF2B5EF4-FFF2-40B4-BE49-F238E27FC236}">
                          <a16:creationId xmlns:a16="http://schemas.microsoft.com/office/drawing/2014/main" id="{EF4F54E1-9BB3-3A2B-8379-5B41749FBEA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688" name="직선 화살표 연결선 687">
                      <a:extLst>
                        <a:ext uri="{FF2B5EF4-FFF2-40B4-BE49-F238E27FC236}">
                          <a16:creationId xmlns:a16="http://schemas.microsoft.com/office/drawing/2014/main" id="{18DB7E0D-87C0-1ABE-D925-1BCD44C9925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639" name="TextBox 638">
                    <a:extLst>
                      <a:ext uri="{FF2B5EF4-FFF2-40B4-BE49-F238E27FC236}">
                        <a16:creationId xmlns:a16="http://schemas.microsoft.com/office/drawing/2014/main" id="{AC0CE6D3-B153-4179-99E9-29DDE8F3E3A0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640" name="TextBox 639">
                    <a:extLst>
                      <a:ext uri="{FF2B5EF4-FFF2-40B4-BE49-F238E27FC236}">
                        <a16:creationId xmlns:a16="http://schemas.microsoft.com/office/drawing/2014/main" id="{C203CA9D-A164-F546-54EC-B5DEC7BB8731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641" name="그룹 640">
                    <a:extLst>
                      <a:ext uri="{FF2B5EF4-FFF2-40B4-BE49-F238E27FC236}">
                        <a16:creationId xmlns:a16="http://schemas.microsoft.com/office/drawing/2014/main" id="{F47BF182-64AD-159D-393E-3A219CE6AA3A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680" name="타원 679">
                      <a:extLst>
                        <a:ext uri="{FF2B5EF4-FFF2-40B4-BE49-F238E27FC236}">
                          <a16:creationId xmlns:a16="http://schemas.microsoft.com/office/drawing/2014/main" id="{B5254EB6-A91F-2BE8-6DFF-C351BF590F9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682" name="직선 화살표 연결선 681">
                      <a:extLst>
                        <a:ext uri="{FF2B5EF4-FFF2-40B4-BE49-F238E27FC236}">
                          <a16:creationId xmlns:a16="http://schemas.microsoft.com/office/drawing/2014/main" id="{7059503E-8D10-83C0-4DBE-3BA89C75EF9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642" name="그룹 641">
                    <a:extLst>
                      <a:ext uri="{FF2B5EF4-FFF2-40B4-BE49-F238E27FC236}">
                        <a16:creationId xmlns:a16="http://schemas.microsoft.com/office/drawing/2014/main" id="{D7CC6B80-0AD1-DF3E-4E2D-900199D2B6AE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677" name="타원 676">
                      <a:extLst>
                        <a:ext uri="{FF2B5EF4-FFF2-40B4-BE49-F238E27FC236}">
                          <a16:creationId xmlns:a16="http://schemas.microsoft.com/office/drawing/2014/main" id="{890F64B4-9458-642E-9BAA-5F07EA3BEB1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679" name="직선 화살표 연결선 678">
                      <a:extLst>
                        <a:ext uri="{FF2B5EF4-FFF2-40B4-BE49-F238E27FC236}">
                          <a16:creationId xmlns:a16="http://schemas.microsoft.com/office/drawing/2014/main" id="{7CDF7140-3F97-FC83-E10A-8B05CB87ECF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643" name="TextBox 642">
                    <a:extLst>
                      <a:ext uri="{FF2B5EF4-FFF2-40B4-BE49-F238E27FC236}">
                        <a16:creationId xmlns:a16="http://schemas.microsoft.com/office/drawing/2014/main" id="{E75BCD63-4731-367E-0A3A-FC0DBFC22185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644" name="TextBox 643">
                    <a:extLst>
                      <a:ext uri="{FF2B5EF4-FFF2-40B4-BE49-F238E27FC236}">
                        <a16:creationId xmlns:a16="http://schemas.microsoft.com/office/drawing/2014/main" id="{4B3A2C58-580E-B285-3CE6-36D84417A447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645" name="그룹 644">
                    <a:extLst>
                      <a:ext uri="{FF2B5EF4-FFF2-40B4-BE49-F238E27FC236}">
                        <a16:creationId xmlns:a16="http://schemas.microsoft.com/office/drawing/2014/main" id="{2792BFF2-B037-ADFF-009F-95A41507E3F9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672" name="타원 671">
                      <a:extLst>
                        <a:ext uri="{FF2B5EF4-FFF2-40B4-BE49-F238E27FC236}">
                          <a16:creationId xmlns:a16="http://schemas.microsoft.com/office/drawing/2014/main" id="{716D9B6A-AB2F-1EDB-1F42-AA89E2DCE78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673" name="직선 화살표 연결선 672">
                      <a:extLst>
                        <a:ext uri="{FF2B5EF4-FFF2-40B4-BE49-F238E27FC236}">
                          <a16:creationId xmlns:a16="http://schemas.microsoft.com/office/drawing/2014/main" id="{6A51C113-651E-96A0-8052-717856F90AE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646" name="그룹 645">
                    <a:extLst>
                      <a:ext uri="{FF2B5EF4-FFF2-40B4-BE49-F238E27FC236}">
                        <a16:creationId xmlns:a16="http://schemas.microsoft.com/office/drawing/2014/main" id="{ABD7C545-0FB7-1631-0DB3-B85A96BB09BA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670" name="타원 669">
                      <a:extLst>
                        <a:ext uri="{FF2B5EF4-FFF2-40B4-BE49-F238E27FC236}">
                          <a16:creationId xmlns:a16="http://schemas.microsoft.com/office/drawing/2014/main" id="{6D4D84AF-AE20-C1FF-7014-D4FB6AC19B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671" name="직선 화살표 연결선 670">
                      <a:extLst>
                        <a:ext uri="{FF2B5EF4-FFF2-40B4-BE49-F238E27FC236}">
                          <a16:creationId xmlns:a16="http://schemas.microsoft.com/office/drawing/2014/main" id="{B26FD2A0-9511-5127-DB38-130794949BA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647" name="TextBox 646">
                    <a:extLst>
                      <a:ext uri="{FF2B5EF4-FFF2-40B4-BE49-F238E27FC236}">
                        <a16:creationId xmlns:a16="http://schemas.microsoft.com/office/drawing/2014/main" id="{A42F1DB3-8DFD-1E4E-BAC0-6F281CBCB302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655" name="TextBox 654">
                    <a:extLst>
                      <a:ext uri="{FF2B5EF4-FFF2-40B4-BE49-F238E27FC236}">
                        <a16:creationId xmlns:a16="http://schemas.microsoft.com/office/drawing/2014/main" id="{0F650178-738D-3589-FEC3-1F037A9A263E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660" name="그룹 659">
                    <a:extLst>
                      <a:ext uri="{FF2B5EF4-FFF2-40B4-BE49-F238E27FC236}">
                        <a16:creationId xmlns:a16="http://schemas.microsoft.com/office/drawing/2014/main" id="{9217BB28-8269-5C46-40F8-82C050D5A318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667" name="타원 666">
                      <a:extLst>
                        <a:ext uri="{FF2B5EF4-FFF2-40B4-BE49-F238E27FC236}">
                          <a16:creationId xmlns:a16="http://schemas.microsoft.com/office/drawing/2014/main" id="{07497B6D-097B-14C2-90D1-01C64F9BBF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669" name="직선 화살표 연결선 668">
                      <a:extLst>
                        <a:ext uri="{FF2B5EF4-FFF2-40B4-BE49-F238E27FC236}">
                          <a16:creationId xmlns:a16="http://schemas.microsoft.com/office/drawing/2014/main" id="{93B64AB8-7C19-FAE8-A12E-9B0BD52F6CA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662" name="그룹 661">
                    <a:extLst>
                      <a:ext uri="{FF2B5EF4-FFF2-40B4-BE49-F238E27FC236}">
                        <a16:creationId xmlns:a16="http://schemas.microsoft.com/office/drawing/2014/main" id="{921AF5AF-49E8-1981-0F9A-6A581693F9B9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665" name="타원 664">
                      <a:extLst>
                        <a:ext uri="{FF2B5EF4-FFF2-40B4-BE49-F238E27FC236}">
                          <a16:creationId xmlns:a16="http://schemas.microsoft.com/office/drawing/2014/main" id="{DC0C6C6C-20F0-4C56-0A62-EC1F2946168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666" name="직선 화살표 연결선 665">
                      <a:extLst>
                        <a:ext uri="{FF2B5EF4-FFF2-40B4-BE49-F238E27FC236}">
                          <a16:creationId xmlns:a16="http://schemas.microsoft.com/office/drawing/2014/main" id="{1878A479-AA02-244E-18AB-DAAA239ECE4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663" name="TextBox 662">
                    <a:extLst>
                      <a:ext uri="{FF2B5EF4-FFF2-40B4-BE49-F238E27FC236}">
                        <a16:creationId xmlns:a16="http://schemas.microsoft.com/office/drawing/2014/main" id="{F239AF72-40F4-040C-159F-BFAF1E42BC00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664" name="TextBox 663">
                    <a:extLst>
                      <a:ext uri="{FF2B5EF4-FFF2-40B4-BE49-F238E27FC236}">
                        <a16:creationId xmlns:a16="http://schemas.microsoft.com/office/drawing/2014/main" id="{889F9132-D45E-1546-8686-01DD6EBF3358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  <p:grpSp>
              <p:nvGrpSpPr>
                <p:cNvPr id="304" name="그룹 303">
                  <a:extLst>
                    <a:ext uri="{FF2B5EF4-FFF2-40B4-BE49-F238E27FC236}">
                      <a16:creationId xmlns:a16="http://schemas.microsoft.com/office/drawing/2014/main" id="{74689724-89D2-995B-E895-071345D37AFC}"/>
                    </a:ext>
                  </a:extLst>
                </p:cNvPr>
                <p:cNvGrpSpPr/>
                <p:nvPr/>
              </p:nvGrpSpPr>
              <p:grpSpPr>
                <a:xfrm>
                  <a:off x="9553108" y="1431218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307" name="그룹 306">
                    <a:extLst>
                      <a:ext uri="{FF2B5EF4-FFF2-40B4-BE49-F238E27FC236}">
                        <a16:creationId xmlns:a16="http://schemas.microsoft.com/office/drawing/2014/main" id="{5353612E-05AE-A84E-B18E-76C122FA41E2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611" name="타원 610">
                      <a:extLst>
                        <a:ext uri="{FF2B5EF4-FFF2-40B4-BE49-F238E27FC236}">
                          <a16:creationId xmlns:a16="http://schemas.microsoft.com/office/drawing/2014/main" id="{0A1BF1F3-BCD4-D891-E9BF-4BB9DFBB55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612" name="직선 화살표 연결선 611">
                      <a:extLst>
                        <a:ext uri="{FF2B5EF4-FFF2-40B4-BE49-F238E27FC236}">
                          <a16:creationId xmlns:a16="http://schemas.microsoft.com/office/drawing/2014/main" id="{9E8EF2EA-5125-9F99-7A5E-6558ADF419F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08" name="그룹 307">
                    <a:extLst>
                      <a:ext uri="{FF2B5EF4-FFF2-40B4-BE49-F238E27FC236}">
                        <a16:creationId xmlns:a16="http://schemas.microsoft.com/office/drawing/2014/main" id="{CC4FA499-0BBB-85A8-A28D-6E6658BBB6E6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609" name="타원 608">
                      <a:extLst>
                        <a:ext uri="{FF2B5EF4-FFF2-40B4-BE49-F238E27FC236}">
                          <a16:creationId xmlns:a16="http://schemas.microsoft.com/office/drawing/2014/main" id="{6CC8EC78-39B8-9A7C-0DF7-65702456113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610" name="직선 화살표 연결선 609">
                      <a:extLst>
                        <a:ext uri="{FF2B5EF4-FFF2-40B4-BE49-F238E27FC236}">
                          <a16:creationId xmlns:a16="http://schemas.microsoft.com/office/drawing/2014/main" id="{C5D37602-633C-9E78-6E2C-4F7E54858CF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09" name="TextBox 308">
                    <a:extLst>
                      <a:ext uri="{FF2B5EF4-FFF2-40B4-BE49-F238E27FC236}">
                        <a16:creationId xmlns:a16="http://schemas.microsoft.com/office/drawing/2014/main" id="{7D8FB05F-4635-A263-F737-FB1B823240E1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312" name="TextBox 311">
                    <a:extLst>
                      <a:ext uri="{FF2B5EF4-FFF2-40B4-BE49-F238E27FC236}">
                        <a16:creationId xmlns:a16="http://schemas.microsoft.com/office/drawing/2014/main" id="{AB00C992-2CC3-9764-8C4B-84878A3CD505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313" name="그룹 312">
                    <a:extLst>
                      <a:ext uri="{FF2B5EF4-FFF2-40B4-BE49-F238E27FC236}">
                        <a16:creationId xmlns:a16="http://schemas.microsoft.com/office/drawing/2014/main" id="{5052CF67-1ED7-7010-9B11-40FD5213AEAB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607" name="타원 606">
                      <a:extLst>
                        <a:ext uri="{FF2B5EF4-FFF2-40B4-BE49-F238E27FC236}">
                          <a16:creationId xmlns:a16="http://schemas.microsoft.com/office/drawing/2014/main" id="{DF2A6C17-7DB8-67AE-0D0A-EA29001AA55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608" name="직선 화살표 연결선 607">
                      <a:extLst>
                        <a:ext uri="{FF2B5EF4-FFF2-40B4-BE49-F238E27FC236}">
                          <a16:creationId xmlns:a16="http://schemas.microsoft.com/office/drawing/2014/main" id="{4B3D3A58-B1CA-33D4-CCC8-ACAE2549A60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14" name="그룹 313">
                    <a:extLst>
                      <a:ext uri="{FF2B5EF4-FFF2-40B4-BE49-F238E27FC236}">
                        <a16:creationId xmlns:a16="http://schemas.microsoft.com/office/drawing/2014/main" id="{1583BD92-5CFE-39FA-BD33-66017511EF0B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605" name="타원 604">
                      <a:extLst>
                        <a:ext uri="{FF2B5EF4-FFF2-40B4-BE49-F238E27FC236}">
                          <a16:creationId xmlns:a16="http://schemas.microsoft.com/office/drawing/2014/main" id="{9BC814F4-B118-2503-F047-08E6C10113D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606" name="직선 화살표 연결선 605">
                      <a:extLst>
                        <a:ext uri="{FF2B5EF4-FFF2-40B4-BE49-F238E27FC236}">
                          <a16:creationId xmlns:a16="http://schemas.microsoft.com/office/drawing/2014/main" id="{C34E6497-DD1C-7B51-AB60-4E150FE91CF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315" name="TextBox 314">
                    <a:extLst>
                      <a:ext uri="{FF2B5EF4-FFF2-40B4-BE49-F238E27FC236}">
                        <a16:creationId xmlns:a16="http://schemas.microsoft.com/office/drawing/2014/main" id="{CE944FFB-E521-B755-97CF-AD960E7F4BE6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317" name="TextBox 316">
                    <a:extLst>
                      <a:ext uri="{FF2B5EF4-FFF2-40B4-BE49-F238E27FC236}">
                        <a16:creationId xmlns:a16="http://schemas.microsoft.com/office/drawing/2014/main" id="{345A1261-0886-3497-98EA-B34EA28CE60E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576" name="그룹 575">
                    <a:extLst>
                      <a:ext uri="{FF2B5EF4-FFF2-40B4-BE49-F238E27FC236}">
                        <a16:creationId xmlns:a16="http://schemas.microsoft.com/office/drawing/2014/main" id="{5AC92A63-6252-7FC2-5260-E7A2C433A54D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603" name="타원 602">
                      <a:extLst>
                        <a:ext uri="{FF2B5EF4-FFF2-40B4-BE49-F238E27FC236}">
                          <a16:creationId xmlns:a16="http://schemas.microsoft.com/office/drawing/2014/main" id="{E7BD8854-8517-7A7C-DC5F-BE2F968987C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604" name="직선 화살표 연결선 603">
                      <a:extLst>
                        <a:ext uri="{FF2B5EF4-FFF2-40B4-BE49-F238E27FC236}">
                          <a16:creationId xmlns:a16="http://schemas.microsoft.com/office/drawing/2014/main" id="{FEAC99FF-208B-F3DB-5D9E-BA049C1DC80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79" name="그룹 578">
                    <a:extLst>
                      <a:ext uri="{FF2B5EF4-FFF2-40B4-BE49-F238E27FC236}">
                        <a16:creationId xmlns:a16="http://schemas.microsoft.com/office/drawing/2014/main" id="{4D69142B-F928-556E-141B-C6E4FA0054CD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601" name="타원 600">
                      <a:extLst>
                        <a:ext uri="{FF2B5EF4-FFF2-40B4-BE49-F238E27FC236}">
                          <a16:creationId xmlns:a16="http://schemas.microsoft.com/office/drawing/2014/main" id="{54A35C8A-203F-DD7B-FDF4-8B4C3F06329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602" name="직선 화살표 연결선 601">
                      <a:extLst>
                        <a:ext uri="{FF2B5EF4-FFF2-40B4-BE49-F238E27FC236}">
                          <a16:creationId xmlns:a16="http://schemas.microsoft.com/office/drawing/2014/main" id="{524EA8F0-CD40-8AC9-FA62-D507BF1FEC7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80" name="TextBox 579">
                    <a:extLst>
                      <a:ext uri="{FF2B5EF4-FFF2-40B4-BE49-F238E27FC236}">
                        <a16:creationId xmlns:a16="http://schemas.microsoft.com/office/drawing/2014/main" id="{ABF323F3-7470-B417-F443-A7365F3F92B8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581" name="TextBox 580">
                    <a:extLst>
                      <a:ext uri="{FF2B5EF4-FFF2-40B4-BE49-F238E27FC236}">
                        <a16:creationId xmlns:a16="http://schemas.microsoft.com/office/drawing/2014/main" id="{DE60E609-86AA-CF1D-18F7-69C9EF8D121A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582" name="그룹 581">
                    <a:extLst>
                      <a:ext uri="{FF2B5EF4-FFF2-40B4-BE49-F238E27FC236}">
                        <a16:creationId xmlns:a16="http://schemas.microsoft.com/office/drawing/2014/main" id="{979969CA-2513-254A-D5CF-DCADBB11236E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597" name="타원 596">
                      <a:extLst>
                        <a:ext uri="{FF2B5EF4-FFF2-40B4-BE49-F238E27FC236}">
                          <a16:creationId xmlns:a16="http://schemas.microsoft.com/office/drawing/2014/main" id="{0762647D-9AB5-2FAC-2098-DCBAAA87B6C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599" name="직선 화살표 연결선 598">
                      <a:extLst>
                        <a:ext uri="{FF2B5EF4-FFF2-40B4-BE49-F238E27FC236}">
                          <a16:creationId xmlns:a16="http://schemas.microsoft.com/office/drawing/2014/main" id="{AE1022CB-F81B-EDE9-D218-7C0EF68DF89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83" name="그룹 582">
                    <a:extLst>
                      <a:ext uri="{FF2B5EF4-FFF2-40B4-BE49-F238E27FC236}">
                        <a16:creationId xmlns:a16="http://schemas.microsoft.com/office/drawing/2014/main" id="{F8FE42E8-831E-2F12-0259-8CEE65AF1752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594" name="타원 593">
                      <a:extLst>
                        <a:ext uri="{FF2B5EF4-FFF2-40B4-BE49-F238E27FC236}">
                          <a16:creationId xmlns:a16="http://schemas.microsoft.com/office/drawing/2014/main" id="{96CCB43C-6B36-DF62-70D1-EF0AE87EA78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595" name="직선 화살표 연결선 594">
                      <a:extLst>
                        <a:ext uri="{FF2B5EF4-FFF2-40B4-BE49-F238E27FC236}">
                          <a16:creationId xmlns:a16="http://schemas.microsoft.com/office/drawing/2014/main" id="{A217A353-326D-37A2-632F-03951FCE5B1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84" name="TextBox 583">
                    <a:extLst>
                      <a:ext uri="{FF2B5EF4-FFF2-40B4-BE49-F238E27FC236}">
                        <a16:creationId xmlns:a16="http://schemas.microsoft.com/office/drawing/2014/main" id="{173EA5A9-D2E2-DB83-9F93-AECFB813593D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585" name="TextBox 584">
                    <a:extLst>
                      <a:ext uri="{FF2B5EF4-FFF2-40B4-BE49-F238E27FC236}">
                        <a16:creationId xmlns:a16="http://schemas.microsoft.com/office/drawing/2014/main" id="{242C6968-E7EF-C99A-A895-AAD2A2858378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586" name="그룹 585">
                    <a:extLst>
                      <a:ext uri="{FF2B5EF4-FFF2-40B4-BE49-F238E27FC236}">
                        <a16:creationId xmlns:a16="http://schemas.microsoft.com/office/drawing/2014/main" id="{26B472AD-9212-BAEB-1C8E-79909004B046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592" name="타원 591">
                      <a:extLst>
                        <a:ext uri="{FF2B5EF4-FFF2-40B4-BE49-F238E27FC236}">
                          <a16:creationId xmlns:a16="http://schemas.microsoft.com/office/drawing/2014/main" id="{070734E1-9A25-B45C-4F0B-5D723FEB11B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593" name="직선 화살표 연결선 592">
                      <a:extLst>
                        <a:ext uri="{FF2B5EF4-FFF2-40B4-BE49-F238E27FC236}">
                          <a16:creationId xmlns:a16="http://schemas.microsoft.com/office/drawing/2014/main" id="{3484FA7F-6163-D934-9615-C3010E28609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87" name="그룹 586">
                    <a:extLst>
                      <a:ext uri="{FF2B5EF4-FFF2-40B4-BE49-F238E27FC236}">
                        <a16:creationId xmlns:a16="http://schemas.microsoft.com/office/drawing/2014/main" id="{CAC67172-150C-75DE-4CB9-54564CEA6AD8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590" name="타원 589">
                      <a:extLst>
                        <a:ext uri="{FF2B5EF4-FFF2-40B4-BE49-F238E27FC236}">
                          <a16:creationId xmlns:a16="http://schemas.microsoft.com/office/drawing/2014/main" id="{0AB92648-3765-2995-E355-B72AE7B11DE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591" name="직선 화살표 연결선 590">
                      <a:extLst>
                        <a:ext uri="{FF2B5EF4-FFF2-40B4-BE49-F238E27FC236}">
                          <a16:creationId xmlns:a16="http://schemas.microsoft.com/office/drawing/2014/main" id="{DC69B9AE-30F1-00FC-436F-A67E204B5F2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88" name="TextBox 587">
                    <a:extLst>
                      <a:ext uri="{FF2B5EF4-FFF2-40B4-BE49-F238E27FC236}">
                        <a16:creationId xmlns:a16="http://schemas.microsoft.com/office/drawing/2014/main" id="{E9CB8B77-B36E-A994-43AA-39C0C02197F0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80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589" name="TextBox 588">
                    <a:extLst>
                      <a:ext uri="{FF2B5EF4-FFF2-40B4-BE49-F238E27FC236}">
                        <a16:creationId xmlns:a16="http://schemas.microsoft.com/office/drawing/2014/main" id="{52C16FD0-BE1B-A7F9-8C5D-400608C15C34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</p:grpSp>
        </p:grpSp>
      </p:grpSp>
      <p:sp>
        <p:nvSpPr>
          <p:cNvPr id="1242" name="타원 1241">
            <a:extLst>
              <a:ext uri="{FF2B5EF4-FFF2-40B4-BE49-F238E27FC236}">
                <a16:creationId xmlns:a16="http://schemas.microsoft.com/office/drawing/2014/main" id="{56798602-5554-D3E6-2033-829961CECD91}"/>
              </a:ext>
            </a:extLst>
          </p:cNvPr>
          <p:cNvSpPr>
            <a:spLocks noChangeAspect="1"/>
          </p:cNvSpPr>
          <p:nvPr/>
        </p:nvSpPr>
        <p:spPr>
          <a:xfrm>
            <a:off x="2062722" y="177779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244" name="직선 연결선 1243">
            <a:extLst>
              <a:ext uri="{FF2B5EF4-FFF2-40B4-BE49-F238E27FC236}">
                <a16:creationId xmlns:a16="http://schemas.microsoft.com/office/drawing/2014/main" id="{4198029B-0008-F514-CBF8-7BE7171B0E94}"/>
              </a:ext>
            </a:extLst>
          </p:cNvPr>
          <p:cNvCxnSpPr>
            <a:cxnSpLocks/>
          </p:cNvCxnSpPr>
          <p:nvPr/>
        </p:nvCxnSpPr>
        <p:spPr>
          <a:xfrm>
            <a:off x="2088837" y="2069723"/>
            <a:ext cx="0" cy="177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5" name="타원 1244">
            <a:extLst>
              <a:ext uri="{FF2B5EF4-FFF2-40B4-BE49-F238E27FC236}">
                <a16:creationId xmlns:a16="http://schemas.microsoft.com/office/drawing/2014/main" id="{FE576426-6B66-CFCD-489C-6FADA4042717}"/>
              </a:ext>
            </a:extLst>
          </p:cNvPr>
          <p:cNvSpPr>
            <a:spLocks noChangeAspect="1"/>
          </p:cNvSpPr>
          <p:nvPr/>
        </p:nvSpPr>
        <p:spPr>
          <a:xfrm>
            <a:off x="2065103" y="213181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246" name="직선 연결선 1245">
            <a:extLst>
              <a:ext uri="{FF2B5EF4-FFF2-40B4-BE49-F238E27FC236}">
                <a16:creationId xmlns:a16="http://schemas.microsoft.com/office/drawing/2014/main" id="{F354FE12-7B3C-D720-2222-02A61B7B7846}"/>
              </a:ext>
            </a:extLst>
          </p:cNvPr>
          <p:cNvCxnSpPr>
            <a:cxnSpLocks/>
          </p:cNvCxnSpPr>
          <p:nvPr/>
        </p:nvCxnSpPr>
        <p:spPr>
          <a:xfrm>
            <a:off x="2084075" y="2602889"/>
            <a:ext cx="0" cy="2623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7" name="타원 1246">
            <a:extLst>
              <a:ext uri="{FF2B5EF4-FFF2-40B4-BE49-F238E27FC236}">
                <a16:creationId xmlns:a16="http://schemas.microsoft.com/office/drawing/2014/main" id="{F9621308-F72D-ABA0-2BCB-2BEA2760A549}"/>
              </a:ext>
            </a:extLst>
          </p:cNvPr>
          <p:cNvSpPr>
            <a:spLocks noChangeAspect="1"/>
          </p:cNvSpPr>
          <p:nvPr/>
        </p:nvSpPr>
        <p:spPr>
          <a:xfrm>
            <a:off x="2062722" y="266852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48" name="타원 1247">
            <a:extLst>
              <a:ext uri="{FF2B5EF4-FFF2-40B4-BE49-F238E27FC236}">
                <a16:creationId xmlns:a16="http://schemas.microsoft.com/office/drawing/2014/main" id="{3C4271F5-974A-C4A8-8B8A-9ED5033932F6}"/>
              </a:ext>
            </a:extLst>
          </p:cNvPr>
          <p:cNvSpPr>
            <a:spLocks noChangeAspect="1"/>
          </p:cNvSpPr>
          <p:nvPr/>
        </p:nvSpPr>
        <p:spPr>
          <a:xfrm>
            <a:off x="2060341" y="275608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249" name="직선 연결선 1248">
            <a:extLst>
              <a:ext uri="{FF2B5EF4-FFF2-40B4-BE49-F238E27FC236}">
                <a16:creationId xmlns:a16="http://schemas.microsoft.com/office/drawing/2014/main" id="{64BF3A2F-F732-359A-1735-647EFE901F90}"/>
              </a:ext>
            </a:extLst>
          </p:cNvPr>
          <p:cNvCxnSpPr>
            <a:cxnSpLocks/>
          </p:cNvCxnSpPr>
          <p:nvPr/>
        </p:nvCxnSpPr>
        <p:spPr>
          <a:xfrm>
            <a:off x="2179327" y="1984133"/>
            <a:ext cx="0" cy="28309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0" name="타원 1249">
            <a:extLst>
              <a:ext uri="{FF2B5EF4-FFF2-40B4-BE49-F238E27FC236}">
                <a16:creationId xmlns:a16="http://schemas.microsoft.com/office/drawing/2014/main" id="{52E08190-C8D6-033C-59A5-6031D644CACB}"/>
              </a:ext>
            </a:extLst>
          </p:cNvPr>
          <p:cNvSpPr>
            <a:spLocks noChangeAspect="1"/>
          </p:cNvSpPr>
          <p:nvPr/>
        </p:nvSpPr>
        <p:spPr>
          <a:xfrm>
            <a:off x="2157974" y="301918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51" name="타원 1250">
            <a:extLst>
              <a:ext uri="{FF2B5EF4-FFF2-40B4-BE49-F238E27FC236}">
                <a16:creationId xmlns:a16="http://schemas.microsoft.com/office/drawing/2014/main" id="{F0093647-E886-BC93-35DE-8A2DB4887F57}"/>
              </a:ext>
            </a:extLst>
          </p:cNvPr>
          <p:cNvSpPr>
            <a:spLocks noChangeAspect="1"/>
          </p:cNvSpPr>
          <p:nvPr/>
        </p:nvSpPr>
        <p:spPr>
          <a:xfrm>
            <a:off x="2155593" y="310674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252" name="직선 연결선 1251">
            <a:extLst>
              <a:ext uri="{FF2B5EF4-FFF2-40B4-BE49-F238E27FC236}">
                <a16:creationId xmlns:a16="http://schemas.microsoft.com/office/drawing/2014/main" id="{CFBC7B1B-0712-3523-5A6A-882437C4C449}"/>
              </a:ext>
            </a:extLst>
          </p:cNvPr>
          <p:cNvCxnSpPr>
            <a:cxnSpLocks/>
          </p:cNvCxnSpPr>
          <p:nvPr/>
        </p:nvCxnSpPr>
        <p:spPr>
          <a:xfrm>
            <a:off x="2093597" y="3309716"/>
            <a:ext cx="0" cy="177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5" name="타원 1284">
            <a:extLst>
              <a:ext uri="{FF2B5EF4-FFF2-40B4-BE49-F238E27FC236}">
                <a16:creationId xmlns:a16="http://schemas.microsoft.com/office/drawing/2014/main" id="{96A78E1D-FCC8-9DD2-7545-5F8B360C9F4D}"/>
              </a:ext>
            </a:extLst>
          </p:cNvPr>
          <p:cNvSpPr>
            <a:spLocks noChangeAspect="1"/>
          </p:cNvSpPr>
          <p:nvPr/>
        </p:nvSpPr>
        <p:spPr>
          <a:xfrm>
            <a:off x="2069863" y="3371806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286" name="직선 연결선 1285">
            <a:extLst>
              <a:ext uri="{FF2B5EF4-FFF2-40B4-BE49-F238E27FC236}">
                <a16:creationId xmlns:a16="http://schemas.microsoft.com/office/drawing/2014/main" id="{F0A79943-3FEB-2E6D-44BC-340BB9488884}"/>
              </a:ext>
            </a:extLst>
          </p:cNvPr>
          <p:cNvCxnSpPr>
            <a:cxnSpLocks/>
          </p:cNvCxnSpPr>
          <p:nvPr/>
        </p:nvCxnSpPr>
        <p:spPr>
          <a:xfrm>
            <a:off x="2091215" y="3838508"/>
            <a:ext cx="0" cy="922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7" name="타원 1286">
            <a:extLst>
              <a:ext uri="{FF2B5EF4-FFF2-40B4-BE49-F238E27FC236}">
                <a16:creationId xmlns:a16="http://schemas.microsoft.com/office/drawing/2014/main" id="{3D67E47F-3D8F-9AA1-4A54-B3D1C6A95D0F}"/>
              </a:ext>
            </a:extLst>
          </p:cNvPr>
          <p:cNvSpPr>
            <a:spLocks noChangeAspect="1"/>
          </p:cNvSpPr>
          <p:nvPr/>
        </p:nvSpPr>
        <p:spPr>
          <a:xfrm>
            <a:off x="2067481" y="390536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00" name="타원 1299">
            <a:extLst>
              <a:ext uri="{FF2B5EF4-FFF2-40B4-BE49-F238E27FC236}">
                <a16:creationId xmlns:a16="http://schemas.microsoft.com/office/drawing/2014/main" id="{E906F9D5-9D6A-8952-5D54-7F245F700B06}"/>
              </a:ext>
            </a:extLst>
          </p:cNvPr>
          <p:cNvSpPr>
            <a:spLocks noChangeAspect="1"/>
          </p:cNvSpPr>
          <p:nvPr/>
        </p:nvSpPr>
        <p:spPr>
          <a:xfrm>
            <a:off x="2157973" y="407937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02" name="TextBox 1301">
            <a:extLst>
              <a:ext uri="{FF2B5EF4-FFF2-40B4-BE49-F238E27FC236}">
                <a16:creationId xmlns:a16="http://schemas.microsoft.com/office/drawing/2014/main" id="{06CD9A1B-D690-FFCE-B585-DA65CB0850B5}"/>
              </a:ext>
            </a:extLst>
          </p:cNvPr>
          <p:cNvSpPr txBox="1"/>
          <p:nvPr/>
        </p:nvSpPr>
        <p:spPr>
          <a:xfrm>
            <a:off x="1520151" y="3335234"/>
            <a:ext cx="31011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+7.5V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04" name="TextBox 1303">
            <a:extLst>
              <a:ext uri="{FF2B5EF4-FFF2-40B4-BE49-F238E27FC236}">
                <a16:creationId xmlns:a16="http://schemas.microsoft.com/office/drawing/2014/main" id="{94C1BCF4-7F73-E6E7-866B-2737C5A0B086}"/>
              </a:ext>
            </a:extLst>
          </p:cNvPr>
          <p:cNvSpPr txBox="1"/>
          <p:nvPr/>
        </p:nvSpPr>
        <p:spPr>
          <a:xfrm>
            <a:off x="1563924" y="2089959"/>
            <a:ext cx="33202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+10V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321" name="직선 화살표 연결선 1320">
            <a:extLst>
              <a:ext uri="{FF2B5EF4-FFF2-40B4-BE49-F238E27FC236}">
                <a16:creationId xmlns:a16="http://schemas.microsoft.com/office/drawing/2014/main" id="{04BCE963-1A71-4BD5-C217-B6C6523B8A05}"/>
              </a:ext>
            </a:extLst>
          </p:cNvPr>
          <p:cNvCxnSpPr>
            <a:cxnSpLocks/>
          </p:cNvCxnSpPr>
          <p:nvPr/>
        </p:nvCxnSpPr>
        <p:spPr>
          <a:xfrm>
            <a:off x="1818134" y="3926719"/>
            <a:ext cx="355300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3" name="TextBox 1322">
            <a:extLst>
              <a:ext uri="{FF2B5EF4-FFF2-40B4-BE49-F238E27FC236}">
                <a16:creationId xmlns:a16="http://schemas.microsoft.com/office/drawing/2014/main" id="{35655EC7-23B6-418E-0CCD-896CAF49FC01}"/>
              </a:ext>
            </a:extLst>
          </p:cNvPr>
          <p:cNvSpPr txBox="1"/>
          <p:nvPr/>
        </p:nvSpPr>
        <p:spPr>
          <a:xfrm>
            <a:off x="1550842" y="4324521"/>
            <a:ext cx="30223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+24V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26" name="TextBox 1325">
            <a:extLst>
              <a:ext uri="{FF2B5EF4-FFF2-40B4-BE49-F238E27FC236}">
                <a16:creationId xmlns:a16="http://schemas.microsoft.com/office/drawing/2014/main" id="{2BB36A35-E47A-7532-A794-B77E070254DD}"/>
              </a:ext>
            </a:extLst>
          </p:cNvPr>
          <p:cNvSpPr txBox="1"/>
          <p:nvPr/>
        </p:nvSpPr>
        <p:spPr>
          <a:xfrm>
            <a:off x="1595864" y="4753502"/>
            <a:ext cx="24084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GND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28" name="TextBox 1327">
            <a:extLst>
              <a:ext uri="{FF2B5EF4-FFF2-40B4-BE49-F238E27FC236}">
                <a16:creationId xmlns:a16="http://schemas.microsoft.com/office/drawing/2014/main" id="{541A8102-09DE-4B40-F08E-C6D0A5BA913E}"/>
              </a:ext>
            </a:extLst>
          </p:cNvPr>
          <p:cNvSpPr txBox="1"/>
          <p:nvPr/>
        </p:nvSpPr>
        <p:spPr>
          <a:xfrm>
            <a:off x="1538686" y="1745171"/>
            <a:ext cx="31012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+3.6V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30" name="TextBox 1329">
            <a:extLst>
              <a:ext uri="{FF2B5EF4-FFF2-40B4-BE49-F238E27FC236}">
                <a16:creationId xmlns:a16="http://schemas.microsoft.com/office/drawing/2014/main" id="{B5DA4598-B15E-54EE-A083-4E6D5DC6CB77}"/>
              </a:ext>
            </a:extLst>
          </p:cNvPr>
          <p:cNvSpPr txBox="1"/>
          <p:nvPr/>
        </p:nvSpPr>
        <p:spPr>
          <a:xfrm>
            <a:off x="1552057" y="2719125"/>
            <a:ext cx="28154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+20V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331" name="직선 화살표 연결선 1330">
            <a:extLst>
              <a:ext uri="{FF2B5EF4-FFF2-40B4-BE49-F238E27FC236}">
                <a16:creationId xmlns:a16="http://schemas.microsoft.com/office/drawing/2014/main" id="{44624C0F-0A86-17FD-CC05-4231CA33BDA7}"/>
              </a:ext>
            </a:extLst>
          </p:cNvPr>
          <p:cNvCxnSpPr>
            <a:cxnSpLocks/>
          </p:cNvCxnSpPr>
          <p:nvPr/>
        </p:nvCxnSpPr>
        <p:spPr>
          <a:xfrm>
            <a:off x="2090593" y="3307079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2" name="직선 화살표 연결선 1331">
            <a:extLst>
              <a:ext uri="{FF2B5EF4-FFF2-40B4-BE49-F238E27FC236}">
                <a16:creationId xmlns:a16="http://schemas.microsoft.com/office/drawing/2014/main" id="{C61D004A-7418-8C8A-61A3-5B2E38400599}"/>
              </a:ext>
            </a:extLst>
          </p:cNvPr>
          <p:cNvCxnSpPr>
            <a:cxnSpLocks/>
          </p:cNvCxnSpPr>
          <p:nvPr/>
        </p:nvCxnSpPr>
        <p:spPr>
          <a:xfrm>
            <a:off x="2095355" y="3483237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4" name="직선 화살표 연결선 1333">
            <a:extLst>
              <a:ext uri="{FF2B5EF4-FFF2-40B4-BE49-F238E27FC236}">
                <a16:creationId xmlns:a16="http://schemas.microsoft.com/office/drawing/2014/main" id="{38816A07-E884-039E-9DB4-610D84DBAE3D}"/>
              </a:ext>
            </a:extLst>
          </p:cNvPr>
          <p:cNvCxnSpPr>
            <a:cxnSpLocks/>
          </p:cNvCxnSpPr>
          <p:nvPr/>
        </p:nvCxnSpPr>
        <p:spPr>
          <a:xfrm>
            <a:off x="2090593" y="3836664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7" name="직선 화살표 연결선 1336">
            <a:extLst>
              <a:ext uri="{FF2B5EF4-FFF2-40B4-BE49-F238E27FC236}">
                <a16:creationId xmlns:a16="http://schemas.microsoft.com/office/drawing/2014/main" id="{7472E340-786B-44A6-5C3D-1D068EC5EC99}"/>
              </a:ext>
            </a:extLst>
          </p:cNvPr>
          <p:cNvCxnSpPr>
            <a:cxnSpLocks/>
          </p:cNvCxnSpPr>
          <p:nvPr/>
        </p:nvCxnSpPr>
        <p:spPr>
          <a:xfrm>
            <a:off x="2085831" y="2864335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8" name="직선 화살표 연결선 1337">
            <a:extLst>
              <a:ext uri="{FF2B5EF4-FFF2-40B4-BE49-F238E27FC236}">
                <a16:creationId xmlns:a16="http://schemas.microsoft.com/office/drawing/2014/main" id="{74C00FAE-5547-9F9C-9677-5B0765A9C49F}"/>
              </a:ext>
            </a:extLst>
          </p:cNvPr>
          <p:cNvCxnSpPr>
            <a:cxnSpLocks/>
          </p:cNvCxnSpPr>
          <p:nvPr/>
        </p:nvCxnSpPr>
        <p:spPr>
          <a:xfrm>
            <a:off x="2085832" y="2599463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4" name="직선 화살표 연결선 1343">
            <a:extLst>
              <a:ext uri="{FF2B5EF4-FFF2-40B4-BE49-F238E27FC236}">
                <a16:creationId xmlns:a16="http://schemas.microsoft.com/office/drawing/2014/main" id="{D3979BCB-B552-4197-914B-334AF0311AA2}"/>
              </a:ext>
            </a:extLst>
          </p:cNvPr>
          <p:cNvCxnSpPr>
            <a:cxnSpLocks/>
          </p:cNvCxnSpPr>
          <p:nvPr/>
        </p:nvCxnSpPr>
        <p:spPr>
          <a:xfrm>
            <a:off x="2090594" y="2687576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8" name="직선 화살표 연결선 1357">
            <a:extLst>
              <a:ext uri="{FF2B5EF4-FFF2-40B4-BE49-F238E27FC236}">
                <a16:creationId xmlns:a16="http://schemas.microsoft.com/office/drawing/2014/main" id="{D72DFD6F-B4AB-9536-21B6-3C6B396307EB}"/>
              </a:ext>
            </a:extLst>
          </p:cNvPr>
          <p:cNvCxnSpPr>
            <a:cxnSpLocks/>
          </p:cNvCxnSpPr>
          <p:nvPr/>
        </p:nvCxnSpPr>
        <p:spPr>
          <a:xfrm>
            <a:off x="2090594" y="2241444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9" name="직선 화살표 연결선 1358">
            <a:extLst>
              <a:ext uri="{FF2B5EF4-FFF2-40B4-BE49-F238E27FC236}">
                <a16:creationId xmlns:a16="http://schemas.microsoft.com/office/drawing/2014/main" id="{FF7BF8BA-C6D5-5AA7-A1E4-61FBECBD025A}"/>
              </a:ext>
            </a:extLst>
          </p:cNvPr>
          <p:cNvCxnSpPr>
            <a:cxnSpLocks/>
          </p:cNvCxnSpPr>
          <p:nvPr/>
        </p:nvCxnSpPr>
        <p:spPr>
          <a:xfrm>
            <a:off x="2084243" y="2063643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0" name="직선 화살표 연결선 1359">
            <a:extLst>
              <a:ext uri="{FF2B5EF4-FFF2-40B4-BE49-F238E27FC236}">
                <a16:creationId xmlns:a16="http://schemas.microsoft.com/office/drawing/2014/main" id="{B79540BF-78D0-0B27-F383-7C3BF8915D28}"/>
              </a:ext>
            </a:extLst>
          </p:cNvPr>
          <p:cNvCxnSpPr>
            <a:cxnSpLocks/>
          </p:cNvCxnSpPr>
          <p:nvPr/>
        </p:nvCxnSpPr>
        <p:spPr>
          <a:xfrm>
            <a:off x="2083449" y="1890195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4" name="타원 1363">
            <a:extLst>
              <a:ext uri="{FF2B5EF4-FFF2-40B4-BE49-F238E27FC236}">
                <a16:creationId xmlns:a16="http://schemas.microsoft.com/office/drawing/2014/main" id="{CF7283BA-D689-8D89-AA1C-6327A9C61491}"/>
              </a:ext>
            </a:extLst>
          </p:cNvPr>
          <p:cNvSpPr>
            <a:spLocks noChangeAspect="1"/>
          </p:cNvSpPr>
          <p:nvPr/>
        </p:nvSpPr>
        <p:spPr>
          <a:xfrm>
            <a:off x="2157962" y="399584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66" name="타원 1365">
            <a:extLst>
              <a:ext uri="{FF2B5EF4-FFF2-40B4-BE49-F238E27FC236}">
                <a16:creationId xmlns:a16="http://schemas.microsoft.com/office/drawing/2014/main" id="{EADE0A19-0746-AE01-ADE3-40E9F6E22DD9}"/>
              </a:ext>
            </a:extLst>
          </p:cNvPr>
          <p:cNvSpPr>
            <a:spLocks noChangeAspect="1"/>
          </p:cNvSpPr>
          <p:nvPr/>
        </p:nvSpPr>
        <p:spPr>
          <a:xfrm>
            <a:off x="2157956" y="3200480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67" name="TextBox 1366">
            <a:extLst>
              <a:ext uri="{FF2B5EF4-FFF2-40B4-BE49-F238E27FC236}">
                <a16:creationId xmlns:a16="http://schemas.microsoft.com/office/drawing/2014/main" id="{2B477961-981C-764D-2BEE-B31BCABA3399}"/>
              </a:ext>
            </a:extLst>
          </p:cNvPr>
          <p:cNvSpPr txBox="1"/>
          <p:nvPr/>
        </p:nvSpPr>
        <p:spPr>
          <a:xfrm>
            <a:off x="3110272" y="2709420"/>
            <a:ext cx="244484" cy="123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-20V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68" name="TextBox 1367">
            <a:extLst>
              <a:ext uri="{FF2B5EF4-FFF2-40B4-BE49-F238E27FC236}">
                <a16:creationId xmlns:a16="http://schemas.microsoft.com/office/drawing/2014/main" id="{4DF309FF-F2CE-3B35-2C87-86170C3E5532}"/>
              </a:ext>
            </a:extLst>
          </p:cNvPr>
          <p:cNvSpPr txBox="1"/>
          <p:nvPr/>
        </p:nvSpPr>
        <p:spPr>
          <a:xfrm>
            <a:off x="3126760" y="2085352"/>
            <a:ext cx="27191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-10V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69" name="TextBox 1368">
            <a:extLst>
              <a:ext uri="{FF2B5EF4-FFF2-40B4-BE49-F238E27FC236}">
                <a16:creationId xmlns:a16="http://schemas.microsoft.com/office/drawing/2014/main" id="{8AF1469C-AF3F-947F-D2D5-1DF20311398F}"/>
              </a:ext>
            </a:extLst>
          </p:cNvPr>
          <p:cNvSpPr txBox="1"/>
          <p:nvPr/>
        </p:nvSpPr>
        <p:spPr>
          <a:xfrm>
            <a:off x="3143614" y="3335235"/>
            <a:ext cx="273078" cy="123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-7.5V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372" name="직선 연결선 1371">
            <a:extLst>
              <a:ext uri="{FF2B5EF4-FFF2-40B4-BE49-F238E27FC236}">
                <a16:creationId xmlns:a16="http://schemas.microsoft.com/office/drawing/2014/main" id="{5C91F25A-600F-B25D-6804-3A7E794808F8}"/>
              </a:ext>
            </a:extLst>
          </p:cNvPr>
          <p:cNvCxnSpPr>
            <a:cxnSpLocks/>
          </p:cNvCxnSpPr>
          <p:nvPr/>
        </p:nvCxnSpPr>
        <p:spPr>
          <a:xfrm>
            <a:off x="2091213" y="4195701"/>
            <a:ext cx="0" cy="2696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5" name="타원 1374">
            <a:extLst>
              <a:ext uri="{FF2B5EF4-FFF2-40B4-BE49-F238E27FC236}">
                <a16:creationId xmlns:a16="http://schemas.microsoft.com/office/drawing/2014/main" id="{0F284C0C-19AE-EFD1-A980-C54FF7C9A0B2}"/>
              </a:ext>
            </a:extLst>
          </p:cNvPr>
          <p:cNvSpPr>
            <a:spLocks noChangeAspect="1"/>
          </p:cNvSpPr>
          <p:nvPr/>
        </p:nvSpPr>
        <p:spPr>
          <a:xfrm>
            <a:off x="2067479" y="4262556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77" name="직선 화살표 연결선 1376">
            <a:extLst>
              <a:ext uri="{FF2B5EF4-FFF2-40B4-BE49-F238E27FC236}">
                <a16:creationId xmlns:a16="http://schemas.microsoft.com/office/drawing/2014/main" id="{C83E3ED3-EBD3-C88B-D2A6-C59CE1606AA3}"/>
              </a:ext>
            </a:extLst>
          </p:cNvPr>
          <p:cNvCxnSpPr>
            <a:cxnSpLocks/>
          </p:cNvCxnSpPr>
          <p:nvPr/>
        </p:nvCxnSpPr>
        <p:spPr>
          <a:xfrm>
            <a:off x="2085830" y="4193851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2" name="직선 화살표 연결선 1381">
            <a:extLst>
              <a:ext uri="{FF2B5EF4-FFF2-40B4-BE49-F238E27FC236}">
                <a16:creationId xmlns:a16="http://schemas.microsoft.com/office/drawing/2014/main" id="{B5ABBCD9-AABF-DF0F-E9C1-5B47D70548C6}"/>
              </a:ext>
            </a:extLst>
          </p:cNvPr>
          <p:cNvCxnSpPr>
            <a:cxnSpLocks/>
          </p:cNvCxnSpPr>
          <p:nvPr/>
        </p:nvCxnSpPr>
        <p:spPr>
          <a:xfrm>
            <a:off x="2090591" y="4283230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4" name="직선 화살표 연결선 1383">
            <a:extLst>
              <a:ext uri="{FF2B5EF4-FFF2-40B4-BE49-F238E27FC236}">
                <a16:creationId xmlns:a16="http://schemas.microsoft.com/office/drawing/2014/main" id="{57F073B4-4A24-9A2A-CB9D-E39D31A0A058}"/>
              </a:ext>
            </a:extLst>
          </p:cNvPr>
          <p:cNvCxnSpPr>
            <a:cxnSpLocks/>
          </p:cNvCxnSpPr>
          <p:nvPr/>
        </p:nvCxnSpPr>
        <p:spPr>
          <a:xfrm>
            <a:off x="2085830" y="4460553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5" name="타원 1384">
            <a:extLst>
              <a:ext uri="{FF2B5EF4-FFF2-40B4-BE49-F238E27FC236}">
                <a16:creationId xmlns:a16="http://schemas.microsoft.com/office/drawing/2014/main" id="{9E994DC1-D3C5-EF9F-F65B-73632076EBD2}"/>
              </a:ext>
            </a:extLst>
          </p:cNvPr>
          <p:cNvSpPr>
            <a:spLocks noChangeAspect="1"/>
          </p:cNvSpPr>
          <p:nvPr/>
        </p:nvSpPr>
        <p:spPr>
          <a:xfrm>
            <a:off x="2072238" y="4353037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86" name="타원 1385">
            <a:extLst>
              <a:ext uri="{FF2B5EF4-FFF2-40B4-BE49-F238E27FC236}">
                <a16:creationId xmlns:a16="http://schemas.microsoft.com/office/drawing/2014/main" id="{D68E563C-E167-57E7-5B8A-95A3B5EA95DC}"/>
              </a:ext>
            </a:extLst>
          </p:cNvPr>
          <p:cNvSpPr>
            <a:spLocks noChangeAspect="1"/>
          </p:cNvSpPr>
          <p:nvPr/>
        </p:nvSpPr>
        <p:spPr>
          <a:xfrm>
            <a:off x="2157961" y="4791430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87" name="타원 1386">
            <a:extLst>
              <a:ext uri="{FF2B5EF4-FFF2-40B4-BE49-F238E27FC236}">
                <a16:creationId xmlns:a16="http://schemas.microsoft.com/office/drawing/2014/main" id="{2BE6D9F6-C6CC-CC0C-10C8-986F9AC9A988}"/>
              </a:ext>
            </a:extLst>
          </p:cNvPr>
          <p:cNvSpPr>
            <a:spLocks noChangeAspect="1"/>
          </p:cNvSpPr>
          <p:nvPr/>
        </p:nvSpPr>
        <p:spPr>
          <a:xfrm>
            <a:off x="2155581" y="4700882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88" name="타원 1387">
            <a:extLst>
              <a:ext uri="{FF2B5EF4-FFF2-40B4-BE49-F238E27FC236}">
                <a16:creationId xmlns:a16="http://schemas.microsoft.com/office/drawing/2014/main" id="{2D0597A5-12AA-D567-E58D-3FA45AD7A72D}"/>
              </a:ext>
            </a:extLst>
          </p:cNvPr>
          <p:cNvSpPr>
            <a:spLocks noChangeAspect="1"/>
          </p:cNvSpPr>
          <p:nvPr/>
        </p:nvSpPr>
        <p:spPr>
          <a:xfrm>
            <a:off x="2155580" y="461515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90" name="타원 1389">
            <a:extLst>
              <a:ext uri="{FF2B5EF4-FFF2-40B4-BE49-F238E27FC236}">
                <a16:creationId xmlns:a16="http://schemas.microsoft.com/office/drawing/2014/main" id="{BEA74270-4049-0194-B9BD-DB0E6F77537D}"/>
              </a:ext>
            </a:extLst>
          </p:cNvPr>
          <p:cNvSpPr>
            <a:spLocks noChangeAspect="1"/>
          </p:cNvSpPr>
          <p:nvPr/>
        </p:nvSpPr>
        <p:spPr>
          <a:xfrm>
            <a:off x="2155580" y="4524671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91" name="타원 1390">
            <a:extLst>
              <a:ext uri="{FF2B5EF4-FFF2-40B4-BE49-F238E27FC236}">
                <a16:creationId xmlns:a16="http://schemas.microsoft.com/office/drawing/2014/main" id="{338E63ED-506F-36B5-274C-2C67FEE305AC}"/>
              </a:ext>
            </a:extLst>
          </p:cNvPr>
          <p:cNvSpPr>
            <a:spLocks noChangeAspect="1"/>
          </p:cNvSpPr>
          <p:nvPr/>
        </p:nvSpPr>
        <p:spPr>
          <a:xfrm>
            <a:off x="2156423" y="293292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93" name="타원 1392">
            <a:extLst>
              <a:ext uri="{FF2B5EF4-FFF2-40B4-BE49-F238E27FC236}">
                <a16:creationId xmlns:a16="http://schemas.microsoft.com/office/drawing/2014/main" id="{CE3F9227-AA81-A0C1-9831-556D7EEDE59A}"/>
              </a:ext>
            </a:extLst>
          </p:cNvPr>
          <p:cNvSpPr>
            <a:spLocks noChangeAspect="1"/>
          </p:cNvSpPr>
          <p:nvPr/>
        </p:nvSpPr>
        <p:spPr>
          <a:xfrm>
            <a:off x="2155630" y="354914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94" name="타원 1393">
            <a:extLst>
              <a:ext uri="{FF2B5EF4-FFF2-40B4-BE49-F238E27FC236}">
                <a16:creationId xmlns:a16="http://schemas.microsoft.com/office/drawing/2014/main" id="{676EA890-E6E0-3162-996D-5415920983D5}"/>
              </a:ext>
            </a:extLst>
          </p:cNvPr>
          <p:cNvSpPr>
            <a:spLocks noChangeAspect="1"/>
          </p:cNvSpPr>
          <p:nvPr/>
        </p:nvSpPr>
        <p:spPr>
          <a:xfrm>
            <a:off x="2155630" y="3640750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00" name="타원 1399">
            <a:extLst>
              <a:ext uri="{FF2B5EF4-FFF2-40B4-BE49-F238E27FC236}">
                <a16:creationId xmlns:a16="http://schemas.microsoft.com/office/drawing/2014/main" id="{2D245686-951B-596A-6F72-35CDF1D9B2D8}"/>
              </a:ext>
            </a:extLst>
          </p:cNvPr>
          <p:cNvSpPr>
            <a:spLocks noChangeAspect="1"/>
          </p:cNvSpPr>
          <p:nvPr/>
        </p:nvSpPr>
        <p:spPr>
          <a:xfrm>
            <a:off x="2152455" y="3728899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01" name="타원 1400">
            <a:extLst>
              <a:ext uri="{FF2B5EF4-FFF2-40B4-BE49-F238E27FC236}">
                <a16:creationId xmlns:a16="http://schemas.microsoft.com/office/drawing/2014/main" id="{256E7A16-360F-4F8C-EEF9-8D7DAF6F96B8}"/>
              </a:ext>
            </a:extLst>
          </p:cNvPr>
          <p:cNvSpPr>
            <a:spLocks noChangeAspect="1"/>
          </p:cNvSpPr>
          <p:nvPr/>
        </p:nvSpPr>
        <p:spPr>
          <a:xfrm>
            <a:off x="2154043" y="231142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08" name="타원 1407">
            <a:extLst>
              <a:ext uri="{FF2B5EF4-FFF2-40B4-BE49-F238E27FC236}">
                <a16:creationId xmlns:a16="http://schemas.microsoft.com/office/drawing/2014/main" id="{A0B535DC-EE84-5202-6662-C60D65779568}"/>
              </a:ext>
            </a:extLst>
          </p:cNvPr>
          <p:cNvSpPr>
            <a:spLocks noChangeAspect="1"/>
          </p:cNvSpPr>
          <p:nvPr/>
        </p:nvSpPr>
        <p:spPr>
          <a:xfrm>
            <a:off x="2152455" y="2485457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09" name="타원 1408">
            <a:extLst>
              <a:ext uri="{FF2B5EF4-FFF2-40B4-BE49-F238E27FC236}">
                <a16:creationId xmlns:a16="http://schemas.microsoft.com/office/drawing/2014/main" id="{68D9323B-A883-CBC9-63B1-423DCF55307A}"/>
              </a:ext>
            </a:extLst>
          </p:cNvPr>
          <p:cNvSpPr>
            <a:spLocks noChangeAspect="1"/>
          </p:cNvSpPr>
          <p:nvPr/>
        </p:nvSpPr>
        <p:spPr>
          <a:xfrm>
            <a:off x="2152455" y="239488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10" name="직선 연결선 1409">
            <a:extLst>
              <a:ext uri="{FF2B5EF4-FFF2-40B4-BE49-F238E27FC236}">
                <a16:creationId xmlns:a16="http://schemas.microsoft.com/office/drawing/2014/main" id="{91F22E28-BABC-386A-6437-AC58223337D6}"/>
              </a:ext>
            </a:extLst>
          </p:cNvPr>
          <p:cNvCxnSpPr>
            <a:cxnSpLocks/>
          </p:cNvCxnSpPr>
          <p:nvPr/>
        </p:nvCxnSpPr>
        <p:spPr>
          <a:xfrm flipH="1">
            <a:off x="2879412" y="2067112"/>
            <a:ext cx="0" cy="177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1" name="타원 1410">
            <a:extLst>
              <a:ext uri="{FF2B5EF4-FFF2-40B4-BE49-F238E27FC236}">
                <a16:creationId xmlns:a16="http://schemas.microsoft.com/office/drawing/2014/main" id="{BB30A83F-A793-A0D7-2D81-49333DBC888E}"/>
              </a:ext>
            </a:extLst>
          </p:cNvPr>
          <p:cNvSpPr>
            <a:spLocks noChangeAspect="1"/>
          </p:cNvSpPr>
          <p:nvPr/>
        </p:nvSpPr>
        <p:spPr>
          <a:xfrm flipH="1">
            <a:off x="2854238" y="213578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12" name="직선 화살표 연결선 1411">
            <a:extLst>
              <a:ext uri="{FF2B5EF4-FFF2-40B4-BE49-F238E27FC236}">
                <a16:creationId xmlns:a16="http://schemas.microsoft.com/office/drawing/2014/main" id="{1ED33BE0-93A1-A6BC-5381-27A51D1AF671}"/>
              </a:ext>
            </a:extLst>
          </p:cNvPr>
          <p:cNvCxnSpPr>
            <a:cxnSpLocks/>
          </p:cNvCxnSpPr>
          <p:nvPr/>
        </p:nvCxnSpPr>
        <p:spPr>
          <a:xfrm flipH="1">
            <a:off x="2778781" y="2156238"/>
            <a:ext cx="30461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3" name="직선 화살표 연결선 1412">
            <a:extLst>
              <a:ext uri="{FF2B5EF4-FFF2-40B4-BE49-F238E27FC236}">
                <a16:creationId xmlns:a16="http://schemas.microsoft.com/office/drawing/2014/main" id="{5D9F75EB-6727-2532-C41D-2D800B0C77A0}"/>
              </a:ext>
            </a:extLst>
          </p:cNvPr>
          <p:cNvCxnSpPr>
            <a:cxnSpLocks/>
          </p:cNvCxnSpPr>
          <p:nvPr/>
        </p:nvCxnSpPr>
        <p:spPr>
          <a:xfrm flipH="1">
            <a:off x="2779569" y="2066819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2" name="직선 화살표 연결선 1421">
            <a:extLst>
              <a:ext uri="{FF2B5EF4-FFF2-40B4-BE49-F238E27FC236}">
                <a16:creationId xmlns:a16="http://schemas.microsoft.com/office/drawing/2014/main" id="{FAD6BCC9-CC43-FEF1-BD9F-621FC0583124}"/>
              </a:ext>
            </a:extLst>
          </p:cNvPr>
          <p:cNvCxnSpPr>
            <a:cxnSpLocks/>
          </p:cNvCxnSpPr>
          <p:nvPr/>
        </p:nvCxnSpPr>
        <p:spPr>
          <a:xfrm flipH="1">
            <a:off x="2776393" y="2246826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3" name="직선 연결선 1422">
            <a:extLst>
              <a:ext uri="{FF2B5EF4-FFF2-40B4-BE49-F238E27FC236}">
                <a16:creationId xmlns:a16="http://schemas.microsoft.com/office/drawing/2014/main" id="{52CF0E9F-D77F-5E91-DC87-0E50BC6D8EBA}"/>
              </a:ext>
            </a:extLst>
          </p:cNvPr>
          <p:cNvCxnSpPr>
            <a:cxnSpLocks/>
          </p:cNvCxnSpPr>
          <p:nvPr/>
        </p:nvCxnSpPr>
        <p:spPr>
          <a:xfrm>
            <a:off x="2878699" y="2603632"/>
            <a:ext cx="0" cy="2623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4" name="타원 1423">
            <a:extLst>
              <a:ext uri="{FF2B5EF4-FFF2-40B4-BE49-F238E27FC236}">
                <a16:creationId xmlns:a16="http://schemas.microsoft.com/office/drawing/2014/main" id="{A600572F-4F85-8449-F02D-983A95D15197}"/>
              </a:ext>
            </a:extLst>
          </p:cNvPr>
          <p:cNvSpPr>
            <a:spLocks noChangeAspect="1"/>
          </p:cNvSpPr>
          <p:nvPr/>
        </p:nvSpPr>
        <p:spPr>
          <a:xfrm>
            <a:off x="2854171" y="2756879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25" name="타원 1424">
            <a:extLst>
              <a:ext uri="{FF2B5EF4-FFF2-40B4-BE49-F238E27FC236}">
                <a16:creationId xmlns:a16="http://schemas.microsoft.com/office/drawing/2014/main" id="{F4CE816B-7A31-25F7-B6DA-0DC1524EA471}"/>
              </a:ext>
            </a:extLst>
          </p:cNvPr>
          <p:cNvSpPr>
            <a:spLocks noChangeAspect="1"/>
          </p:cNvSpPr>
          <p:nvPr/>
        </p:nvSpPr>
        <p:spPr>
          <a:xfrm>
            <a:off x="2853525" y="266852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28" name="직선 화살표 연결선 1427">
            <a:extLst>
              <a:ext uri="{FF2B5EF4-FFF2-40B4-BE49-F238E27FC236}">
                <a16:creationId xmlns:a16="http://schemas.microsoft.com/office/drawing/2014/main" id="{54DAD0E5-D707-853C-5BD2-B5126054347E}"/>
              </a:ext>
            </a:extLst>
          </p:cNvPr>
          <p:cNvCxnSpPr>
            <a:cxnSpLocks/>
          </p:cNvCxnSpPr>
          <p:nvPr/>
        </p:nvCxnSpPr>
        <p:spPr>
          <a:xfrm>
            <a:off x="2778855" y="2868451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9" name="직선 화살표 연결선 1428">
            <a:extLst>
              <a:ext uri="{FF2B5EF4-FFF2-40B4-BE49-F238E27FC236}">
                <a16:creationId xmlns:a16="http://schemas.microsoft.com/office/drawing/2014/main" id="{3A9F4B77-CF48-DB31-0602-40DEF9D90F89}"/>
              </a:ext>
            </a:extLst>
          </p:cNvPr>
          <p:cNvCxnSpPr>
            <a:cxnSpLocks/>
          </p:cNvCxnSpPr>
          <p:nvPr/>
        </p:nvCxnSpPr>
        <p:spPr>
          <a:xfrm>
            <a:off x="2778856" y="2600457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0" name="직선 화살표 연결선 1429">
            <a:extLst>
              <a:ext uri="{FF2B5EF4-FFF2-40B4-BE49-F238E27FC236}">
                <a16:creationId xmlns:a16="http://schemas.microsoft.com/office/drawing/2014/main" id="{127959A8-AE24-9176-1369-2D42640FBBAD}"/>
              </a:ext>
            </a:extLst>
          </p:cNvPr>
          <p:cNvCxnSpPr>
            <a:cxnSpLocks/>
          </p:cNvCxnSpPr>
          <p:nvPr/>
        </p:nvCxnSpPr>
        <p:spPr>
          <a:xfrm>
            <a:off x="2777268" y="2691692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1" name="직선 연결선 1430">
            <a:extLst>
              <a:ext uri="{FF2B5EF4-FFF2-40B4-BE49-F238E27FC236}">
                <a16:creationId xmlns:a16="http://schemas.microsoft.com/office/drawing/2014/main" id="{47EA5ECC-C741-D75B-641F-9F7F1DFBC7DF}"/>
              </a:ext>
            </a:extLst>
          </p:cNvPr>
          <p:cNvCxnSpPr>
            <a:cxnSpLocks/>
          </p:cNvCxnSpPr>
          <p:nvPr/>
        </p:nvCxnSpPr>
        <p:spPr>
          <a:xfrm>
            <a:off x="2874337" y="3305576"/>
            <a:ext cx="0" cy="177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2" name="타원 1431">
            <a:extLst>
              <a:ext uri="{FF2B5EF4-FFF2-40B4-BE49-F238E27FC236}">
                <a16:creationId xmlns:a16="http://schemas.microsoft.com/office/drawing/2014/main" id="{76C9B90B-0C0A-AB59-4E9A-A49FD514C5A8}"/>
              </a:ext>
            </a:extLst>
          </p:cNvPr>
          <p:cNvSpPr>
            <a:spLocks noChangeAspect="1"/>
          </p:cNvSpPr>
          <p:nvPr/>
        </p:nvSpPr>
        <p:spPr>
          <a:xfrm>
            <a:off x="2847428" y="3373660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33" name="직선 화살표 연결선 1432">
            <a:extLst>
              <a:ext uri="{FF2B5EF4-FFF2-40B4-BE49-F238E27FC236}">
                <a16:creationId xmlns:a16="http://schemas.microsoft.com/office/drawing/2014/main" id="{875499E8-F789-0071-2985-B376B93035E7}"/>
              </a:ext>
            </a:extLst>
          </p:cNvPr>
          <p:cNvCxnSpPr>
            <a:cxnSpLocks/>
          </p:cNvCxnSpPr>
          <p:nvPr/>
        </p:nvCxnSpPr>
        <p:spPr>
          <a:xfrm>
            <a:off x="2782433" y="3309696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4" name="직선 화살표 연결선 1433">
            <a:extLst>
              <a:ext uri="{FF2B5EF4-FFF2-40B4-BE49-F238E27FC236}">
                <a16:creationId xmlns:a16="http://schemas.microsoft.com/office/drawing/2014/main" id="{563FA497-6DC4-F724-F5BF-1CD0D45D30A0}"/>
              </a:ext>
            </a:extLst>
          </p:cNvPr>
          <p:cNvCxnSpPr>
            <a:cxnSpLocks/>
          </p:cNvCxnSpPr>
          <p:nvPr/>
        </p:nvCxnSpPr>
        <p:spPr>
          <a:xfrm>
            <a:off x="2774495" y="3484213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5" name="직선 화살표 연결선 1434">
            <a:extLst>
              <a:ext uri="{FF2B5EF4-FFF2-40B4-BE49-F238E27FC236}">
                <a16:creationId xmlns:a16="http://schemas.microsoft.com/office/drawing/2014/main" id="{5E6DE0F2-A12C-DFC1-5D97-F73AFD4BB221}"/>
              </a:ext>
            </a:extLst>
          </p:cNvPr>
          <p:cNvCxnSpPr>
            <a:cxnSpLocks/>
          </p:cNvCxnSpPr>
          <p:nvPr/>
        </p:nvCxnSpPr>
        <p:spPr>
          <a:xfrm>
            <a:off x="2005485" y="1210950"/>
            <a:ext cx="33655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6" name="직선 화살표 연결선 1435">
            <a:extLst>
              <a:ext uri="{FF2B5EF4-FFF2-40B4-BE49-F238E27FC236}">
                <a16:creationId xmlns:a16="http://schemas.microsoft.com/office/drawing/2014/main" id="{D484100C-6E5C-414A-7EF3-5DBD3BD21B0F}"/>
              </a:ext>
            </a:extLst>
          </p:cNvPr>
          <p:cNvCxnSpPr>
            <a:cxnSpLocks/>
          </p:cNvCxnSpPr>
          <p:nvPr/>
        </p:nvCxnSpPr>
        <p:spPr>
          <a:xfrm>
            <a:off x="2618169" y="1214125"/>
            <a:ext cx="34872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7" name="TextBox 1436">
            <a:extLst>
              <a:ext uri="{FF2B5EF4-FFF2-40B4-BE49-F238E27FC236}">
                <a16:creationId xmlns:a16="http://schemas.microsoft.com/office/drawing/2014/main" id="{7A2C4DE9-4B34-45FE-7CB5-57853060C284}"/>
              </a:ext>
            </a:extLst>
          </p:cNvPr>
          <p:cNvSpPr txBox="1"/>
          <p:nvPr/>
        </p:nvSpPr>
        <p:spPr>
          <a:xfrm>
            <a:off x="1438202" y="4903238"/>
            <a:ext cx="37675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FIL_3V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438" name="직선 화살표 연결선 1437">
            <a:extLst>
              <a:ext uri="{FF2B5EF4-FFF2-40B4-BE49-F238E27FC236}">
                <a16:creationId xmlns:a16="http://schemas.microsoft.com/office/drawing/2014/main" id="{4B79D8FC-1214-70DE-1E87-FAEF8D1460B8}"/>
              </a:ext>
            </a:extLst>
          </p:cNvPr>
          <p:cNvCxnSpPr>
            <a:cxnSpLocks/>
          </p:cNvCxnSpPr>
          <p:nvPr/>
        </p:nvCxnSpPr>
        <p:spPr>
          <a:xfrm>
            <a:off x="2618634" y="4974383"/>
            <a:ext cx="35302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9" name="직선 연결선 1438">
            <a:extLst>
              <a:ext uri="{FF2B5EF4-FFF2-40B4-BE49-F238E27FC236}">
                <a16:creationId xmlns:a16="http://schemas.microsoft.com/office/drawing/2014/main" id="{C5507BA8-003C-621F-383F-58FFEC74ED35}"/>
              </a:ext>
            </a:extLst>
          </p:cNvPr>
          <p:cNvCxnSpPr>
            <a:cxnSpLocks/>
          </p:cNvCxnSpPr>
          <p:nvPr/>
        </p:nvCxnSpPr>
        <p:spPr>
          <a:xfrm>
            <a:off x="2001517" y="1207845"/>
            <a:ext cx="0" cy="37647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0" name="직선 연결선 1439">
            <a:extLst>
              <a:ext uri="{FF2B5EF4-FFF2-40B4-BE49-F238E27FC236}">
                <a16:creationId xmlns:a16="http://schemas.microsoft.com/office/drawing/2014/main" id="{31DBCFB7-F9EC-DC2F-F450-A865E65631AB}"/>
              </a:ext>
            </a:extLst>
          </p:cNvPr>
          <p:cNvCxnSpPr>
            <a:cxnSpLocks/>
          </p:cNvCxnSpPr>
          <p:nvPr/>
        </p:nvCxnSpPr>
        <p:spPr>
          <a:xfrm>
            <a:off x="2968305" y="1217370"/>
            <a:ext cx="0" cy="43071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1" name="타원 1440">
            <a:extLst>
              <a:ext uri="{FF2B5EF4-FFF2-40B4-BE49-F238E27FC236}">
                <a16:creationId xmlns:a16="http://schemas.microsoft.com/office/drawing/2014/main" id="{68C4CFCA-8E75-FB20-0ACB-7F1D2711DB1E}"/>
              </a:ext>
            </a:extLst>
          </p:cNvPr>
          <p:cNvSpPr>
            <a:spLocks noChangeAspect="1"/>
          </p:cNvSpPr>
          <p:nvPr/>
        </p:nvSpPr>
        <p:spPr>
          <a:xfrm>
            <a:off x="1979475" y="494700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42" name="타원 1441">
            <a:extLst>
              <a:ext uri="{FF2B5EF4-FFF2-40B4-BE49-F238E27FC236}">
                <a16:creationId xmlns:a16="http://schemas.microsoft.com/office/drawing/2014/main" id="{0259EDF9-03C6-D726-8CA3-AE327124569D}"/>
              </a:ext>
            </a:extLst>
          </p:cNvPr>
          <p:cNvSpPr>
            <a:spLocks noChangeAspect="1"/>
          </p:cNvSpPr>
          <p:nvPr/>
        </p:nvSpPr>
        <p:spPr>
          <a:xfrm>
            <a:off x="2946146" y="4949389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443" name="그룹 1442">
            <a:extLst>
              <a:ext uri="{FF2B5EF4-FFF2-40B4-BE49-F238E27FC236}">
                <a16:creationId xmlns:a16="http://schemas.microsoft.com/office/drawing/2014/main" id="{6111B2D1-9719-FD56-9613-EFD802CE703B}"/>
              </a:ext>
            </a:extLst>
          </p:cNvPr>
          <p:cNvGrpSpPr/>
          <p:nvPr/>
        </p:nvGrpSpPr>
        <p:grpSpPr>
          <a:xfrm>
            <a:off x="2231587" y="1105534"/>
            <a:ext cx="507674" cy="3955174"/>
            <a:chOff x="9604082" y="373939"/>
            <a:chExt cx="507674" cy="3955174"/>
          </a:xfrm>
        </p:grpSpPr>
        <p:cxnSp>
          <p:nvCxnSpPr>
            <p:cNvPr id="1444" name="직선 화살표 연결선 1443">
              <a:extLst>
                <a:ext uri="{FF2B5EF4-FFF2-40B4-BE49-F238E27FC236}">
                  <a16:creationId xmlns:a16="http://schemas.microsoft.com/office/drawing/2014/main" id="{7BF0A4DC-860C-6A8F-7040-66A4A426958B}"/>
                </a:ext>
              </a:extLst>
            </p:cNvPr>
            <p:cNvCxnSpPr>
              <a:cxnSpLocks/>
            </p:cNvCxnSpPr>
            <p:nvPr/>
          </p:nvCxnSpPr>
          <p:spPr>
            <a:xfrm>
              <a:off x="9691464" y="1246777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5" name="직선 화살표 연결선 1444">
              <a:extLst>
                <a:ext uri="{FF2B5EF4-FFF2-40B4-BE49-F238E27FC236}">
                  <a16:creationId xmlns:a16="http://schemas.microsoft.com/office/drawing/2014/main" id="{ABD4C71F-7DBF-8102-5F23-E39F2466107F}"/>
                </a:ext>
              </a:extLst>
            </p:cNvPr>
            <p:cNvCxnSpPr>
              <a:cxnSpLocks/>
            </p:cNvCxnSpPr>
            <p:nvPr/>
          </p:nvCxnSpPr>
          <p:spPr>
            <a:xfrm>
              <a:off x="9639077" y="1601583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6" name="직선 화살표 연결선 1445">
              <a:extLst>
                <a:ext uri="{FF2B5EF4-FFF2-40B4-BE49-F238E27FC236}">
                  <a16:creationId xmlns:a16="http://schemas.microsoft.com/office/drawing/2014/main" id="{BF31D507-9C86-8416-19B5-D8EDE61917BD}"/>
                </a:ext>
              </a:extLst>
            </p:cNvPr>
            <p:cNvCxnSpPr>
              <a:cxnSpLocks/>
            </p:cNvCxnSpPr>
            <p:nvPr/>
          </p:nvCxnSpPr>
          <p:spPr>
            <a:xfrm>
              <a:off x="9639077" y="1694080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7" name="직선 화살표 연결선 1446">
              <a:extLst>
                <a:ext uri="{FF2B5EF4-FFF2-40B4-BE49-F238E27FC236}">
                  <a16:creationId xmlns:a16="http://schemas.microsoft.com/office/drawing/2014/main" id="{2D73121D-D64E-CC73-C449-32D50BCDAF8A}"/>
                </a:ext>
              </a:extLst>
            </p:cNvPr>
            <p:cNvCxnSpPr>
              <a:cxnSpLocks/>
            </p:cNvCxnSpPr>
            <p:nvPr/>
          </p:nvCxnSpPr>
          <p:spPr>
            <a:xfrm>
              <a:off x="9634314" y="1779804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9" name="직선 화살표 연결선 1448">
              <a:extLst>
                <a:ext uri="{FF2B5EF4-FFF2-40B4-BE49-F238E27FC236}">
                  <a16:creationId xmlns:a16="http://schemas.microsoft.com/office/drawing/2014/main" id="{BB581278-CB16-BAA2-A6B0-CC86105DA8B9}"/>
                </a:ext>
              </a:extLst>
            </p:cNvPr>
            <p:cNvCxnSpPr>
              <a:cxnSpLocks/>
            </p:cNvCxnSpPr>
            <p:nvPr/>
          </p:nvCxnSpPr>
          <p:spPr>
            <a:xfrm>
              <a:off x="9653364" y="2222716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0" name="직선 화살표 연결선 1449">
              <a:extLst>
                <a:ext uri="{FF2B5EF4-FFF2-40B4-BE49-F238E27FC236}">
                  <a16:creationId xmlns:a16="http://schemas.microsoft.com/office/drawing/2014/main" id="{3FB00597-368F-F08C-164A-3B430FAC7BEC}"/>
                </a:ext>
              </a:extLst>
            </p:cNvPr>
            <p:cNvCxnSpPr>
              <a:cxnSpLocks/>
            </p:cNvCxnSpPr>
            <p:nvPr/>
          </p:nvCxnSpPr>
          <p:spPr>
            <a:xfrm>
              <a:off x="9648602" y="2308864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1" name="직선 화살표 연결선 1450">
              <a:extLst>
                <a:ext uri="{FF2B5EF4-FFF2-40B4-BE49-F238E27FC236}">
                  <a16:creationId xmlns:a16="http://schemas.microsoft.com/office/drawing/2014/main" id="{1EAFDF55-93DD-7E51-E547-D739277F88CC}"/>
                </a:ext>
              </a:extLst>
            </p:cNvPr>
            <p:cNvCxnSpPr>
              <a:cxnSpLocks/>
            </p:cNvCxnSpPr>
            <p:nvPr/>
          </p:nvCxnSpPr>
          <p:spPr>
            <a:xfrm>
              <a:off x="9646221" y="2397701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3" name="직선 화살표 연결선 1452">
              <a:extLst>
                <a:ext uri="{FF2B5EF4-FFF2-40B4-BE49-F238E27FC236}">
                  <a16:creationId xmlns:a16="http://schemas.microsoft.com/office/drawing/2014/main" id="{F950D4E9-FB7F-EF47-3DC5-2D8BFE17E5DB}"/>
                </a:ext>
              </a:extLst>
            </p:cNvPr>
            <p:cNvCxnSpPr>
              <a:cxnSpLocks/>
            </p:cNvCxnSpPr>
            <p:nvPr/>
          </p:nvCxnSpPr>
          <p:spPr>
            <a:xfrm>
              <a:off x="9646221" y="2489058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6" name="직선 화살표 연결선 1455">
              <a:extLst>
                <a:ext uri="{FF2B5EF4-FFF2-40B4-BE49-F238E27FC236}">
                  <a16:creationId xmlns:a16="http://schemas.microsoft.com/office/drawing/2014/main" id="{2771B8AA-6618-5039-A9FE-9A830EEBFFBD}"/>
                </a:ext>
              </a:extLst>
            </p:cNvPr>
            <p:cNvCxnSpPr>
              <a:cxnSpLocks/>
            </p:cNvCxnSpPr>
            <p:nvPr/>
          </p:nvCxnSpPr>
          <p:spPr>
            <a:xfrm>
              <a:off x="9641459" y="2843864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9" name="직선 화살표 연결선 1458">
              <a:extLst>
                <a:ext uri="{FF2B5EF4-FFF2-40B4-BE49-F238E27FC236}">
                  <a16:creationId xmlns:a16="http://schemas.microsoft.com/office/drawing/2014/main" id="{71E89567-7C06-F132-CB17-51B1AFA04EE3}"/>
                </a:ext>
              </a:extLst>
            </p:cNvPr>
            <p:cNvCxnSpPr>
              <a:cxnSpLocks/>
            </p:cNvCxnSpPr>
            <p:nvPr/>
          </p:nvCxnSpPr>
          <p:spPr>
            <a:xfrm>
              <a:off x="9650984" y="2931970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0" name="직선 화살표 연결선 1459">
              <a:extLst>
                <a:ext uri="{FF2B5EF4-FFF2-40B4-BE49-F238E27FC236}">
                  <a16:creationId xmlns:a16="http://schemas.microsoft.com/office/drawing/2014/main" id="{619A8B1A-0898-7E98-6499-9FF281E60A79}"/>
                </a:ext>
              </a:extLst>
            </p:cNvPr>
            <p:cNvCxnSpPr>
              <a:cxnSpLocks/>
            </p:cNvCxnSpPr>
            <p:nvPr/>
          </p:nvCxnSpPr>
          <p:spPr>
            <a:xfrm>
              <a:off x="9650984" y="3020932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1" name="직선 화살표 연결선 1460">
              <a:extLst>
                <a:ext uri="{FF2B5EF4-FFF2-40B4-BE49-F238E27FC236}">
                  <a16:creationId xmlns:a16="http://schemas.microsoft.com/office/drawing/2014/main" id="{D8E30E7E-B928-377E-9D7F-B5492EECFD1C}"/>
                </a:ext>
              </a:extLst>
            </p:cNvPr>
            <p:cNvCxnSpPr>
              <a:cxnSpLocks/>
            </p:cNvCxnSpPr>
            <p:nvPr/>
          </p:nvCxnSpPr>
          <p:spPr>
            <a:xfrm>
              <a:off x="9643840" y="3285250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2" name="직선 화살표 연결선 1461">
              <a:extLst>
                <a:ext uri="{FF2B5EF4-FFF2-40B4-BE49-F238E27FC236}">
                  <a16:creationId xmlns:a16="http://schemas.microsoft.com/office/drawing/2014/main" id="{68D8E5CE-7EEA-B6D6-10BF-D91E0967FA8A}"/>
                </a:ext>
              </a:extLst>
            </p:cNvPr>
            <p:cNvCxnSpPr>
              <a:cxnSpLocks/>
            </p:cNvCxnSpPr>
            <p:nvPr/>
          </p:nvCxnSpPr>
          <p:spPr>
            <a:xfrm>
              <a:off x="9650984" y="3375295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3" name="직선 화살표 연결선 1462">
              <a:extLst>
                <a:ext uri="{FF2B5EF4-FFF2-40B4-BE49-F238E27FC236}">
                  <a16:creationId xmlns:a16="http://schemas.microsoft.com/office/drawing/2014/main" id="{BF7E92BD-C579-EC18-32B2-F25F22DE5F85}"/>
                </a:ext>
              </a:extLst>
            </p:cNvPr>
            <p:cNvCxnSpPr>
              <a:cxnSpLocks/>
            </p:cNvCxnSpPr>
            <p:nvPr/>
          </p:nvCxnSpPr>
          <p:spPr>
            <a:xfrm>
              <a:off x="9643840" y="3820589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4" name="직선 화살표 연결선 1463">
              <a:extLst>
                <a:ext uri="{FF2B5EF4-FFF2-40B4-BE49-F238E27FC236}">
                  <a16:creationId xmlns:a16="http://schemas.microsoft.com/office/drawing/2014/main" id="{3B9F02CE-1A33-510C-6C39-7EFE26BEBE4E}"/>
                </a:ext>
              </a:extLst>
            </p:cNvPr>
            <p:cNvCxnSpPr>
              <a:cxnSpLocks/>
            </p:cNvCxnSpPr>
            <p:nvPr/>
          </p:nvCxnSpPr>
          <p:spPr>
            <a:xfrm>
              <a:off x="9643840" y="3908694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5" name="직선 화살표 연결선 1464">
              <a:extLst>
                <a:ext uri="{FF2B5EF4-FFF2-40B4-BE49-F238E27FC236}">
                  <a16:creationId xmlns:a16="http://schemas.microsoft.com/office/drawing/2014/main" id="{34F0707F-79A2-7028-4C94-71379ED6D9F9}"/>
                </a:ext>
              </a:extLst>
            </p:cNvPr>
            <p:cNvCxnSpPr>
              <a:cxnSpLocks/>
            </p:cNvCxnSpPr>
            <p:nvPr/>
          </p:nvCxnSpPr>
          <p:spPr>
            <a:xfrm>
              <a:off x="9639078" y="3996802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7" name="직선 화살표 연결선 1466">
              <a:extLst>
                <a:ext uri="{FF2B5EF4-FFF2-40B4-BE49-F238E27FC236}">
                  <a16:creationId xmlns:a16="http://schemas.microsoft.com/office/drawing/2014/main" id="{AAB8DC2E-E65F-5E9A-D33C-C046EEB904B9}"/>
                </a:ext>
              </a:extLst>
            </p:cNvPr>
            <p:cNvCxnSpPr>
              <a:cxnSpLocks/>
            </p:cNvCxnSpPr>
            <p:nvPr/>
          </p:nvCxnSpPr>
          <p:spPr>
            <a:xfrm>
              <a:off x="9646221" y="4084640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8" name="직선 화살표 연결선 1467">
              <a:extLst>
                <a:ext uri="{FF2B5EF4-FFF2-40B4-BE49-F238E27FC236}">
                  <a16:creationId xmlns:a16="http://schemas.microsoft.com/office/drawing/2014/main" id="{BA66BBBF-7929-5ABC-726B-3CA7697E4784}"/>
                </a:ext>
              </a:extLst>
            </p:cNvPr>
            <p:cNvCxnSpPr>
              <a:cxnSpLocks/>
            </p:cNvCxnSpPr>
            <p:nvPr/>
          </p:nvCxnSpPr>
          <p:spPr>
            <a:xfrm>
              <a:off x="9658127" y="1072737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1" name="직선 화살표 연결선 1470">
              <a:extLst>
                <a:ext uri="{FF2B5EF4-FFF2-40B4-BE49-F238E27FC236}">
                  <a16:creationId xmlns:a16="http://schemas.microsoft.com/office/drawing/2014/main" id="{3796E67C-0C73-B4B8-F74D-9F7002A8271F}"/>
                </a:ext>
              </a:extLst>
            </p:cNvPr>
            <p:cNvCxnSpPr>
              <a:cxnSpLocks/>
            </p:cNvCxnSpPr>
            <p:nvPr/>
          </p:nvCxnSpPr>
          <p:spPr>
            <a:xfrm>
              <a:off x="9662889" y="1160843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4" name="타원 1473">
              <a:extLst>
                <a:ext uri="{FF2B5EF4-FFF2-40B4-BE49-F238E27FC236}">
                  <a16:creationId xmlns:a16="http://schemas.microsoft.com/office/drawing/2014/main" id="{988EBE80-E05F-E9F1-F317-50677A0B7C0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18579" y="423154"/>
              <a:ext cx="108000" cy="10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75" name="타원 1474">
              <a:extLst>
                <a:ext uri="{FF2B5EF4-FFF2-40B4-BE49-F238E27FC236}">
                  <a16:creationId xmlns:a16="http://schemas.microsoft.com/office/drawing/2014/main" id="{4BCF121C-B7B9-457B-CACA-DDA79B8408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82664" y="423154"/>
              <a:ext cx="108000" cy="10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76" name="타원 1475">
              <a:extLst>
                <a:ext uri="{FF2B5EF4-FFF2-40B4-BE49-F238E27FC236}">
                  <a16:creationId xmlns:a16="http://schemas.microsoft.com/office/drawing/2014/main" id="{2EE202C1-48B5-BC7F-040C-4DD5CC3641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19044" y="4183412"/>
              <a:ext cx="108000" cy="10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77" name="타원 1476">
              <a:extLst>
                <a:ext uri="{FF2B5EF4-FFF2-40B4-BE49-F238E27FC236}">
                  <a16:creationId xmlns:a16="http://schemas.microsoft.com/office/drawing/2014/main" id="{C5B0B8D1-CD73-EADF-790D-B3D603367C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83129" y="4183412"/>
              <a:ext cx="108000" cy="10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78" name="직사각형 1477">
              <a:extLst>
                <a:ext uri="{FF2B5EF4-FFF2-40B4-BE49-F238E27FC236}">
                  <a16:creationId xmlns:a16="http://schemas.microsoft.com/office/drawing/2014/main" id="{11CF6F86-EE84-2FCD-2E3C-419770C16410}"/>
                </a:ext>
              </a:extLst>
            </p:cNvPr>
            <p:cNvSpPr/>
            <p:nvPr/>
          </p:nvSpPr>
          <p:spPr>
            <a:xfrm>
              <a:off x="9604082" y="373939"/>
              <a:ext cx="507674" cy="3955174"/>
            </a:xfrm>
            <a:prstGeom prst="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482" name="직선 화살표 연결선 1481">
              <a:extLst>
                <a:ext uri="{FF2B5EF4-FFF2-40B4-BE49-F238E27FC236}">
                  <a16:creationId xmlns:a16="http://schemas.microsoft.com/office/drawing/2014/main" id="{112A535F-E4E9-B25E-D790-236967913A5C}"/>
                </a:ext>
              </a:extLst>
            </p:cNvPr>
            <p:cNvCxnSpPr>
              <a:cxnSpLocks/>
            </p:cNvCxnSpPr>
            <p:nvPr/>
          </p:nvCxnSpPr>
          <p:spPr>
            <a:xfrm>
              <a:off x="9641459" y="3464195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3" name="직선 화살표 연결선 1482">
              <a:extLst>
                <a:ext uri="{FF2B5EF4-FFF2-40B4-BE49-F238E27FC236}">
                  <a16:creationId xmlns:a16="http://schemas.microsoft.com/office/drawing/2014/main" id="{DAE66590-20FE-8E8C-D94B-E3CD0C20A0DE}"/>
                </a:ext>
              </a:extLst>
            </p:cNvPr>
            <p:cNvCxnSpPr>
              <a:cxnSpLocks/>
            </p:cNvCxnSpPr>
            <p:nvPr/>
          </p:nvCxnSpPr>
          <p:spPr>
            <a:xfrm>
              <a:off x="9641459" y="3549920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6" name="직선 화살표 연결선 1485">
              <a:extLst>
                <a:ext uri="{FF2B5EF4-FFF2-40B4-BE49-F238E27FC236}">
                  <a16:creationId xmlns:a16="http://schemas.microsoft.com/office/drawing/2014/main" id="{EA11EA4E-DC0F-6024-755E-80DA6025B545}"/>
                </a:ext>
              </a:extLst>
            </p:cNvPr>
            <p:cNvCxnSpPr>
              <a:cxnSpLocks/>
            </p:cNvCxnSpPr>
            <p:nvPr/>
          </p:nvCxnSpPr>
          <p:spPr>
            <a:xfrm>
              <a:off x="9644634" y="3638820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9" name="직선 화살표 연결선 1488">
              <a:extLst>
                <a:ext uri="{FF2B5EF4-FFF2-40B4-BE49-F238E27FC236}">
                  <a16:creationId xmlns:a16="http://schemas.microsoft.com/office/drawing/2014/main" id="{86E37A01-AB66-F151-0C4C-A043516DD6D0}"/>
                </a:ext>
              </a:extLst>
            </p:cNvPr>
            <p:cNvCxnSpPr>
              <a:cxnSpLocks/>
            </p:cNvCxnSpPr>
            <p:nvPr/>
          </p:nvCxnSpPr>
          <p:spPr>
            <a:xfrm>
              <a:off x="9644634" y="3727720"/>
              <a:ext cx="41932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0" name="TextBox 1489">
            <a:extLst>
              <a:ext uri="{FF2B5EF4-FFF2-40B4-BE49-F238E27FC236}">
                <a16:creationId xmlns:a16="http://schemas.microsoft.com/office/drawing/2014/main" id="{8214781B-11AE-22E6-B4ED-F973CB97F2D4}"/>
              </a:ext>
            </a:extLst>
          </p:cNvPr>
          <p:cNvSpPr txBox="1"/>
          <p:nvPr/>
        </p:nvSpPr>
        <p:spPr>
          <a:xfrm>
            <a:off x="2108055" y="958173"/>
            <a:ext cx="74267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b="1" dirty="0">
                <a:latin typeface="+mn-ea"/>
              </a:rPr>
              <a:t>J18 : to PS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491" name="TextBox 1490">
            <a:extLst>
              <a:ext uri="{FF2B5EF4-FFF2-40B4-BE49-F238E27FC236}">
                <a16:creationId xmlns:a16="http://schemas.microsoft.com/office/drawing/2014/main" id="{87873DA5-1E17-34EB-A82A-67BC676FF21D}"/>
              </a:ext>
            </a:extLst>
          </p:cNvPr>
          <p:cNvSpPr txBox="1"/>
          <p:nvPr/>
        </p:nvSpPr>
        <p:spPr>
          <a:xfrm>
            <a:off x="1422889" y="3869568"/>
            <a:ext cx="39168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+3.3VIN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492" name="직선 연결선 1491">
            <a:extLst>
              <a:ext uri="{FF2B5EF4-FFF2-40B4-BE49-F238E27FC236}">
                <a16:creationId xmlns:a16="http://schemas.microsoft.com/office/drawing/2014/main" id="{FE06254C-12AF-F573-482D-FED3C27960C1}"/>
              </a:ext>
            </a:extLst>
          </p:cNvPr>
          <p:cNvCxnSpPr>
            <a:cxnSpLocks/>
          </p:cNvCxnSpPr>
          <p:nvPr/>
        </p:nvCxnSpPr>
        <p:spPr>
          <a:xfrm>
            <a:off x="2877028" y="3838509"/>
            <a:ext cx="0" cy="922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3" name="타원 1492">
            <a:extLst>
              <a:ext uri="{FF2B5EF4-FFF2-40B4-BE49-F238E27FC236}">
                <a16:creationId xmlns:a16="http://schemas.microsoft.com/office/drawing/2014/main" id="{03C9648A-55CE-6927-9CAC-4E94C5E9D94F}"/>
              </a:ext>
            </a:extLst>
          </p:cNvPr>
          <p:cNvSpPr>
            <a:spLocks noChangeAspect="1"/>
          </p:cNvSpPr>
          <p:nvPr/>
        </p:nvSpPr>
        <p:spPr>
          <a:xfrm>
            <a:off x="2853294" y="390536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95" name="직선 화살표 연결선 1494">
            <a:extLst>
              <a:ext uri="{FF2B5EF4-FFF2-40B4-BE49-F238E27FC236}">
                <a16:creationId xmlns:a16="http://schemas.microsoft.com/office/drawing/2014/main" id="{E44656FD-EF19-D837-7F5F-379875814CB4}"/>
              </a:ext>
            </a:extLst>
          </p:cNvPr>
          <p:cNvCxnSpPr>
            <a:cxnSpLocks/>
          </p:cNvCxnSpPr>
          <p:nvPr/>
        </p:nvCxnSpPr>
        <p:spPr>
          <a:xfrm>
            <a:off x="2780494" y="3928224"/>
            <a:ext cx="355300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6" name="직선 화살표 연결선 1495">
            <a:extLst>
              <a:ext uri="{FF2B5EF4-FFF2-40B4-BE49-F238E27FC236}">
                <a16:creationId xmlns:a16="http://schemas.microsoft.com/office/drawing/2014/main" id="{001EB36E-AD84-AAD1-BB0B-58CD7B552B0D}"/>
              </a:ext>
            </a:extLst>
          </p:cNvPr>
          <p:cNvCxnSpPr>
            <a:cxnSpLocks/>
          </p:cNvCxnSpPr>
          <p:nvPr/>
        </p:nvCxnSpPr>
        <p:spPr>
          <a:xfrm>
            <a:off x="2781155" y="3841426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7" name="직선 화살표 연결선 1496">
            <a:extLst>
              <a:ext uri="{FF2B5EF4-FFF2-40B4-BE49-F238E27FC236}">
                <a16:creationId xmlns:a16="http://schemas.microsoft.com/office/drawing/2014/main" id="{F2642572-A29E-6DFC-4B14-E4C635E9A7D0}"/>
              </a:ext>
            </a:extLst>
          </p:cNvPr>
          <p:cNvCxnSpPr>
            <a:cxnSpLocks/>
          </p:cNvCxnSpPr>
          <p:nvPr/>
        </p:nvCxnSpPr>
        <p:spPr>
          <a:xfrm>
            <a:off x="1819745" y="1357788"/>
            <a:ext cx="416907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5" name="직선 화살표 연결선 1504">
            <a:extLst>
              <a:ext uri="{FF2B5EF4-FFF2-40B4-BE49-F238E27FC236}">
                <a16:creationId xmlns:a16="http://schemas.microsoft.com/office/drawing/2014/main" id="{29B0EC8C-7786-5FE5-B05B-82CCDF6D8D5A}"/>
              </a:ext>
            </a:extLst>
          </p:cNvPr>
          <p:cNvCxnSpPr>
            <a:cxnSpLocks/>
          </p:cNvCxnSpPr>
          <p:nvPr/>
        </p:nvCxnSpPr>
        <p:spPr>
          <a:xfrm>
            <a:off x="1817340" y="1445374"/>
            <a:ext cx="366743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6" name="TextBox 1505">
            <a:extLst>
              <a:ext uri="{FF2B5EF4-FFF2-40B4-BE49-F238E27FC236}">
                <a16:creationId xmlns:a16="http://schemas.microsoft.com/office/drawing/2014/main" id="{120F074A-8D7E-67C6-A511-D618B4393A8D}"/>
              </a:ext>
            </a:extLst>
          </p:cNvPr>
          <p:cNvSpPr txBox="1"/>
          <p:nvPr/>
        </p:nvSpPr>
        <p:spPr>
          <a:xfrm>
            <a:off x="1376487" y="1402767"/>
            <a:ext cx="39964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dirty="0">
                <a:latin typeface="+mn-ea"/>
              </a:rPr>
              <a:t>I2C1_SCL</a:t>
            </a:r>
            <a:endParaRPr lang="ko-KR" altLang="en-US" sz="600" dirty="0">
              <a:latin typeface="+mn-ea"/>
            </a:endParaRPr>
          </a:p>
        </p:txBody>
      </p:sp>
      <p:cxnSp>
        <p:nvCxnSpPr>
          <p:cNvPr id="1507" name="직선 화살표 연결선 1506">
            <a:extLst>
              <a:ext uri="{FF2B5EF4-FFF2-40B4-BE49-F238E27FC236}">
                <a16:creationId xmlns:a16="http://schemas.microsoft.com/office/drawing/2014/main" id="{E135E46F-8539-73AC-ABEA-0EE7C00E52BD}"/>
              </a:ext>
            </a:extLst>
          </p:cNvPr>
          <p:cNvCxnSpPr>
            <a:cxnSpLocks/>
          </p:cNvCxnSpPr>
          <p:nvPr/>
        </p:nvCxnSpPr>
        <p:spPr>
          <a:xfrm>
            <a:off x="1819721" y="1534991"/>
            <a:ext cx="366743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9" name="TextBox 1508">
            <a:extLst>
              <a:ext uri="{FF2B5EF4-FFF2-40B4-BE49-F238E27FC236}">
                <a16:creationId xmlns:a16="http://schemas.microsoft.com/office/drawing/2014/main" id="{DF0FC7E6-1C92-7A4C-A8AF-2D633F0571F1}"/>
              </a:ext>
            </a:extLst>
          </p:cNvPr>
          <p:cNvSpPr txBox="1"/>
          <p:nvPr/>
        </p:nvSpPr>
        <p:spPr>
          <a:xfrm>
            <a:off x="1401348" y="1491571"/>
            <a:ext cx="39964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dirty="0">
                <a:latin typeface="+mn-ea"/>
              </a:rPr>
              <a:t>I2C1_SDA</a:t>
            </a:r>
            <a:endParaRPr lang="ko-KR" altLang="en-US" sz="600" dirty="0">
              <a:latin typeface="+mn-ea"/>
            </a:endParaRPr>
          </a:p>
        </p:txBody>
      </p:sp>
      <p:cxnSp>
        <p:nvCxnSpPr>
          <p:cNvPr id="1514" name="직선 화살표 연결선 1513">
            <a:extLst>
              <a:ext uri="{FF2B5EF4-FFF2-40B4-BE49-F238E27FC236}">
                <a16:creationId xmlns:a16="http://schemas.microsoft.com/office/drawing/2014/main" id="{8F347730-C7F8-A3FD-E806-95478AA65C35}"/>
              </a:ext>
            </a:extLst>
          </p:cNvPr>
          <p:cNvCxnSpPr>
            <a:cxnSpLocks/>
          </p:cNvCxnSpPr>
          <p:nvPr/>
        </p:nvCxnSpPr>
        <p:spPr>
          <a:xfrm>
            <a:off x="1819721" y="1623694"/>
            <a:ext cx="36674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5" name="TextBox 1514">
            <a:extLst>
              <a:ext uri="{FF2B5EF4-FFF2-40B4-BE49-F238E27FC236}">
                <a16:creationId xmlns:a16="http://schemas.microsoft.com/office/drawing/2014/main" id="{AEF97E86-FB86-EA66-4F22-88F391C12803}"/>
              </a:ext>
            </a:extLst>
          </p:cNvPr>
          <p:cNvSpPr txBox="1"/>
          <p:nvPr/>
        </p:nvSpPr>
        <p:spPr>
          <a:xfrm>
            <a:off x="1527894" y="1583904"/>
            <a:ext cx="264845" cy="92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dirty="0">
                <a:latin typeface="+mn-ea"/>
              </a:rPr>
              <a:t>LED</a:t>
            </a:r>
            <a:endParaRPr lang="ko-KR" altLang="en-US" sz="600" dirty="0">
              <a:latin typeface="+mn-ea"/>
            </a:endParaRPr>
          </a:p>
        </p:txBody>
      </p:sp>
      <p:cxnSp>
        <p:nvCxnSpPr>
          <p:cNvPr id="1516" name="직선 화살표 연결선 1515">
            <a:extLst>
              <a:ext uri="{FF2B5EF4-FFF2-40B4-BE49-F238E27FC236}">
                <a16:creationId xmlns:a16="http://schemas.microsoft.com/office/drawing/2014/main" id="{8C7F15E3-BB37-7084-1FBC-93FAB7D3AEB3}"/>
              </a:ext>
            </a:extLst>
          </p:cNvPr>
          <p:cNvCxnSpPr>
            <a:cxnSpLocks/>
          </p:cNvCxnSpPr>
          <p:nvPr/>
        </p:nvCxnSpPr>
        <p:spPr>
          <a:xfrm flipH="1">
            <a:off x="2778781" y="1627147"/>
            <a:ext cx="28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9" name="직선 화살표 연결선 1518">
            <a:extLst>
              <a:ext uri="{FF2B5EF4-FFF2-40B4-BE49-F238E27FC236}">
                <a16:creationId xmlns:a16="http://schemas.microsoft.com/office/drawing/2014/main" id="{E8358EC5-B533-6308-0C19-6E07CF8B187B}"/>
              </a:ext>
            </a:extLst>
          </p:cNvPr>
          <p:cNvCxnSpPr>
            <a:cxnSpLocks/>
          </p:cNvCxnSpPr>
          <p:nvPr/>
        </p:nvCxnSpPr>
        <p:spPr>
          <a:xfrm flipH="1">
            <a:off x="2778781" y="1538057"/>
            <a:ext cx="28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1" name="TextBox 1520">
            <a:extLst>
              <a:ext uri="{FF2B5EF4-FFF2-40B4-BE49-F238E27FC236}">
                <a16:creationId xmlns:a16="http://schemas.microsoft.com/office/drawing/2014/main" id="{A6AAAA3F-5FB7-F4AB-CA55-FA67E4E64E9A}"/>
              </a:ext>
            </a:extLst>
          </p:cNvPr>
          <p:cNvSpPr txBox="1"/>
          <p:nvPr/>
        </p:nvSpPr>
        <p:spPr>
          <a:xfrm>
            <a:off x="3563184" y="1448827"/>
            <a:ext cx="27191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U3</a:t>
            </a:r>
          </a:p>
          <a:p>
            <a:pPr algn="ctr"/>
            <a:r>
              <a:rPr lang="en-US" altLang="ko-KR" sz="800" dirty="0">
                <a:latin typeface="+mn-ea"/>
              </a:rPr>
              <a:t>(N/A)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522" name="직선 화살표 연결선 1521">
            <a:extLst>
              <a:ext uri="{FF2B5EF4-FFF2-40B4-BE49-F238E27FC236}">
                <a16:creationId xmlns:a16="http://schemas.microsoft.com/office/drawing/2014/main" id="{EF005E4C-CB9B-C3AC-2E80-229AB1439A46}"/>
              </a:ext>
            </a:extLst>
          </p:cNvPr>
          <p:cNvCxnSpPr>
            <a:cxnSpLocks/>
          </p:cNvCxnSpPr>
          <p:nvPr/>
        </p:nvCxnSpPr>
        <p:spPr>
          <a:xfrm flipH="1">
            <a:off x="2778781" y="1447791"/>
            <a:ext cx="28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3" name="직선 화살표 연결선 1522">
            <a:extLst>
              <a:ext uri="{FF2B5EF4-FFF2-40B4-BE49-F238E27FC236}">
                <a16:creationId xmlns:a16="http://schemas.microsoft.com/office/drawing/2014/main" id="{D5CF096B-3B31-3170-DD18-BB1B459B8CCC}"/>
              </a:ext>
            </a:extLst>
          </p:cNvPr>
          <p:cNvCxnSpPr>
            <a:cxnSpLocks/>
          </p:cNvCxnSpPr>
          <p:nvPr/>
        </p:nvCxnSpPr>
        <p:spPr>
          <a:xfrm flipH="1">
            <a:off x="2778781" y="1716663"/>
            <a:ext cx="28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5" name="오른쪽 중괄호 1524">
            <a:extLst>
              <a:ext uri="{FF2B5EF4-FFF2-40B4-BE49-F238E27FC236}">
                <a16:creationId xmlns:a16="http://schemas.microsoft.com/office/drawing/2014/main" id="{576C40AD-5DEA-D532-07C7-A0EF3D3D055E}"/>
              </a:ext>
            </a:extLst>
          </p:cNvPr>
          <p:cNvSpPr/>
          <p:nvPr/>
        </p:nvSpPr>
        <p:spPr>
          <a:xfrm>
            <a:off x="3531548" y="1446373"/>
            <a:ext cx="60317" cy="33142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27" name="직선 화살표 연결선 1526">
            <a:extLst>
              <a:ext uri="{FF2B5EF4-FFF2-40B4-BE49-F238E27FC236}">
                <a16:creationId xmlns:a16="http://schemas.microsoft.com/office/drawing/2014/main" id="{65409AF2-B9BD-2986-A659-CAF05CA9CE45}"/>
              </a:ext>
            </a:extLst>
          </p:cNvPr>
          <p:cNvCxnSpPr>
            <a:cxnSpLocks/>
          </p:cNvCxnSpPr>
          <p:nvPr/>
        </p:nvCxnSpPr>
        <p:spPr>
          <a:xfrm flipH="1">
            <a:off x="2775606" y="1358891"/>
            <a:ext cx="301439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8" name="직선 화살표 연결선 1527">
            <a:extLst>
              <a:ext uri="{FF2B5EF4-FFF2-40B4-BE49-F238E27FC236}">
                <a16:creationId xmlns:a16="http://schemas.microsoft.com/office/drawing/2014/main" id="{5D3A08EC-68D4-ACAE-D3F9-358639581DD9}"/>
              </a:ext>
            </a:extLst>
          </p:cNvPr>
          <p:cNvCxnSpPr>
            <a:cxnSpLocks/>
          </p:cNvCxnSpPr>
          <p:nvPr/>
        </p:nvCxnSpPr>
        <p:spPr>
          <a:xfrm>
            <a:off x="1838795" y="1801710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0" name="직선 화살표 연결선 1539">
            <a:extLst>
              <a:ext uri="{FF2B5EF4-FFF2-40B4-BE49-F238E27FC236}">
                <a16:creationId xmlns:a16="http://schemas.microsoft.com/office/drawing/2014/main" id="{FF511C1D-F0D1-0192-F3E7-F99D354C4125}"/>
              </a:ext>
            </a:extLst>
          </p:cNvPr>
          <p:cNvCxnSpPr>
            <a:cxnSpLocks/>
          </p:cNvCxnSpPr>
          <p:nvPr/>
        </p:nvCxnSpPr>
        <p:spPr>
          <a:xfrm>
            <a:off x="1813395" y="2150960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3" name="직선 화살표 연결선 1542">
            <a:extLst>
              <a:ext uri="{FF2B5EF4-FFF2-40B4-BE49-F238E27FC236}">
                <a16:creationId xmlns:a16="http://schemas.microsoft.com/office/drawing/2014/main" id="{6507947A-6FB2-1441-48B7-CDCE84694181}"/>
              </a:ext>
            </a:extLst>
          </p:cNvPr>
          <p:cNvCxnSpPr>
            <a:cxnSpLocks/>
          </p:cNvCxnSpPr>
          <p:nvPr/>
        </p:nvCxnSpPr>
        <p:spPr>
          <a:xfrm>
            <a:off x="1826095" y="2773260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6" name="직선 화살표 연결선 1545">
            <a:extLst>
              <a:ext uri="{FF2B5EF4-FFF2-40B4-BE49-F238E27FC236}">
                <a16:creationId xmlns:a16="http://schemas.microsoft.com/office/drawing/2014/main" id="{E61E66B1-C3DA-C102-FBE5-51EE173D7E0B}"/>
              </a:ext>
            </a:extLst>
          </p:cNvPr>
          <p:cNvCxnSpPr>
            <a:cxnSpLocks/>
          </p:cNvCxnSpPr>
          <p:nvPr/>
        </p:nvCxnSpPr>
        <p:spPr>
          <a:xfrm>
            <a:off x="1819745" y="3400641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8" name="직선 화살표 연결선 1557">
            <a:extLst>
              <a:ext uri="{FF2B5EF4-FFF2-40B4-BE49-F238E27FC236}">
                <a16:creationId xmlns:a16="http://schemas.microsoft.com/office/drawing/2014/main" id="{6567A2FE-03C7-5174-467C-B14C99FBAA10}"/>
              </a:ext>
            </a:extLst>
          </p:cNvPr>
          <p:cNvCxnSpPr>
            <a:cxnSpLocks/>
          </p:cNvCxnSpPr>
          <p:nvPr/>
        </p:nvCxnSpPr>
        <p:spPr>
          <a:xfrm>
            <a:off x="1826095" y="4373779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2" name="직선 화살표 연결선 1581">
            <a:extLst>
              <a:ext uri="{FF2B5EF4-FFF2-40B4-BE49-F238E27FC236}">
                <a16:creationId xmlns:a16="http://schemas.microsoft.com/office/drawing/2014/main" id="{C9F16103-D830-D2F9-047A-8D58E857968A}"/>
              </a:ext>
            </a:extLst>
          </p:cNvPr>
          <p:cNvCxnSpPr>
            <a:cxnSpLocks/>
          </p:cNvCxnSpPr>
          <p:nvPr/>
        </p:nvCxnSpPr>
        <p:spPr>
          <a:xfrm flipH="1">
            <a:off x="2772431" y="2784888"/>
            <a:ext cx="30461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3" name="직선 화살표 연결선 1582">
            <a:extLst>
              <a:ext uri="{FF2B5EF4-FFF2-40B4-BE49-F238E27FC236}">
                <a16:creationId xmlns:a16="http://schemas.microsoft.com/office/drawing/2014/main" id="{60C92FF5-B7C0-2032-1E97-A644D797D704}"/>
              </a:ext>
            </a:extLst>
          </p:cNvPr>
          <p:cNvCxnSpPr>
            <a:cxnSpLocks/>
          </p:cNvCxnSpPr>
          <p:nvPr/>
        </p:nvCxnSpPr>
        <p:spPr>
          <a:xfrm flipH="1">
            <a:off x="2772431" y="3399569"/>
            <a:ext cx="30461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6" name="직선 화살표 연결선 1585">
            <a:extLst>
              <a:ext uri="{FF2B5EF4-FFF2-40B4-BE49-F238E27FC236}">
                <a16:creationId xmlns:a16="http://schemas.microsoft.com/office/drawing/2014/main" id="{C21948FE-609E-8B68-DEB0-C7344FF13780}"/>
              </a:ext>
            </a:extLst>
          </p:cNvPr>
          <p:cNvCxnSpPr>
            <a:cxnSpLocks/>
          </p:cNvCxnSpPr>
          <p:nvPr/>
        </p:nvCxnSpPr>
        <p:spPr>
          <a:xfrm>
            <a:off x="1832445" y="4969091"/>
            <a:ext cx="51435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8" name="TextBox 1587">
            <a:extLst>
              <a:ext uri="{FF2B5EF4-FFF2-40B4-BE49-F238E27FC236}">
                <a16:creationId xmlns:a16="http://schemas.microsoft.com/office/drawing/2014/main" id="{B8E89831-6610-349D-ED4B-A5BBCB8839FD}"/>
              </a:ext>
            </a:extLst>
          </p:cNvPr>
          <p:cNvSpPr txBox="1"/>
          <p:nvPr/>
        </p:nvSpPr>
        <p:spPr>
          <a:xfrm>
            <a:off x="3159595" y="3869568"/>
            <a:ext cx="39168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+5VIN</a:t>
            </a:r>
            <a:endParaRPr lang="ko-KR" altLang="en-US" sz="800" dirty="0">
              <a:latin typeface="+mn-ea"/>
            </a:endParaRPr>
          </a:p>
        </p:txBody>
      </p:sp>
      <p:sp>
        <p:nvSpPr>
          <p:cNvPr id="1589" name="TextBox 1588">
            <a:extLst>
              <a:ext uri="{FF2B5EF4-FFF2-40B4-BE49-F238E27FC236}">
                <a16:creationId xmlns:a16="http://schemas.microsoft.com/office/drawing/2014/main" id="{9BDBE1FC-9FF8-2BA3-C93F-80943D1C7C9F}"/>
              </a:ext>
            </a:extLst>
          </p:cNvPr>
          <p:cNvSpPr txBox="1"/>
          <p:nvPr/>
        </p:nvSpPr>
        <p:spPr>
          <a:xfrm>
            <a:off x="1390925" y="5468779"/>
            <a:ext cx="62206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FIL_GND</a:t>
            </a:r>
          </a:p>
          <a:p>
            <a:r>
              <a:rPr lang="en-US" altLang="ko-KR" sz="800" dirty="0">
                <a:latin typeface="+mn-ea"/>
              </a:rPr>
              <a:t>= FIL_OS</a:t>
            </a:r>
            <a:endParaRPr lang="ko-KR" altLang="en-US" sz="800" dirty="0">
              <a:latin typeface="+mn-ea"/>
            </a:endParaRPr>
          </a:p>
        </p:txBody>
      </p:sp>
      <p:sp>
        <p:nvSpPr>
          <p:cNvPr id="1592" name="TextBox 1591">
            <a:extLst>
              <a:ext uri="{FF2B5EF4-FFF2-40B4-BE49-F238E27FC236}">
                <a16:creationId xmlns:a16="http://schemas.microsoft.com/office/drawing/2014/main" id="{4F5B7F7B-87A1-35F4-55DB-272B8F957F04}"/>
              </a:ext>
            </a:extLst>
          </p:cNvPr>
          <p:cNvSpPr txBox="1"/>
          <p:nvPr/>
        </p:nvSpPr>
        <p:spPr>
          <a:xfrm>
            <a:off x="1432396" y="1318025"/>
            <a:ext cx="36874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dirty="0">
                <a:latin typeface="+mn-ea"/>
              </a:rPr>
              <a:t>PGOOD</a:t>
            </a:r>
            <a:endParaRPr lang="ko-KR" altLang="en-US" sz="600" dirty="0">
              <a:latin typeface="+mn-ea"/>
            </a:endParaRPr>
          </a:p>
        </p:txBody>
      </p:sp>
      <p:sp>
        <p:nvSpPr>
          <p:cNvPr id="1594" name="TextBox 1593">
            <a:extLst>
              <a:ext uri="{FF2B5EF4-FFF2-40B4-BE49-F238E27FC236}">
                <a16:creationId xmlns:a16="http://schemas.microsoft.com/office/drawing/2014/main" id="{1FEC5059-8309-DCB1-4650-2E25FCE8B5AA}"/>
              </a:ext>
            </a:extLst>
          </p:cNvPr>
          <p:cNvSpPr txBox="1"/>
          <p:nvPr/>
        </p:nvSpPr>
        <p:spPr>
          <a:xfrm>
            <a:off x="3100913" y="1318025"/>
            <a:ext cx="55769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latin typeface="+mn-ea"/>
              </a:rPr>
              <a:t>FAN_ALERT-</a:t>
            </a:r>
            <a:endParaRPr lang="ko-KR" altLang="en-US" sz="600" dirty="0">
              <a:latin typeface="+mn-ea"/>
            </a:endParaRPr>
          </a:p>
        </p:txBody>
      </p:sp>
      <p:grpSp>
        <p:nvGrpSpPr>
          <p:cNvPr id="1833" name="그룹 1832">
            <a:extLst>
              <a:ext uri="{FF2B5EF4-FFF2-40B4-BE49-F238E27FC236}">
                <a16:creationId xmlns:a16="http://schemas.microsoft.com/office/drawing/2014/main" id="{26C0A432-D8BF-1712-8258-A7F9A6844385}"/>
              </a:ext>
            </a:extLst>
          </p:cNvPr>
          <p:cNvGrpSpPr/>
          <p:nvPr/>
        </p:nvGrpSpPr>
        <p:grpSpPr>
          <a:xfrm>
            <a:off x="9610885" y="1275968"/>
            <a:ext cx="253380" cy="1802205"/>
            <a:chOff x="9553091" y="544373"/>
            <a:chExt cx="253380" cy="1802205"/>
          </a:xfrm>
        </p:grpSpPr>
        <p:grpSp>
          <p:nvGrpSpPr>
            <p:cNvPr id="1917" name="그룹 1916">
              <a:extLst>
                <a:ext uri="{FF2B5EF4-FFF2-40B4-BE49-F238E27FC236}">
                  <a16:creationId xmlns:a16="http://schemas.microsoft.com/office/drawing/2014/main" id="{DDB8F27D-72C0-AC73-E29D-F47FC84B2BC1}"/>
                </a:ext>
              </a:extLst>
            </p:cNvPr>
            <p:cNvGrpSpPr/>
            <p:nvPr/>
          </p:nvGrpSpPr>
          <p:grpSpPr>
            <a:xfrm>
              <a:off x="9553091" y="544373"/>
              <a:ext cx="253363" cy="915360"/>
              <a:chOff x="9553091" y="544373"/>
              <a:chExt cx="253363" cy="915360"/>
            </a:xfrm>
          </p:grpSpPr>
          <p:grpSp>
            <p:nvGrpSpPr>
              <p:cNvPr id="1959" name="그룹 1958">
                <a:extLst>
                  <a:ext uri="{FF2B5EF4-FFF2-40B4-BE49-F238E27FC236}">
                    <a16:creationId xmlns:a16="http://schemas.microsoft.com/office/drawing/2014/main" id="{C5AF37FF-CCC1-923D-95DC-3833B9CE9BBE}"/>
                  </a:ext>
                </a:extLst>
              </p:cNvPr>
              <p:cNvGrpSpPr/>
              <p:nvPr/>
            </p:nvGrpSpPr>
            <p:grpSpPr>
              <a:xfrm>
                <a:off x="9556190" y="589674"/>
                <a:ext cx="250264" cy="72000"/>
                <a:chOff x="7902575" y="878878"/>
                <a:chExt cx="250264" cy="72000"/>
              </a:xfrm>
            </p:grpSpPr>
            <p:sp>
              <p:nvSpPr>
                <p:cNvPr id="1997" name="타원 1996">
                  <a:extLst>
                    <a:ext uri="{FF2B5EF4-FFF2-40B4-BE49-F238E27FC236}">
                      <a16:creationId xmlns:a16="http://schemas.microsoft.com/office/drawing/2014/main" id="{C870EC46-B0EA-7C96-C3D6-B2539B22487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1998" name="직선 화살표 연결선 1997">
                  <a:extLst>
                    <a:ext uri="{FF2B5EF4-FFF2-40B4-BE49-F238E27FC236}">
                      <a16:creationId xmlns:a16="http://schemas.microsoft.com/office/drawing/2014/main" id="{CF70BC03-D0D9-A25B-CA1A-8316785191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0" name="그룹 1959">
                <a:extLst>
                  <a:ext uri="{FF2B5EF4-FFF2-40B4-BE49-F238E27FC236}">
                    <a16:creationId xmlns:a16="http://schemas.microsoft.com/office/drawing/2014/main" id="{4B603FC5-E94B-B026-D456-1EBB7AD5116E}"/>
                  </a:ext>
                </a:extLst>
              </p:cNvPr>
              <p:cNvGrpSpPr/>
              <p:nvPr/>
            </p:nvGrpSpPr>
            <p:grpSpPr>
              <a:xfrm>
                <a:off x="9556155" y="678371"/>
                <a:ext cx="250264" cy="72000"/>
                <a:chOff x="7902575" y="878878"/>
                <a:chExt cx="250264" cy="72000"/>
              </a:xfrm>
            </p:grpSpPr>
            <p:sp>
              <p:nvSpPr>
                <p:cNvPr id="1995" name="타원 1994">
                  <a:extLst>
                    <a:ext uri="{FF2B5EF4-FFF2-40B4-BE49-F238E27FC236}">
                      <a16:creationId xmlns:a16="http://schemas.microsoft.com/office/drawing/2014/main" id="{FA406130-0C53-79E7-C4AE-03D4E317D8A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1996" name="직선 화살표 연결선 1995">
                  <a:extLst>
                    <a:ext uri="{FF2B5EF4-FFF2-40B4-BE49-F238E27FC236}">
                      <a16:creationId xmlns:a16="http://schemas.microsoft.com/office/drawing/2014/main" id="{0045CDA4-6858-B903-9621-472550A948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61" name="TextBox 1960">
                <a:extLst>
                  <a:ext uri="{FF2B5EF4-FFF2-40B4-BE49-F238E27FC236}">
                    <a16:creationId xmlns:a16="http://schemas.microsoft.com/office/drawing/2014/main" id="{CB5C2ACE-7111-3AEE-C7E4-A979DC6E392F}"/>
                  </a:ext>
                </a:extLst>
              </p:cNvPr>
              <p:cNvSpPr txBox="1"/>
              <p:nvPr/>
            </p:nvSpPr>
            <p:spPr>
              <a:xfrm>
                <a:off x="9589294" y="544373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1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962" name="TextBox 1961">
                <a:extLst>
                  <a:ext uri="{FF2B5EF4-FFF2-40B4-BE49-F238E27FC236}">
                    <a16:creationId xmlns:a16="http://schemas.microsoft.com/office/drawing/2014/main" id="{C26D7FF5-AFE4-98CA-71BA-C178DC4D6DA7}"/>
                  </a:ext>
                </a:extLst>
              </p:cNvPr>
              <p:cNvSpPr txBox="1"/>
              <p:nvPr/>
            </p:nvSpPr>
            <p:spPr>
              <a:xfrm>
                <a:off x="9605962" y="633145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2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1963" name="그룹 1962">
                <a:extLst>
                  <a:ext uri="{FF2B5EF4-FFF2-40B4-BE49-F238E27FC236}">
                    <a16:creationId xmlns:a16="http://schemas.microsoft.com/office/drawing/2014/main" id="{18F3881E-14D3-D013-D852-6F89BEBE0AEF}"/>
                  </a:ext>
                </a:extLst>
              </p:cNvPr>
              <p:cNvGrpSpPr/>
              <p:nvPr/>
            </p:nvGrpSpPr>
            <p:grpSpPr>
              <a:xfrm>
                <a:off x="9554658" y="767768"/>
                <a:ext cx="250264" cy="72000"/>
                <a:chOff x="7902575" y="878878"/>
                <a:chExt cx="250264" cy="72000"/>
              </a:xfrm>
            </p:grpSpPr>
            <p:sp>
              <p:nvSpPr>
                <p:cNvPr id="1993" name="타원 1992">
                  <a:extLst>
                    <a:ext uri="{FF2B5EF4-FFF2-40B4-BE49-F238E27FC236}">
                      <a16:creationId xmlns:a16="http://schemas.microsoft.com/office/drawing/2014/main" id="{94F63B0A-CB7E-8B48-5143-2F765F4F553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1994" name="직선 화살표 연결선 1993">
                  <a:extLst>
                    <a:ext uri="{FF2B5EF4-FFF2-40B4-BE49-F238E27FC236}">
                      <a16:creationId xmlns:a16="http://schemas.microsoft.com/office/drawing/2014/main" id="{072AF8A2-A61A-BCED-7A8B-5B8D4AFD1D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4" name="그룹 1963">
                <a:extLst>
                  <a:ext uri="{FF2B5EF4-FFF2-40B4-BE49-F238E27FC236}">
                    <a16:creationId xmlns:a16="http://schemas.microsoft.com/office/drawing/2014/main" id="{47C7D990-4F1B-CE98-52A5-8D9C9E79ADBE}"/>
                  </a:ext>
                </a:extLst>
              </p:cNvPr>
              <p:cNvGrpSpPr/>
              <p:nvPr/>
            </p:nvGrpSpPr>
            <p:grpSpPr>
              <a:xfrm>
                <a:off x="9554623" y="856465"/>
                <a:ext cx="250264" cy="72000"/>
                <a:chOff x="7902575" y="878878"/>
                <a:chExt cx="250264" cy="72000"/>
              </a:xfrm>
            </p:grpSpPr>
            <p:sp>
              <p:nvSpPr>
                <p:cNvPr id="1991" name="타원 1990">
                  <a:extLst>
                    <a:ext uri="{FF2B5EF4-FFF2-40B4-BE49-F238E27FC236}">
                      <a16:creationId xmlns:a16="http://schemas.microsoft.com/office/drawing/2014/main" id="{FEE7A127-8462-2D50-CB3A-508222B2BEA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1992" name="직선 화살표 연결선 1991">
                  <a:extLst>
                    <a:ext uri="{FF2B5EF4-FFF2-40B4-BE49-F238E27FC236}">
                      <a16:creationId xmlns:a16="http://schemas.microsoft.com/office/drawing/2014/main" id="{DAFFD69E-F4F0-0AF3-0050-C0922E261F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65" name="TextBox 1964">
                <a:extLst>
                  <a:ext uri="{FF2B5EF4-FFF2-40B4-BE49-F238E27FC236}">
                    <a16:creationId xmlns:a16="http://schemas.microsoft.com/office/drawing/2014/main" id="{1DCA8B72-E0B3-A95B-6F5D-59C542CC706F}"/>
                  </a:ext>
                </a:extLst>
              </p:cNvPr>
              <p:cNvSpPr txBox="1"/>
              <p:nvPr/>
            </p:nvSpPr>
            <p:spPr>
              <a:xfrm>
                <a:off x="9587762" y="722467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3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966" name="TextBox 1965">
                <a:extLst>
                  <a:ext uri="{FF2B5EF4-FFF2-40B4-BE49-F238E27FC236}">
                    <a16:creationId xmlns:a16="http://schemas.microsoft.com/office/drawing/2014/main" id="{249F369B-66F0-DEAC-2A3B-C6BE7876BC4D}"/>
                  </a:ext>
                </a:extLst>
              </p:cNvPr>
              <p:cNvSpPr txBox="1"/>
              <p:nvPr/>
            </p:nvSpPr>
            <p:spPr>
              <a:xfrm>
                <a:off x="9604430" y="811239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4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1967" name="그룹 1966">
                <a:extLst>
                  <a:ext uri="{FF2B5EF4-FFF2-40B4-BE49-F238E27FC236}">
                    <a16:creationId xmlns:a16="http://schemas.microsoft.com/office/drawing/2014/main" id="{F2459B6B-4160-CF13-BA58-763FCC9B3090}"/>
                  </a:ext>
                </a:extLst>
              </p:cNvPr>
              <p:cNvGrpSpPr/>
              <p:nvPr/>
            </p:nvGrpSpPr>
            <p:grpSpPr>
              <a:xfrm>
                <a:off x="9554658" y="945132"/>
                <a:ext cx="250264" cy="72000"/>
                <a:chOff x="7902575" y="878878"/>
                <a:chExt cx="250264" cy="72000"/>
              </a:xfrm>
            </p:grpSpPr>
            <p:sp>
              <p:nvSpPr>
                <p:cNvPr id="1989" name="타원 1988">
                  <a:extLst>
                    <a:ext uri="{FF2B5EF4-FFF2-40B4-BE49-F238E27FC236}">
                      <a16:creationId xmlns:a16="http://schemas.microsoft.com/office/drawing/2014/main" id="{C538A78C-6398-E2E1-8459-AB545497122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1990" name="직선 화살표 연결선 1989">
                  <a:extLst>
                    <a:ext uri="{FF2B5EF4-FFF2-40B4-BE49-F238E27FC236}">
                      <a16:creationId xmlns:a16="http://schemas.microsoft.com/office/drawing/2014/main" id="{2324F910-6243-87D5-ECA1-44FF1DF8E2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68" name="그룹 1967">
                <a:extLst>
                  <a:ext uri="{FF2B5EF4-FFF2-40B4-BE49-F238E27FC236}">
                    <a16:creationId xmlns:a16="http://schemas.microsoft.com/office/drawing/2014/main" id="{79622BD1-FABB-B012-EBD4-984BD1432581}"/>
                  </a:ext>
                </a:extLst>
              </p:cNvPr>
              <p:cNvGrpSpPr/>
              <p:nvPr/>
            </p:nvGrpSpPr>
            <p:grpSpPr>
              <a:xfrm>
                <a:off x="9554623" y="1033829"/>
                <a:ext cx="250264" cy="72000"/>
                <a:chOff x="7902575" y="878878"/>
                <a:chExt cx="250264" cy="72000"/>
              </a:xfrm>
            </p:grpSpPr>
            <p:sp>
              <p:nvSpPr>
                <p:cNvPr id="1987" name="타원 1986">
                  <a:extLst>
                    <a:ext uri="{FF2B5EF4-FFF2-40B4-BE49-F238E27FC236}">
                      <a16:creationId xmlns:a16="http://schemas.microsoft.com/office/drawing/2014/main" id="{EA5393E2-F480-A1A1-8C61-B18DF3A277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1988" name="직선 화살표 연결선 1987">
                  <a:extLst>
                    <a:ext uri="{FF2B5EF4-FFF2-40B4-BE49-F238E27FC236}">
                      <a16:creationId xmlns:a16="http://schemas.microsoft.com/office/drawing/2014/main" id="{6BF8C6FE-066F-40B7-AEA0-68D703AFB5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69" name="TextBox 1968">
                <a:extLst>
                  <a:ext uri="{FF2B5EF4-FFF2-40B4-BE49-F238E27FC236}">
                    <a16:creationId xmlns:a16="http://schemas.microsoft.com/office/drawing/2014/main" id="{7E987772-5FF1-686E-076A-855D16430008}"/>
                  </a:ext>
                </a:extLst>
              </p:cNvPr>
              <p:cNvSpPr txBox="1"/>
              <p:nvPr/>
            </p:nvSpPr>
            <p:spPr>
              <a:xfrm>
                <a:off x="9587762" y="899831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5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970" name="TextBox 1969">
                <a:extLst>
                  <a:ext uri="{FF2B5EF4-FFF2-40B4-BE49-F238E27FC236}">
                    <a16:creationId xmlns:a16="http://schemas.microsoft.com/office/drawing/2014/main" id="{A056B012-487D-4541-B785-552CA84B6358}"/>
                  </a:ext>
                </a:extLst>
              </p:cNvPr>
              <p:cNvSpPr txBox="1"/>
              <p:nvPr/>
            </p:nvSpPr>
            <p:spPr>
              <a:xfrm>
                <a:off x="9604430" y="988603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6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1971" name="그룹 1970">
                <a:extLst>
                  <a:ext uri="{FF2B5EF4-FFF2-40B4-BE49-F238E27FC236}">
                    <a16:creationId xmlns:a16="http://schemas.microsoft.com/office/drawing/2014/main" id="{4D624879-4C34-55B5-19E5-FBC49262513F}"/>
                  </a:ext>
                </a:extLst>
              </p:cNvPr>
              <p:cNvGrpSpPr/>
              <p:nvPr/>
            </p:nvGrpSpPr>
            <p:grpSpPr>
              <a:xfrm>
                <a:off x="9553126" y="1123226"/>
                <a:ext cx="250264" cy="72000"/>
                <a:chOff x="7902575" y="878878"/>
                <a:chExt cx="250264" cy="72000"/>
              </a:xfrm>
            </p:grpSpPr>
            <p:sp>
              <p:nvSpPr>
                <p:cNvPr id="1985" name="타원 1984">
                  <a:extLst>
                    <a:ext uri="{FF2B5EF4-FFF2-40B4-BE49-F238E27FC236}">
                      <a16:creationId xmlns:a16="http://schemas.microsoft.com/office/drawing/2014/main" id="{042E909A-68AE-0F5C-5EAD-913F0384DF1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1986" name="직선 화살표 연결선 1985">
                  <a:extLst>
                    <a:ext uri="{FF2B5EF4-FFF2-40B4-BE49-F238E27FC236}">
                      <a16:creationId xmlns:a16="http://schemas.microsoft.com/office/drawing/2014/main" id="{A10B8677-1A6D-1088-C9A5-50941E74D4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2" name="그룹 1971">
                <a:extLst>
                  <a:ext uri="{FF2B5EF4-FFF2-40B4-BE49-F238E27FC236}">
                    <a16:creationId xmlns:a16="http://schemas.microsoft.com/office/drawing/2014/main" id="{18C334C2-97CE-1947-32FC-D74A79B2135B}"/>
                  </a:ext>
                </a:extLst>
              </p:cNvPr>
              <p:cNvGrpSpPr/>
              <p:nvPr/>
            </p:nvGrpSpPr>
            <p:grpSpPr>
              <a:xfrm>
                <a:off x="9553091" y="1211923"/>
                <a:ext cx="250264" cy="72000"/>
                <a:chOff x="7902575" y="878878"/>
                <a:chExt cx="250264" cy="72000"/>
              </a:xfrm>
            </p:grpSpPr>
            <p:sp>
              <p:nvSpPr>
                <p:cNvPr id="1983" name="타원 1982">
                  <a:extLst>
                    <a:ext uri="{FF2B5EF4-FFF2-40B4-BE49-F238E27FC236}">
                      <a16:creationId xmlns:a16="http://schemas.microsoft.com/office/drawing/2014/main" id="{139E03CC-6188-A04E-4BC0-0F1944D35F3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1984" name="직선 화살표 연결선 1983">
                  <a:extLst>
                    <a:ext uri="{FF2B5EF4-FFF2-40B4-BE49-F238E27FC236}">
                      <a16:creationId xmlns:a16="http://schemas.microsoft.com/office/drawing/2014/main" id="{7B549C69-7FA9-C8CD-4FC6-215F5493C6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73" name="TextBox 1972">
                <a:extLst>
                  <a:ext uri="{FF2B5EF4-FFF2-40B4-BE49-F238E27FC236}">
                    <a16:creationId xmlns:a16="http://schemas.microsoft.com/office/drawing/2014/main" id="{AA10132F-B2B9-2DED-FC64-CC762DC886D7}"/>
                  </a:ext>
                </a:extLst>
              </p:cNvPr>
              <p:cNvSpPr txBox="1"/>
              <p:nvPr/>
            </p:nvSpPr>
            <p:spPr>
              <a:xfrm>
                <a:off x="9586230" y="1077925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7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974" name="TextBox 1973">
                <a:extLst>
                  <a:ext uri="{FF2B5EF4-FFF2-40B4-BE49-F238E27FC236}">
                    <a16:creationId xmlns:a16="http://schemas.microsoft.com/office/drawing/2014/main" id="{8301B2C0-27EE-A805-A68A-ABC53FC04E12}"/>
                  </a:ext>
                </a:extLst>
              </p:cNvPr>
              <p:cNvSpPr txBox="1"/>
              <p:nvPr/>
            </p:nvSpPr>
            <p:spPr>
              <a:xfrm>
                <a:off x="9602898" y="1166697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8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1975" name="그룹 1974">
                <a:extLst>
                  <a:ext uri="{FF2B5EF4-FFF2-40B4-BE49-F238E27FC236}">
                    <a16:creationId xmlns:a16="http://schemas.microsoft.com/office/drawing/2014/main" id="{3E50368E-8FED-46C1-A06A-ACB934109383}"/>
                  </a:ext>
                </a:extLst>
              </p:cNvPr>
              <p:cNvGrpSpPr/>
              <p:nvPr/>
            </p:nvGrpSpPr>
            <p:grpSpPr>
              <a:xfrm>
                <a:off x="9554658" y="1299036"/>
                <a:ext cx="250264" cy="72000"/>
                <a:chOff x="7902575" y="878878"/>
                <a:chExt cx="250264" cy="72000"/>
              </a:xfrm>
            </p:grpSpPr>
            <p:sp>
              <p:nvSpPr>
                <p:cNvPr id="1981" name="타원 1980">
                  <a:extLst>
                    <a:ext uri="{FF2B5EF4-FFF2-40B4-BE49-F238E27FC236}">
                      <a16:creationId xmlns:a16="http://schemas.microsoft.com/office/drawing/2014/main" id="{A0D54EA9-5DA5-3A36-0E3F-68EC9D83AB7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1982" name="직선 화살표 연결선 1981">
                  <a:extLst>
                    <a:ext uri="{FF2B5EF4-FFF2-40B4-BE49-F238E27FC236}">
                      <a16:creationId xmlns:a16="http://schemas.microsoft.com/office/drawing/2014/main" id="{B8F329C8-2C31-957E-0D7A-70F76D2C4A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6" name="그룹 1975">
                <a:extLst>
                  <a:ext uri="{FF2B5EF4-FFF2-40B4-BE49-F238E27FC236}">
                    <a16:creationId xmlns:a16="http://schemas.microsoft.com/office/drawing/2014/main" id="{10B82864-8690-659D-687E-9E5E76FE6869}"/>
                  </a:ext>
                </a:extLst>
              </p:cNvPr>
              <p:cNvGrpSpPr/>
              <p:nvPr/>
            </p:nvGrpSpPr>
            <p:grpSpPr>
              <a:xfrm>
                <a:off x="9554623" y="1387733"/>
                <a:ext cx="250264" cy="72000"/>
                <a:chOff x="7902575" y="878878"/>
                <a:chExt cx="250264" cy="72000"/>
              </a:xfrm>
            </p:grpSpPr>
            <p:sp>
              <p:nvSpPr>
                <p:cNvPr id="1979" name="타원 1978">
                  <a:extLst>
                    <a:ext uri="{FF2B5EF4-FFF2-40B4-BE49-F238E27FC236}">
                      <a16:creationId xmlns:a16="http://schemas.microsoft.com/office/drawing/2014/main" id="{4323111D-E3E3-E357-7628-81745491DA2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1980" name="직선 화살표 연결선 1979">
                  <a:extLst>
                    <a:ext uri="{FF2B5EF4-FFF2-40B4-BE49-F238E27FC236}">
                      <a16:creationId xmlns:a16="http://schemas.microsoft.com/office/drawing/2014/main" id="{86CE2E3B-E6FC-7B6A-9EFE-0AECAF821E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77" name="TextBox 1976">
                <a:extLst>
                  <a:ext uri="{FF2B5EF4-FFF2-40B4-BE49-F238E27FC236}">
                    <a16:creationId xmlns:a16="http://schemas.microsoft.com/office/drawing/2014/main" id="{548572D4-58E0-E010-90F9-48FBC8AAAE6A}"/>
                  </a:ext>
                </a:extLst>
              </p:cNvPr>
              <p:cNvSpPr txBox="1"/>
              <p:nvPr/>
            </p:nvSpPr>
            <p:spPr>
              <a:xfrm>
                <a:off x="9604430" y="1342507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10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978" name="TextBox 1977">
                <a:extLst>
                  <a:ext uri="{FF2B5EF4-FFF2-40B4-BE49-F238E27FC236}">
                    <a16:creationId xmlns:a16="http://schemas.microsoft.com/office/drawing/2014/main" id="{031C4BD4-8376-E21E-3937-79DFFDB0BC77}"/>
                  </a:ext>
                </a:extLst>
              </p:cNvPr>
              <p:cNvSpPr txBox="1"/>
              <p:nvPr/>
            </p:nvSpPr>
            <p:spPr>
              <a:xfrm>
                <a:off x="9602899" y="1257916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9</a:t>
                </a:r>
                <a:endParaRPr lang="ko-KR" altLang="en-US" sz="600" dirty="0">
                  <a:latin typeface="+mn-ea"/>
                </a:endParaRPr>
              </a:p>
            </p:txBody>
          </p:sp>
        </p:grpSp>
        <p:grpSp>
          <p:nvGrpSpPr>
            <p:cNvPr id="1918" name="그룹 1917">
              <a:extLst>
                <a:ext uri="{FF2B5EF4-FFF2-40B4-BE49-F238E27FC236}">
                  <a16:creationId xmlns:a16="http://schemas.microsoft.com/office/drawing/2014/main" id="{4FBBD2E7-7E26-82AC-2090-20E134E93CEF}"/>
                </a:ext>
              </a:extLst>
            </p:cNvPr>
            <p:cNvGrpSpPr/>
            <p:nvPr/>
          </p:nvGrpSpPr>
          <p:grpSpPr>
            <a:xfrm>
              <a:off x="9553108" y="1431218"/>
              <a:ext cx="253363" cy="915360"/>
              <a:chOff x="9553091" y="544373"/>
              <a:chExt cx="253363" cy="915360"/>
            </a:xfrm>
          </p:grpSpPr>
          <p:grpSp>
            <p:nvGrpSpPr>
              <p:cNvPr id="1919" name="그룹 1918">
                <a:extLst>
                  <a:ext uri="{FF2B5EF4-FFF2-40B4-BE49-F238E27FC236}">
                    <a16:creationId xmlns:a16="http://schemas.microsoft.com/office/drawing/2014/main" id="{C8777FF5-7193-E240-6CC1-02F209821FBE}"/>
                  </a:ext>
                </a:extLst>
              </p:cNvPr>
              <p:cNvGrpSpPr/>
              <p:nvPr/>
            </p:nvGrpSpPr>
            <p:grpSpPr>
              <a:xfrm>
                <a:off x="9556190" y="589674"/>
                <a:ext cx="250264" cy="72000"/>
                <a:chOff x="7902575" y="878878"/>
                <a:chExt cx="250264" cy="72000"/>
              </a:xfrm>
            </p:grpSpPr>
            <p:sp>
              <p:nvSpPr>
                <p:cNvPr id="1957" name="타원 1956">
                  <a:extLst>
                    <a:ext uri="{FF2B5EF4-FFF2-40B4-BE49-F238E27FC236}">
                      <a16:creationId xmlns:a16="http://schemas.microsoft.com/office/drawing/2014/main" id="{4B2C6545-10A3-281E-1886-8A42243593C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1958" name="직선 화살표 연결선 1957">
                  <a:extLst>
                    <a:ext uri="{FF2B5EF4-FFF2-40B4-BE49-F238E27FC236}">
                      <a16:creationId xmlns:a16="http://schemas.microsoft.com/office/drawing/2014/main" id="{E16ED68A-7734-F6DF-83BA-4FA54FF72A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20" name="그룹 1919">
                <a:extLst>
                  <a:ext uri="{FF2B5EF4-FFF2-40B4-BE49-F238E27FC236}">
                    <a16:creationId xmlns:a16="http://schemas.microsoft.com/office/drawing/2014/main" id="{6DA375B2-DC7C-2AE6-A345-C7AC4DC75EF0}"/>
                  </a:ext>
                </a:extLst>
              </p:cNvPr>
              <p:cNvGrpSpPr/>
              <p:nvPr/>
            </p:nvGrpSpPr>
            <p:grpSpPr>
              <a:xfrm>
                <a:off x="9556155" y="678371"/>
                <a:ext cx="250264" cy="72000"/>
                <a:chOff x="7902575" y="878878"/>
                <a:chExt cx="250264" cy="72000"/>
              </a:xfrm>
            </p:grpSpPr>
            <p:sp>
              <p:nvSpPr>
                <p:cNvPr id="1955" name="타원 1954">
                  <a:extLst>
                    <a:ext uri="{FF2B5EF4-FFF2-40B4-BE49-F238E27FC236}">
                      <a16:creationId xmlns:a16="http://schemas.microsoft.com/office/drawing/2014/main" id="{115CDD7F-9FAE-B058-E758-68A1C1A1AB4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1956" name="직선 화살표 연결선 1955">
                  <a:extLst>
                    <a:ext uri="{FF2B5EF4-FFF2-40B4-BE49-F238E27FC236}">
                      <a16:creationId xmlns:a16="http://schemas.microsoft.com/office/drawing/2014/main" id="{F79BACCD-07B3-61B0-1DE9-89E28FE3DB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21" name="TextBox 1920">
                <a:extLst>
                  <a:ext uri="{FF2B5EF4-FFF2-40B4-BE49-F238E27FC236}">
                    <a16:creationId xmlns:a16="http://schemas.microsoft.com/office/drawing/2014/main" id="{41516E81-9B59-1FF7-A1D6-AEE79C9BEC86}"/>
                  </a:ext>
                </a:extLst>
              </p:cNvPr>
              <p:cNvSpPr txBox="1"/>
              <p:nvPr/>
            </p:nvSpPr>
            <p:spPr>
              <a:xfrm>
                <a:off x="9589294" y="544373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11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922" name="TextBox 1921">
                <a:extLst>
                  <a:ext uri="{FF2B5EF4-FFF2-40B4-BE49-F238E27FC236}">
                    <a16:creationId xmlns:a16="http://schemas.microsoft.com/office/drawing/2014/main" id="{7850D6CF-0B91-692B-4874-16AC76DEC768}"/>
                  </a:ext>
                </a:extLst>
              </p:cNvPr>
              <p:cNvSpPr txBox="1"/>
              <p:nvPr/>
            </p:nvSpPr>
            <p:spPr>
              <a:xfrm>
                <a:off x="9605962" y="633145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12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1923" name="그룹 1922">
                <a:extLst>
                  <a:ext uri="{FF2B5EF4-FFF2-40B4-BE49-F238E27FC236}">
                    <a16:creationId xmlns:a16="http://schemas.microsoft.com/office/drawing/2014/main" id="{0E037395-772A-4B14-64AD-6805D81AC46B}"/>
                  </a:ext>
                </a:extLst>
              </p:cNvPr>
              <p:cNvGrpSpPr/>
              <p:nvPr/>
            </p:nvGrpSpPr>
            <p:grpSpPr>
              <a:xfrm>
                <a:off x="9554658" y="767768"/>
                <a:ext cx="250264" cy="72000"/>
                <a:chOff x="7902575" y="878878"/>
                <a:chExt cx="250264" cy="72000"/>
              </a:xfrm>
            </p:grpSpPr>
            <p:sp>
              <p:nvSpPr>
                <p:cNvPr id="1953" name="타원 1952">
                  <a:extLst>
                    <a:ext uri="{FF2B5EF4-FFF2-40B4-BE49-F238E27FC236}">
                      <a16:creationId xmlns:a16="http://schemas.microsoft.com/office/drawing/2014/main" id="{4754A656-9D2F-03FB-50A0-703E9935543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1954" name="직선 화살표 연결선 1953">
                  <a:extLst>
                    <a:ext uri="{FF2B5EF4-FFF2-40B4-BE49-F238E27FC236}">
                      <a16:creationId xmlns:a16="http://schemas.microsoft.com/office/drawing/2014/main" id="{6A2B5F2C-50BD-9A69-7FBA-3A62ED0A44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24" name="그룹 1923">
                <a:extLst>
                  <a:ext uri="{FF2B5EF4-FFF2-40B4-BE49-F238E27FC236}">
                    <a16:creationId xmlns:a16="http://schemas.microsoft.com/office/drawing/2014/main" id="{4676D67C-FC85-3C74-07F9-89C99ECBF4E5}"/>
                  </a:ext>
                </a:extLst>
              </p:cNvPr>
              <p:cNvGrpSpPr/>
              <p:nvPr/>
            </p:nvGrpSpPr>
            <p:grpSpPr>
              <a:xfrm>
                <a:off x="9554623" y="856465"/>
                <a:ext cx="250264" cy="72000"/>
                <a:chOff x="7902575" y="878878"/>
                <a:chExt cx="250264" cy="72000"/>
              </a:xfrm>
            </p:grpSpPr>
            <p:sp>
              <p:nvSpPr>
                <p:cNvPr id="1951" name="타원 1950">
                  <a:extLst>
                    <a:ext uri="{FF2B5EF4-FFF2-40B4-BE49-F238E27FC236}">
                      <a16:creationId xmlns:a16="http://schemas.microsoft.com/office/drawing/2014/main" id="{89FFA6AA-30DC-D980-1DFC-EE444AC9235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1952" name="직선 화살표 연결선 1951">
                  <a:extLst>
                    <a:ext uri="{FF2B5EF4-FFF2-40B4-BE49-F238E27FC236}">
                      <a16:creationId xmlns:a16="http://schemas.microsoft.com/office/drawing/2014/main" id="{7DD1A0AA-5992-332B-419D-BF9356C8AA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25" name="TextBox 1924">
                <a:extLst>
                  <a:ext uri="{FF2B5EF4-FFF2-40B4-BE49-F238E27FC236}">
                    <a16:creationId xmlns:a16="http://schemas.microsoft.com/office/drawing/2014/main" id="{548F77BB-1953-6C3B-683F-EA6D97DC3877}"/>
                  </a:ext>
                </a:extLst>
              </p:cNvPr>
              <p:cNvSpPr txBox="1"/>
              <p:nvPr/>
            </p:nvSpPr>
            <p:spPr>
              <a:xfrm>
                <a:off x="9587762" y="722467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13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926" name="TextBox 1925">
                <a:extLst>
                  <a:ext uri="{FF2B5EF4-FFF2-40B4-BE49-F238E27FC236}">
                    <a16:creationId xmlns:a16="http://schemas.microsoft.com/office/drawing/2014/main" id="{72B875B1-DC6A-C268-F01E-6560EED48FB9}"/>
                  </a:ext>
                </a:extLst>
              </p:cNvPr>
              <p:cNvSpPr txBox="1"/>
              <p:nvPr/>
            </p:nvSpPr>
            <p:spPr>
              <a:xfrm>
                <a:off x="9604430" y="811239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14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1927" name="그룹 1926">
                <a:extLst>
                  <a:ext uri="{FF2B5EF4-FFF2-40B4-BE49-F238E27FC236}">
                    <a16:creationId xmlns:a16="http://schemas.microsoft.com/office/drawing/2014/main" id="{84986593-9967-5687-57B8-787DF9CFA10B}"/>
                  </a:ext>
                </a:extLst>
              </p:cNvPr>
              <p:cNvGrpSpPr/>
              <p:nvPr/>
            </p:nvGrpSpPr>
            <p:grpSpPr>
              <a:xfrm>
                <a:off x="9554658" y="945132"/>
                <a:ext cx="250264" cy="72000"/>
                <a:chOff x="7902575" y="878878"/>
                <a:chExt cx="250264" cy="72000"/>
              </a:xfrm>
            </p:grpSpPr>
            <p:sp>
              <p:nvSpPr>
                <p:cNvPr id="1949" name="타원 1948">
                  <a:extLst>
                    <a:ext uri="{FF2B5EF4-FFF2-40B4-BE49-F238E27FC236}">
                      <a16:creationId xmlns:a16="http://schemas.microsoft.com/office/drawing/2014/main" id="{5F8075D6-4ACD-37C3-2EB6-8FF31A1A6DC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1950" name="직선 화살표 연결선 1949">
                  <a:extLst>
                    <a:ext uri="{FF2B5EF4-FFF2-40B4-BE49-F238E27FC236}">
                      <a16:creationId xmlns:a16="http://schemas.microsoft.com/office/drawing/2014/main" id="{9E3713CB-EABA-DF05-53D0-4889DD296D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28" name="그룹 1927">
                <a:extLst>
                  <a:ext uri="{FF2B5EF4-FFF2-40B4-BE49-F238E27FC236}">
                    <a16:creationId xmlns:a16="http://schemas.microsoft.com/office/drawing/2014/main" id="{CB1E2B96-CCD9-062A-4C68-4F8DBBEE1B34}"/>
                  </a:ext>
                </a:extLst>
              </p:cNvPr>
              <p:cNvGrpSpPr/>
              <p:nvPr/>
            </p:nvGrpSpPr>
            <p:grpSpPr>
              <a:xfrm>
                <a:off x="9554623" y="1033829"/>
                <a:ext cx="250264" cy="72000"/>
                <a:chOff x="7902575" y="878878"/>
                <a:chExt cx="250264" cy="72000"/>
              </a:xfrm>
            </p:grpSpPr>
            <p:sp>
              <p:nvSpPr>
                <p:cNvPr id="1947" name="타원 1946">
                  <a:extLst>
                    <a:ext uri="{FF2B5EF4-FFF2-40B4-BE49-F238E27FC236}">
                      <a16:creationId xmlns:a16="http://schemas.microsoft.com/office/drawing/2014/main" id="{85CE6B6C-5B50-CE13-4A8F-46B6410DE59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1948" name="직선 화살표 연결선 1947">
                  <a:extLst>
                    <a:ext uri="{FF2B5EF4-FFF2-40B4-BE49-F238E27FC236}">
                      <a16:creationId xmlns:a16="http://schemas.microsoft.com/office/drawing/2014/main" id="{A8272F36-232C-ACAC-135A-21D7A5E7AE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29" name="TextBox 1928">
                <a:extLst>
                  <a:ext uri="{FF2B5EF4-FFF2-40B4-BE49-F238E27FC236}">
                    <a16:creationId xmlns:a16="http://schemas.microsoft.com/office/drawing/2014/main" id="{3C743C3D-88CE-CB9F-FB29-89D1ADA730CD}"/>
                  </a:ext>
                </a:extLst>
              </p:cNvPr>
              <p:cNvSpPr txBox="1"/>
              <p:nvPr/>
            </p:nvSpPr>
            <p:spPr>
              <a:xfrm>
                <a:off x="9587762" y="899831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15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930" name="TextBox 1929">
                <a:extLst>
                  <a:ext uri="{FF2B5EF4-FFF2-40B4-BE49-F238E27FC236}">
                    <a16:creationId xmlns:a16="http://schemas.microsoft.com/office/drawing/2014/main" id="{427AD9C9-6CB1-3060-538C-43326618DB94}"/>
                  </a:ext>
                </a:extLst>
              </p:cNvPr>
              <p:cNvSpPr txBox="1"/>
              <p:nvPr/>
            </p:nvSpPr>
            <p:spPr>
              <a:xfrm>
                <a:off x="9604430" y="988603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16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1931" name="그룹 1930">
                <a:extLst>
                  <a:ext uri="{FF2B5EF4-FFF2-40B4-BE49-F238E27FC236}">
                    <a16:creationId xmlns:a16="http://schemas.microsoft.com/office/drawing/2014/main" id="{D79D083D-F23D-36BD-B71B-DE5E2EEB614B}"/>
                  </a:ext>
                </a:extLst>
              </p:cNvPr>
              <p:cNvGrpSpPr/>
              <p:nvPr/>
            </p:nvGrpSpPr>
            <p:grpSpPr>
              <a:xfrm>
                <a:off x="9553126" y="1123226"/>
                <a:ext cx="250264" cy="72000"/>
                <a:chOff x="7902575" y="878878"/>
                <a:chExt cx="250264" cy="72000"/>
              </a:xfrm>
            </p:grpSpPr>
            <p:sp>
              <p:nvSpPr>
                <p:cNvPr id="1945" name="타원 1944">
                  <a:extLst>
                    <a:ext uri="{FF2B5EF4-FFF2-40B4-BE49-F238E27FC236}">
                      <a16:creationId xmlns:a16="http://schemas.microsoft.com/office/drawing/2014/main" id="{231D68BE-F2A8-D5BA-F366-15F4549FD1B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1946" name="직선 화살표 연결선 1945">
                  <a:extLst>
                    <a:ext uri="{FF2B5EF4-FFF2-40B4-BE49-F238E27FC236}">
                      <a16:creationId xmlns:a16="http://schemas.microsoft.com/office/drawing/2014/main" id="{F2426DA4-AE74-9B6D-B3DC-16F4F73405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32" name="그룹 1931">
                <a:extLst>
                  <a:ext uri="{FF2B5EF4-FFF2-40B4-BE49-F238E27FC236}">
                    <a16:creationId xmlns:a16="http://schemas.microsoft.com/office/drawing/2014/main" id="{D0E8F8A2-21BC-875E-0CCA-19D73C984A08}"/>
                  </a:ext>
                </a:extLst>
              </p:cNvPr>
              <p:cNvGrpSpPr/>
              <p:nvPr/>
            </p:nvGrpSpPr>
            <p:grpSpPr>
              <a:xfrm>
                <a:off x="9553091" y="1211923"/>
                <a:ext cx="250264" cy="72000"/>
                <a:chOff x="7902575" y="878878"/>
                <a:chExt cx="250264" cy="72000"/>
              </a:xfrm>
            </p:grpSpPr>
            <p:sp>
              <p:nvSpPr>
                <p:cNvPr id="1943" name="타원 1942">
                  <a:extLst>
                    <a:ext uri="{FF2B5EF4-FFF2-40B4-BE49-F238E27FC236}">
                      <a16:creationId xmlns:a16="http://schemas.microsoft.com/office/drawing/2014/main" id="{E2AEB6F6-909E-D95D-E4F7-3D7A067A484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1944" name="직선 화살표 연결선 1943">
                  <a:extLst>
                    <a:ext uri="{FF2B5EF4-FFF2-40B4-BE49-F238E27FC236}">
                      <a16:creationId xmlns:a16="http://schemas.microsoft.com/office/drawing/2014/main" id="{09CF821C-1E2F-0F4D-8A52-19F2EE85B0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33" name="TextBox 1932">
                <a:extLst>
                  <a:ext uri="{FF2B5EF4-FFF2-40B4-BE49-F238E27FC236}">
                    <a16:creationId xmlns:a16="http://schemas.microsoft.com/office/drawing/2014/main" id="{0DF4298F-59D7-C865-8921-A849B65B9503}"/>
                  </a:ext>
                </a:extLst>
              </p:cNvPr>
              <p:cNvSpPr txBox="1"/>
              <p:nvPr/>
            </p:nvSpPr>
            <p:spPr>
              <a:xfrm>
                <a:off x="9586230" y="1077925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17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934" name="TextBox 1933">
                <a:extLst>
                  <a:ext uri="{FF2B5EF4-FFF2-40B4-BE49-F238E27FC236}">
                    <a16:creationId xmlns:a16="http://schemas.microsoft.com/office/drawing/2014/main" id="{61F00B09-8390-C108-A1D9-9132D16A0B1C}"/>
                  </a:ext>
                </a:extLst>
              </p:cNvPr>
              <p:cNvSpPr txBox="1"/>
              <p:nvPr/>
            </p:nvSpPr>
            <p:spPr>
              <a:xfrm>
                <a:off x="9602898" y="1166697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18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1935" name="그룹 1934">
                <a:extLst>
                  <a:ext uri="{FF2B5EF4-FFF2-40B4-BE49-F238E27FC236}">
                    <a16:creationId xmlns:a16="http://schemas.microsoft.com/office/drawing/2014/main" id="{A197F4C1-4565-5BD7-D253-E4A4CEC940DC}"/>
                  </a:ext>
                </a:extLst>
              </p:cNvPr>
              <p:cNvGrpSpPr/>
              <p:nvPr/>
            </p:nvGrpSpPr>
            <p:grpSpPr>
              <a:xfrm>
                <a:off x="9554658" y="1299036"/>
                <a:ext cx="250264" cy="72000"/>
                <a:chOff x="7902575" y="878878"/>
                <a:chExt cx="250264" cy="72000"/>
              </a:xfrm>
            </p:grpSpPr>
            <p:sp>
              <p:nvSpPr>
                <p:cNvPr id="1941" name="타원 1940">
                  <a:extLst>
                    <a:ext uri="{FF2B5EF4-FFF2-40B4-BE49-F238E27FC236}">
                      <a16:creationId xmlns:a16="http://schemas.microsoft.com/office/drawing/2014/main" id="{094A4513-FF5A-8AE0-760A-88C8A55252D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1942" name="직선 화살표 연결선 1941">
                  <a:extLst>
                    <a:ext uri="{FF2B5EF4-FFF2-40B4-BE49-F238E27FC236}">
                      <a16:creationId xmlns:a16="http://schemas.microsoft.com/office/drawing/2014/main" id="{E134F5D3-6FE1-9B3F-704A-3B5CBFF780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36" name="그룹 1935">
                <a:extLst>
                  <a:ext uri="{FF2B5EF4-FFF2-40B4-BE49-F238E27FC236}">
                    <a16:creationId xmlns:a16="http://schemas.microsoft.com/office/drawing/2014/main" id="{147E9D23-9D20-0915-1AB5-ADA7F4E7CBB8}"/>
                  </a:ext>
                </a:extLst>
              </p:cNvPr>
              <p:cNvGrpSpPr/>
              <p:nvPr/>
            </p:nvGrpSpPr>
            <p:grpSpPr>
              <a:xfrm>
                <a:off x="9554623" y="1387733"/>
                <a:ext cx="250264" cy="72000"/>
                <a:chOff x="7902575" y="878878"/>
                <a:chExt cx="250264" cy="72000"/>
              </a:xfrm>
            </p:grpSpPr>
            <p:sp>
              <p:nvSpPr>
                <p:cNvPr id="1939" name="타원 1938">
                  <a:extLst>
                    <a:ext uri="{FF2B5EF4-FFF2-40B4-BE49-F238E27FC236}">
                      <a16:creationId xmlns:a16="http://schemas.microsoft.com/office/drawing/2014/main" id="{1A0B6B0D-0017-E3DF-4A92-D09EA20433C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1940" name="직선 화살표 연결선 1939">
                  <a:extLst>
                    <a:ext uri="{FF2B5EF4-FFF2-40B4-BE49-F238E27FC236}">
                      <a16:creationId xmlns:a16="http://schemas.microsoft.com/office/drawing/2014/main" id="{291326CF-E630-7A48-9FEC-1BD770213F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37" name="TextBox 1936">
                <a:extLst>
                  <a:ext uri="{FF2B5EF4-FFF2-40B4-BE49-F238E27FC236}">
                    <a16:creationId xmlns:a16="http://schemas.microsoft.com/office/drawing/2014/main" id="{5F6E113D-4A47-F3AC-69CB-A95541912BD8}"/>
                  </a:ext>
                </a:extLst>
              </p:cNvPr>
              <p:cNvSpPr txBox="1"/>
              <p:nvPr/>
            </p:nvSpPr>
            <p:spPr>
              <a:xfrm>
                <a:off x="9604430" y="1342507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20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938" name="TextBox 1937">
                <a:extLst>
                  <a:ext uri="{FF2B5EF4-FFF2-40B4-BE49-F238E27FC236}">
                    <a16:creationId xmlns:a16="http://schemas.microsoft.com/office/drawing/2014/main" id="{F8E4C50B-947F-AF5A-8D85-3A5E38346F07}"/>
                  </a:ext>
                </a:extLst>
              </p:cNvPr>
              <p:cNvSpPr txBox="1"/>
              <p:nvPr/>
            </p:nvSpPr>
            <p:spPr>
              <a:xfrm>
                <a:off x="9602899" y="1257916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19</a:t>
                </a:r>
                <a:endParaRPr lang="ko-KR" altLang="en-US" sz="600" dirty="0">
                  <a:latin typeface="+mn-ea"/>
                </a:endParaRPr>
              </a:p>
            </p:txBody>
          </p:sp>
        </p:grpSp>
      </p:grpSp>
      <p:grpSp>
        <p:nvGrpSpPr>
          <p:cNvPr id="1835" name="그룹 1834">
            <a:extLst>
              <a:ext uri="{FF2B5EF4-FFF2-40B4-BE49-F238E27FC236}">
                <a16:creationId xmlns:a16="http://schemas.microsoft.com/office/drawing/2014/main" id="{42C5F810-A466-6F6D-6D52-AA74BE2ABABF}"/>
              </a:ext>
            </a:extLst>
          </p:cNvPr>
          <p:cNvGrpSpPr/>
          <p:nvPr/>
        </p:nvGrpSpPr>
        <p:grpSpPr>
          <a:xfrm>
            <a:off x="9610894" y="3047468"/>
            <a:ext cx="253363" cy="915360"/>
            <a:chOff x="9553091" y="544373"/>
            <a:chExt cx="253363" cy="915360"/>
          </a:xfrm>
        </p:grpSpPr>
        <p:grpSp>
          <p:nvGrpSpPr>
            <p:cNvPr id="1877" name="그룹 1876">
              <a:extLst>
                <a:ext uri="{FF2B5EF4-FFF2-40B4-BE49-F238E27FC236}">
                  <a16:creationId xmlns:a16="http://schemas.microsoft.com/office/drawing/2014/main" id="{760C8AD5-BED7-6599-F971-7E0D1BC8F3D2}"/>
                </a:ext>
              </a:extLst>
            </p:cNvPr>
            <p:cNvGrpSpPr/>
            <p:nvPr/>
          </p:nvGrpSpPr>
          <p:grpSpPr>
            <a:xfrm>
              <a:off x="9556190" y="589674"/>
              <a:ext cx="250264" cy="72000"/>
              <a:chOff x="7902575" y="878878"/>
              <a:chExt cx="250264" cy="72000"/>
            </a:xfrm>
          </p:grpSpPr>
          <p:sp>
            <p:nvSpPr>
              <p:cNvPr id="1915" name="타원 1914">
                <a:extLst>
                  <a:ext uri="{FF2B5EF4-FFF2-40B4-BE49-F238E27FC236}">
                    <a16:creationId xmlns:a16="http://schemas.microsoft.com/office/drawing/2014/main" id="{C77736EE-388B-0DC0-3D16-D058EE76D3E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916" name="직선 화살표 연결선 1915">
                <a:extLst>
                  <a:ext uri="{FF2B5EF4-FFF2-40B4-BE49-F238E27FC236}">
                    <a16:creationId xmlns:a16="http://schemas.microsoft.com/office/drawing/2014/main" id="{4A8BF535-56FA-9EEE-21CF-1C798B946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78" name="그룹 1877">
              <a:extLst>
                <a:ext uri="{FF2B5EF4-FFF2-40B4-BE49-F238E27FC236}">
                  <a16:creationId xmlns:a16="http://schemas.microsoft.com/office/drawing/2014/main" id="{C82B9548-5810-1553-42FD-610F1751ACB8}"/>
                </a:ext>
              </a:extLst>
            </p:cNvPr>
            <p:cNvGrpSpPr/>
            <p:nvPr/>
          </p:nvGrpSpPr>
          <p:grpSpPr>
            <a:xfrm>
              <a:off x="9556155" y="678371"/>
              <a:ext cx="250264" cy="72000"/>
              <a:chOff x="7902575" y="878878"/>
              <a:chExt cx="250264" cy="72000"/>
            </a:xfrm>
          </p:grpSpPr>
          <p:sp>
            <p:nvSpPr>
              <p:cNvPr id="1913" name="타원 1912">
                <a:extLst>
                  <a:ext uri="{FF2B5EF4-FFF2-40B4-BE49-F238E27FC236}">
                    <a16:creationId xmlns:a16="http://schemas.microsoft.com/office/drawing/2014/main" id="{B855FC46-EDFC-8797-6725-1489137070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914" name="직선 화살표 연결선 1913">
                <a:extLst>
                  <a:ext uri="{FF2B5EF4-FFF2-40B4-BE49-F238E27FC236}">
                    <a16:creationId xmlns:a16="http://schemas.microsoft.com/office/drawing/2014/main" id="{52EF4D99-89F3-991D-6586-7FB9A91B76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79" name="TextBox 1878">
              <a:extLst>
                <a:ext uri="{FF2B5EF4-FFF2-40B4-BE49-F238E27FC236}">
                  <a16:creationId xmlns:a16="http://schemas.microsoft.com/office/drawing/2014/main" id="{52FB61E7-879C-B13F-6044-FE0102D84BE1}"/>
                </a:ext>
              </a:extLst>
            </p:cNvPr>
            <p:cNvSpPr txBox="1"/>
            <p:nvPr/>
          </p:nvSpPr>
          <p:spPr>
            <a:xfrm>
              <a:off x="9589294" y="544373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21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880" name="TextBox 1879">
              <a:extLst>
                <a:ext uri="{FF2B5EF4-FFF2-40B4-BE49-F238E27FC236}">
                  <a16:creationId xmlns:a16="http://schemas.microsoft.com/office/drawing/2014/main" id="{3D6A78B8-EEDC-56B5-040B-4703222BF48D}"/>
                </a:ext>
              </a:extLst>
            </p:cNvPr>
            <p:cNvSpPr txBox="1"/>
            <p:nvPr/>
          </p:nvSpPr>
          <p:spPr>
            <a:xfrm>
              <a:off x="9605962" y="633145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22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1881" name="그룹 1880">
              <a:extLst>
                <a:ext uri="{FF2B5EF4-FFF2-40B4-BE49-F238E27FC236}">
                  <a16:creationId xmlns:a16="http://schemas.microsoft.com/office/drawing/2014/main" id="{D33B1FB4-0109-804E-9692-7836B9556074}"/>
                </a:ext>
              </a:extLst>
            </p:cNvPr>
            <p:cNvGrpSpPr/>
            <p:nvPr/>
          </p:nvGrpSpPr>
          <p:grpSpPr>
            <a:xfrm>
              <a:off x="9554658" y="767768"/>
              <a:ext cx="250264" cy="72000"/>
              <a:chOff x="7902575" y="878878"/>
              <a:chExt cx="250264" cy="72000"/>
            </a:xfrm>
          </p:grpSpPr>
          <p:sp>
            <p:nvSpPr>
              <p:cNvPr id="1911" name="타원 1910">
                <a:extLst>
                  <a:ext uri="{FF2B5EF4-FFF2-40B4-BE49-F238E27FC236}">
                    <a16:creationId xmlns:a16="http://schemas.microsoft.com/office/drawing/2014/main" id="{31B5D586-46A6-EC6F-4898-A1777DC3B1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912" name="직선 화살표 연결선 1911">
                <a:extLst>
                  <a:ext uri="{FF2B5EF4-FFF2-40B4-BE49-F238E27FC236}">
                    <a16:creationId xmlns:a16="http://schemas.microsoft.com/office/drawing/2014/main" id="{0D73893F-D23E-B3AE-FFF9-9E179F7E9B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82" name="그룹 1881">
              <a:extLst>
                <a:ext uri="{FF2B5EF4-FFF2-40B4-BE49-F238E27FC236}">
                  <a16:creationId xmlns:a16="http://schemas.microsoft.com/office/drawing/2014/main" id="{61CC8D81-FB70-9191-0AB9-6477EA7F3F4A}"/>
                </a:ext>
              </a:extLst>
            </p:cNvPr>
            <p:cNvGrpSpPr/>
            <p:nvPr/>
          </p:nvGrpSpPr>
          <p:grpSpPr>
            <a:xfrm>
              <a:off x="9554623" y="856465"/>
              <a:ext cx="250264" cy="72000"/>
              <a:chOff x="7902575" y="878878"/>
              <a:chExt cx="250264" cy="72000"/>
            </a:xfrm>
          </p:grpSpPr>
          <p:sp>
            <p:nvSpPr>
              <p:cNvPr id="1909" name="타원 1908">
                <a:extLst>
                  <a:ext uri="{FF2B5EF4-FFF2-40B4-BE49-F238E27FC236}">
                    <a16:creationId xmlns:a16="http://schemas.microsoft.com/office/drawing/2014/main" id="{62E051B5-47DC-A7F3-D46A-5E31AB3129C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910" name="직선 화살표 연결선 1909">
                <a:extLst>
                  <a:ext uri="{FF2B5EF4-FFF2-40B4-BE49-F238E27FC236}">
                    <a16:creationId xmlns:a16="http://schemas.microsoft.com/office/drawing/2014/main" id="{7475B3B2-734E-6422-C2EF-DCADDF8C02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83" name="TextBox 1882">
              <a:extLst>
                <a:ext uri="{FF2B5EF4-FFF2-40B4-BE49-F238E27FC236}">
                  <a16:creationId xmlns:a16="http://schemas.microsoft.com/office/drawing/2014/main" id="{91D2B1B5-B848-7C05-B49F-6F05B3D27F1A}"/>
                </a:ext>
              </a:extLst>
            </p:cNvPr>
            <p:cNvSpPr txBox="1"/>
            <p:nvPr/>
          </p:nvSpPr>
          <p:spPr>
            <a:xfrm>
              <a:off x="9587762" y="722467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23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884" name="TextBox 1883">
              <a:extLst>
                <a:ext uri="{FF2B5EF4-FFF2-40B4-BE49-F238E27FC236}">
                  <a16:creationId xmlns:a16="http://schemas.microsoft.com/office/drawing/2014/main" id="{4DB57368-B425-CF05-D541-2FB80075A473}"/>
                </a:ext>
              </a:extLst>
            </p:cNvPr>
            <p:cNvSpPr txBox="1"/>
            <p:nvPr/>
          </p:nvSpPr>
          <p:spPr>
            <a:xfrm>
              <a:off x="9604430" y="811239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24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1885" name="그룹 1884">
              <a:extLst>
                <a:ext uri="{FF2B5EF4-FFF2-40B4-BE49-F238E27FC236}">
                  <a16:creationId xmlns:a16="http://schemas.microsoft.com/office/drawing/2014/main" id="{37F4D0F1-FEAC-C0A7-A6C0-54740DABAD49}"/>
                </a:ext>
              </a:extLst>
            </p:cNvPr>
            <p:cNvGrpSpPr/>
            <p:nvPr/>
          </p:nvGrpSpPr>
          <p:grpSpPr>
            <a:xfrm>
              <a:off x="9554658" y="945132"/>
              <a:ext cx="250264" cy="72000"/>
              <a:chOff x="7902575" y="878878"/>
              <a:chExt cx="250264" cy="72000"/>
            </a:xfrm>
          </p:grpSpPr>
          <p:sp>
            <p:nvSpPr>
              <p:cNvPr id="1907" name="타원 1906">
                <a:extLst>
                  <a:ext uri="{FF2B5EF4-FFF2-40B4-BE49-F238E27FC236}">
                    <a16:creationId xmlns:a16="http://schemas.microsoft.com/office/drawing/2014/main" id="{E05F0125-EEA2-60B9-0BB3-0286541CF8F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908" name="직선 화살표 연결선 1907">
                <a:extLst>
                  <a:ext uri="{FF2B5EF4-FFF2-40B4-BE49-F238E27FC236}">
                    <a16:creationId xmlns:a16="http://schemas.microsoft.com/office/drawing/2014/main" id="{0EF53374-8A95-50A1-F7BB-392D6F4256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86" name="그룹 1885">
              <a:extLst>
                <a:ext uri="{FF2B5EF4-FFF2-40B4-BE49-F238E27FC236}">
                  <a16:creationId xmlns:a16="http://schemas.microsoft.com/office/drawing/2014/main" id="{E0003688-9285-AFF2-31B9-B90471EFF696}"/>
                </a:ext>
              </a:extLst>
            </p:cNvPr>
            <p:cNvGrpSpPr/>
            <p:nvPr/>
          </p:nvGrpSpPr>
          <p:grpSpPr>
            <a:xfrm>
              <a:off x="9554623" y="1033829"/>
              <a:ext cx="250264" cy="72000"/>
              <a:chOff x="7902575" y="878878"/>
              <a:chExt cx="250264" cy="72000"/>
            </a:xfrm>
          </p:grpSpPr>
          <p:sp>
            <p:nvSpPr>
              <p:cNvPr id="1905" name="타원 1904">
                <a:extLst>
                  <a:ext uri="{FF2B5EF4-FFF2-40B4-BE49-F238E27FC236}">
                    <a16:creationId xmlns:a16="http://schemas.microsoft.com/office/drawing/2014/main" id="{958B6BF4-05B5-E7B3-8CC6-BD55A70925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906" name="직선 화살표 연결선 1905">
                <a:extLst>
                  <a:ext uri="{FF2B5EF4-FFF2-40B4-BE49-F238E27FC236}">
                    <a16:creationId xmlns:a16="http://schemas.microsoft.com/office/drawing/2014/main" id="{C0373194-36F1-191C-80F9-C6DFE7041C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87" name="TextBox 1886">
              <a:extLst>
                <a:ext uri="{FF2B5EF4-FFF2-40B4-BE49-F238E27FC236}">
                  <a16:creationId xmlns:a16="http://schemas.microsoft.com/office/drawing/2014/main" id="{F59412F0-5000-3381-A0D3-5BF0F0EE3553}"/>
                </a:ext>
              </a:extLst>
            </p:cNvPr>
            <p:cNvSpPr txBox="1"/>
            <p:nvPr/>
          </p:nvSpPr>
          <p:spPr>
            <a:xfrm>
              <a:off x="9587762" y="899831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25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888" name="TextBox 1887">
              <a:extLst>
                <a:ext uri="{FF2B5EF4-FFF2-40B4-BE49-F238E27FC236}">
                  <a16:creationId xmlns:a16="http://schemas.microsoft.com/office/drawing/2014/main" id="{84D4B5AB-B4CC-84BF-D644-0B0E8CE86739}"/>
                </a:ext>
              </a:extLst>
            </p:cNvPr>
            <p:cNvSpPr txBox="1"/>
            <p:nvPr/>
          </p:nvSpPr>
          <p:spPr>
            <a:xfrm>
              <a:off x="9604430" y="988603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26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1889" name="그룹 1888">
              <a:extLst>
                <a:ext uri="{FF2B5EF4-FFF2-40B4-BE49-F238E27FC236}">
                  <a16:creationId xmlns:a16="http://schemas.microsoft.com/office/drawing/2014/main" id="{7A0F0F0E-0D48-28C5-F139-B1B2A32C253F}"/>
                </a:ext>
              </a:extLst>
            </p:cNvPr>
            <p:cNvGrpSpPr/>
            <p:nvPr/>
          </p:nvGrpSpPr>
          <p:grpSpPr>
            <a:xfrm>
              <a:off x="9553126" y="1123226"/>
              <a:ext cx="250264" cy="72000"/>
              <a:chOff x="7902575" y="878878"/>
              <a:chExt cx="250264" cy="72000"/>
            </a:xfrm>
          </p:grpSpPr>
          <p:sp>
            <p:nvSpPr>
              <p:cNvPr id="1903" name="타원 1902">
                <a:extLst>
                  <a:ext uri="{FF2B5EF4-FFF2-40B4-BE49-F238E27FC236}">
                    <a16:creationId xmlns:a16="http://schemas.microsoft.com/office/drawing/2014/main" id="{4E360175-B373-FBE4-B7C3-0E73D189BA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904" name="직선 화살표 연결선 1903">
                <a:extLst>
                  <a:ext uri="{FF2B5EF4-FFF2-40B4-BE49-F238E27FC236}">
                    <a16:creationId xmlns:a16="http://schemas.microsoft.com/office/drawing/2014/main" id="{C9660E76-55CB-54EC-EFBA-C85CC4C3C9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90" name="그룹 1889">
              <a:extLst>
                <a:ext uri="{FF2B5EF4-FFF2-40B4-BE49-F238E27FC236}">
                  <a16:creationId xmlns:a16="http://schemas.microsoft.com/office/drawing/2014/main" id="{094D8EC2-3814-10C2-F465-A12757029C92}"/>
                </a:ext>
              </a:extLst>
            </p:cNvPr>
            <p:cNvGrpSpPr/>
            <p:nvPr/>
          </p:nvGrpSpPr>
          <p:grpSpPr>
            <a:xfrm>
              <a:off x="9553091" y="1211923"/>
              <a:ext cx="250264" cy="72000"/>
              <a:chOff x="7902575" y="878878"/>
              <a:chExt cx="250264" cy="72000"/>
            </a:xfrm>
          </p:grpSpPr>
          <p:sp>
            <p:nvSpPr>
              <p:cNvPr id="1901" name="타원 1900">
                <a:extLst>
                  <a:ext uri="{FF2B5EF4-FFF2-40B4-BE49-F238E27FC236}">
                    <a16:creationId xmlns:a16="http://schemas.microsoft.com/office/drawing/2014/main" id="{B66C3901-0B2F-AD11-C2DD-4FE5BBFB17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902" name="직선 화살표 연결선 1901">
                <a:extLst>
                  <a:ext uri="{FF2B5EF4-FFF2-40B4-BE49-F238E27FC236}">
                    <a16:creationId xmlns:a16="http://schemas.microsoft.com/office/drawing/2014/main" id="{747878BD-6902-1981-EE39-DBFD90A554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91" name="TextBox 1890">
              <a:extLst>
                <a:ext uri="{FF2B5EF4-FFF2-40B4-BE49-F238E27FC236}">
                  <a16:creationId xmlns:a16="http://schemas.microsoft.com/office/drawing/2014/main" id="{65DF4C5F-774E-0C2E-75FD-177C2EF70CE9}"/>
                </a:ext>
              </a:extLst>
            </p:cNvPr>
            <p:cNvSpPr txBox="1"/>
            <p:nvPr/>
          </p:nvSpPr>
          <p:spPr>
            <a:xfrm>
              <a:off x="9586230" y="1077925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27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892" name="TextBox 1891">
              <a:extLst>
                <a:ext uri="{FF2B5EF4-FFF2-40B4-BE49-F238E27FC236}">
                  <a16:creationId xmlns:a16="http://schemas.microsoft.com/office/drawing/2014/main" id="{4FB3295B-B988-FA68-F550-7E96E8307010}"/>
                </a:ext>
              </a:extLst>
            </p:cNvPr>
            <p:cNvSpPr txBox="1"/>
            <p:nvPr/>
          </p:nvSpPr>
          <p:spPr>
            <a:xfrm>
              <a:off x="9602898" y="1166697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28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1893" name="그룹 1892">
              <a:extLst>
                <a:ext uri="{FF2B5EF4-FFF2-40B4-BE49-F238E27FC236}">
                  <a16:creationId xmlns:a16="http://schemas.microsoft.com/office/drawing/2014/main" id="{12B5A4DF-23ED-3F34-E690-ADA8615C070E}"/>
                </a:ext>
              </a:extLst>
            </p:cNvPr>
            <p:cNvGrpSpPr/>
            <p:nvPr/>
          </p:nvGrpSpPr>
          <p:grpSpPr>
            <a:xfrm>
              <a:off x="9554658" y="1299036"/>
              <a:ext cx="250264" cy="72000"/>
              <a:chOff x="7902575" y="878878"/>
              <a:chExt cx="250264" cy="72000"/>
            </a:xfrm>
          </p:grpSpPr>
          <p:sp>
            <p:nvSpPr>
              <p:cNvPr id="1899" name="타원 1898">
                <a:extLst>
                  <a:ext uri="{FF2B5EF4-FFF2-40B4-BE49-F238E27FC236}">
                    <a16:creationId xmlns:a16="http://schemas.microsoft.com/office/drawing/2014/main" id="{07BD4EFF-06DA-DB49-B3FA-8FDEEC3A53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900" name="직선 화살표 연결선 1899">
                <a:extLst>
                  <a:ext uri="{FF2B5EF4-FFF2-40B4-BE49-F238E27FC236}">
                    <a16:creationId xmlns:a16="http://schemas.microsoft.com/office/drawing/2014/main" id="{0F41B691-3276-85DF-6516-16766343F1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94" name="그룹 1893">
              <a:extLst>
                <a:ext uri="{FF2B5EF4-FFF2-40B4-BE49-F238E27FC236}">
                  <a16:creationId xmlns:a16="http://schemas.microsoft.com/office/drawing/2014/main" id="{011F8B31-A647-62F3-E20D-B2393B84F62A}"/>
                </a:ext>
              </a:extLst>
            </p:cNvPr>
            <p:cNvGrpSpPr/>
            <p:nvPr/>
          </p:nvGrpSpPr>
          <p:grpSpPr>
            <a:xfrm>
              <a:off x="9554623" y="1387733"/>
              <a:ext cx="250264" cy="72000"/>
              <a:chOff x="7902575" y="878878"/>
              <a:chExt cx="250264" cy="72000"/>
            </a:xfrm>
          </p:grpSpPr>
          <p:sp>
            <p:nvSpPr>
              <p:cNvPr id="1897" name="타원 1896">
                <a:extLst>
                  <a:ext uri="{FF2B5EF4-FFF2-40B4-BE49-F238E27FC236}">
                    <a16:creationId xmlns:a16="http://schemas.microsoft.com/office/drawing/2014/main" id="{64347972-5EDC-111D-EBBD-5EAADC7DC68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898" name="직선 화살표 연결선 1897">
                <a:extLst>
                  <a:ext uri="{FF2B5EF4-FFF2-40B4-BE49-F238E27FC236}">
                    <a16:creationId xmlns:a16="http://schemas.microsoft.com/office/drawing/2014/main" id="{3C026366-7825-FDA0-7565-EC086FE218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95" name="TextBox 1894">
              <a:extLst>
                <a:ext uri="{FF2B5EF4-FFF2-40B4-BE49-F238E27FC236}">
                  <a16:creationId xmlns:a16="http://schemas.microsoft.com/office/drawing/2014/main" id="{FEF8B9FC-E91B-4D24-E7B6-0089161FCDB1}"/>
                </a:ext>
              </a:extLst>
            </p:cNvPr>
            <p:cNvSpPr txBox="1"/>
            <p:nvPr/>
          </p:nvSpPr>
          <p:spPr>
            <a:xfrm>
              <a:off x="9604430" y="1342507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30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896" name="TextBox 1895">
              <a:extLst>
                <a:ext uri="{FF2B5EF4-FFF2-40B4-BE49-F238E27FC236}">
                  <a16:creationId xmlns:a16="http://schemas.microsoft.com/office/drawing/2014/main" id="{C288F6B3-D39C-C7C0-8668-1B8FCD66C4D6}"/>
                </a:ext>
              </a:extLst>
            </p:cNvPr>
            <p:cNvSpPr txBox="1"/>
            <p:nvPr/>
          </p:nvSpPr>
          <p:spPr>
            <a:xfrm>
              <a:off x="9602899" y="1257916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29</a:t>
              </a:r>
              <a:endParaRPr lang="ko-KR" altLang="en-US" sz="600" dirty="0">
                <a:latin typeface="+mn-ea"/>
              </a:endParaRPr>
            </a:p>
          </p:txBody>
        </p:sp>
      </p:grpSp>
      <p:grpSp>
        <p:nvGrpSpPr>
          <p:cNvPr id="1619" name="그룹 1618">
            <a:extLst>
              <a:ext uri="{FF2B5EF4-FFF2-40B4-BE49-F238E27FC236}">
                <a16:creationId xmlns:a16="http://schemas.microsoft.com/office/drawing/2014/main" id="{042A9BF0-60EA-9BDE-0427-78D54ADD3876}"/>
              </a:ext>
            </a:extLst>
          </p:cNvPr>
          <p:cNvGrpSpPr/>
          <p:nvPr/>
        </p:nvGrpSpPr>
        <p:grpSpPr>
          <a:xfrm flipH="1">
            <a:off x="9960294" y="1277554"/>
            <a:ext cx="253380" cy="1802205"/>
            <a:chOff x="9553091" y="544373"/>
            <a:chExt cx="253380" cy="1802205"/>
          </a:xfrm>
        </p:grpSpPr>
        <p:grpSp>
          <p:nvGrpSpPr>
            <p:cNvPr id="1751" name="그룹 1750">
              <a:extLst>
                <a:ext uri="{FF2B5EF4-FFF2-40B4-BE49-F238E27FC236}">
                  <a16:creationId xmlns:a16="http://schemas.microsoft.com/office/drawing/2014/main" id="{72950704-E1A7-2EA2-9F45-8F52BC5839E1}"/>
                </a:ext>
              </a:extLst>
            </p:cNvPr>
            <p:cNvGrpSpPr/>
            <p:nvPr/>
          </p:nvGrpSpPr>
          <p:grpSpPr>
            <a:xfrm>
              <a:off x="9553091" y="544373"/>
              <a:ext cx="253363" cy="915360"/>
              <a:chOff x="9553091" y="544373"/>
              <a:chExt cx="253363" cy="915360"/>
            </a:xfrm>
          </p:grpSpPr>
          <p:grpSp>
            <p:nvGrpSpPr>
              <p:cNvPr id="1793" name="그룹 1792">
                <a:extLst>
                  <a:ext uri="{FF2B5EF4-FFF2-40B4-BE49-F238E27FC236}">
                    <a16:creationId xmlns:a16="http://schemas.microsoft.com/office/drawing/2014/main" id="{CF2D5E15-82E8-B0AF-BA5D-C1F6396182B5}"/>
                  </a:ext>
                </a:extLst>
              </p:cNvPr>
              <p:cNvGrpSpPr/>
              <p:nvPr/>
            </p:nvGrpSpPr>
            <p:grpSpPr>
              <a:xfrm>
                <a:off x="9556190" y="589674"/>
                <a:ext cx="250264" cy="72000"/>
                <a:chOff x="7902575" y="878878"/>
                <a:chExt cx="250264" cy="72000"/>
              </a:xfrm>
            </p:grpSpPr>
            <p:sp>
              <p:nvSpPr>
                <p:cNvPr id="1831" name="타원 1830">
                  <a:extLst>
                    <a:ext uri="{FF2B5EF4-FFF2-40B4-BE49-F238E27FC236}">
                      <a16:creationId xmlns:a16="http://schemas.microsoft.com/office/drawing/2014/main" id="{07C4465A-ACE1-4828-4340-8C3AE51620B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1832" name="직선 화살표 연결선 1831">
                  <a:extLst>
                    <a:ext uri="{FF2B5EF4-FFF2-40B4-BE49-F238E27FC236}">
                      <a16:creationId xmlns:a16="http://schemas.microsoft.com/office/drawing/2014/main" id="{C1BA6794-4A1D-DD95-7A41-0533713D16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4" name="그룹 1793">
                <a:extLst>
                  <a:ext uri="{FF2B5EF4-FFF2-40B4-BE49-F238E27FC236}">
                    <a16:creationId xmlns:a16="http://schemas.microsoft.com/office/drawing/2014/main" id="{9CB26B0A-3F59-0E97-07B2-68A967AFA964}"/>
                  </a:ext>
                </a:extLst>
              </p:cNvPr>
              <p:cNvGrpSpPr/>
              <p:nvPr/>
            </p:nvGrpSpPr>
            <p:grpSpPr>
              <a:xfrm>
                <a:off x="9556155" y="678371"/>
                <a:ext cx="250264" cy="72000"/>
                <a:chOff x="7902575" y="878878"/>
                <a:chExt cx="250264" cy="72000"/>
              </a:xfrm>
            </p:grpSpPr>
            <p:sp>
              <p:nvSpPr>
                <p:cNvPr id="1829" name="타원 1828">
                  <a:extLst>
                    <a:ext uri="{FF2B5EF4-FFF2-40B4-BE49-F238E27FC236}">
                      <a16:creationId xmlns:a16="http://schemas.microsoft.com/office/drawing/2014/main" id="{B6F94B82-F556-4BAB-6921-347310C02EF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1830" name="직선 화살표 연결선 1829">
                  <a:extLst>
                    <a:ext uri="{FF2B5EF4-FFF2-40B4-BE49-F238E27FC236}">
                      <a16:creationId xmlns:a16="http://schemas.microsoft.com/office/drawing/2014/main" id="{524EB281-3BEC-FE8B-E1C7-FE95C3071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95" name="TextBox 1794">
                <a:extLst>
                  <a:ext uri="{FF2B5EF4-FFF2-40B4-BE49-F238E27FC236}">
                    <a16:creationId xmlns:a16="http://schemas.microsoft.com/office/drawing/2014/main" id="{9B06E1F1-731C-7D1D-9163-3C85A09B5439}"/>
                  </a:ext>
                </a:extLst>
              </p:cNvPr>
              <p:cNvSpPr txBox="1"/>
              <p:nvPr/>
            </p:nvSpPr>
            <p:spPr>
              <a:xfrm>
                <a:off x="9589294" y="544373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51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796" name="TextBox 1795">
                <a:extLst>
                  <a:ext uri="{FF2B5EF4-FFF2-40B4-BE49-F238E27FC236}">
                    <a16:creationId xmlns:a16="http://schemas.microsoft.com/office/drawing/2014/main" id="{DB150490-DF05-BD63-42AC-342B60FC2F6D}"/>
                  </a:ext>
                </a:extLst>
              </p:cNvPr>
              <p:cNvSpPr txBox="1"/>
              <p:nvPr/>
            </p:nvSpPr>
            <p:spPr>
              <a:xfrm>
                <a:off x="9605962" y="633145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52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1797" name="그룹 1796">
                <a:extLst>
                  <a:ext uri="{FF2B5EF4-FFF2-40B4-BE49-F238E27FC236}">
                    <a16:creationId xmlns:a16="http://schemas.microsoft.com/office/drawing/2014/main" id="{7864A7A0-E383-D2D5-8ABA-E2D08AC8DF0F}"/>
                  </a:ext>
                </a:extLst>
              </p:cNvPr>
              <p:cNvGrpSpPr/>
              <p:nvPr/>
            </p:nvGrpSpPr>
            <p:grpSpPr>
              <a:xfrm>
                <a:off x="9554658" y="767768"/>
                <a:ext cx="250264" cy="72000"/>
                <a:chOff x="7902575" y="878878"/>
                <a:chExt cx="250264" cy="72000"/>
              </a:xfrm>
            </p:grpSpPr>
            <p:sp>
              <p:nvSpPr>
                <p:cNvPr id="1827" name="타원 1826">
                  <a:extLst>
                    <a:ext uri="{FF2B5EF4-FFF2-40B4-BE49-F238E27FC236}">
                      <a16:creationId xmlns:a16="http://schemas.microsoft.com/office/drawing/2014/main" id="{766CA86E-1ED0-D0C1-8C48-B9E4DF41A8C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1828" name="직선 화살표 연결선 1827">
                  <a:extLst>
                    <a:ext uri="{FF2B5EF4-FFF2-40B4-BE49-F238E27FC236}">
                      <a16:creationId xmlns:a16="http://schemas.microsoft.com/office/drawing/2014/main" id="{E63F4BB6-3E8B-174B-BBD9-FB7618ABC6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8" name="그룹 1797">
                <a:extLst>
                  <a:ext uri="{FF2B5EF4-FFF2-40B4-BE49-F238E27FC236}">
                    <a16:creationId xmlns:a16="http://schemas.microsoft.com/office/drawing/2014/main" id="{57485055-2CB1-8E05-F5F9-A868E008D52D}"/>
                  </a:ext>
                </a:extLst>
              </p:cNvPr>
              <p:cNvGrpSpPr/>
              <p:nvPr/>
            </p:nvGrpSpPr>
            <p:grpSpPr>
              <a:xfrm>
                <a:off x="9554623" y="856465"/>
                <a:ext cx="250264" cy="72000"/>
                <a:chOff x="7902575" y="878878"/>
                <a:chExt cx="250264" cy="72000"/>
              </a:xfrm>
            </p:grpSpPr>
            <p:sp>
              <p:nvSpPr>
                <p:cNvPr id="1825" name="타원 1824">
                  <a:extLst>
                    <a:ext uri="{FF2B5EF4-FFF2-40B4-BE49-F238E27FC236}">
                      <a16:creationId xmlns:a16="http://schemas.microsoft.com/office/drawing/2014/main" id="{7769B02E-9037-E461-590D-0DC2D6BE260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1826" name="직선 화살표 연결선 1825">
                  <a:extLst>
                    <a:ext uri="{FF2B5EF4-FFF2-40B4-BE49-F238E27FC236}">
                      <a16:creationId xmlns:a16="http://schemas.microsoft.com/office/drawing/2014/main" id="{18C72DE0-2927-B21B-C37B-6E4FB5C5C5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99" name="TextBox 1798">
                <a:extLst>
                  <a:ext uri="{FF2B5EF4-FFF2-40B4-BE49-F238E27FC236}">
                    <a16:creationId xmlns:a16="http://schemas.microsoft.com/office/drawing/2014/main" id="{B20CC804-037D-AB73-65A0-CC7A35636EA8}"/>
                  </a:ext>
                </a:extLst>
              </p:cNvPr>
              <p:cNvSpPr txBox="1"/>
              <p:nvPr/>
            </p:nvSpPr>
            <p:spPr>
              <a:xfrm>
                <a:off x="9587762" y="722467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53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800" name="TextBox 1799">
                <a:extLst>
                  <a:ext uri="{FF2B5EF4-FFF2-40B4-BE49-F238E27FC236}">
                    <a16:creationId xmlns:a16="http://schemas.microsoft.com/office/drawing/2014/main" id="{95E483DE-F06A-BC64-1319-4F804567165F}"/>
                  </a:ext>
                </a:extLst>
              </p:cNvPr>
              <p:cNvSpPr txBox="1"/>
              <p:nvPr/>
            </p:nvSpPr>
            <p:spPr>
              <a:xfrm>
                <a:off x="9604430" y="811239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54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1801" name="그룹 1800">
                <a:extLst>
                  <a:ext uri="{FF2B5EF4-FFF2-40B4-BE49-F238E27FC236}">
                    <a16:creationId xmlns:a16="http://schemas.microsoft.com/office/drawing/2014/main" id="{C949CCEE-25B4-6F42-34BC-CA036DDF181F}"/>
                  </a:ext>
                </a:extLst>
              </p:cNvPr>
              <p:cNvGrpSpPr/>
              <p:nvPr/>
            </p:nvGrpSpPr>
            <p:grpSpPr>
              <a:xfrm>
                <a:off x="9554658" y="945132"/>
                <a:ext cx="250264" cy="72000"/>
                <a:chOff x="7902575" y="878878"/>
                <a:chExt cx="250264" cy="72000"/>
              </a:xfrm>
            </p:grpSpPr>
            <p:sp>
              <p:nvSpPr>
                <p:cNvPr id="1823" name="타원 1822">
                  <a:extLst>
                    <a:ext uri="{FF2B5EF4-FFF2-40B4-BE49-F238E27FC236}">
                      <a16:creationId xmlns:a16="http://schemas.microsoft.com/office/drawing/2014/main" id="{FD95EBB5-F46B-B1DF-BFDE-44FF0FDD279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1824" name="직선 화살표 연결선 1823">
                  <a:extLst>
                    <a:ext uri="{FF2B5EF4-FFF2-40B4-BE49-F238E27FC236}">
                      <a16:creationId xmlns:a16="http://schemas.microsoft.com/office/drawing/2014/main" id="{66BFA7AD-38C6-0C5C-A853-AF72F0D50B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2" name="그룹 1801">
                <a:extLst>
                  <a:ext uri="{FF2B5EF4-FFF2-40B4-BE49-F238E27FC236}">
                    <a16:creationId xmlns:a16="http://schemas.microsoft.com/office/drawing/2014/main" id="{888AFBD0-912B-3FF3-E13F-4E757D7FBC6F}"/>
                  </a:ext>
                </a:extLst>
              </p:cNvPr>
              <p:cNvGrpSpPr/>
              <p:nvPr/>
            </p:nvGrpSpPr>
            <p:grpSpPr>
              <a:xfrm>
                <a:off x="9554623" y="1033829"/>
                <a:ext cx="250264" cy="72000"/>
                <a:chOff x="7902575" y="878878"/>
                <a:chExt cx="250264" cy="72000"/>
              </a:xfrm>
            </p:grpSpPr>
            <p:sp>
              <p:nvSpPr>
                <p:cNvPr id="1821" name="타원 1820">
                  <a:extLst>
                    <a:ext uri="{FF2B5EF4-FFF2-40B4-BE49-F238E27FC236}">
                      <a16:creationId xmlns:a16="http://schemas.microsoft.com/office/drawing/2014/main" id="{1DB17237-4EFA-F513-A200-4C21D784557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1822" name="직선 화살표 연결선 1821">
                  <a:extLst>
                    <a:ext uri="{FF2B5EF4-FFF2-40B4-BE49-F238E27FC236}">
                      <a16:creationId xmlns:a16="http://schemas.microsoft.com/office/drawing/2014/main" id="{B071A087-EE47-7C5F-64C4-1898A3C2FC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03" name="TextBox 1802">
                <a:extLst>
                  <a:ext uri="{FF2B5EF4-FFF2-40B4-BE49-F238E27FC236}">
                    <a16:creationId xmlns:a16="http://schemas.microsoft.com/office/drawing/2014/main" id="{4C0D2091-1744-C379-90EC-1E9D0AFFCF39}"/>
                  </a:ext>
                </a:extLst>
              </p:cNvPr>
              <p:cNvSpPr txBox="1"/>
              <p:nvPr/>
            </p:nvSpPr>
            <p:spPr>
              <a:xfrm>
                <a:off x="9587762" y="899831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55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804" name="TextBox 1803">
                <a:extLst>
                  <a:ext uri="{FF2B5EF4-FFF2-40B4-BE49-F238E27FC236}">
                    <a16:creationId xmlns:a16="http://schemas.microsoft.com/office/drawing/2014/main" id="{8F146727-F96B-57E5-B4E2-73E968305B02}"/>
                  </a:ext>
                </a:extLst>
              </p:cNvPr>
              <p:cNvSpPr txBox="1"/>
              <p:nvPr/>
            </p:nvSpPr>
            <p:spPr>
              <a:xfrm>
                <a:off x="9604430" y="988603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56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1805" name="그룹 1804">
                <a:extLst>
                  <a:ext uri="{FF2B5EF4-FFF2-40B4-BE49-F238E27FC236}">
                    <a16:creationId xmlns:a16="http://schemas.microsoft.com/office/drawing/2014/main" id="{BFC9C68F-785F-D455-161D-D51E14D62216}"/>
                  </a:ext>
                </a:extLst>
              </p:cNvPr>
              <p:cNvGrpSpPr/>
              <p:nvPr/>
            </p:nvGrpSpPr>
            <p:grpSpPr>
              <a:xfrm>
                <a:off x="9553126" y="1123226"/>
                <a:ext cx="250264" cy="72000"/>
                <a:chOff x="7902575" y="878878"/>
                <a:chExt cx="250264" cy="72000"/>
              </a:xfrm>
            </p:grpSpPr>
            <p:sp>
              <p:nvSpPr>
                <p:cNvPr id="1819" name="타원 1818">
                  <a:extLst>
                    <a:ext uri="{FF2B5EF4-FFF2-40B4-BE49-F238E27FC236}">
                      <a16:creationId xmlns:a16="http://schemas.microsoft.com/office/drawing/2014/main" id="{9A3DB194-FD98-DE16-2C16-C36FC66DC3C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1820" name="직선 화살표 연결선 1819">
                  <a:extLst>
                    <a:ext uri="{FF2B5EF4-FFF2-40B4-BE49-F238E27FC236}">
                      <a16:creationId xmlns:a16="http://schemas.microsoft.com/office/drawing/2014/main" id="{CF5798DB-B915-2C09-73D4-3CF1435250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6" name="그룹 1805">
                <a:extLst>
                  <a:ext uri="{FF2B5EF4-FFF2-40B4-BE49-F238E27FC236}">
                    <a16:creationId xmlns:a16="http://schemas.microsoft.com/office/drawing/2014/main" id="{5ADA6598-7421-DA5F-46F3-8B9B33D4EE56}"/>
                  </a:ext>
                </a:extLst>
              </p:cNvPr>
              <p:cNvGrpSpPr/>
              <p:nvPr/>
            </p:nvGrpSpPr>
            <p:grpSpPr>
              <a:xfrm>
                <a:off x="9553091" y="1211923"/>
                <a:ext cx="250264" cy="72000"/>
                <a:chOff x="7902575" y="878878"/>
                <a:chExt cx="250264" cy="72000"/>
              </a:xfrm>
            </p:grpSpPr>
            <p:sp>
              <p:nvSpPr>
                <p:cNvPr id="1817" name="타원 1816">
                  <a:extLst>
                    <a:ext uri="{FF2B5EF4-FFF2-40B4-BE49-F238E27FC236}">
                      <a16:creationId xmlns:a16="http://schemas.microsoft.com/office/drawing/2014/main" id="{EC395F84-F9D5-4754-6110-50912437601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1818" name="직선 화살표 연결선 1817">
                  <a:extLst>
                    <a:ext uri="{FF2B5EF4-FFF2-40B4-BE49-F238E27FC236}">
                      <a16:creationId xmlns:a16="http://schemas.microsoft.com/office/drawing/2014/main" id="{EA871C47-115A-FA77-0B10-D55F51EC01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07" name="TextBox 1806">
                <a:extLst>
                  <a:ext uri="{FF2B5EF4-FFF2-40B4-BE49-F238E27FC236}">
                    <a16:creationId xmlns:a16="http://schemas.microsoft.com/office/drawing/2014/main" id="{A1A9C8D6-E910-BCB6-D517-F9FBDD1DCF11}"/>
                  </a:ext>
                </a:extLst>
              </p:cNvPr>
              <p:cNvSpPr txBox="1"/>
              <p:nvPr/>
            </p:nvSpPr>
            <p:spPr>
              <a:xfrm>
                <a:off x="9586230" y="1077925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57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808" name="TextBox 1807">
                <a:extLst>
                  <a:ext uri="{FF2B5EF4-FFF2-40B4-BE49-F238E27FC236}">
                    <a16:creationId xmlns:a16="http://schemas.microsoft.com/office/drawing/2014/main" id="{C662492B-5E7C-FF41-D9F4-8254D731601D}"/>
                  </a:ext>
                </a:extLst>
              </p:cNvPr>
              <p:cNvSpPr txBox="1"/>
              <p:nvPr/>
            </p:nvSpPr>
            <p:spPr>
              <a:xfrm>
                <a:off x="9602898" y="1166697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58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1809" name="그룹 1808">
                <a:extLst>
                  <a:ext uri="{FF2B5EF4-FFF2-40B4-BE49-F238E27FC236}">
                    <a16:creationId xmlns:a16="http://schemas.microsoft.com/office/drawing/2014/main" id="{479CC41A-7707-19C4-C13C-491DE2B860D7}"/>
                  </a:ext>
                </a:extLst>
              </p:cNvPr>
              <p:cNvGrpSpPr/>
              <p:nvPr/>
            </p:nvGrpSpPr>
            <p:grpSpPr>
              <a:xfrm>
                <a:off x="9554658" y="1299036"/>
                <a:ext cx="250264" cy="72000"/>
                <a:chOff x="7902575" y="878878"/>
                <a:chExt cx="250264" cy="72000"/>
              </a:xfrm>
            </p:grpSpPr>
            <p:sp>
              <p:nvSpPr>
                <p:cNvPr id="1815" name="타원 1814">
                  <a:extLst>
                    <a:ext uri="{FF2B5EF4-FFF2-40B4-BE49-F238E27FC236}">
                      <a16:creationId xmlns:a16="http://schemas.microsoft.com/office/drawing/2014/main" id="{04E935B7-43BE-422D-E4BB-1E5D5CB07A0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1816" name="직선 화살표 연결선 1815">
                  <a:extLst>
                    <a:ext uri="{FF2B5EF4-FFF2-40B4-BE49-F238E27FC236}">
                      <a16:creationId xmlns:a16="http://schemas.microsoft.com/office/drawing/2014/main" id="{88F7CF45-248B-D52A-A839-842FF7A0AB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0" name="그룹 1809">
                <a:extLst>
                  <a:ext uri="{FF2B5EF4-FFF2-40B4-BE49-F238E27FC236}">
                    <a16:creationId xmlns:a16="http://schemas.microsoft.com/office/drawing/2014/main" id="{94A6F8DF-CEA6-2CF1-250C-E764DB359279}"/>
                  </a:ext>
                </a:extLst>
              </p:cNvPr>
              <p:cNvGrpSpPr/>
              <p:nvPr/>
            </p:nvGrpSpPr>
            <p:grpSpPr>
              <a:xfrm>
                <a:off x="9554623" y="1387733"/>
                <a:ext cx="250264" cy="72000"/>
                <a:chOff x="7902575" y="878878"/>
                <a:chExt cx="250264" cy="72000"/>
              </a:xfrm>
            </p:grpSpPr>
            <p:sp>
              <p:nvSpPr>
                <p:cNvPr id="1813" name="타원 1812">
                  <a:extLst>
                    <a:ext uri="{FF2B5EF4-FFF2-40B4-BE49-F238E27FC236}">
                      <a16:creationId xmlns:a16="http://schemas.microsoft.com/office/drawing/2014/main" id="{20910D48-E687-727D-47C7-582C3264021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1814" name="직선 화살표 연결선 1813">
                  <a:extLst>
                    <a:ext uri="{FF2B5EF4-FFF2-40B4-BE49-F238E27FC236}">
                      <a16:creationId xmlns:a16="http://schemas.microsoft.com/office/drawing/2014/main" id="{0D40FFEF-BB3B-EFB6-5676-5487685210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11" name="TextBox 1810">
                <a:extLst>
                  <a:ext uri="{FF2B5EF4-FFF2-40B4-BE49-F238E27FC236}">
                    <a16:creationId xmlns:a16="http://schemas.microsoft.com/office/drawing/2014/main" id="{3223E051-9133-F9AF-C13B-7D745EDAC7B3}"/>
                  </a:ext>
                </a:extLst>
              </p:cNvPr>
              <p:cNvSpPr txBox="1"/>
              <p:nvPr/>
            </p:nvSpPr>
            <p:spPr>
              <a:xfrm>
                <a:off x="9604430" y="1342507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60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812" name="TextBox 1811">
                <a:extLst>
                  <a:ext uri="{FF2B5EF4-FFF2-40B4-BE49-F238E27FC236}">
                    <a16:creationId xmlns:a16="http://schemas.microsoft.com/office/drawing/2014/main" id="{A3A57D42-2AD0-C47B-5459-60BFE5C58D24}"/>
                  </a:ext>
                </a:extLst>
              </p:cNvPr>
              <p:cNvSpPr txBox="1"/>
              <p:nvPr/>
            </p:nvSpPr>
            <p:spPr>
              <a:xfrm>
                <a:off x="9602899" y="1257916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59</a:t>
                </a:r>
                <a:endParaRPr lang="ko-KR" altLang="en-US" sz="600" dirty="0">
                  <a:latin typeface="+mn-ea"/>
                </a:endParaRPr>
              </a:p>
            </p:txBody>
          </p:sp>
        </p:grpSp>
        <p:grpSp>
          <p:nvGrpSpPr>
            <p:cNvPr id="1752" name="그룹 1751">
              <a:extLst>
                <a:ext uri="{FF2B5EF4-FFF2-40B4-BE49-F238E27FC236}">
                  <a16:creationId xmlns:a16="http://schemas.microsoft.com/office/drawing/2014/main" id="{12DAF8E1-96F5-AA47-17F0-7727AEFD2AB5}"/>
                </a:ext>
              </a:extLst>
            </p:cNvPr>
            <p:cNvGrpSpPr/>
            <p:nvPr/>
          </p:nvGrpSpPr>
          <p:grpSpPr>
            <a:xfrm>
              <a:off x="9553108" y="1431218"/>
              <a:ext cx="253363" cy="915360"/>
              <a:chOff x="9553091" y="544373"/>
              <a:chExt cx="253363" cy="915360"/>
            </a:xfrm>
          </p:grpSpPr>
          <p:grpSp>
            <p:nvGrpSpPr>
              <p:cNvPr id="1753" name="그룹 1752">
                <a:extLst>
                  <a:ext uri="{FF2B5EF4-FFF2-40B4-BE49-F238E27FC236}">
                    <a16:creationId xmlns:a16="http://schemas.microsoft.com/office/drawing/2014/main" id="{B4F048EC-403C-2D1C-2486-51A8D1A8A9B3}"/>
                  </a:ext>
                </a:extLst>
              </p:cNvPr>
              <p:cNvGrpSpPr/>
              <p:nvPr/>
            </p:nvGrpSpPr>
            <p:grpSpPr>
              <a:xfrm>
                <a:off x="9556190" y="589674"/>
                <a:ext cx="250264" cy="72000"/>
                <a:chOff x="7902575" y="878878"/>
                <a:chExt cx="250264" cy="72000"/>
              </a:xfrm>
            </p:grpSpPr>
            <p:sp>
              <p:nvSpPr>
                <p:cNvPr id="1791" name="타원 1790">
                  <a:extLst>
                    <a:ext uri="{FF2B5EF4-FFF2-40B4-BE49-F238E27FC236}">
                      <a16:creationId xmlns:a16="http://schemas.microsoft.com/office/drawing/2014/main" id="{C0A58C93-46AB-A2C8-0717-46802F5E0B9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1792" name="직선 화살표 연결선 1791">
                  <a:extLst>
                    <a:ext uri="{FF2B5EF4-FFF2-40B4-BE49-F238E27FC236}">
                      <a16:creationId xmlns:a16="http://schemas.microsoft.com/office/drawing/2014/main" id="{64100A27-EFE6-1455-F075-EC15EAE45F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4" name="그룹 1753">
                <a:extLst>
                  <a:ext uri="{FF2B5EF4-FFF2-40B4-BE49-F238E27FC236}">
                    <a16:creationId xmlns:a16="http://schemas.microsoft.com/office/drawing/2014/main" id="{029CFB4E-3A28-4A23-5B01-6E537B82DD3E}"/>
                  </a:ext>
                </a:extLst>
              </p:cNvPr>
              <p:cNvGrpSpPr/>
              <p:nvPr/>
            </p:nvGrpSpPr>
            <p:grpSpPr>
              <a:xfrm>
                <a:off x="9556155" y="678371"/>
                <a:ext cx="250264" cy="72000"/>
                <a:chOff x="7902575" y="878878"/>
                <a:chExt cx="250264" cy="72000"/>
              </a:xfrm>
            </p:grpSpPr>
            <p:sp>
              <p:nvSpPr>
                <p:cNvPr id="1789" name="타원 1788">
                  <a:extLst>
                    <a:ext uri="{FF2B5EF4-FFF2-40B4-BE49-F238E27FC236}">
                      <a16:creationId xmlns:a16="http://schemas.microsoft.com/office/drawing/2014/main" id="{760E4B8F-A99E-8B4F-20BA-F2641C60319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1790" name="직선 화살표 연결선 1789">
                  <a:extLst>
                    <a:ext uri="{FF2B5EF4-FFF2-40B4-BE49-F238E27FC236}">
                      <a16:creationId xmlns:a16="http://schemas.microsoft.com/office/drawing/2014/main" id="{453527D0-61FE-89BC-195C-0AEB9A6AD9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55" name="TextBox 1754">
                <a:extLst>
                  <a:ext uri="{FF2B5EF4-FFF2-40B4-BE49-F238E27FC236}">
                    <a16:creationId xmlns:a16="http://schemas.microsoft.com/office/drawing/2014/main" id="{D457017D-9F5F-880C-92F4-5A295E205F6F}"/>
                  </a:ext>
                </a:extLst>
              </p:cNvPr>
              <p:cNvSpPr txBox="1"/>
              <p:nvPr/>
            </p:nvSpPr>
            <p:spPr>
              <a:xfrm>
                <a:off x="9589294" y="544373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61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756" name="TextBox 1755">
                <a:extLst>
                  <a:ext uri="{FF2B5EF4-FFF2-40B4-BE49-F238E27FC236}">
                    <a16:creationId xmlns:a16="http://schemas.microsoft.com/office/drawing/2014/main" id="{03B83BA2-607C-D39A-58EE-5A7C2F105576}"/>
                  </a:ext>
                </a:extLst>
              </p:cNvPr>
              <p:cNvSpPr txBox="1"/>
              <p:nvPr/>
            </p:nvSpPr>
            <p:spPr>
              <a:xfrm>
                <a:off x="9605962" y="633145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62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1757" name="그룹 1756">
                <a:extLst>
                  <a:ext uri="{FF2B5EF4-FFF2-40B4-BE49-F238E27FC236}">
                    <a16:creationId xmlns:a16="http://schemas.microsoft.com/office/drawing/2014/main" id="{75A0D43A-E397-C544-14D9-220B66A70D9E}"/>
                  </a:ext>
                </a:extLst>
              </p:cNvPr>
              <p:cNvGrpSpPr/>
              <p:nvPr/>
            </p:nvGrpSpPr>
            <p:grpSpPr>
              <a:xfrm>
                <a:off x="9554658" y="767768"/>
                <a:ext cx="250264" cy="72000"/>
                <a:chOff x="7902575" y="878878"/>
                <a:chExt cx="250264" cy="72000"/>
              </a:xfrm>
            </p:grpSpPr>
            <p:sp>
              <p:nvSpPr>
                <p:cNvPr id="1787" name="타원 1786">
                  <a:extLst>
                    <a:ext uri="{FF2B5EF4-FFF2-40B4-BE49-F238E27FC236}">
                      <a16:creationId xmlns:a16="http://schemas.microsoft.com/office/drawing/2014/main" id="{792A1782-FBB4-823F-475F-764B1B30927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1788" name="직선 화살표 연결선 1787">
                  <a:extLst>
                    <a:ext uri="{FF2B5EF4-FFF2-40B4-BE49-F238E27FC236}">
                      <a16:creationId xmlns:a16="http://schemas.microsoft.com/office/drawing/2014/main" id="{664089CD-40ED-23EC-4650-EDA93D3A4D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8" name="그룹 1757">
                <a:extLst>
                  <a:ext uri="{FF2B5EF4-FFF2-40B4-BE49-F238E27FC236}">
                    <a16:creationId xmlns:a16="http://schemas.microsoft.com/office/drawing/2014/main" id="{493049D4-249D-C6BA-469F-ECCC3575C6DF}"/>
                  </a:ext>
                </a:extLst>
              </p:cNvPr>
              <p:cNvGrpSpPr/>
              <p:nvPr/>
            </p:nvGrpSpPr>
            <p:grpSpPr>
              <a:xfrm>
                <a:off x="9554623" y="856465"/>
                <a:ext cx="250264" cy="72000"/>
                <a:chOff x="7902575" y="878878"/>
                <a:chExt cx="250264" cy="72000"/>
              </a:xfrm>
            </p:grpSpPr>
            <p:sp>
              <p:nvSpPr>
                <p:cNvPr id="1785" name="타원 1784">
                  <a:extLst>
                    <a:ext uri="{FF2B5EF4-FFF2-40B4-BE49-F238E27FC236}">
                      <a16:creationId xmlns:a16="http://schemas.microsoft.com/office/drawing/2014/main" id="{9ED3D2DE-A78D-AC1E-CF67-927B759DF30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1786" name="직선 화살표 연결선 1785">
                  <a:extLst>
                    <a:ext uri="{FF2B5EF4-FFF2-40B4-BE49-F238E27FC236}">
                      <a16:creationId xmlns:a16="http://schemas.microsoft.com/office/drawing/2014/main" id="{6189E8E2-1F34-E29B-12FE-AB2BBFE4FD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59" name="TextBox 1758">
                <a:extLst>
                  <a:ext uri="{FF2B5EF4-FFF2-40B4-BE49-F238E27FC236}">
                    <a16:creationId xmlns:a16="http://schemas.microsoft.com/office/drawing/2014/main" id="{F02F89A5-D15E-2D28-9FE4-38530548B39A}"/>
                  </a:ext>
                </a:extLst>
              </p:cNvPr>
              <p:cNvSpPr txBox="1"/>
              <p:nvPr/>
            </p:nvSpPr>
            <p:spPr>
              <a:xfrm>
                <a:off x="9587762" y="722467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63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760" name="TextBox 1759">
                <a:extLst>
                  <a:ext uri="{FF2B5EF4-FFF2-40B4-BE49-F238E27FC236}">
                    <a16:creationId xmlns:a16="http://schemas.microsoft.com/office/drawing/2014/main" id="{25118C92-BA94-BADD-8990-58EC29DACE1B}"/>
                  </a:ext>
                </a:extLst>
              </p:cNvPr>
              <p:cNvSpPr txBox="1"/>
              <p:nvPr/>
            </p:nvSpPr>
            <p:spPr>
              <a:xfrm>
                <a:off x="9604430" y="811239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64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1761" name="그룹 1760">
                <a:extLst>
                  <a:ext uri="{FF2B5EF4-FFF2-40B4-BE49-F238E27FC236}">
                    <a16:creationId xmlns:a16="http://schemas.microsoft.com/office/drawing/2014/main" id="{843BAD8C-2FCE-55B3-2E10-BB46C2B5E25D}"/>
                  </a:ext>
                </a:extLst>
              </p:cNvPr>
              <p:cNvGrpSpPr/>
              <p:nvPr/>
            </p:nvGrpSpPr>
            <p:grpSpPr>
              <a:xfrm>
                <a:off x="9554658" y="945132"/>
                <a:ext cx="250264" cy="72000"/>
                <a:chOff x="7902575" y="878878"/>
                <a:chExt cx="250264" cy="72000"/>
              </a:xfrm>
            </p:grpSpPr>
            <p:sp>
              <p:nvSpPr>
                <p:cNvPr id="1783" name="타원 1782">
                  <a:extLst>
                    <a:ext uri="{FF2B5EF4-FFF2-40B4-BE49-F238E27FC236}">
                      <a16:creationId xmlns:a16="http://schemas.microsoft.com/office/drawing/2014/main" id="{2ABB5C67-AB16-CB74-3DC0-52668E32DAA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1784" name="직선 화살표 연결선 1783">
                  <a:extLst>
                    <a:ext uri="{FF2B5EF4-FFF2-40B4-BE49-F238E27FC236}">
                      <a16:creationId xmlns:a16="http://schemas.microsoft.com/office/drawing/2014/main" id="{E3767957-07CC-369B-A1C1-DFC2D3F06C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62" name="그룹 1761">
                <a:extLst>
                  <a:ext uri="{FF2B5EF4-FFF2-40B4-BE49-F238E27FC236}">
                    <a16:creationId xmlns:a16="http://schemas.microsoft.com/office/drawing/2014/main" id="{90ABC5B5-3519-E681-E13C-1423781178BC}"/>
                  </a:ext>
                </a:extLst>
              </p:cNvPr>
              <p:cNvGrpSpPr/>
              <p:nvPr/>
            </p:nvGrpSpPr>
            <p:grpSpPr>
              <a:xfrm>
                <a:off x="9554623" y="1033829"/>
                <a:ext cx="250264" cy="72000"/>
                <a:chOff x="7902575" y="878878"/>
                <a:chExt cx="250264" cy="72000"/>
              </a:xfrm>
            </p:grpSpPr>
            <p:sp>
              <p:nvSpPr>
                <p:cNvPr id="1781" name="타원 1780">
                  <a:extLst>
                    <a:ext uri="{FF2B5EF4-FFF2-40B4-BE49-F238E27FC236}">
                      <a16:creationId xmlns:a16="http://schemas.microsoft.com/office/drawing/2014/main" id="{2A2ED63A-48DD-A3B5-F46D-C693B2629BA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1782" name="직선 화살표 연결선 1781">
                  <a:extLst>
                    <a:ext uri="{FF2B5EF4-FFF2-40B4-BE49-F238E27FC236}">
                      <a16:creationId xmlns:a16="http://schemas.microsoft.com/office/drawing/2014/main" id="{E3B60349-EFD3-0210-9495-5CBB82986B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63" name="TextBox 1762">
                <a:extLst>
                  <a:ext uri="{FF2B5EF4-FFF2-40B4-BE49-F238E27FC236}">
                    <a16:creationId xmlns:a16="http://schemas.microsoft.com/office/drawing/2014/main" id="{345643DA-C531-D033-BA57-563B3FB5F71B}"/>
                  </a:ext>
                </a:extLst>
              </p:cNvPr>
              <p:cNvSpPr txBox="1"/>
              <p:nvPr/>
            </p:nvSpPr>
            <p:spPr>
              <a:xfrm>
                <a:off x="9587762" y="899831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65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764" name="TextBox 1763">
                <a:extLst>
                  <a:ext uri="{FF2B5EF4-FFF2-40B4-BE49-F238E27FC236}">
                    <a16:creationId xmlns:a16="http://schemas.microsoft.com/office/drawing/2014/main" id="{8680D1B3-34A0-E63A-0F5C-E965B00622AC}"/>
                  </a:ext>
                </a:extLst>
              </p:cNvPr>
              <p:cNvSpPr txBox="1"/>
              <p:nvPr/>
            </p:nvSpPr>
            <p:spPr>
              <a:xfrm>
                <a:off x="9604430" y="988603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66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1765" name="그룹 1764">
                <a:extLst>
                  <a:ext uri="{FF2B5EF4-FFF2-40B4-BE49-F238E27FC236}">
                    <a16:creationId xmlns:a16="http://schemas.microsoft.com/office/drawing/2014/main" id="{FB4FB4B5-495D-33BD-52FF-ADEF9F7E131A}"/>
                  </a:ext>
                </a:extLst>
              </p:cNvPr>
              <p:cNvGrpSpPr/>
              <p:nvPr/>
            </p:nvGrpSpPr>
            <p:grpSpPr>
              <a:xfrm>
                <a:off x="9553126" y="1123226"/>
                <a:ext cx="250264" cy="72000"/>
                <a:chOff x="7902575" y="878878"/>
                <a:chExt cx="250264" cy="72000"/>
              </a:xfrm>
            </p:grpSpPr>
            <p:sp>
              <p:nvSpPr>
                <p:cNvPr id="1779" name="타원 1778">
                  <a:extLst>
                    <a:ext uri="{FF2B5EF4-FFF2-40B4-BE49-F238E27FC236}">
                      <a16:creationId xmlns:a16="http://schemas.microsoft.com/office/drawing/2014/main" id="{AA59EC03-A397-EF0E-1720-73D396F305E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1780" name="직선 화살표 연결선 1779">
                  <a:extLst>
                    <a:ext uri="{FF2B5EF4-FFF2-40B4-BE49-F238E27FC236}">
                      <a16:creationId xmlns:a16="http://schemas.microsoft.com/office/drawing/2014/main" id="{4C2FDE7C-E055-CF2E-0BA8-5C776526FE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66" name="그룹 1765">
                <a:extLst>
                  <a:ext uri="{FF2B5EF4-FFF2-40B4-BE49-F238E27FC236}">
                    <a16:creationId xmlns:a16="http://schemas.microsoft.com/office/drawing/2014/main" id="{74CA57A4-B30C-D2CA-07BB-51D24329DF4E}"/>
                  </a:ext>
                </a:extLst>
              </p:cNvPr>
              <p:cNvGrpSpPr/>
              <p:nvPr/>
            </p:nvGrpSpPr>
            <p:grpSpPr>
              <a:xfrm>
                <a:off x="9553091" y="1211923"/>
                <a:ext cx="250264" cy="72000"/>
                <a:chOff x="7902575" y="878878"/>
                <a:chExt cx="250264" cy="72000"/>
              </a:xfrm>
            </p:grpSpPr>
            <p:sp>
              <p:nvSpPr>
                <p:cNvPr id="1777" name="타원 1776">
                  <a:extLst>
                    <a:ext uri="{FF2B5EF4-FFF2-40B4-BE49-F238E27FC236}">
                      <a16:creationId xmlns:a16="http://schemas.microsoft.com/office/drawing/2014/main" id="{7F5F63AD-7AB7-FF17-2BAC-12F2B89E97B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1778" name="직선 화살표 연결선 1777">
                  <a:extLst>
                    <a:ext uri="{FF2B5EF4-FFF2-40B4-BE49-F238E27FC236}">
                      <a16:creationId xmlns:a16="http://schemas.microsoft.com/office/drawing/2014/main" id="{DCDA053E-78D1-0FC5-2DBA-371E10C308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67" name="TextBox 1766">
                <a:extLst>
                  <a:ext uri="{FF2B5EF4-FFF2-40B4-BE49-F238E27FC236}">
                    <a16:creationId xmlns:a16="http://schemas.microsoft.com/office/drawing/2014/main" id="{1E6EE2A7-AFF2-606E-9112-4B3B282F8704}"/>
                  </a:ext>
                </a:extLst>
              </p:cNvPr>
              <p:cNvSpPr txBox="1"/>
              <p:nvPr/>
            </p:nvSpPr>
            <p:spPr>
              <a:xfrm>
                <a:off x="9586230" y="1077925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67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768" name="TextBox 1767">
                <a:extLst>
                  <a:ext uri="{FF2B5EF4-FFF2-40B4-BE49-F238E27FC236}">
                    <a16:creationId xmlns:a16="http://schemas.microsoft.com/office/drawing/2014/main" id="{2CB0B8AC-3BD1-BD57-298F-07ADDD1BF853}"/>
                  </a:ext>
                </a:extLst>
              </p:cNvPr>
              <p:cNvSpPr txBox="1"/>
              <p:nvPr/>
            </p:nvSpPr>
            <p:spPr>
              <a:xfrm>
                <a:off x="9602898" y="1166697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68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1769" name="그룹 1768">
                <a:extLst>
                  <a:ext uri="{FF2B5EF4-FFF2-40B4-BE49-F238E27FC236}">
                    <a16:creationId xmlns:a16="http://schemas.microsoft.com/office/drawing/2014/main" id="{6E0DF07A-C999-C2A4-4E95-49B0B1878CD8}"/>
                  </a:ext>
                </a:extLst>
              </p:cNvPr>
              <p:cNvGrpSpPr/>
              <p:nvPr/>
            </p:nvGrpSpPr>
            <p:grpSpPr>
              <a:xfrm>
                <a:off x="9554658" y="1299036"/>
                <a:ext cx="250264" cy="72000"/>
                <a:chOff x="7902575" y="878878"/>
                <a:chExt cx="250264" cy="72000"/>
              </a:xfrm>
            </p:grpSpPr>
            <p:sp>
              <p:nvSpPr>
                <p:cNvPr id="1775" name="타원 1774">
                  <a:extLst>
                    <a:ext uri="{FF2B5EF4-FFF2-40B4-BE49-F238E27FC236}">
                      <a16:creationId xmlns:a16="http://schemas.microsoft.com/office/drawing/2014/main" id="{BD761965-BC8A-17D3-9BC8-A739DBD5323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1776" name="직선 화살표 연결선 1775">
                  <a:extLst>
                    <a:ext uri="{FF2B5EF4-FFF2-40B4-BE49-F238E27FC236}">
                      <a16:creationId xmlns:a16="http://schemas.microsoft.com/office/drawing/2014/main" id="{DC22E682-353C-A50C-7A76-C00D822F2D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70" name="그룹 1769">
                <a:extLst>
                  <a:ext uri="{FF2B5EF4-FFF2-40B4-BE49-F238E27FC236}">
                    <a16:creationId xmlns:a16="http://schemas.microsoft.com/office/drawing/2014/main" id="{28D31393-AF1A-6993-C6AC-CF343342FAF7}"/>
                  </a:ext>
                </a:extLst>
              </p:cNvPr>
              <p:cNvGrpSpPr/>
              <p:nvPr/>
            </p:nvGrpSpPr>
            <p:grpSpPr>
              <a:xfrm>
                <a:off x="9554623" y="1387733"/>
                <a:ext cx="250264" cy="72000"/>
                <a:chOff x="7902575" y="878878"/>
                <a:chExt cx="250264" cy="72000"/>
              </a:xfrm>
            </p:grpSpPr>
            <p:sp>
              <p:nvSpPr>
                <p:cNvPr id="1773" name="타원 1772">
                  <a:extLst>
                    <a:ext uri="{FF2B5EF4-FFF2-40B4-BE49-F238E27FC236}">
                      <a16:creationId xmlns:a16="http://schemas.microsoft.com/office/drawing/2014/main" id="{AC687DC0-B855-7F17-BF6D-4865ADA5616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1774" name="직선 화살표 연결선 1773">
                  <a:extLst>
                    <a:ext uri="{FF2B5EF4-FFF2-40B4-BE49-F238E27FC236}">
                      <a16:creationId xmlns:a16="http://schemas.microsoft.com/office/drawing/2014/main" id="{0C43EB14-9E20-B0EC-F129-E799FD9958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71" name="TextBox 1770">
                <a:extLst>
                  <a:ext uri="{FF2B5EF4-FFF2-40B4-BE49-F238E27FC236}">
                    <a16:creationId xmlns:a16="http://schemas.microsoft.com/office/drawing/2014/main" id="{12390325-5C94-EE30-7B8C-7A587FC3313C}"/>
                  </a:ext>
                </a:extLst>
              </p:cNvPr>
              <p:cNvSpPr txBox="1"/>
              <p:nvPr/>
            </p:nvSpPr>
            <p:spPr>
              <a:xfrm>
                <a:off x="9604430" y="1342507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70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772" name="TextBox 1771">
                <a:extLst>
                  <a:ext uri="{FF2B5EF4-FFF2-40B4-BE49-F238E27FC236}">
                    <a16:creationId xmlns:a16="http://schemas.microsoft.com/office/drawing/2014/main" id="{B8664CD5-CA21-B001-4D00-48ED760C97FB}"/>
                  </a:ext>
                </a:extLst>
              </p:cNvPr>
              <p:cNvSpPr txBox="1"/>
              <p:nvPr/>
            </p:nvSpPr>
            <p:spPr>
              <a:xfrm>
                <a:off x="9602899" y="1257916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69</a:t>
                </a:r>
                <a:endParaRPr lang="ko-KR" altLang="en-US" sz="600" dirty="0">
                  <a:latin typeface="+mn-ea"/>
                </a:endParaRPr>
              </a:p>
            </p:txBody>
          </p:sp>
        </p:grpSp>
      </p:grpSp>
      <p:grpSp>
        <p:nvGrpSpPr>
          <p:cNvPr id="1626" name="그룹 1625">
            <a:extLst>
              <a:ext uri="{FF2B5EF4-FFF2-40B4-BE49-F238E27FC236}">
                <a16:creationId xmlns:a16="http://schemas.microsoft.com/office/drawing/2014/main" id="{E067ACC3-6F21-648F-6117-FE9116677AA3}"/>
              </a:ext>
            </a:extLst>
          </p:cNvPr>
          <p:cNvGrpSpPr/>
          <p:nvPr/>
        </p:nvGrpSpPr>
        <p:grpSpPr>
          <a:xfrm flipH="1">
            <a:off x="9960302" y="3049054"/>
            <a:ext cx="253363" cy="915360"/>
            <a:chOff x="9553091" y="544373"/>
            <a:chExt cx="253363" cy="915360"/>
          </a:xfrm>
        </p:grpSpPr>
        <p:grpSp>
          <p:nvGrpSpPr>
            <p:cNvPr id="1711" name="그룹 1710">
              <a:extLst>
                <a:ext uri="{FF2B5EF4-FFF2-40B4-BE49-F238E27FC236}">
                  <a16:creationId xmlns:a16="http://schemas.microsoft.com/office/drawing/2014/main" id="{917AB09D-0FF4-E1EC-E672-260AC1B0582C}"/>
                </a:ext>
              </a:extLst>
            </p:cNvPr>
            <p:cNvGrpSpPr/>
            <p:nvPr/>
          </p:nvGrpSpPr>
          <p:grpSpPr>
            <a:xfrm>
              <a:off x="9556190" y="589674"/>
              <a:ext cx="250264" cy="72000"/>
              <a:chOff x="7902575" y="878878"/>
              <a:chExt cx="250264" cy="72000"/>
            </a:xfrm>
          </p:grpSpPr>
          <p:sp>
            <p:nvSpPr>
              <p:cNvPr id="1749" name="타원 1748">
                <a:extLst>
                  <a:ext uri="{FF2B5EF4-FFF2-40B4-BE49-F238E27FC236}">
                    <a16:creationId xmlns:a16="http://schemas.microsoft.com/office/drawing/2014/main" id="{3DB53F37-5983-27EB-2E33-94FC03A9E2E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1750" name="직선 화살표 연결선 1749">
                <a:extLst>
                  <a:ext uri="{FF2B5EF4-FFF2-40B4-BE49-F238E27FC236}">
                    <a16:creationId xmlns:a16="http://schemas.microsoft.com/office/drawing/2014/main" id="{FF49122F-D795-1B16-8A78-7E8DD2CBE8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12" name="그룹 1711">
              <a:extLst>
                <a:ext uri="{FF2B5EF4-FFF2-40B4-BE49-F238E27FC236}">
                  <a16:creationId xmlns:a16="http://schemas.microsoft.com/office/drawing/2014/main" id="{CC379246-7D03-0A81-0EE5-ADEF5F39CEE8}"/>
                </a:ext>
              </a:extLst>
            </p:cNvPr>
            <p:cNvGrpSpPr/>
            <p:nvPr/>
          </p:nvGrpSpPr>
          <p:grpSpPr>
            <a:xfrm>
              <a:off x="9556155" y="678371"/>
              <a:ext cx="250264" cy="72000"/>
              <a:chOff x="7902575" y="878878"/>
              <a:chExt cx="250264" cy="72000"/>
            </a:xfrm>
          </p:grpSpPr>
          <p:sp>
            <p:nvSpPr>
              <p:cNvPr id="1747" name="타원 1746">
                <a:extLst>
                  <a:ext uri="{FF2B5EF4-FFF2-40B4-BE49-F238E27FC236}">
                    <a16:creationId xmlns:a16="http://schemas.microsoft.com/office/drawing/2014/main" id="{C7D85D08-A33A-5AEE-F9F3-250D6759A32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1748" name="직선 화살표 연결선 1747">
                <a:extLst>
                  <a:ext uri="{FF2B5EF4-FFF2-40B4-BE49-F238E27FC236}">
                    <a16:creationId xmlns:a16="http://schemas.microsoft.com/office/drawing/2014/main" id="{F078BC7D-66CB-1C4C-F589-E5AD945CDA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13" name="TextBox 1712">
              <a:extLst>
                <a:ext uri="{FF2B5EF4-FFF2-40B4-BE49-F238E27FC236}">
                  <a16:creationId xmlns:a16="http://schemas.microsoft.com/office/drawing/2014/main" id="{42346E15-BF98-C5D7-FB3E-EC94007D799A}"/>
                </a:ext>
              </a:extLst>
            </p:cNvPr>
            <p:cNvSpPr txBox="1"/>
            <p:nvPr/>
          </p:nvSpPr>
          <p:spPr>
            <a:xfrm>
              <a:off x="9589294" y="544373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71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714" name="TextBox 1713">
              <a:extLst>
                <a:ext uri="{FF2B5EF4-FFF2-40B4-BE49-F238E27FC236}">
                  <a16:creationId xmlns:a16="http://schemas.microsoft.com/office/drawing/2014/main" id="{A907E7DA-9543-CA97-7A60-CE12F95CC7E7}"/>
                </a:ext>
              </a:extLst>
            </p:cNvPr>
            <p:cNvSpPr txBox="1"/>
            <p:nvPr/>
          </p:nvSpPr>
          <p:spPr>
            <a:xfrm>
              <a:off x="9605962" y="633145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72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1715" name="그룹 1714">
              <a:extLst>
                <a:ext uri="{FF2B5EF4-FFF2-40B4-BE49-F238E27FC236}">
                  <a16:creationId xmlns:a16="http://schemas.microsoft.com/office/drawing/2014/main" id="{3F49696D-3AF3-04EA-C680-30E953A037F9}"/>
                </a:ext>
              </a:extLst>
            </p:cNvPr>
            <p:cNvGrpSpPr/>
            <p:nvPr/>
          </p:nvGrpSpPr>
          <p:grpSpPr>
            <a:xfrm>
              <a:off x="9554658" y="767768"/>
              <a:ext cx="250264" cy="72000"/>
              <a:chOff x="7902575" y="878878"/>
              <a:chExt cx="250264" cy="72000"/>
            </a:xfrm>
          </p:grpSpPr>
          <p:sp>
            <p:nvSpPr>
              <p:cNvPr id="1745" name="타원 1744">
                <a:extLst>
                  <a:ext uri="{FF2B5EF4-FFF2-40B4-BE49-F238E27FC236}">
                    <a16:creationId xmlns:a16="http://schemas.microsoft.com/office/drawing/2014/main" id="{367D7C5F-CBA9-C21A-CE5B-5D67A8BD0F5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1746" name="직선 화살표 연결선 1745">
                <a:extLst>
                  <a:ext uri="{FF2B5EF4-FFF2-40B4-BE49-F238E27FC236}">
                    <a16:creationId xmlns:a16="http://schemas.microsoft.com/office/drawing/2014/main" id="{0D49084B-9676-0048-084B-8F583F9A51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16" name="그룹 1715">
              <a:extLst>
                <a:ext uri="{FF2B5EF4-FFF2-40B4-BE49-F238E27FC236}">
                  <a16:creationId xmlns:a16="http://schemas.microsoft.com/office/drawing/2014/main" id="{EEE711F0-AE5B-FF7F-4464-423CF632052C}"/>
                </a:ext>
              </a:extLst>
            </p:cNvPr>
            <p:cNvGrpSpPr/>
            <p:nvPr/>
          </p:nvGrpSpPr>
          <p:grpSpPr>
            <a:xfrm>
              <a:off x="9554623" y="856465"/>
              <a:ext cx="250264" cy="72000"/>
              <a:chOff x="7902575" y="878878"/>
              <a:chExt cx="250264" cy="72000"/>
            </a:xfrm>
          </p:grpSpPr>
          <p:sp>
            <p:nvSpPr>
              <p:cNvPr id="1743" name="타원 1742">
                <a:extLst>
                  <a:ext uri="{FF2B5EF4-FFF2-40B4-BE49-F238E27FC236}">
                    <a16:creationId xmlns:a16="http://schemas.microsoft.com/office/drawing/2014/main" id="{9C9CC372-2EFF-8088-1B68-B26B635982F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1744" name="직선 화살표 연결선 1743">
                <a:extLst>
                  <a:ext uri="{FF2B5EF4-FFF2-40B4-BE49-F238E27FC236}">
                    <a16:creationId xmlns:a16="http://schemas.microsoft.com/office/drawing/2014/main" id="{F42B1E03-5453-CD36-E73A-F8B770A44E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17" name="TextBox 1716">
              <a:extLst>
                <a:ext uri="{FF2B5EF4-FFF2-40B4-BE49-F238E27FC236}">
                  <a16:creationId xmlns:a16="http://schemas.microsoft.com/office/drawing/2014/main" id="{E94FF6F6-EB03-CC54-FD0D-2C6D392EAB18}"/>
                </a:ext>
              </a:extLst>
            </p:cNvPr>
            <p:cNvSpPr txBox="1"/>
            <p:nvPr/>
          </p:nvSpPr>
          <p:spPr>
            <a:xfrm>
              <a:off x="9587762" y="722467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73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718" name="TextBox 1717">
              <a:extLst>
                <a:ext uri="{FF2B5EF4-FFF2-40B4-BE49-F238E27FC236}">
                  <a16:creationId xmlns:a16="http://schemas.microsoft.com/office/drawing/2014/main" id="{9B293C48-772B-3B75-9104-F726F01E9D43}"/>
                </a:ext>
              </a:extLst>
            </p:cNvPr>
            <p:cNvSpPr txBox="1"/>
            <p:nvPr/>
          </p:nvSpPr>
          <p:spPr>
            <a:xfrm>
              <a:off x="9604430" y="811239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74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1719" name="그룹 1718">
              <a:extLst>
                <a:ext uri="{FF2B5EF4-FFF2-40B4-BE49-F238E27FC236}">
                  <a16:creationId xmlns:a16="http://schemas.microsoft.com/office/drawing/2014/main" id="{D6EDA43A-BEAE-7126-D756-0F73EDA2F031}"/>
                </a:ext>
              </a:extLst>
            </p:cNvPr>
            <p:cNvGrpSpPr/>
            <p:nvPr/>
          </p:nvGrpSpPr>
          <p:grpSpPr>
            <a:xfrm>
              <a:off x="9554658" y="945132"/>
              <a:ext cx="250264" cy="72000"/>
              <a:chOff x="7902575" y="878878"/>
              <a:chExt cx="250264" cy="72000"/>
            </a:xfrm>
          </p:grpSpPr>
          <p:sp>
            <p:nvSpPr>
              <p:cNvPr id="1741" name="타원 1740">
                <a:extLst>
                  <a:ext uri="{FF2B5EF4-FFF2-40B4-BE49-F238E27FC236}">
                    <a16:creationId xmlns:a16="http://schemas.microsoft.com/office/drawing/2014/main" id="{500309B1-7E8D-A1B5-49D8-4731BAF436D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1742" name="직선 화살표 연결선 1741">
                <a:extLst>
                  <a:ext uri="{FF2B5EF4-FFF2-40B4-BE49-F238E27FC236}">
                    <a16:creationId xmlns:a16="http://schemas.microsoft.com/office/drawing/2014/main" id="{97453B94-D8FD-2E1E-38C7-9228D2100F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0" name="그룹 1719">
              <a:extLst>
                <a:ext uri="{FF2B5EF4-FFF2-40B4-BE49-F238E27FC236}">
                  <a16:creationId xmlns:a16="http://schemas.microsoft.com/office/drawing/2014/main" id="{BF39DF1B-59A1-50AA-F469-523FED6CCFEB}"/>
                </a:ext>
              </a:extLst>
            </p:cNvPr>
            <p:cNvGrpSpPr/>
            <p:nvPr/>
          </p:nvGrpSpPr>
          <p:grpSpPr>
            <a:xfrm>
              <a:off x="9554623" y="1033829"/>
              <a:ext cx="250264" cy="72000"/>
              <a:chOff x="7902575" y="878878"/>
              <a:chExt cx="250264" cy="72000"/>
            </a:xfrm>
          </p:grpSpPr>
          <p:sp>
            <p:nvSpPr>
              <p:cNvPr id="1739" name="타원 1738">
                <a:extLst>
                  <a:ext uri="{FF2B5EF4-FFF2-40B4-BE49-F238E27FC236}">
                    <a16:creationId xmlns:a16="http://schemas.microsoft.com/office/drawing/2014/main" id="{5BB202B7-A266-1A88-74AC-4CB0D34D58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1740" name="직선 화살표 연결선 1739">
                <a:extLst>
                  <a:ext uri="{FF2B5EF4-FFF2-40B4-BE49-F238E27FC236}">
                    <a16:creationId xmlns:a16="http://schemas.microsoft.com/office/drawing/2014/main" id="{9B0CD70B-ADC0-876E-EC9F-D2134C5C92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21" name="TextBox 1720">
              <a:extLst>
                <a:ext uri="{FF2B5EF4-FFF2-40B4-BE49-F238E27FC236}">
                  <a16:creationId xmlns:a16="http://schemas.microsoft.com/office/drawing/2014/main" id="{954C5B32-08AB-1288-1FDC-91AB4C06D231}"/>
                </a:ext>
              </a:extLst>
            </p:cNvPr>
            <p:cNvSpPr txBox="1"/>
            <p:nvPr/>
          </p:nvSpPr>
          <p:spPr>
            <a:xfrm>
              <a:off x="9587762" y="899831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75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722" name="TextBox 1721">
              <a:extLst>
                <a:ext uri="{FF2B5EF4-FFF2-40B4-BE49-F238E27FC236}">
                  <a16:creationId xmlns:a16="http://schemas.microsoft.com/office/drawing/2014/main" id="{01800F29-5E7D-7AE6-08F3-75ACFE048F4E}"/>
                </a:ext>
              </a:extLst>
            </p:cNvPr>
            <p:cNvSpPr txBox="1"/>
            <p:nvPr/>
          </p:nvSpPr>
          <p:spPr>
            <a:xfrm>
              <a:off x="9604430" y="988603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76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1723" name="그룹 1722">
              <a:extLst>
                <a:ext uri="{FF2B5EF4-FFF2-40B4-BE49-F238E27FC236}">
                  <a16:creationId xmlns:a16="http://schemas.microsoft.com/office/drawing/2014/main" id="{C523DFA6-2098-89EE-FFD3-1F6D9EDA42E6}"/>
                </a:ext>
              </a:extLst>
            </p:cNvPr>
            <p:cNvGrpSpPr/>
            <p:nvPr/>
          </p:nvGrpSpPr>
          <p:grpSpPr>
            <a:xfrm>
              <a:off x="9553126" y="1123226"/>
              <a:ext cx="250264" cy="72000"/>
              <a:chOff x="7902575" y="878878"/>
              <a:chExt cx="250264" cy="72000"/>
            </a:xfrm>
          </p:grpSpPr>
          <p:sp>
            <p:nvSpPr>
              <p:cNvPr id="1737" name="타원 1736">
                <a:extLst>
                  <a:ext uri="{FF2B5EF4-FFF2-40B4-BE49-F238E27FC236}">
                    <a16:creationId xmlns:a16="http://schemas.microsoft.com/office/drawing/2014/main" id="{09054582-A06E-D350-5A58-0089B418C8C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1738" name="직선 화살표 연결선 1737">
                <a:extLst>
                  <a:ext uri="{FF2B5EF4-FFF2-40B4-BE49-F238E27FC236}">
                    <a16:creationId xmlns:a16="http://schemas.microsoft.com/office/drawing/2014/main" id="{C0238AF3-5DAB-1623-7309-96044B19B4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4" name="그룹 1723">
              <a:extLst>
                <a:ext uri="{FF2B5EF4-FFF2-40B4-BE49-F238E27FC236}">
                  <a16:creationId xmlns:a16="http://schemas.microsoft.com/office/drawing/2014/main" id="{455576A7-C095-6302-3268-7B9245CAB83B}"/>
                </a:ext>
              </a:extLst>
            </p:cNvPr>
            <p:cNvGrpSpPr/>
            <p:nvPr/>
          </p:nvGrpSpPr>
          <p:grpSpPr>
            <a:xfrm>
              <a:off x="9553091" y="1211923"/>
              <a:ext cx="250264" cy="72000"/>
              <a:chOff x="7902575" y="878878"/>
              <a:chExt cx="250264" cy="72000"/>
            </a:xfrm>
          </p:grpSpPr>
          <p:sp>
            <p:nvSpPr>
              <p:cNvPr id="1735" name="타원 1734">
                <a:extLst>
                  <a:ext uri="{FF2B5EF4-FFF2-40B4-BE49-F238E27FC236}">
                    <a16:creationId xmlns:a16="http://schemas.microsoft.com/office/drawing/2014/main" id="{B2EB824D-11D0-E6E7-4DEF-FA98B36DE1A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1736" name="직선 화살표 연결선 1735">
                <a:extLst>
                  <a:ext uri="{FF2B5EF4-FFF2-40B4-BE49-F238E27FC236}">
                    <a16:creationId xmlns:a16="http://schemas.microsoft.com/office/drawing/2014/main" id="{05898AA3-E09B-9CB8-3AB6-5BD08C69FC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25" name="TextBox 1724">
              <a:extLst>
                <a:ext uri="{FF2B5EF4-FFF2-40B4-BE49-F238E27FC236}">
                  <a16:creationId xmlns:a16="http://schemas.microsoft.com/office/drawing/2014/main" id="{9DAFA902-3064-EB46-3CD5-1BF807ABFF73}"/>
                </a:ext>
              </a:extLst>
            </p:cNvPr>
            <p:cNvSpPr txBox="1"/>
            <p:nvPr/>
          </p:nvSpPr>
          <p:spPr>
            <a:xfrm>
              <a:off x="9586230" y="1077925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77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726" name="TextBox 1725">
              <a:extLst>
                <a:ext uri="{FF2B5EF4-FFF2-40B4-BE49-F238E27FC236}">
                  <a16:creationId xmlns:a16="http://schemas.microsoft.com/office/drawing/2014/main" id="{A0B6638B-9EE0-E32D-FF7A-5A6E017500CA}"/>
                </a:ext>
              </a:extLst>
            </p:cNvPr>
            <p:cNvSpPr txBox="1"/>
            <p:nvPr/>
          </p:nvSpPr>
          <p:spPr>
            <a:xfrm>
              <a:off x="9602898" y="1166697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78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1727" name="그룹 1726">
              <a:extLst>
                <a:ext uri="{FF2B5EF4-FFF2-40B4-BE49-F238E27FC236}">
                  <a16:creationId xmlns:a16="http://schemas.microsoft.com/office/drawing/2014/main" id="{CCA17E0E-9F9F-416C-6B97-8CDDF5893FD7}"/>
                </a:ext>
              </a:extLst>
            </p:cNvPr>
            <p:cNvGrpSpPr/>
            <p:nvPr/>
          </p:nvGrpSpPr>
          <p:grpSpPr>
            <a:xfrm>
              <a:off x="9554658" y="1299036"/>
              <a:ext cx="250264" cy="72000"/>
              <a:chOff x="7902575" y="878878"/>
              <a:chExt cx="250264" cy="72000"/>
            </a:xfrm>
          </p:grpSpPr>
          <p:sp>
            <p:nvSpPr>
              <p:cNvPr id="1733" name="타원 1732">
                <a:extLst>
                  <a:ext uri="{FF2B5EF4-FFF2-40B4-BE49-F238E27FC236}">
                    <a16:creationId xmlns:a16="http://schemas.microsoft.com/office/drawing/2014/main" id="{4C2A98A7-3389-40E6-44E1-00B17A599A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1734" name="직선 화살표 연결선 1733">
                <a:extLst>
                  <a:ext uri="{FF2B5EF4-FFF2-40B4-BE49-F238E27FC236}">
                    <a16:creationId xmlns:a16="http://schemas.microsoft.com/office/drawing/2014/main" id="{29008B1F-8906-D9B4-BE16-421402740B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28" name="그룹 1727">
              <a:extLst>
                <a:ext uri="{FF2B5EF4-FFF2-40B4-BE49-F238E27FC236}">
                  <a16:creationId xmlns:a16="http://schemas.microsoft.com/office/drawing/2014/main" id="{EA5FBD3F-67EC-1812-C354-EBD305DD5B1A}"/>
                </a:ext>
              </a:extLst>
            </p:cNvPr>
            <p:cNvGrpSpPr/>
            <p:nvPr/>
          </p:nvGrpSpPr>
          <p:grpSpPr>
            <a:xfrm>
              <a:off x="9554623" y="1387733"/>
              <a:ext cx="250264" cy="72000"/>
              <a:chOff x="7902575" y="878878"/>
              <a:chExt cx="250264" cy="72000"/>
            </a:xfrm>
          </p:grpSpPr>
          <p:sp>
            <p:nvSpPr>
              <p:cNvPr id="1731" name="타원 1730">
                <a:extLst>
                  <a:ext uri="{FF2B5EF4-FFF2-40B4-BE49-F238E27FC236}">
                    <a16:creationId xmlns:a16="http://schemas.microsoft.com/office/drawing/2014/main" id="{EF1DC6EB-B54B-C7C3-BE1C-4AD0263240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1732" name="직선 화살표 연결선 1731">
                <a:extLst>
                  <a:ext uri="{FF2B5EF4-FFF2-40B4-BE49-F238E27FC236}">
                    <a16:creationId xmlns:a16="http://schemas.microsoft.com/office/drawing/2014/main" id="{5001DBF7-F3D3-B631-9ADE-80F20A3D52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29" name="TextBox 1728">
              <a:extLst>
                <a:ext uri="{FF2B5EF4-FFF2-40B4-BE49-F238E27FC236}">
                  <a16:creationId xmlns:a16="http://schemas.microsoft.com/office/drawing/2014/main" id="{28DCE187-6D75-27BD-5C09-20768804851D}"/>
                </a:ext>
              </a:extLst>
            </p:cNvPr>
            <p:cNvSpPr txBox="1"/>
            <p:nvPr/>
          </p:nvSpPr>
          <p:spPr>
            <a:xfrm>
              <a:off x="9604430" y="1342507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80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730" name="TextBox 1729">
              <a:extLst>
                <a:ext uri="{FF2B5EF4-FFF2-40B4-BE49-F238E27FC236}">
                  <a16:creationId xmlns:a16="http://schemas.microsoft.com/office/drawing/2014/main" id="{B4509C75-8710-6E72-ED2D-CE5180F06046}"/>
                </a:ext>
              </a:extLst>
            </p:cNvPr>
            <p:cNvSpPr txBox="1"/>
            <p:nvPr/>
          </p:nvSpPr>
          <p:spPr>
            <a:xfrm>
              <a:off x="9602899" y="1257916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79</a:t>
              </a:r>
              <a:endParaRPr lang="ko-KR" altLang="en-US" sz="600" dirty="0">
                <a:latin typeface="+mn-ea"/>
              </a:endParaRPr>
            </a:p>
          </p:txBody>
        </p:sp>
      </p:grpSp>
      <p:cxnSp>
        <p:nvCxnSpPr>
          <p:cNvPr id="2005" name="직선 연결선 2004">
            <a:extLst>
              <a:ext uri="{FF2B5EF4-FFF2-40B4-BE49-F238E27FC236}">
                <a16:creationId xmlns:a16="http://schemas.microsoft.com/office/drawing/2014/main" id="{E4AB4710-ED3D-0764-5024-AAD80260F1B9}"/>
              </a:ext>
            </a:extLst>
          </p:cNvPr>
          <p:cNvCxnSpPr>
            <a:cxnSpLocks/>
          </p:cNvCxnSpPr>
          <p:nvPr/>
        </p:nvCxnSpPr>
        <p:spPr>
          <a:xfrm>
            <a:off x="9609616" y="1364794"/>
            <a:ext cx="0" cy="46867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7" name="TextBox 2016">
            <a:extLst>
              <a:ext uri="{FF2B5EF4-FFF2-40B4-BE49-F238E27FC236}">
                <a16:creationId xmlns:a16="http://schemas.microsoft.com/office/drawing/2014/main" id="{8EBD2D3B-4113-5467-0CEF-29D27B089A08}"/>
              </a:ext>
            </a:extLst>
          </p:cNvPr>
          <p:cNvSpPr txBox="1"/>
          <p:nvPr/>
        </p:nvSpPr>
        <p:spPr>
          <a:xfrm>
            <a:off x="9036921" y="5981821"/>
            <a:ext cx="24084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GND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066" name="직선 화살표 연결선 2065">
            <a:extLst>
              <a:ext uri="{FF2B5EF4-FFF2-40B4-BE49-F238E27FC236}">
                <a16:creationId xmlns:a16="http://schemas.microsoft.com/office/drawing/2014/main" id="{43650850-4EFF-63D1-2C58-B32FEA0CAC28}"/>
              </a:ext>
            </a:extLst>
          </p:cNvPr>
          <p:cNvCxnSpPr>
            <a:cxnSpLocks/>
          </p:cNvCxnSpPr>
          <p:nvPr/>
        </p:nvCxnSpPr>
        <p:spPr>
          <a:xfrm>
            <a:off x="9435774" y="1210950"/>
            <a:ext cx="33655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7" name="직선 화살표 연결선 2066">
            <a:extLst>
              <a:ext uri="{FF2B5EF4-FFF2-40B4-BE49-F238E27FC236}">
                <a16:creationId xmlns:a16="http://schemas.microsoft.com/office/drawing/2014/main" id="{507241BC-5383-801C-B466-4A940494372D}"/>
              </a:ext>
            </a:extLst>
          </p:cNvPr>
          <p:cNvCxnSpPr>
            <a:cxnSpLocks/>
          </p:cNvCxnSpPr>
          <p:nvPr/>
        </p:nvCxnSpPr>
        <p:spPr>
          <a:xfrm>
            <a:off x="10048458" y="1214125"/>
            <a:ext cx="34872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9" name="직선 화살표 연결선 2068">
            <a:extLst>
              <a:ext uri="{FF2B5EF4-FFF2-40B4-BE49-F238E27FC236}">
                <a16:creationId xmlns:a16="http://schemas.microsoft.com/office/drawing/2014/main" id="{0C4C96E8-197E-4DD1-63BE-F2C974504E36}"/>
              </a:ext>
            </a:extLst>
          </p:cNvPr>
          <p:cNvCxnSpPr>
            <a:cxnSpLocks/>
          </p:cNvCxnSpPr>
          <p:nvPr/>
        </p:nvCxnSpPr>
        <p:spPr>
          <a:xfrm>
            <a:off x="10048923" y="5872128"/>
            <a:ext cx="16902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3" name="타원 2072">
            <a:extLst>
              <a:ext uri="{FF2B5EF4-FFF2-40B4-BE49-F238E27FC236}">
                <a16:creationId xmlns:a16="http://schemas.microsoft.com/office/drawing/2014/main" id="{D043E9F2-FFC7-7F0C-5EA5-D2E74D559804}"/>
              </a:ext>
            </a:extLst>
          </p:cNvPr>
          <p:cNvSpPr>
            <a:spLocks noChangeAspect="1"/>
          </p:cNvSpPr>
          <p:nvPr/>
        </p:nvSpPr>
        <p:spPr>
          <a:xfrm>
            <a:off x="10195460" y="584713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94" name="타원 2093">
            <a:extLst>
              <a:ext uri="{FF2B5EF4-FFF2-40B4-BE49-F238E27FC236}">
                <a16:creationId xmlns:a16="http://schemas.microsoft.com/office/drawing/2014/main" id="{D7BCA378-7F9A-73B2-DFC6-2148D6FCF026}"/>
              </a:ext>
            </a:extLst>
          </p:cNvPr>
          <p:cNvSpPr>
            <a:spLocks noChangeAspect="1"/>
          </p:cNvSpPr>
          <p:nvPr/>
        </p:nvSpPr>
        <p:spPr>
          <a:xfrm>
            <a:off x="9776373" y="1154749"/>
            <a:ext cx="108000" cy="10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95" name="타원 2094">
            <a:extLst>
              <a:ext uri="{FF2B5EF4-FFF2-40B4-BE49-F238E27FC236}">
                <a16:creationId xmlns:a16="http://schemas.microsoft.com/office/drawing/2014/main" id="{6BB3FFCD-8595-3162-98B2-4632A7E29E6D}"/>
              </a:ext>
            </a:extLst>
          </p:cNvPr>
          <p:cNvSpPr>
            <a:spLocks noChangeAspect="1"/>
          </p:cNvSpPr>
          <p:nvPr/>
        </p:nvSpPr>
        <p:spPr>
          <a:xfrm>
            <a:off x="9940458" y="1154749"/>
            <a:ext cx="108000" cy="10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96" name="타원 2095">
            <a:extLst>
              <a:ext uri="{FF2B5EF4-FFF2-40B4-BE49-F238E27FC236}">
                <a16:creationId xmlns:a16="http://schemas.microsoft.com/office/drawing/2014/main" id="{73676F6D-065B-92A1-B686-CE869F6C573E}"/>
              </a:ext>
            </a:extLst>
          </p:cNvPr>
          <p:cNvSpPr>
            <a:spLocks noChangeAspect="1"/>
          </p:cNvSpPr>
          <p:nvPr/>
        </p:nvSpPr>
        <p:spPr>
          <a:xfrm>
            <a:off x="9776838" y="5812752"/>
            <a:ext cx="108000" cy="10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97" name="타원 2096">
            <a:extLst>
              <a:ext uri="{FF2B5EF4-FFF2-40B4-BE49-F238E27FC236}">
                <a16:creationId xmlns:a16="http://schemas.microsoft.com/office/drawing/2014/main" id="{E2190943-6F5B-1DD3-A25A-EB82173616CF}"/>
              </a:ext>
            </a:extLst>
          </p:cNvPr>
          <p:cNvSpPr>
            <a:spLocks noChangeAspect="1"/>
          </p:cNvSpPr>
          <p:nvPr/>
        </p:nvSpPr>
        <p:spPr>
          <a:xfrm>
            <a:off x="9940923" y="5812752"/>
            <a:ext cx="108000" cy="10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98" name="직사각형 2097">
            <a:extLst>
              <a:ext uri="{FF2B5EF4-FFF2-40B4-BE49-F238E27FC236}">
                <a16:creationId xmlns:a16="http://schemas.microsoft.com/office/drawing/2014/main" id="{7FBE615C-ED78-E653-200A-5AECFC23F02F}"/>
              </a:ext>
            </a:extLst>
          </p:cNvPr>
          <p:cNvSpPr/>
          <p:nvPr/>
        </p:nvSpPr>
        <p:spPr>
          <a:xfrm>
            <a:off x="9661876" y="1105534"/>
            <a:ext cx="507674" cy="4863804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altLang="ko-KR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03" name="TextBox 2102">
            <a:extLst>
              <a:ext uri="{FF2B5EF4-FFF2-40B4-BE49-F238E27FC236}">
                <a16:creationId xmlns:a16="http://schemas.microsoft.com/office/drawing/2014/main" id="{7E51D31E-3F08-CB5C-0AD6-18266B32E15B}"/>
              </a:ext>
            </a:extLst>
          </p:cNvPr>
          <p:cNvSpPr txBox="1"/>
          <p:nvPr/>
        </p:nvSpPr>
        <p:spPr>
          <a:xfrm>
            <a:off x="9538344" y="958173"/>
            <a:ext cx="74267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b="1" dirty="0">
                <a:latin typeface="+mn-ea"/>
              </a:rPr>
              <a:t>J33 : to RFB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2130" name="직선 화살표 연결선 2129">
            <a:extLst>
              <a:ext uri="{FF2B5EF4-FFF2-40B4-BE49-F238E27FC236}">
                <a16:creationId xmlns:a16="http://schemas.microsoft.com/office/drawing/2014/main" id="{74D9A69A-BA9F-B572-A828-66B36B79C4C7}"/>
              </a:ext>
            </a:extLst>
          </p:cNvPr>
          <p:cNvCxnSpPr>
            <a:cxnSpLocks/>
          </p:cNvCxnSpPr>
          <p:nvPr/>
        </p:nvCxnSpPr>
        <p:spPr>
          <a:xfrm>
            <a:off x="9615488" y="5866836"/>
            <a:ext cx="16159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34" name="그룹 2133">
            <a:extLst>
              <a:ext uri="{FF2B5EF4-FFF2-40B4-BE49-F238E27FC236}">
                <a16:creationId xmlns:a16="http://schemas.microsoft.com/office/drawing/2014/main" id="{CFA55C7C-1679-CD59-D3E9-4F06A846859D}"/>
              </a:ext>
            </a:extLst>
          </p:cNvPr>
          <p:cNvGrpSpPr/>
          <p:nvPr/>
        </p:nvGrpSpPr>
        <p:grpSpPr>
          <a:xfrm>
            <a:off x="9613293" y="4822520"/>
            <a:ext cx="253363" cy="915360"/>
            <a:chOff x="9553091" y="544373"/>
            <a:chExt cx="253363" cy="915360"/>
          </a:xfrm>
        </p:grpSpPr>
        <p:grpSp>
          <p:nvGrpSpPr>
            <p:cNvPr id="2135" name="그룹 2134">
              <a:extLst>
                <a:ext uri="{FF2B5EF4-FFF2-40B4-BE49-F238E27FC236}">
                  <a16:creationId xmlns:a16="http://schemas.microsoft.com/office/drawing/2014/main" id="{12F6CC9B-24BB-97D0-1FA6-A218B89988F8}"/>
                </a:ext>
              </a:extLst>
            </p:cNvPr>
            <p:cNvGrpSpPr/>
            <p:nvPr/>
          </p:nvGrpSpPr>
          <p:grpSpPr>
            <a:xfrm>
              <a:off x="9556190" y="589674"/>
              <a:ext cx="250264" cy="72000"/>
              <a:chOff x="7902575" y="878878"/>
              <a:chExt cx="250264" cy="72000"/>
            </a:xfrm>
          </p:grpSpPr>
          <p:sp>
            <p:nvSpPr>
              <p:cNvPr id="2173" name="타원 2172">
                <a:extLst>
                  <a:ext uri="{FF2B5EF4-FFF2-40B4-BE49-F238E27FC236}">
                    <a16:creationId xmlns:a16="http://schemas.microsoft.com/office/drawing/2014/main" id="{53B3F581-A0E6-5D57-2838-041CEB50DF5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174" name="직선 화살표 연결선 2173">
                <a:extLst>
                  <a:ext uri="{FF2B5EF4-FFF2-40B4-BE49-F238E27FC236}">
                    <a16:creationId xmlns:a16="http://schemas.microsoft.com/office/drawing/2014/main" id="{3EE4CE2F-F236-D610-AEC9-9EC3F9D5F6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36" name="그룹 2135">
              <a:extLst>
                <a:ext uri="{FF2B5EF4-FFF2-40B4-BE49-F238E27FC236}">
                  <a16:creationId xmlns:a16="http://schemas.microsoft.com/office/drawing/2014/main" id="{240CAB71-D335-959B-7BDE-E9091623BFC4}"/>
                </a:ext>
              </a:extLst>
            </p:cNvPr>
            <p:cNvGrpSpPr/>
            <p:nvPr/>
          </p:nvGrpSpPr>
          <p:grpSpPr>
            <a:xfrm>
              <a:off x="9556155" y="678371"/>
              <a:ext cx="250264" cy="72000"/>
              <a:chOff x="7902575" y="878878"/>
              <a:chExt cx="250264" cy="72000"/>
            </a:xfrm>
          </p:grpSpPr>
          <p:sp>
            <p:nvSpPr>
              <p:cNvPr id="2171" name="타원 2170">
                <a:extLst>
                  <a:ext uri="{FF2B5EF4-FFF2-40B4-BE49-F238E27FC236}">
                    <a16:creationId xmlns:a16="http://schemas.microsoft.com/office/drawing/2014/main" id="{43C08A34-D707-8D80-9E90-7164961508B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172" name="직선 화살표 연결선 2171">
                <a:extLst>
                  <a:ext uri="{FF2B5EF4-FFF2-40B4-BE49-F238E27FC236}">
                    <a16:creationId xmlns:a16="http://schemas.microsoft.com/office/drawing/2014/main" id="{A5B07663-1EB1-7333-47A8-FF403A37F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37" name="TextBox 2136">
              <a:extLst>
                <a:ext uri="{FF2B5EF4-FFF2-40B4-BE49-F238E27FC236}">
                  <a16:creationId xmlns:a16="http://schemas.microsoft.com/office/drawing/2014/main" id="{06B5DE70-054C-65BF-75C5-59ED6505CB5B}"/>
                </a:ext>
              </a:extLst>
            </p:cNvPr>
            <p:cNvSpPr txBox="1"/>
            <p:nvPr/>
          </p:nvSpPr>
          <p:spPr>
            <a:xfrm>
              <a:off x="9589294" y="544373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41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138" name="TextBox 2137">
              <a:extLst>
                <a:ext uri="{FF2B5EF4-FFF2-40B4-BE49-F238E27FC236}">
                  <a16:creationId xmlns:a16="http://schemas.microsoft.com/office/drawing/2014/main" id="{8FB2DCE7-91E1-D1CC-CA62-A2D91C12C647}"/>
                </a:ext>
              </a:extLst>
            </p:cNvPr>
            <p:cNvSpPr txBox="1"/>
            <p:nvPr/>
          </p:nvSpPr>
          <p:spPr>
            <a:xfrm>
              <a:off x="9605962" y="633145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42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2139" name="그룹 2138">
              <a:extLst>
                <a:ext uri="{FF2B5EF4-FFF2-40B4-BE49-F238E27FC236}">
                  <a16:creationId xmlns:a16="http://schemas.microsoft.com/office/drawing/2014/main" id="{5B65838C-AF6F-4F79-E4B6-DAAEB7DB4ED9}"/>
                </a:ext>
              </a:extLst>
            </p:cNvPr>
            <p:cNvGrpSpPr/>
            <p:nvPr/>
          </p:nvGrpSpPr>
          <p:grpSpPr>
            <a:xfrm>
              <a:off x="9554658" y="767768"/>
              <a:ext cx="250264" cy="72000"/>
              <a:chOff x="7902575" y="878878"/>
              <a:chExt cx="250264" cy="72000"/>
            </a:xfrm>
          </p:grpSpPr>
          <p:sp>
            <p:nvSpPr>
              <p:cNvPr id="2169" name="타원 2168">
                <a:extLst>
                  <a:ext uri="{FF2B5EF4-FFF2-40B4-BE49-F238E27FC236}">
                    <a16:creationId xmlns:a16="http://schemas.microsoft.com/office/drawing/2014/main" id="{912DC005-4252-DC70-EBA3-471AA427B51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170" name="직선 화살표 연결선 2169">
                <a:extLst>
                  <a:ext uri="{FF2B5EF4-FFF2-40B4-BE49-F238E27FC236}">
                    <a16:creationId xmlns:a16="http://schemas.microsoft.com/office/drawing/2014/main" id="{60953BD9-5699-816B-3360-BC73467789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40" name="그룹 2139">
              <a:extLst>
                <a:ext uri="{FF2B5EF4-FFF2-40B4-BE49-F238E27FC236}">
                  <a16:creationId xmlns:a16="http://schemas.microsoft.com/office/drawing/2014/main" id="{6ABACC05-1340-D953-DFD5-EA920911DE44}"/>
                </a:ext>
              </a:extLst>
            </p:cNvPr>
            <p:cNvGrpSpPr/>
            <p:nvPr/>
          </p:nvGrpSpPr>
          <p:grpSpPr>
            <a:xfrm>
              <a:off x="9554623" y="856465"/>
              <a:ext cx="250264" cy="72000"/>
              <a:chOff x="7902575" y="878878"/>
              <a:chExt cx="250264" cy="72000"/>
            </a:xfrm>
          </p:grpSpPr>
          <p:sp>
            <p:nvSpPr>
              <p:cNvPr id="2167" name="타원 2166">
                <a:extLst>
                  <a:ext uri="{FF2B5EF4-FFF2-40B4-BE49-F238E27FC236}">
                    <a16:creationId xmlns:a16="http://schemas.microsoft.com/office/drawing/2014/main" id="{7D944A4A-ED41-7550-8F92-AAB9550DA94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168" name="직선 화살표 연결선 2167">
                <a:extLst>
                  <a:ext uri="{FF2B5EF4-FFF2-40B4-BE49-F238E27FC236}">
                    <a16:creationId xmlns:a16="http://schemas.microsoft.com/office/drawing/2014/main" id="{07EC8F40-5491-ED9C-CC6D-4DB3238562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41" name="TextBox 2140">
              <a:extLst>
                <a:ext uri="{FF2B5EF4-FFF2-40B4-BE49-F238E27FC236}">
                  <a16:creationId xmlns:a16="http://schemas.microsoft.com/office/drawing/2014/main" id="{3728255F-AD3B-3719-FE81-7B844305DB98}"/>
                </a:ext>
              </a:extLst>
            </p:cNvPr>
            <p:cNvSpPr txBox="1"/>
            <p:nvPr/>
          </p:nvSpPr>
          <p:spPr>
            <a:xfrm>
              <a:off x="9587762" y="722467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43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142" name="TextBox 2141">
              <a:extLst>
                <a:ext uri="{FF2B5EF4-FFF2-40B4-BE49-F238E27FC236}">
                  <a16:creationId xmlns:a16="http://schemas.microsoft.com/office/drawing/2014/main" id="{62DF882B-DEB8-7A4E-3F33-1C77E5AFCE7F}"/>
                </a:ext>
              </a:extLst>
            </p:cNvPr>
            <p:cNvSpPr txBox="1"/>
            <p:nvPr/>
          </p:nvSpPr>
          <p:spPr>
            <a:xfrm>
              <a:off x="9604430" y="811239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44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2143" name="그룹 2142">
              <a:extLst>
                <a:ext uri="{FF2B5EF4-FFF2-40B4-BE49-F238E27FC236}">
                  <a16:creationId xmlns:a16="http://schemas.microsoft.com/office/drawing/2014/main" id="{04DF938D-A279-39D8-414D-D1573E4848F4}"/>
                </a:ext>
              </a:extLst>
            </p:cNvPr>
            <p:cNvGrpSpPr/>
            <p:nvPr/>
          </p:nvGrpSpPr>
          <p:grpSpPr>
            <a:xfrm>
              <a:off x="9554658" y="945132"/>
              <a:ext cx="250264" cy="72000"/>
              <a:chOff x="7902575" y="878878"/>
              <a:chExt cx="250264" cy="72000"/>
            </a:xfrm>
          </p:grpSpPr>
          <p:sp>
            <p:nvSpPr>
              <p:cNvPr id="2165" name="타원 2164">
                <a:extLst>
                  <a:ext uri="{FF2B5EF4-FFF2-40B4-BE49-F238E27FC236}">
                    <a16:creationId xmlns:a16="http://schemas.microsoft.com/office/drawing/2014/main" id="{9B7F1C68-0166-57BD-3E74-3B4AED0673A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166" name="직선 화살표 연결선 2165">
                <a:extLst>
                  <a:ext uri="{FF2B5EF4-FFF2-40B4-BE49-F238E27FC236}">
                    <a16:creationId xmlns:a16="http://schemas.microsoft.com/office/drawing/2014/main" id="{11CCEF6F-E9A0-2D87-102B-5E6E3FECFA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44" name="그룹 2143">
              <a:extLst>
                <a:ext uri="{FF2B5EF4-FFF2-40B4-BE49-F238E27FC236}">
                  <a16:creationId xmlns:a16="http://schemas.microsoft.com/office/drawing/2014/main" id="{3E1C4CEE-9E6A-396F-F16C-C95A82AF38B2}"/>
                </a:ext>
              </a:extLst>
            </p:cNvPr>
            <p:cNvGrpSpPr/>
            <p:nvPr/>
          </p:nvGrpSpPr>
          <p:grpSpPr>
            <a:xfrm>
              <a:off x="9554623" y="1033829"/>
              <a:ext cx="250264" cy="72000"/>
              <a:chOff x="7902575" y="878878"/>
              <a:chExt cx="250264" cy="72000"/>
            </a:xfrm>
          </p:grpSpPr>
          <p:sp>
            <p:nvSpPr>
              <p:cNvPr id="2163" name="타원 2162">
                <a:extLst>
                  <a:ext uri="{FF2B5EF4-FFF2-40B4-BE49-F238E27FC236}">
                    <a16:creationId xmlns:a16="http://schemas.microsoft.com/office/drawing/2014/main" id="{84EDD27D-D31A-0EBB-CCFA-7E1CD2987D9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164" name="직선 화살표 연결선 2163">
                <a:extLst>
                  <a:ext uri="{FF2B5EF4-FFF2-40B4-BE49-F238E27FC236}">
                    <a16:creationId xmlns:a16="http://schemas.microsoft.com/office/drawing/2014/main" id="{09A26B0B-C426-DA37-E0F5-13710CFE99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45" name="TextBox 2144">
              <a:extLst>
                <a:ext uri="{FF2B5EF4-FFF2-40B4-BE49-F238E27FC236}">
                  <a16:creationId xmlns:a16="http://schemas.microsoft.com/office/drawing/2014/main" id="{F4EB9D2C-E790-EBC7-A9FC-32EE6D352E21}"/>
                </a:ext>
              </a:extLst>
            </p:cNvPr>
            <p:cNvSpPr txBox="1"/>
            <p:nvPr/>
          </p:nvSpPr>
          <p:spPr>
            <a:xfrm>
              <a:off x="9587762" y="899831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45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146" name="TextBox 2145">
              <a:extLst>
                <a:ext uri="{FF2B5EF4-FFF2-40B4-BE49-F238E27FC236}">
                  <a16:creationId xmlns:a16="http://schemas.microsoft.com/office/drawing/2014/main" id="{8E3480CB-3CD7-05FF-1D22-49702ECB48BD}"/>
                </a:ext>
              </a:extLst>
            </p:cNvPr>
            <p:cNvSpPr txBox="1"/>
            <p:nvPr/>
          </p:nvSpPr>
          <p:spPr>
            <a:xfrm>
              <a:off x="9604430" y="988603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46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2147" name="그룹 2146">
              <a:extLst>
                <a:ext uri="{FF2B5EF4-FFF2-40B4-BE49-F238E27FC236}">
                  <a16:creationId xmlns:a16="http://schemas.microsoft.com/office/drawing/2014/main" id="{700E15D7-1D81-2951-D07A-4429760ACEE7}"/>
                </a:ext>
              </a:extLst>
            </p:cNvPr>
            <p:cNvGrpSpPr/>
            <p:nvPr/>
          </p:nvGrpSpPr>
          <p:grpSpPr>
            <a:xfrm>
              <a:off x="9553126" y="1123226"/>
              <a:ext cx="250264" cy="72000"/>
              <a:chOff x="7902575" y="878878"/>
              <a:chExt cx="250264" cy="72000"/>
            </a:xfrm>
          </p:grpSpPr>
          <p:sp>
            <p:nvSpPr>
              <p:cNvPr id="2161" name="타원 2160">
                <a:extLst>
                  <a:ext uri="{FF2B5EF4-FFF2-40B4-BE49-F238E27FC236}">
                    <a16:creationId xmlns:a16="http://schemas.microsoft.com/office/drawing/2014/main" id="{51BB29B1-B335-C18F-15EB-88B59E4F84A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162" name="직선 화살표 연결선 2161">
                <a:extLst>
                  <a:ext uri="{FF2B5EF4-FFF2-40B4-BE49-F238E27FC236}">
                    <a16:creationId xmlns:a16="http://schemas.microsoft.com/office/drawing/2014/main" id="{AA18F1F0-BEA5-B617-13BE-D86FDC8C4E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48" name="그룹 2147">
              <a:extLst>
                <a:ext uri="{FF2B5EF4-FFF2-40B4-BE49-F238E27FC236}">
                  <a16:creationId xmlns:a16="http://schemas.microsoft.com/office/drawing/2014/main" id="{93FCD70C-D72F-1EEC-27EE-108693F924AF}"/>
                </a:ext>
              </a:extLst>
            </p:cNvPr>
            <p:cNvGrpSpPr/>
            <p:nvPr/>
          </p:nvGrpSpPr>
          <p:grpSpPr>
            <a:xfrm>
              <a:off x="9553091" y="1211923"/>
              <a:ext cx="250264" cy="72000"/>
              <a:chOff x="7902575" y="878878"/>
              <a:chExt cx="250264" cy="72000"/>
            </a:xfrm>
          </p:grpSpPr>
          <p:sp>
            <p:nvSpPr>
              <p:cNvPr id="2159" name="타원 2158">
                <a:extLst>
                  <a:ext uri="{FF2B5EF4-FFF2-40B4-BE49-F238E27FC236}">
                    <a16:creationId xmlns:a16="http://schemas.microsoft.com/office/drawing/2014/main" id="{52B7CB7D-54C6-73A4-328D-AAF3E752776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160" name="직선 화살표 연결선 2159">
                <a:extLst>
                  <a:ext uri="{FF2B5EF4-FFF2-40B4-BE49-F238E27FC236}">
                    <a16:creationId xmlns:a16="http://schemas.microsoft.com/office/drawing/2014/main" id="{AD89A55B-2E93-F3BA-532A-3EB5CC9942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49" name="TextBox 2148">
              <a:extLst>
                <a:ext uri="{FF2B5EF4-FFF2-40B4-BE49-F238E27FC236}">
                  <a16:creationId xmlns:a16="http://schemas.microsoft.com/office/drawing/2014/main" id="{F5E11A4B-B372-373A-E4C6-E36D34356DED}"/>
                </a:ext>
              </a:extLst>
            </p:cNvPr>
            <p:cNvSpPr txBox="1"/>
            <p:nvPr/>
          </p:nvSpPr>
          <p:spPr>
            <a:xfrm>
              <a:off x="9586230" y="1077925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47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150" name="TextBox 2149">
              <a:extLst>
                <a:ext uri="{FF2B5EF4-FFF2-40B4-BE49-F238E27FC236}">
                  <a16:creationId xmlns:a16="http://schemas.microsoft.com/office/drawing/2014/main" id="{33C09137-A6BF-B3C2-DF45-CD1E1D019797}"/>
                </a:ext>
              </a:extLst>
            </p:cNvPr>
            <p:cNvSpPr txBox="1"/>
            <p:nvPr/>
          </p:nvSpPr>
          <p:spPr>
            <a:xfrm>
              <a:off x="9602898" y="1166697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48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2151" name="그룹 2150">
              <a:extLst>
                <a:ext uri="{FF2B5EF4-FFF2-40B4-BE49-F238E27FC236}">
                  <a16:creationId xmlns:a16="http://schemas.microsoft.com/office/drawing/2014/main" id="{E32511A9-A155-05F3-9EF5-8261A164015F}"/>
                </a:ext>
              </a:extLst>
            </p:cNvPr>
            <p:cNvGrpSpPr/>
            <p:nvPr/>
          </p:nvGrpSpPr>
          <p:grpSpPr>
            <a:xfrm>
              <a:off x="9554658" y="1299036"/>
              <a:ext cx="250264" cy="72000"/>
              <a:chOff x="7902575" y="878878"/>
              <a:chExt cx="250264" cy="72000"/>
            </a:xfrm>
          </p:grpSpPr>
          <p:sp>
            <p:nvSpPr>
              <p:cNvPr id="2157" name="타원 2156">
                <a:extLst>
                  <a:ext uri="{FF2B5EF4-FFF2-40B4-BE49-F238E27FC236}">
                    <a16:creationId xmlns:a16="http://schemas.microsoft.com/office/drawing/2014/main" id="{A93DA809-0947-E65A-62AE-A58F3DD27BA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158" name="직선 화살표 연결선 2157">
                <a:extLst>
                  <a:ext uri="{FF2B5EF4-FFF2-40B4-BE49-F238E27FC236}">
                    <a16:creationId xmlns:a16="http://schemas.microsoft.com/office/drawing/2014/main" id="{13A0D120-F6DF-677B-EF05-0E95D10521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52" name="그룹 2151">
              <a:extLst>
                <a:ext uri="{FF2B5EF4-FFF2-40B4-BE49-F238E27FC236}">
                  <a16:creationId xmlns:a16="http://schemas.microsoft.com/office/drawing/2014/main" id="{8B538058-3C65-F3F6-CC86-4E6479AC56B1}"/>
                </a:ext>
              </a:extLst>
            </p:cNvPr>
            <p:cNvGrpSpPr/>
            <p:nvPr/>
          </p:nvGrpSpPr>
          <p:grpSpPr>
            <a:xfrm>
              <a:off x="9554623" y="1387733"/>
              <a:ext cx="250264" cy="72000"/>
              <a:chOff x="7902575" y="878878"/>
              <a:chExt cx="250264" cy="72000"/>
            </a:xfrm>
          </p:grpSpPr>
          <p:sp>
            <p:nvSpPr>
              <p:cNvPr id="2155" name="타원 2154">
                <a:extLst>
                  <a:ext uri="{FF2B5EF4-FFF2-40B4-BE49-F238E27FC236}">
                    <a16:creationId xmlns:a16="http://schemas.microsoft.com/office/drawing/2014/main" id="{1C7490ED-36FA-F9FB-302B-EFD2F0C083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156" name="직선 화살표 연결선 2155">
                <a:extLst>
                  <a:ext uri="{FF2B5EF4-FFF2-40B4-BE49-F238E27FC236}">
                    <a16:creationId xmlns:a16="http://schemas.microsoft.com/office/drawing/2014/main" id="{C7F22984-033D-261B-4439-4D8E46D5A0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53" name="TextBox 2152">
              <a:extLst>
                <a:ext uri="{FF2B5EF4-FFF2-40B4-BE49-F238E27FC236}">
                  <a16:creationId xmlns:a16="http://schemas.microsoft.com/office/drawing/2014/main" id="{204AC3F5-86D2-3F2F-72AF-40C30F50D04D}"/>
                </a:ext>
              </a:extLst>
            </p:cNvPr>
            <p:cNvSpPr txBox="1"/>
            <p:nvPr/>
          </p:nvSpPr>
          <p:spPr>
            <a:xfrm>
              <a:off x="9604430" y="1342507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50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154" name="TextBox 2153">
              <a:extLst>
                <a:ext uri="{FF2B5EF4-FFF2-40B4-BE49-F238E27FC236}">
                  <a16:creationId xmlns:a16="http://schemas.microsoft.com/office/drawing/2014/main" id="{F7C07E8D-E471-577B-CF53-D86E8EFCDA7C}"/>
                </a:ext>
              </a:extLst>
            </p:cNvPr>
            <p:cNvSpPr txBox="1"/>
            <p:nvPr/>
          </p:nvSpPr>
          <p:spPr>
            <a:xfrm>
              <a:off x="9602899" y="1257916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49</a:t>
              </a:r>
              <a:endParaRPr lang="ko-KR" altLang="en-US" sz="600" dirty="0">
                <a:latin typeface="+mn-ea"/>
              </a:endParaRPr>
            </a:p>
          </p:txBody>
        </p:sp>
      </p:grpSp>
      <p:grpSp>
        <p:nvGrpSpPr>
          <p:cNvPr id="2175" name="그룹 2174">
            <a:extLst>
              <a:ext uri="{FF2B5EF4-FFF2-40B4-BE49-F238E27FC236}">
                <a16:creationId xmlns:a16="http://schemas.microsoft.com/office/drawing/2014/main" id="{011A3F6B-F172-3B6A-4C88-592465CC4CCD}"/>
              </a:ext>
            </a:extLst>
          </p:cNvPr>
          <p:cNvGrpSpPr/>
          <p:nvPr/>
        </p:nvGrpSpPr>
        <p:grpSpPr>
          <a:xfrm flipH="1">
            <a:off x="9962667" y="4824106"/>
            <a:ext cx="253363" cy="915360"/>
            <a:chOff x="9553091" y="544373"/>
            <a:chExt cx="253363" cy="915360"/>
          </a:xfrm>
        </p:grpSpPr>
        <p:grpSp>
          <p:nvGrpSpPr>
            <p:cNvPr id="2176" name="그룹 2175">
              <a:extLst>
                <a:ext uri="{FF2B5EF4-FFF2-40B4-BE49-F238E27FC236}">
                  <a16:creationId xmlns:a16="http://schemas.microsoft.com/office/drawing/2014/main" id="{CBD0A094-8476-0385-8139-031EE982B13A}"/>
                </a:ext>
              </a:extLst>
            </p:cNvPr>
            <p:cNvGrpSpPr/>
            <p:nvPr/>
          </p:nvGrpSpPr>
          <p:grpSpPr>
            <a:xfrm>
              <a:off x="9556190" y="589674"/>
              <a:ext cx="250264" cy="72000"/>
              <a:chOff x="7902575" y="878878"/>
              <a:chExt cx="250264" cy="72000"/>
            </a:xfrm>
          </p:grpSpPr>
          <p:sp>
            <p:nvSpPr>
              <p:cNvPr id="2214" name="타원 2213">
                <a:extLst>
                  <a:ext uri="{FF2B5EF4-FFF2-40B4-BE49-F238E27FC236}">
                    <a16:creationId xmlns:a16="http://schemas.microsoft.com/office/drawing/2014/main" id="{2EFD57D3-A853-900D-E549-AF5C7DC7E55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2215" name="직선 화살표 연결선 2214">
                <a:extLst>
                  <a:ext uri="{FF2B5EF4-FFF2-40B4-BE49-F238E27FC236}">
                    <a16:creationId xmlns:a16="http://schemas.microsoft.com/office/drawing/2014/main" id="{E1B25533-D2C2-82F5-4740-28069CA192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77" name="그룹 2176">
              <a:extLst>
                <a:ext uri="{FF2B5EF4-FFF2-40B4-BE49-F238E27FC236}">
                  <a16:creationId xmlns:a16="http://schemas.microsoft.com/office/drawing/2014/main" id="{7370A49A-2684-C6F0-1DB6-8B3EFC401789}"/>
                </a:ext>
              </a:extLst>
            </p:cNvPr>
            <p:cNvGrpSpPr/>
            <p:nvPr/>
          </p:nvGrpSpPr>
          <p:grpSpPr>
            <a:xfrm>
              <a:off x="9556155" y="678371"/>
              <a:ext cx="250264" cy="72000"/>
              <a:chOff x="7902575" y="878878"/>
              <a:chExt cx="250264" cy="72000"/>
            </a:xfrm>
          </p:grpSpPr>
          <p:sp>
            <p:nvSpPr>
              <p:cNvPr id="2212" name="타원 2211">
                <a:extLst>
                  <a:ext uri="{FF2B5EF4-FFF2-40B4-BE49-F238E27FC236}">
                    <a16:creationId xmlns:a16="http://schemas.microsoft.com/office/drawing/2014/main" id="{D4E7C067-D2B6-AE17-8561-2A9D888DDC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2213" name="직선 화살표 연결선 2212">
                <a:extLst>
                  <a:ext uri="{FF2B5EF4-FFF2-40B4-BE49-F238E27FC236}">
                    <a16:creationId xmlns:a16="http://schemas.microsoft.com/office/drawing/2014/main" id="{AAD6291E-9477-FF13-103A-ECBEE611A6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78" name="TextBox 2177">
              <a:extLst>
                <a:ext uri="{FF2B5EF4-FFF2-40B4-BE49-F238E27FC236}">
                  <a16:creationId xmlns:a16="http://schemas.microsoft.com/office/drawing/2014/main" id="{B0EAD37D-5633-11CE-801D-5F7AD4343DE6}"/>
                </a:ext>
              </a:extLst>
            </p:cNvPr>
            <p:cNvSpPr txBox="1"/>
            <p:nvPr/>
          </p:nvSpPr>
          <p:spPr>
            <a:xfrm>
              <a:off x="9589294" y="544373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91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179" name="TextBox 2178">
              <a:extLst>
                <a:ext uri="{FF2B5EF4-FFF2-40B4-BE49-F238E27FC236}">
                  <a16:creationId xmlns:a16="http://schemas.microsoft.com/office/drawing/2014/main" id="{D06F0278-CF92-D378-0A14-CB0513E61CE0}"/>
                </a:ext>
              </a:extLst>
            </p:cNvPr>
            <p:cNvSpPr txBox="1"/>
            <p:nvPr/>
          </p:nvSpPr>
          <p:spPr>
            <a:xfrm>
              <a:off x="9605962" y="633145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92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2180" name="그룹 2179">
              <a:extLst>
                <a:ext uri="{FF2B5EF4-FFF2-40B4-BE49-F238E27FC236}">
                  <a16:creationId xmlns:a16="http://schemas.microsoft.com/office/drawing/2014/main" id="{FA73F219-C285-D60E-9F21-BC08F23152DF}"/>
                </a:ext>
              </a:extLst>
            </p:cNvPr>
            <p:cNvGrpSpPr/>
            <p:nvPr/>
          </p:nvGrpSpPr>
          <p:grpSpPr>
            <a:xfrm>
              <a:off x="9554658" y="767768"/>
              <a:ext cx="250264" cy="72000"/>
              <a:chOff x="7902575" y="878878"/>
              <a:chExt cx="250264" cy="72000"/>
            </a:xfrm>
          </p:grpSpPr>
          <p:sp>
            <p:nvSpPr>
              <p:cNvPr id="2210" name="타원 2209">
                <a:extLst>
                  <a:ext uri="{FF2B5EF4-FFF2-40B4-BE49-F238E27FC236}">
                    <a16:creationId xmlns:a16="http://schemas.microsoft.com/office/drawing/2014/main" id="{E10C9F56-F46C-2BED-31A1-86B3A7442D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2211" name="직선 화살표 연결선 2210">
                <a:extLst>
                  <a:ext uri="{FF2B5EF4-FFF2-40B4-BE49-F238E27FC236}">
                    <a16:creationId xmlns:a16="http://schemas.microsoft.com/office/drawing/2014/main" id="{603639A8-44ED-4AE9-2945-5EDD1029BC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1" name="그룹 2180">
              <a:extLst>
                <a:ext uri="{FF2B5EF4-FFF2-40B4-BE49-F238E27FC236}">
                  <a16:creationId xmlns:a16="http://schemas.microsoft.com/office/drawing/2014/main" id="{A0DC32D0-D2B0-5B52-B79D-FD1B0F82C879}"/>
                </a:ext>
              </a:extLst>
            </p:cNvPr>
            <p:cNvGrpSpPr/>
            <p:nvPr/>
          </p:nvGrpSpPr>
          <p:grpSpPr>
            <a:xfrm>
              <a:off x="9554623" y="856465"/>
              <a:ext cx="250264" cy="72000"/>
              <a:chOff x="7902575" y="878878"/>
              <a:chExt cx="250264" cy="72000"/>
            </a:xfrm>
          </p:grpSpPr>
          <p:sp>
            <p:nvSpPr>
              <p:cNvPr id="2208" name="타원 2207">
                <a:extLst>
                  <a:ext uri="{FF2B5EF4-FFF2-40B4-BE49-F238E27FC236}">
                    <a16:creationId xmlns:a16="http://schemas.microsoft.com/office/drawing/2014/main" id="{8DC34177-A5BB-3496-BA3B-305E43838A0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2209" name="직선 화살표 연결선 2208">
                <a:extLst>
                  <a:ext uri="{FF2B5EF4-FFF2-40B4-BE49-F238E27FC236}">
                    <a16:creationId xmlns:a16="http://schemas.microsoft.com/office/drawing/2014/main" id="{894DDBA2-F901-6070-B51E-57FF9F7BEF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82" name="TextBox 2181">
              <a:extLst>
                <a:ext uri="{FF2B5EF4-FFF2-40B4-BE49-F238E27FC236}">
                  <a16:creationId xmlns:a16="http://schemas.microsoft.com/office/drawing/2014/main" id="{BBB82A83-DD0F-7828-42E5-BFEDFDC61DDE}"/>
                </a:ext>
              </a:extLst>
            </p:cNvPr>
            <p:cNvSpPr txBox="1"/>
            <p:nvPr/>
          </p:nvSpPr>
          <p:spPr>
            <a:xfrm>
              <a:off x="9587762" y="722467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93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183" name="TextBox 2182">
              <a:extLst>
                <a:ext uri="{FF2B5EF4-FFF2-40B4-BE49-F238E27FC236}">
                  <a16:creationId xmlns:a16="http://schemas.microsoft.com/office/drawing/2014/main" id="{70A4AA48-0B07-C797-D00F-9FBD05074428}"/>
                </a:ext>
              </a:extLst>
            </p:cNvPr>
            <p:cNvSpPr txBox="1"/>
            <p:nvPr/>
          </p:nvSpPr>
          <p:spPr>
            <a:xfrm>
              <a:off x="9604430" y="811239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94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2184" name="그룹 2183">
              <a:extLst>
                <a:ext uri="{FF2B5EF4-FFF2-40B4-BE49-F238E27FC236}">
                  <a16:creationId xmlns:a16="http://schemas.microsoft.com/office/drawing/2014/main" id="{0D324FDD-D3AE-89A7-5562-EA151AEFAC2A}"/>
                </a:ext>
              </a:extLst>
            </p:cNvPr>
            <p:cNvGrpSpPr/>
            <p:nvPr/>
          </p:nvGrpSpPr>
          <p:grpSpPr>
            <a:xfrm>
              <a:off x="9554658" y="945132"/>
              <a:ext cx="250264" cy="72000"/>
              <a:chOff x="7902575" y="878878"/>
              <a:chExt cx="250264" cy="72000"/>
            </a:xfrm>
          </p:grpSpPr>
          <p:sp>
            <p:nvSpPr>
              <p:cNvPr id="2206" name="타원 2205">
                <a:extLst>
                  <a:ext uri="{FF2B5EF4-FFF2-40B4-BE49-F238E27FC236}">
                    <a16:creationId xmlns:a16="http://schemas.microsoft.com/office/drawing/2014/main" id="{F6D6D9B0-C403-C624-F536-539B76FDDDA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2207" name="직선 화살표 연결선 2206">
                <a:extLst>
                  <a:ext uri="{FF2B5EF4-FFF2-40B4-BE49-F238E27FC236}">
                    <a16:creationId xmlns:a16="http://schemas.microsoft.com/office/drawing/2014/main" id="{C61AF74F-8124-4F5B-91A1-4CCE1F3AF9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그룹 2184">
              <a:extLst>
                <a:ext uri="{FF2B5EF4-FFF2-40B4-BE49-F238E27FC236}">
                  <a16:creationId xmlns:a16="http://schemas.microsoft.com/office/drawing/2014/main" id="{DC313B65-E7F6-3614-AD01-BAA5B064622A}"/>
                </a:ext>
              </a:extLst>
            </p:cNvPr>
            <p:cNvGrpSpPr/>
            <p:nvPr/>
          </p:nvGrpSpPr>
          <p:grpSpPr>
            <a:xfrm>
              <a:off x="9554623" y="1033829"/>
              <a:ext cx="250264" cy="72000"/>
              <a:chOff x="7902575" y="878878"/>
              <a:chExt cx="250264" cy="72000"/>
            </a:xfrm>
          </p:grpSpPr>
          <p:sp>
            <p:nvSpPr>
              <p:cNvPr id="2204" name="타원 2203">
                <a:extLst>
                  <a:ext uri="{FF2B5EF4-FFF2-40B4-BE49-F238E27FC236}">
                    <a16:creationId xmlns:a16="http://schemas.microsoft.com/office/drawing/2014/main" id="{89ED6636-AED8-5CFD-B97E-6CDC38CE1D7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2205" name="직선 화살표 연결선 2204">
                <a:extLst>
                  <a:ext uri="{FF2B5EF4-FFF2-40B4-BE49-F238E27FC236}">
                    <a16:creationId xmlns:a16="http://schemas.microsoft.com/office/drawing/2014/main" id="{B8B197E6-7DE0-24EE-2D18-EA38965696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86" name="TextBox 2185">
              <a:extLst>
                <a:ext uri="{FF2B5EF4-FFF2-40B4-BE49-F238E27FC236}">
                  <a16:creationId xmlns:a16="http://schemas.microsoft.com/office/drawing/2014/main" id="{B6ACA851-A68C-4D01-FD35-6CE69DE070C2}"/>
                </a:ext>
              </a:extLst>
            </p:cNvPr>
            <p:cNvSpPr txBox="1"/>
            <p:nvPr/>
          </p:nvSpPr>
          <p:spPr>
            <a:xfrm>
              <a:off x="9587762" y="899831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95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187" name="TextBox 2186">
              <a:extLst>
                <a:ext uri="{FF2B5EF4-FFF2-40B4-BE49-F238E27FC236}">
                  <a16:creationId xmlns:a16="http://schemas.microsoft.com/office/drawing/2014/main" id="{242EEF74-6466-EBA0-10A1-6C72A2E4873B}"/>
                </a:ext>
              </a:extLst>
            </p:cNvPr>
            <p:cNvSpPr txBox="1"/>
            <p:nvPr/>
          </p:nvSpPr>
          <p:spPr>
            <a:xfrm>
              <a:off x="9604430" y="988603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96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2188" name="그룹 2187">
              <a:extLst>
                <a:ext uri="{FF2B5EF4-FFF2-40B4-BE49-F238E27FC236}">
                  <a16:creationId xmlns:a16="http://schemas.microsoft.com/office/drawing/2014/main" id="{DBB3CE67-2D47-032B-10FD-810C4049A016}"/>
                </a:ext>
              </a:extLst>
            </p:cNvPr>
            <p:cNvGrpSpPr/>
            <p:nvPr/>
          </p:nvGrpSpPr>
          <p:grpSpPr>
            <a:xfrm>
              <a:off x="9553126" y="1123226"/>
              <a:ext cx="250264" cy="72000"/>
              <a:chOff x="7902575" y="878878"/>
              <a:chExt cx="250264" cy="72000"/>
            </a:xfrm>
          </p:grpSpPr>
          <p:sp>
            <p:nvSpPr>
              <p:cNvPr id="2202" name="타원 2201">
                <a:extLst>
                  <a:ext uri="{FF2B5EF4-FFF2-40B4-BE49-F238E27FC236}">
                    <a16:creationId xmlns:a16="http://schemas.microsoft.com/office/drawing/2014/main" id="{169F4889-64E9-B520-4A9B-C7C74076B55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2203" name="직선 화살표 연결선 2202">
                <a:extLst>
                  <a:ext uri="{FF2B5EF4-FFF2-40B4-BE49-F238E27FC236}">
                    <a16:creationId xmlns:a16="http://schemas.microsoft.com/office/drawing/2014/main" id="{5C3BE8EC-9976-8808-DFB2-6E54234AF1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9" name="그룹 2188">
              <a:extLst>
                <a:ext uri="{FF2B5EF4-FFF2-40B4-BE49-F238E27FC236}">
                  <a16:creationId xmlns:a16="http://schemas.microsoft.com/office/drawing/2014/main" id="{26B42180-0ECA-89FE-E76F-7E77D1FD9DB8}"/>
                </a:ext>
              </a:extLst>
            </p:cNvPr>
            <p:cNvGrpSpPr/>
            <p:nvPr/>
          </p:nvGrpSpPr>
          <p:grpSpPr>
            <a:xfrm>
              <a:off x="9553091" y="1211923"/>
              <a:ext cx="250264" cy="72000"/>
              <a:chOff x="7902575" y="878878"/>
              <a:chExt cx="250264" cy="72000"/>
            </a:xfrm>
          </p:grpSpPr>
          <p:sp>
            <p:nvSpPr>
              <p:cNvPr id="2200" name="타원 2199">
                <a:extLst>
                  <a:ext uri="{FF2B5EF4-FFF2-40B4-BE49-F238E27FC236}">
                    <a16:creationId xmlns:a16="http://schemas.microsoft.com/office/drawing/2014/main" id="{1A402E8F-1329-B9EF-0599-44A7EE2044E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2201" name="직선 화살표 연결선 2200">
                <a:extLst>
                  <a:ext uri="{FF2B5EF4-FFF2-40B4-BE49-F238E27FC236}">
                    <a16:creationId xmlns:a16="http://schemas.microsoft.com/office/drawing/2014/main" id="{44C3C077-7E29-5EBD-87AB-D830798D54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90" name="TextBox 2189">
              <a:extLst>
                <a:ext uri="{FF2B5EF4-FFF2-40B4-BE49-F238E27FC236}">
                  <a16:creationId xmlns:a16="http://schemas.microsoft.com/office/drawing/2014/main" id="{CE0C0C8A-7459-7403-DD9A-2AF377CBFF8F}"/>
                </a:ext>
              </a:extLst>
            </p:cNvPr>
            <p:cNvSpPr txBox="1"/>
            <p:nvPr/>
          </p:nvSpPr>
          <p:spPr>
            <a:xfrm>
              <a:off x="9586230" y="1077925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97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191" name="TextBox 2190">
              <a:extLst>
                <a:ext uri="{FF2B5EF4-FFF2-40B4-BE49-F238E27FC236}">
                  <a16:creationId xmlns:a16="http://schemas.microsoft.com/office/drawing/2014/main" id="{5EB40AD2-2869-95BD-EC53-7A884D071531}"/>
                </a:ext>
              </a:extLst>
            </p:cNvPr>
            <p:cNvSpPr txBox="1"/>
            <p:nvPr/>
          </p:nvSpPr>
          <p:spPr>
            <a:xfrm>
              <a:off x="9602898" y="1166697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98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2192" name="그룹 2191">
              <a:extLst>
                <a:ext uri="{FF2B5EF4-FFF2-40B4-BE49-F238E27FC236}">
                  <a16:creationId xmlns:a16="http://schemas.microsoft.com/office/drawing/2014/main" id="{199FB791-563F-A906-7AE4-09EA16179EB6}"/>
                </a:ext>
              </a:extLst>
            </p:cNvPr>
            <p:cNvGrpSpPr/>
            <p:nvPr/>
          </p:nvGrpSpPr>
          <p:grpSpPr>
            <a:xfrm>
              <a:off x="9554658" y="1299036"/>
              <a:ext cx="250264" cy="72000"/>
              <a:chOff x="7902575" y="878878"/>
              <a:chExt cx="250264" cy="72000"/>
            </a:xfrm>
          </p:grpSpPr>
          <p:sp>
            <p:nvSpPr>
              <p:cNvPr id="2198" name="타원 2197">
                <a:extLst>
                  <a:ext uri="{FF2B5EF4-FFF2-40B4-BE49-F238E27FC236}">
                    <a16:creationId xmlns:a16="http://schemas.microsoft.com/office/drawing/2014/main" id="{0599BEAE-F0BA-B9E0-0C2E-D8D6A3A6767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2199" name="직선 화살표 연결선 2198">
                <a:extLst>
                  <a:ext uri="{FF2B5EF4-FFF2-40B4-BE49-F238E27FC236}">
                    <a16:creationId xmlns:a16="http://schemas.microsoft.com/office/drawing/2014/main" id="{4EE3D37E-197E-29C4-A75B-0EF610AFA1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93" name="그룹 2192">
              <a:extLst>
                <a:ext uri="{FF2B5EF4-FFF2-40B4-BE49-F238E27FC236}">
                  <a16:creationId xmlns:a16="http://schemas.microsoft.com/office/drawing/2014/main" id="{57E42B11-CFC6-9BE6-8D3E-F7EDDCFB36E6}"/>
                </a:ext>
              </a:extLst>
            </p:cNvPr>
            <p:cNvGrpSpPr/>
            <p:nvPr/>
          </p:nvGrpSpPr>
          <p:grpSpPr>
            <a:xfrm>
              <a:off x="9554623" y="1387733"/>
              <a:ext cx="250264" cy="72000"/>
              <a:chOff x="7902575" y="878878"/>
              <a:chExt cx="250264" cy="72000"/>
            </a:xfrm>
          </p:grpSpPr>
          <p:sp>
            <p:nvSpPr>
              <p:cNvPr id="2196" name="타원 2195">
                <a:extLst>
                  <a:ext uri="{FF2B5EF4-FFF2-40B4-BE49-F238E27FC236}">
                    <a16:creationId xmlns:a16="http://schemas.microsoft.com/office/drawing/2014/main" id="{B10DE3E5-3A8F-C828-341B-D0B785A87D7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2197" name="직선 화살표 연결선 2196">
                <a:extLst>
                  <a:ext uri="{FF2B5EF4-FFF2-40B4-BE49-F238E27FC236}">
                    <a16:creationId xmlns:a16="http://schemas.microsoft.com/office/drawing/2014/main" id="{B75893DC-63BF-631C-2386-DB5A36A79C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94" name="TextBox 2193">
              <a:extLst>
                <a:ext uri="{FF2B5EF4-FFF2-40B4-BE49-F238E27FC236}">
                  <a16:creationId xmlns:a16="http://schemas.microsoft.com/office/drawing/2014/main" id="{826BFD09-2E43-F4F0-3372-FDC420F4E236}"/>
                </a:ext>
              </a:extLst>
            </p:cNvPr>
            <p:cNvSpPr txBox="1"/>
            <p:nvPr/>
          </p:nvSpPr>
          <p:spPr>
            <a:xfrm>
              <a:off x="9593905" y="1342507"/>
              <a:ext cx="12603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100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195" name="TextBox 2194">
              <a:extLst>
                <a:ext uri="{FF2B5EF4-FFF2-40B4-BE49-F238E27FC236}">
                  <a16:creationId xmlns:a16="http://schemas.microsoft.com/office/drawing/2014/main" id="{B4238408-8B51-0B38-8A60-5D0FA599AEC0}"/>
                </a:ext>
              </a:extLst>
            </p:cNvPr>
            <p:cNvSpPr txBox="1"/>
            <p:nvPr/>
          </p:nvSpPr>
          <p:spPr>
            <a:xfrm>
              <a:off x="9602899" y="1257916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99</a:t>
              </a:r>
              <a:endParaRPr lang="ko-KR" altLang="en-US" sz="600" dirty="0">
                <a:latin typeface="+mn-ea"/>
              </a:endParaRPr>
            </a:p>
          </p:txBody>
        </p:sp>
      </p:grpSp>
      <p:sp>
        <p:nvSpPr>
          <p:cNvPr id="2237" name="타원 2236">
            <a:extLst>
              <a:ext uri="{FF2B5EF4-FFF2-40B4-BE49-F238E27FC236}">
                <a16:creationId xmlns:a16="http://schemas.microsoft.com/office/drawing/2014/main" id="{6B85FA4C-6EF2-4ECB-3903-A1AB66047A68}"/>
              </a:ext>
            </a:extLst>
          </p:cNvPr>
          <p:cNvSpPr>
            <a:spLocks noChangeAspect="1"/>
          </p:cNvSpPr>
          <p:nvPr/>
        </p:nvSpPr>
        <p:spPr>
          <a:xfrm>
            <a:off x="9585877" y="1778831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39" name="타원 2238">
            <a:extLst>
              <a:ext uri="{FF2B5EF4-FFF2-40B4-BE49-F238E27FC236}">
                <a16:creationId xmlns:a16="http://schemas.microsoft.com/office/drawing/2014/main" id="{426DBDBA-CF53-213C-8782-A88A3D04FFDD}"/>
              </a:ext>
            </a:extLst>
          </p:cNvPr>
          <p:cNvSpPr>
            <a:spLocks noChangeAspect="1"/>
          </p:cNvSpPr>
          <p:nvPr/>
        </p:nvSpPr>
        <p:spPr>
          <a:xfrm>
            <a:off x="9585877" y="169081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40" name="타원 2239">
            <a:extLst>
              <a:ext uri="{FF2B5EF4-FFF2-40B4-BE49-F238E27FC236}">
                <a16:creationId xmlns:a16="http://schemas.microsoft.com/office/drawing/2014/main" id="{CEE2607C-E752-ACAB-8C4C-BB9EA1864B5A}"/>
              </a:ext>
            </a:extLst>
          </p:cNvPr>
          <p:cNvSpPr>
            <a:spLocks noChangeAspect="1"/>
          </p:cNvSpPr>
          <p:nvPr/>
        </p:nvSpPr>
        <p:spPr>
          <a:xfrm>
            <a:off x="9585877" y="160246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41" name="타원 2240">
            <a:extLst>
              <a:ext uri="{FF2B5EF4-FFF2-40B4-BE49-F238E27FC236}">
                <a16:creationId xmlns:a16="http://schemas.microsoft.com/office/drawing/2014/main" id="{BE30CC18-A32D-1E6F-EC69-DC30E2C23B5C}"/>
              </a:ext>
            </a:extLst>
          </p:cNvPr>
          <p:cNvSpPr>
            <a:spLocks noChangeAspect="1"/>
          </p:cNvSpPr>
          <p:nvPr/>
        </p:nvSpPr>
        <p:spPr>
          <a:xfrm>
            <a:off x="9585877" y="1510925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42" name="타원 2241">
            <a:extLst>
              <a:ext uri="{FF2B5EF4-FFF2-40B4-BE49-F238E27FC236}">
                <a16:creationId xmlns:a16="http://schemas.microsoft.com/office/drawing/2014/main" id="{6BD72DF8-CBA0-A883-86F0-10611C74C15C}"/>
              </a:ext>
            </a:extLst>
          </p:cNvPr>
          <p:cNvSpPr>
            <a:spLocks noChangeAspect="1"/>
          </p:cNvSpPr>
          <p:nvPr/>
        </p:nvSpPr>
        <p:spPr>
          <a:xfrm>
            <a:off x="9589052" y="1426481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43" name="타원 2242">
            <a:extLst>
              <a:ext uri="{FF2B5EF4-FFF2-40B4-BE49-F238E27FC236}">
                <a16:creationId xmlns:a16="http://schemas.microsoft.com/office/drawing/2014/main" id="{0306E833-B509-C5DF-4649-040365BBB314}"/>
              </a:ext>
            </a:extLst>
          </p:cNvPr>
          <p:cNvSpPr>
            <a:spLocks noChangeAspect="1"/>
          </p:cNvSpPr>
          <p:nvPr/>
        </p:nvSpPr>
        <p:spPr>
          <a:xfrm>
            <a:off x="9585877" y="1335810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245" name="그룹 2244">
            <a:extLst>
              <a:ext uri="{FF2B5EF4-FFF2-40B4-BE49-F238E27FC236}">
                <a16:creationId xmlns:a16="http://schemas.microsoft.com/office/drawing/2014/main" id="{D0556442-0AEE-834B-9889-93C0BFCC51A2}"/>
              </a:ext>
            </a:extLst>
          </p:cNvPr>
          <p:cNvGrpSpPr/>
          <p:nvPr/>
        </p:nvGrpSpPr>
        <p:grpSpPr>
          <a:xfrm>
            <a:off x="5828409" y="1275968"/>
            <a:ext cx="602789" cy="3575291"/>
            <a:chOff x="9553091" y="544373"/>
            <a:chExt cx="602789" cy="3575291"/>
          </a:xfrm>
        </p:grpSpPr>
        <p:grpSp>
          <p:nvGrpSpPr>
            <p:cNvPr id="2246" name="그룹 2245">
              <a:extLst>
                <a:ext uri="{FF2B5EF4-FFF2-40B4-BE49-F238E27FC236}">
                  <a16:creationId xmlns:a16="http://schemas.microsoft.com/office/drawing/2014/main" id="{C0E8EB0B-30B3-8F79-AC9B-D95A94D2AB9E}"/>
                </a:ext>
              </a:extLst>
            </p:cNvPr>
            <p:cNvGrpSpPr/>
            <p:nvPr/>
          </p:nvGrpSpPr>
          <p:grpSpPr>
            <a:xfrm>
              <a:off x="9553091" y="544373"/>
              <a:ext cx="253389" cy="3573705"/>
              <a:chOff x="9553091" y="544373"/>
              <a:chExt cx="253389" cy="3573705"/>
            </a:xfrm>
          </p:grpSpPr>
          <p:grpSp>
            <p:nvGrpSpPr>
              <p:cNvPr id="2414" name="그룹 2413">
                <a:extLst>
                  <a:ext uri="{FF2B5EF4-FFF2-40B4-BE49-F238E27FC236}">
                    <a16:creationId xmlns:a16="http://schemas.microsoft.com/office/drawing/2014/main" id="{933859D2-70BB-9D1B-3C05-B5C5E8A570D9}"/>
                  </a:ext>
                </a:extLst>
              </p:cNvPr>
              <p:cNvGrpSpPr/>
              <p:nvPr/>
            </p:nvGrpSpPr>
            <p:grpSpPr>
              <a:xfrm>
                <a:off x="9553091" y="544373"/>
                <a:ext cx="253380" cy="1802205"/>
                <a:chOff x="9553091" y="544373"/>
                <a:chExt cx="253380" cy="1802205"/>
              </a:xfrm>
            </p:grpSpPr>
            <p:grpSp>
              <p:nvGrpSpPr>
                <p:cNvPr id="2498" name="그룹 2497">
                  <a:extLst>
                    <a:ext uri="{FF2B5EF4-FFF2-40B4-BE49-F238E27FC236}">
                      <a16:creationId xmlns:a16="http://schemas.microsoft.com/office/drawing/2014/main" id="{328EF6F7-45E5-0DE3-21C4-FA5AE2811873}"/>
                    </a:ext>
                  </a:extLst>
                </p:cNvPr>
                <p:cNvGrpSpPr/>
                <p:nvPr/>
              </p:nvGrpSpPr>
              <p:grpSpPr>
                <a:xfrm>
                  <a:off x="9553091" y="544373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2540" name="그룹 2539">
                    <a:extLst>
                      <a:ext uri="{FF2B5EF4-FFF2-40B4-BE49-F238E27FC236}">
                        <a16:creationId xmlns:a16="http://schemas.microsoft.com/office/drawing/2014/main" id="{687B3488-F348-E042-8FAD-255450CA1A3A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578" name="타원 2577">
                      <a:extLst>
                        <a:ext uri="{FF2B5EF4-FFF2-40B4-BE49-F238E27FC236}">
                          <a16:creationId xmlns:a16="http://schemas.microsoft.com/office/drawing/2014/main" id="{143356DB-74AF-6AAD-1264-7BA6B16601D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579" name="직선 화살표 연결선 2578">
                      <a:extLst>
                        <a:ext uri="{FF2B5EF4-FFF2-40B4-BE49-F238E27FC236}">
                          <a16:creationId xmlns:a16="http://schemas.microsoft.com/office/drawing/2014/main" id="{3280203C-6A69-213B-8FF8-12D32F1C3D4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41" name="그룹 2540">
                    <a:extLst>
                      <a:ext uri="{FF2B5EF4-FFF2-40B4-BE49-F238E27FC236}">
                        <a16:creationId xmlns:a16="http://schemas.microsoft.com/office/drawing/2014/main" id="{F6E76B25-6C13-F7EC-F478-A5474B5DF5FF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576" name="타원 2575">
                      <a:extLst>
                        <a:ext uri="{FF2B5EF4-FFF2-40B4-BE49-F238E27FC236}">
                          <a16:creationId xmlns:a16="http://schemas.microsoft.com/office/drawing/2014/main" id="{3AF3D768-1A7B-6527-8B7E-B8103EB879D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577" name="직선 화살표 연결선 2576">
                      <a:extLst>
                        <a:ext uri="{FF2B5EF4-FFF2-40B4-BE49-F238E27FC236}">
                          <a16:creationId xmlns:a16="http://schemas.microsoft.com/office/drawing/2014/main" id="{60CAF441-FE8D-10C2-1087-B4D61C62046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542" name="TextBox 2541">
                    <a:extLst>
                      <a:ext uri="{FF2B5EF4-FFF2-40B4-BE49-F238E27FC236}">
                        <a16:creationId xmlns:a16="http://schemas.microsoft.com/office/drawing/2014/main" id="{0A6DBAF5-C3E1-808E-D687-C0D2B921E1B7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543" name="TextBox 2542">
                    <a:extLst>
                      <a:ext uri="{FF2B5EF4-FFF2-40B4-BE49-F238E27FC236}">
                        <a16:creationId xmlns:a16="http://schemas.microsoft.com/office/drawing/2014/main" id="{8066BE34-79CE-6F12-DD68-34B29E3CD92A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544" name="그룹 2543">
                    <a:extLst>
                      <a:ext uri="{FF2B5EF4-FFF2-40B4-BE49-F238E27FC236}">
                        <a16:creationId xmlns:a16="http://schemas.microsoft.com/office/drawing/2014/main" id="{8BE4451D-4652-43B0-9FEB-E8865AA85D83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574" name="타원 2573">
                      <a:extLst>
                        <a:ext uri="{FF2B5EF4-FFF2-40B4-BE49-F238E27FC236}">
                          <a16:creationId xmlns:a16="http://schemas.microsoft.com/office/drawing/2014/main" id="{ABA8CF5C-08A1-B365-AE8B-5E4132816A6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575" name="직선 화살표 연결선 2574">
                      <a:extLst>
                        <a:ext uri="{FF2B5EF4-FFF2-40B4-BE49-F238E27FC236}">
                          <a16:creationId xmlns:a16="http://schemas.microsoft.com/office/drawing/2014/main" id="{F7A7EEE8-B9D2-A72A-B597-4368CD1790C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45" name="그룹 2544">
                    <a:extLst>
                      <a:ext uri="{FF2B5EF4-FFF2-40B4-BE49-F238E27FC236}">
                        <a16:creationId xmlns:a16="http://schemas.microsoft.com/office/drawing/2014/main" id="{B367BA82-C8DA-2889-7A02-8D4AB89D809A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572" name="타원 2571">
                      <a:extLst>
                        <a:ext uri="{FF2B5EF4-FFF2-40B4-BE49-F238E27FC236}">
                          <a16:creationId xmlns:a16="http://schemas.microsoft.com/office/drawing/2014/main" id="{FFE16B2C-4AAB-155E-940E-6076C1348B8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573" name="직선 화살표 연결선 2572">
                      <a:extLst>
                        <a:ext uri="{FF2B5EF4-FFF2-40B4-BE49-F238E27FC236}">
                          <a16:creationId xmlns:a16="http://schemas.microsoft.com/office/drawing/2014/main" id="{347001B0-7C52-C88B-776A-0E93C822B17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546" name="TextBox 2545">
                    <a:extLst>
                      <a:ext uri="{FF2B5EF4-FFF2-40B4-BE49-F238E27FC236}">
                        <a16:creationId xmlns:a16="http://schemas.microsoft.com/office/drawing/2014/main" id="{FEB678CC-DDEB-5A5B-11CC-715B5FC7C980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547" name="TextBox 2546">
                    <a:extLst>
                      <a:ext uri="{FF2B5EF4-FFF2-40B4-BE49-F238E27FC236}">
                        <a16:creationId xmlns:a16="http://schemas.microsoft.com/office/drawing/2014/main" id="{97A3CCA5-8BFE-A9C4-370F-D65064490855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548" name="그룹 2547">
                    <a:extLst>
                      <a:ext uri="{FF2B5EF4-FFF2-40B4-BE49-F238E27FC236}">
                        <a16:creationId xmlns:a16="http://schemas.microsoft.com/office/drawing/2014/main" id="{65C6F783-CCEB-D612-BAA4-550EA988A7FB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570" name="타원 2569">
                      <a:extLst>
                        <a:ext uri="{FF2B5EF4-FFF2-40B4-BE49-F238E27FC236}">
                          <a16:creationId xmlns:a16="http://schemas.microsoft.com/office/drawing/2014/main" id="{3B501495-7521-FC90-4195-049EF78218E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571" name="직선 화살표 연결선 2570">
                      <a:extLst>
                        <a:ext uri="{FF2B5EF4-FFF2-40B4-BE49-F238E27FC236}">
                          <a16:creationId xmlns:a16="http://schemas.microsoft.com/office/drawing/2014/main" id="{9909B45B-0DC9-B7A2-AC37-B7691E30A52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49" name="그룹 2548">
                    <a:extLst>
                      <a:ext uri="{FF2B5EF4-FFF2-40B4-BE49-F238E27FC236}">
                        <a16:creationId xmlns:a16="http://schemas.microsoft.com/office/drawing/2014/main" id="{FCFD7512-D468-547E-80D7-EF75E0BF867B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568" name="타원 2567">
                      <a:extLst>
                        <a:ext uri="{FF2B5EF4-FFF2-40B4-BE49-F238E27FC236}">
                          <a16:creationId xmlns:a16="http://schemas.microsoft.com/office/drawing/2014/main" id="{1E8991F9-A8D6-E842-EBF7-C840025AF6E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569" name="직선 화살표 연결선 2568">
                      <a:extLst>
                        <a:ext uri="{FF2B5EF4-FFF2-40B4-BE49-F238E27FC236}">
                          <a16:creationId xmlns:a16="http://schemas.microsoft.com/office/drawing/2014/main" id="{FE931304-F01E-D5AA-6930-9B77EBD0CDE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550" name="TextBox 2549">
                    <a:extLst>
                      <a:ext uri="{FF2B5EF4-FFF2-40B4-BE49-F238E27FC236}">
                        <a16:creationId xmlns:a16="http://schemas.microsoft.com/office/drawing/2014/main" id="{85E42309-F8D5-00BF-4A7B-5F7F9286819D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551" name="TextBox 2550">
                    <a:extLst>
                      <a:ext uri="{FF2B5EF4-FFF2-40B4-BE49-F238E27FC236}">
                        <a16:creationId xmlns:a16="http://schemas.microsoft.com/office/drawing/2014/main" id="{459838B6-790F-88E5-7E43-D085BF8E7D70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552" name="그룹 2551">
                    <a:extLst>
                      <a:ext uri="{FF2B5EF4-FFF2-40B4-BE49-F238E27FC236}">
                        <a16:creationId xmlns:a16="http://schemas.microsoft.com/office/drawing/2014/main" id="{8183D9FF-672C-E970-1FA6-A9DB5D1E02D7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566" name="타원 2565">
                      <a:extLst>
                        <a:ext uri="{FF2B5EF4-FFF2-40B4-BE49-F238E27FC236}">
                          <a16:creationId xmlns:a16="http://schemas.microsoft.com/office/drawing/2014/main" id="{567B223B-1B62-87FE-74CC-1DB32FA2179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567" name="직선 화살표 연결선 2566">
                      <a:extLst>
                        <a:ext uri="{FF2B5EF4-FFF2-40B4-BE49-F238E27FC236}">
                          <a16:creationId xmlns:a16="http://schemas.microsoft.com/office/drawing/2014/main" id="{14EDD953-9ED6-1914-71F4-7880D7EDDEB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53" name="그룹 2552">
                    <a:extLst>
                      <a:ext uri="{FF2B5EF4-FFF2-40B4-BE49-F238E27FC236}">
                        <a16:creationId xmlns:a16="http://schemas.microsoft.com/office/drawing/2014/main" id="{B93C5539-07DE-1E28-A59F-31F1D0EFD4EB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564" name="타원 2563">
                      <a:extLst>
                        <a:ext uri="{FF2B5EF4-FFF2-40B4-BE49-F238E27FC236}">
                          <a16:creationId xmlns:a16="http://schemas.microsoft.com/office/drawing/2014/main" id="{3B3CBDF0-47B5-4FE6-9EA7-7945D6E4DA2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565" name="직선 화살표 연결선 2564">
                      <a:extLst>
                        <a:ext uri="{FF2B5EF4-FFF2-40B4-BE49-F238E27FC236}">
                          <a16:creationId xmlns:a16="http://schemas.microsoft.com/office/drawing/2014/main" id="{20F484A1-5B77-BA95-659C-A4513D04BBF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554" name="TextBox 2553">
                    <a:extLst>
                      <a:ext uri="{FF2B5EF4-FFF2-40B4-BE49-F238E27FC236}">
                        <a16:creationId xmlns:a16="http://schemas.microsoft.com/office/drawing/2014/main" id="{26EB3F46-BC6D-1CAE-9F29-1C4B57B2D899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555" name="TextBox 2554">
                    <a:extLst>
                      <a:ext uri="{FF2B5EF4-FFF2-40B4-BE49-F238E27FC236}">
                        <a16:creationId xmlns:a16="http://schemas.microsoft.com/office/drawing/2014/main" id="{D784A76D-6727-A2C6-1236-E42B3D35E66D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556" name="그룹 2555">
                    <a:extLst>
                      <a:ext uri="{FF2B5EF4-FFF2-40B4-BE49-F238E27FC236}">
                        <a16:creationId xmlns:a16="http://schemas.microsoft.com/office/drawing/2014/main" id="{22AFC61F-3B41-A75B-B6EA-FE2C5E4554CC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562" name="타원 2561">
                      <a:extLst>
                        <a:ext uri="{FF2B5EF4-FFF2-40B4-BE49-F238E27FC236}">
                          <a16:creationId xmlns:a16="http://schemas.microsoft.com/office/drawing/2014/main" id="{EABA91F2-FF30-0CE7-01F3-4CB034322DB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563" name="직선 화살표 연결선 2562">
                      <a:extLst>
                        <a:ext uri="{FF2B5EF4-FFF2-40B4-BE49-F238E27FC236}">
                          <a16:creationId xmlns:a16="http://schemas.microsoft.com/office/drawing/2014/main" id="{0EFA6DD9-68BD-23D7-A47A-330145FE052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57" name="그룹 2556">
                    <a:extLst>
                      <a:ext uri="{FF2B5EF4-FFF2-40B4-BE49-F238E27FC236}">
                        <a16:creationId xmlns:a16="http://schemas.microsoft.com/office/drawing/2014/main" id="{49640BF4-ED07-A491-E2E2-40C20A0D0C5A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560" name="타원 2559">
                      <a:extLst>
                        <a:ext uri="{FF2B5EF4-FFF2-40B4-BE49-F238E27FC236}">
                          <a16:creationId xmlns:a16="http://schemas.microsoft.com/office/drawing/2014/main" id="{D4C96EFA-9B2A-2BEE-D88C-5F3FE0FC925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561" name="직선 화살표 연결선 2560">
                      <a:extLst>
                        <a:ext uri="{FF2B5EF4-FFF2-40B4-BE49-F238E27FC236}">
                          <a16:creationId xmlns:a16="http://schemas.microsoft.com/office/drawing/2014/main" id="{8C5D318D-F1AA-E3A5-4598-782AEE887F9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558" name="TextBox 2557">
                    <a:extLst>
                      <a:ext uri="{FF2B5EF4-FFF2-40B4-BE49-F238E27FC236}">
                        <a16:creationId xmlns:a16="http://schemas.microsoft.com/office/drawing/2014/main" id="{359F2D88-7F64-9988-39D9-34B992C2D2D7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559" name="TextBox 2558">
                    <a:extLst>
                      <a:ext uri="{FF2B5EF4-FFF2-40B4-BE49-F238E27FC236}">
                        <a16:creationId xmlns:a16="http://schemas.microsoft.com/office/drawing/2014/main" id="{649FCFE0-7C69-0D28-54DD-FB745349E6FB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  <p:grpSp>
              <p:nvGrpSpPr>
                <p:cNvPr id="2499" name="그룹 2498">
                  <a:extLst>
                    <a:ext uri="{FF2B5EF4-FFF2-40B4-BE49-F238E27FC236}">
                      <a16:creationId xmlns:a16="http://schemas.microsoft.com/office/drawing/2014/main" id="{CCE6BA6B-277E-8913-27F6-B1B49621461D}"/>
                    </a:ext>
                  </a:extLst>
                </p:cNvPr>
                <p:cNvGrpSpPr/>
                <p:nvPr/>
              </p:nvGrpSpPr>
              <p:grpSpPr>
                <a:xfrm>
                  <a:off x="9553108" y="1431218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2500" name="그룹 2499">
                    <a:extLst>
                      <a:ext uri="{FF2B5EF4-FFF2-40B4-BE49-F238E27FC236}">
                        <a16:creationId xmlns:a16="http://schemas.microsoft.com/office/drawing/2014/main" id="{D0118402-FFA2-F162-0D39-3F941E3778B6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538" name="타원 2537">
                      <a:extLst>
                        <a:ext uri="{FF2B5EF4-FFF2-40B4-BE49-F238E27FC236}">
                          <a16:creationId xmlns:a16="http://schemas.microsoft.com/office/drawing/2014/main" id="{21DC76AA-1514-24A7-9117-1E2E6B79321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539" name="직선 화살표 연결선 2538">
                      <a:extLst>
                        <a:ext uri="{FF2B5EF4-FFF2-40B4-BE49-F238E27FC236}">
                          <a16:creationId xmlns:a16="http://schemas.microsoft.com/office/drawing/2014/main" id="{0253BE02-2206-FC1B-1D83-0D14607A1F3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01" name="그룹 2500">
                    <a:extLst>
                      <a:ext uri="{FF2B5EF4-FFF2-40B4-BE49-F238E27FC236}">
                        <a16:creationId xmlns:a16="http://schemas.microsoft.com/office/drawing/2014/main" id="{B4082070-91E8-E05D-AE65-33AD233E9330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536" name="타원 2535">
                      <a:extLst>
                        <a:ext uri="{FF2B5EF4-FFF2-40B4-BE49-F238E27FC236}">
                          <a16:creationId xmlns:a16="http://schemas.microsoft.com/office/drawing/2014/main" id="{4AFC0F2F-868C-61EB-761D-16CAEDD74C1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537" name="직선 화살표 연결선 2536">
                      <a:extLst>
                        <a:ext uri="{FF2B5EF4-FFF2-40B4-BE49-F238E27FC236}">
                          <a16:creationId xmlns:a16="http://schemas.microsoft.com/office/drawing/2014/main" id="{6D98D799-C95A-3AF6-A643-3EA26C0DE8D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502" name="TextBox 2501">
                    <a:extLst>
                      <a:ext uri="{FF2B5EF4-FFF2-40B4-BE49-F238E27FC236}">
                        <a16:creationId xmlns:a16="http://schemas.microsoft.com/office/drawing/2014/main" id="{4253348A-57CB-B826-1EEE-AA84AA820755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503" name="TextBox 2502">
                    <a:extLst>
                      <a:ext uri="{FF2B5EF4-FFF2-40B4-BE49-F238E27FC236}">
                        <a16:creationId xmlns:a16="http://schemas.microsoft.com/office/drawing/2014/main" id="{FA672137-D923-C385-7528-7714BAD54163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504" name="그룹 2503">
                    <a:extLst>
                      <a:ext uri="{FF2B5EF4-FFF2-40B4-BE49-F238E27FC236}">
                        <a16:creationId xmlns:a16="http://schemas.microsoft.com/office/drawing/2014/main" id="{91F702D4-6611-F685-F523-8A161BB88E53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534" name="타원 2533">
                      <a:extLst>
                        <a:ext uri="{FF2B5EF4-FFF2-40B4-BE49-F238E27FC236}">
                          <a16:creationId xmlns:a16="http://schemas.microsoft.com/office/drawing/2014/main" id="{6B1EB2CA-E8EE-27AC-3B29-35298FE1211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535" name="직선 화살표 연결선 2534">
                      <a:extLst>
                        <a:ext uri="{FF2B5EF4-FFF2-40B4-BE49-F238E27FC236}">
                          <a16:creationId xmlns:a16="http://schemas.microsoft.com/office/drawing/2014/main" id="{282ADE74-96AB-9E28-1E03-983D4129461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05" name="그룹 2504">
                    <a:extLst>
                      <a:ext uri="{FF2B5EF4-FFF2-40B4-BE49-F238E27FC236}">
                        <a16:creationId xmlns:a16="http://schemas.microsoft.com/office/drawing/2014/main" id="{FC0929CE-5F75-FEB5-A05A-F96B9DBF874D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532" name="타원 2531">
                      <a:extLst>
                        <a:ext uri="{FF2B5EF4-FFF2-40B4-BE49-F238E27FC236}">
                          <a16:creationId xmlns:a16="http://schemas.microsoft.com/office/drawing/2014/main" id="{B00F1FBF-AC07-E088-6243-E63389F6BB6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533" name="직선 화살표 연결선 2532">
                      <a:extLst>
                        <a:ext uri="{FF2B5EF4-FFF2-40B4-BE49-F238E27FC236}">
                          <a16:creationId xmlns:a16="http://schemas.microsoft.com/office/drawing/2014/main" id="{752CEA8C-519B-4F40-BF59-CCFF8F57DD1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506" name="TextBox 2505">
                    <a:extLst>
                      <a:ext uri="{FF2B5EF4-FFF2-40B4-BE49-F238E27FC236}">
                        <a16:creationId xmlns:a16="http://schemas.microsoft.com/office/drawing/2014/main" id="{2C2FA34D-4567-0F22-3712-822D24B76AEB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507" name="TextBox 2506">
                    <a:extLst>
                      <a:ext uri="{FF2B5EF4-FFF2-40B4-BE49-F238E27FC236}">
                        <a16:creationId xmlns:a16="http://schemas.microsoft.com/office/drawing/2014/main" id="{C68416B8-6C10-24FA-56AE-5F170932B532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508" name="그룹 2507">
                    <a:extLst>
                      <a:ext uri="{FF2B5EF4-FFF2-40B4-BE49-F238E27FC236}">
                        <a16:creationId xmlns:a16="http://schemas.microsoft.com/office/drawing/2014/main" id="{FA559BCF-12C5-CDEA-AE13-2A269B07FEF8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530" name="타원 2529">
                      <a:extLst>
                        <a:ext uri="{FF2B5EF4-FFF2-40B4-BE49-F238E27FC236}">
                          <a16:creationId xmlns:a16="http://schemas.microsoft.com/office/drawing/2014/main" id="{A4030810-4F94-F167-4AE4-83A8E055857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531" name="직선 화살표 연결선 2530">
                      <a:extLst>
                        <a:ext uri="{FF2B5EF4-FFF2-40B4-BE49-F238E27FC236}">
                          <a16:creationId xmlns:a16="http://schemas.microsoft.com/office/drawing/2014/main" id="{012F45A8-ED5B-A9ED-2FC9-5C749E8B5D4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09" name="그룹 2508">
                    <a:extLst>
                      <a:ext uri="{FF2B5EF4-FFF2-40B4-BE49-F238E27FC236}">
                        <a16:creationId xmlns:a16="http://schemas.microsoft.com/office/drawing/2014/main" id="{3DC8FD4D-1B7C-9B33-6804-11DA970A2A8B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528" name="타원 2527">
                      <a:extLst>
                        <a:ext uri="{FF2B5EF4-FFF2-40B4-BE49-F238E27FC236}">
                          <a16:creationId xmlns:a16="http://schemas.microsoft.com/office/drawing/2014/main" id="{C90A622A-9658-FA9D-DE04-008A35194E8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529" name="직선 화살표 연결선 2528">
                      <a:extLst>
                        <a:ext uri="{FF2B5EF4-FFF2-40B4-BE49-F238E27FC236}">
                          <a16:creationId xmlns:a16="http://schemas.microsoft.com/office/drawing/2014/main" id="{6C1904E7-E770-C878-22EE-63D9405919C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510" name="TextBox 2509">
                    <a:extLst>
                      <a:ext uri="{FF2B5EF4-FFF2-40B4-BE49-F238E27FC236}">
                        <a16:creationId xmlns:a16="http://schemas.microsoft.com/office/drawing/2014/main" id="{9C4F9556-92DC-25A4-6E02-F746581D0A0F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511" name="TextBox 2510">
                    <a:extLst>
                      <a:ext uri="{FF2B5EF4-FFF2-40B4-BE49-F238E27FC236}">
                        <a16:creationId xmlns:a16="http://schemas.microsoft.com/office/drawing/2014/main" id="{50971865-A5E6-BFB9-3F65-E2BBB70F4C9D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512" name="그룹 2511">
                    <a:extLst>
                      <a:ext uri="{FF2B5EF4-FFF2-40B4-BE49-F238E27FC236}">
                        <a16:creationId xmlns:a16="http://schemas.microsoft.com/office/drawing/2014/main" id="{94A010B0-F2E7-3689-07E8-942E55B5A540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526" name="타원 2525">
                      <a:extLst>
                        <a:ext uri="{FF2B5EF4-FFF2-40B4-BE49-F238E27FC236}">
                          <a16:creationId xmlns:a16="http://schemas.microsoft.com/office/drawing/2014/main" id="{BA3C1DB8-87E3-7FF5-DDF7-DD210547C6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527" name="직선 화살표 연결선 2526">
                      <a:extLst>
                        <a:ext uri="{FF2B5EF4-FFF2-40B4-BE49-F238E27FC236}">
                          <a16:creationId xmlns:a16="http://schemas.microsoft.com/office/drawing/2014/main" id="{3E068208-A752-BACC-B4F0-2CC0BDB8E93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13" name="그룹 2512">
                    <a:extLst>
                      <a:ext uri="{FF2B5EF4-FFF2-40B4-BE49-F238E27FC236}">
                        <a16:creationId xmlns:a16="http://schemas.microsoft.com/office/drawing/2014/main" id="{F473544A-8D5A-4021-8048-FE9635AE27EE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524" name="타원 2523">
                      <a:extLst>
                        <a:ext uri="{FF2B5EF4-FFF2-40B4-BE49-F238E27FC236}">
                          <a16:creationId xmlns:a16="http://schemas.microsoft.com/office/drawing/2014/main" id="{0D5C5D09-4A9A-BD70-E527-0839C2B0547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525" name="직선 화살표 연결선 2524">
                      <a:extLst>
                        <a:ext uri="{FF2B5EF4-FFF2-40B4-BE49-F238E27FC236}">
                          <a16:creationId xmlns:a16="http://schemas.microsoft.com/office/drawing/2014/main" id="{B1C7AABC-7B78-B3F2-B5DE-AD4353831AE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514" name="TextBox 2513">
                    <a:extLst>
                      <a:ext uri="{FF2B5EF4-FFF2-40B4-BE49-F238E27FC236}">
                        <a16:creationId xmlns:a16="http://schemas.microsoft.com/office/drawing/2014/main" id="{FCE7B348-D4C8-E81C-97D1-60A3361CA7BA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515" name="TextBox 2514">
                    <a:extLst>
                      <a:ext uri="{FF2B5EF4-FFF2-40B4-BE49-F238E27FC236}">
                        <a16:creationId xmlns:a16="http://schemas.microsoft.com/office/drawing/2014/main" id="{1DE30073-8FB9-DAD2-F4A2-49570B63F998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516" name="그룹 2515">
                    <a:extLst>
                      <a:ext uri="{FF2B5EF4-FFF2-40B4-BE49-F238E27FC236}">
                        <a16:creationId xmlns:a16="http://schemas.microsoft.com/office/drawing/2014/main" id="{817E0BF8-F920-29C9-8F7A-886E6F3B1B8F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522" name="타원 2521">
                      <a:extLst>
                        <a:ext uri="{FF2B5EF4-FFF2-40B4-BE49-F238E27FC236}">
                          <a16:creationId xmlns:a16="http://schemas.microsoft.com/office/drawing/2014/main" id="{048131F4-78DF-4872-3603-2CC750E6BA0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523" name="직선 화살표 연결선 2522">
                      <a:extLst>
                        <a:ext uri="{FF2B5EF4-FFF2-40B4-BE49-F238E27FC236}">
                          <a16:creationId xmlns:a16="http://schemas.microsoft.com/office/drawing/2014/main" id="{9EF59005-9B18-895F-4AE8-52ACF0F1AB9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17" name="그룹 2516">
                    <a:extLst>
                      <a:ext uri="{FF2B5EF4-FFF2-40B4-BE49-F238E27FC236}">
                        <a16:creationId xmlns:a16="http://schemas.microsoft.com/office/drawing/2014/main" id="{7EC7C690-0675-B98F-CF7D-F31DBAB2C1AF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520" name="타원 2519">
                      <a:extLst>
                        <a:ext uri="{FF2B5EF4-FFF2-40B4-BE49-F238E27FC236}">
                          <a16:creationId xmlns:a16="http://schemas.microsoft.com/office/drawing/2014/main" id="{CCAA8AED-0453-7757-E1B8-CFD58403035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521" name="직선 화살표 연결선 2520">
                      <a:extLst>
                        <a:ext uri="{FF2B5EF4-FFF2-40B4-BE49-F238E27FC236}">
                          <a16:creationId xmlns:a16="http://schemas.microsoft.com/office/drawing/2014/main" id="{FE82412C-B7EE-B989-D4B2-F76571CF268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518" name="TextBox 2517">
                    <a:extLst>
                      <a:ext uri="{FF2B5EF4-FFF2-40B4-BE49-F238E27FC236}">
                        <a16:creationId xmlns:a16="http://schemas.microsoft.com/office/drawing/2014/main" id="{B4F8881A-EAD9-6849-4E18-18A8E0215276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519" name="TextBox 2518">
                    <a:extLst>
                      <a:ext uri="{FF2B5EF4-FFF2-40B4-BE49-F238E27FC236}">
                        <a16:creationId xmlns:a16="http://schemas.microsoft.com/office/drawing/2014/main" id="{1393224E-2DDB-7DC2-C651-199D10A9B7BC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19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</p:grpSp>
          <p:grpSp>
            <p:nvGrpSpPr>
              <p:cNvPr id="2415" name="그룹 2414">
                <a:extLst>
                  <a:ext uri="{FF2B5EF4-FFF2-40B4-BE49-F238E27FC236}">
                    <a16:creationId xmlns:a16="http://schemas.microsoft.com/office/drawing/2014/main" id="{4DEFE983-17CD-9A12-F09A-0107B8B928F1}"/>
                  </a:ext>
                </a:extLst>
              </p:cNvPr>
              <p:cNvGrpSpPr/>
              <p:nvPr/>
            </p:nvGrpSpPr>
            <p:grpSpPr>
              <a:xfrm>
                <a:off x="9553100" y="2315873"/>
                <a:ext cx="253380" cy="1802205"/>
                <a:chOff x="9553091" y="544373"/>
                <a:chExt cx="253380" cy="1802205"/>
              </a:xfrm>
            </p:grpSpPr>
            <p:grpSp>
              <p:nvGrpSpPr>
                <p:cNvPr id="2416" name="그룹 2415">
                  <a:extLst>
                    <a:ext uri="{FF2B5EF4-FFF2-40B4-BE49-F238E27FC236}">
                      <a16:creationId xmlns:a16="http://schemas.microsoft.com/office/drawing/2014/main" id="{0D8EDCD2-A7A0-D856-8091-6DEF47188DD0}"/>
                    </a:ext>
                  </a:extLst>
                </p:cNvPr>
                <p:cNvGrpSpPr/>
                <p:nvPr/>
              </p:nvGrpSpPr>
              <p:grpSpPr>
                <a:xfrm>
                  <a:off x="9553091" y="544373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2458" name="그룹 2457">
                    <a:extLst>
                      <a:ext uri="{FF2B5EF4-FFF2-40B4-BE49-F238E27FC236}">
                        <a16:creationId xmlns:a16="http://schemas.microsoft.com/office/drawing/2014/main" id="{D4D25CC6-4703-CB39-81D6-82FADC37DC53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96" name="타원 2495">
                      <a:extLst>
                        <a:ext uri="{FF2B5EF4-FFF2-40B4-BE49-F238E27FC236}">
                          <a16:creationId xmlns:a16="http://schemas.microsoft.com/office/drawing/2014/main" id="{F1DC4D8E-1E77-05D4-2D6B-CABAD0BDAE0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497" name="직선 화살표 연결선 2496">
                      <a:extLst>
                        <a:ext uri="{FF2B5EF4-FFF2-40B4-BE49-F238E27FC236}">
                          <a16:creationId xmlns:a16="http://schemas.microsoft.com/office/drawing/2014/main" id="{F1A6F55A-9B71-EF36-A6F7-D512E007828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59" name="그룹 2458">
                    <a:extLst>
                      <a:ext uri="{FF2B5EF4-FFF2-40B4-BE49-F238E27FC236}">
                        <a16:creationId xmlns:a16="http://schemas.microsoft.com/office/drawing/2014/main" id="{764A65F7-98B4-0D03-DC54-E59F1DE0D60E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94" name="타원 2493">
                      <a:extLst>
                        <a:ext uri="{FF2B5EF4-FFF2-40B4-BE49-F238E27FC236}">
                          <a16:creationId xmlns:a16="http://schemas.microsoft.com/office/drawing/2014/main" id="{90FBC794-772C-C7A4-AC35-8128F75B828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495" name="직선 화살표 연결선 2494">
                      <a:extLst>
                        <a:ext uri="{FF2B5EF4-FFF2-40B4-BE49-F238E27FC236}">
                          <a16:creationId xmlns:a16="http://schemas.microsoft.com/office/drawing/2014/main" id="{0822194E-2E85-0C15-982B-C7D1EB5351E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460" name="TextBox 2459">
                    <a:extLst>
                      <a:ext uri="{FF2B5EF4-FFF2-40B4-BE49-F238E27FC236}">
                        <a16:creationId xmlns:a16="http://schemas.microsoft.com/office/drawing/2014/main" id="{D4AC581A-A8B5-CA29-3E34-DEE30E387DBC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461" name="TextBox 2460">
                    <a:extLst>
                      <a:ext uri="{FF2B5EF4-FFF2-40B4-BE49-F238E27FC236}">
                        <a16:creationId xmlns:a16="http://schemas.microsoft.com/office/drawing/2014/main" id="{2439D94F-DD47-ED59-5B7F-CF9D9D85E6A8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462" name="그룹 2461">
                    <a:extLst>
                      <a:ext uri="{FF2B5EF4-FFF2-40B4-BE49-F238E27FC236}">
                        <a16:creationId xmlns:a16="http://schemas.microsoft.com/office/drawing/2014/main" id="{A0A231AE-1011-4586-C0BE-E45A3BD1C0D8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92" name="타원 2491">
                      <a:extLst>
                        <a:ext uri="{FF2B5EF4-FFF2-40B4-BE49-F238E27FC236}">
                          <a16:creationId xmlns:a16="http://schemas.microsoft.com/office/drawing/2014/main" id="{692E1364-6DEF-C17D-28EC-7FB9D9DB17E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493" name="직선 화살표 연결선 2492">
                      <a:extLst>
                        <a:ext uri="{FF2B5EF4-FFF2-40B4-BE49-F238E27FC236}">
                          <a16:creationId xmlns:a16="http://schemas.microsoft.com/office/drawing/2014/main" id="{2B74C1E1-B0F6-7B1F-885A-21A18A5293E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63" name="그룹 2462">
                    <a:extLst>
                      <a:ext uri="{FF2B5EF4-FFF2-40B4-BE49-F238E27FC236}">
                        <a16:creationId xmlns:a16="http://schemas.microsoft.com/office/drawing/2014/main" id="{C5FE9B52-64BC-6A72-D286-2AC3F33EF458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90" name="타원 2489">
                      <a:extLst>
                        <a:ext uri="{FF2B5EF4-FFF2-40B4-BE49-F238E27FC236}">
                          <a16:creationId xmlns:a16="http://schemas.microsoft.com/office/drawing/2014/main" id="{4D81C7BA-A558-55BB-FCAF-67B3F308959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491" name="직선 화살표 연결선 2490">
                      <a:extLst>
                        <a:ext uri="{FF2B5EF4-FFF2-40B4-BE49-F238E27FC236}">
                          <a16:creationId xmlns:a16="http://schemas.microsoft.com/office/drawing/2014/main" id="{D642D84A-CEF7-90AE-B24B-1B422C50B03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464" name="TextBox 2463">
                    <a:extLst>
                      <a:ext uri="{FF2B5EF4-FFF2-40B4-BE49-F238E27FC236}">
                        <a16:creationId xmlns:a16="http://schemas.microsoft.com/office/drawing/2014/main" id="{A02F288E-00F7-21A0-83DD-0C5AA948DB0B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465" name="TextBox 2464">
                    <a:extLst>
                      <a:ext uri="{FF2B5EF4-FFF2-40B4-BE49-F238E27FC236}">
                        <a16:creationId xmlns:a16="http://schemas.microsoft.com/office/drawing/2014/main" id="{7834896A-A48F-A2B9-361F-4E16C9EA9E4B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466" name="그룹 2465">
                    <a:extLst>
                      <a:ext uri="{FF2B5EF4-FFF2-40B4-BE49-F238E27FC236}">
                        <a16:creationId xmlns:a16="http://schemas.microsoft.com/office/drawing/2014/main" id="{2C20666E-413A-FF1D-42D3-A056516DB585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88" name="타원 2487">
                      <a:extLst>
                        <a:ext uri="{FF2B5EF4-FFF2-40B4-BE49-F238E27FC236}">
                          <a16:creationId xmlns:a16="http://schemas.microsoft.com/office/drawing/2014/main" id="{1C72C73E-BB28-ACD0-A5B0-DAA5BAD7A0D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489" name="직선 화살표 연결선 2488">
                      <a:extLst>
                        <a:ext uri="{FF2B5EF4-FFF2-40B4-BE49-F238E27FC236}">
                          <a16:creationId xmlns:a16="http://schemas.microsoft.com/office/drawing/2014/main" id="{FE1C6036-A601-2C80-5520-A1A2A70A1C0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67" name="그룹 2466">
                    <a:extLst>
                      <a:ext uri="{FF2B5EF4-FFF2-40B4-BE49-F238E27FC236}">
                        <a16:creationId xmlns:a16="http://schemas.microsoft.com/office/drawing/2014/main" id="{6597F611-8ABD-579B-F65F-9AA5838C2444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86" name="타원 2485">
                      <a:extLst>
                        <a:ext uri="{FF2B5EF4-FFF2-40B4-BE49-F238E27FC236}">
                          <a16:creationId xmlns:a16="http://schemas.microsoft.com/office/drawing/2014/main" id="{ECB0F175-FD28-75C6-320C-5F0056DB56D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487" name="직선 화살표 연결선 2486">
                      <a:extLst>
                        <a:ext uri="{FF2B5EF4-FFF2-40B4-BE49-F238E27FC236}">
                          <a16:creationId xmlns:a16="http://schemas.microsoft.com/office/drawing/2014/main" id="{7592E1A3-6C75-8A21-2895-999B98571C5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468" name="TextBox 2467">
                    <a:extLst>
                      <a:ext uri="{FF2B5EF4-FFF2-40B4-BE49-F238E27FC236}">
                        <a16:creationId xmlns:a16="http://schemas.microsoft.com/office/drawing/2014/main" id="{0C21BA59-2EEB-86D7-6C0E-FF5E843FF54B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469" name="TextBox 2468">
                    <a:extLst>
                      <a:ext uri="{FF2B5EF4-FFF2-40B4-BE49-F238E27FC236}">
                        <a16:creationId xmlns:a16="http://schemas.microsoft.com/office/drawing/2014/main" id="{FFF182FE-18AC-0C58-C764-755BCE01AAB9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470" name="그룹 2469">
                    <a:extLst>
                      <a:ext uri="{FF2B5EF4-FFF2-40B4-BE49-F238E27FC236}">
                        <a16:creationId xmlns:a16="http://schemas.microsoft.com/office/drawing/2014/main" id="{82E5593E-69E9-1EBC-BC3F-5207178D4B5E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84" name="타원 2483">
                      <a:extLst>
                        <a:ext uri="{FF2B5EF4-FFF2-40B4-BE49-F238E27FC236}">
                          <a16:creationId xmlns:a16="http://schemas.microsoft.com/office/drawing/2014/main" id="{8E17C3E3-7AE3-8FBB-21AA-AF2B90E7DA3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485" name="직선 화살표 연결선 2484">
                      <a:extLst>
                        <a:ext uri="{FF2B5EF4-FFF2-40B4-BE49-F238E27FC236}">
                          <a16:creationId xmlns:a16="http://schemas.microsoft.com/office/drawing/2014/main" id="{F2B6CD3F-1169-3FD2-4EE7-DB8F02CA149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71" name="그룹 2470">
                    <a:extLst>
                      <a:ext uri="{FF2B5EF4-FFF2-40B4-BE49-F238E27FC236}">
                        <a16:creationId xmlns:a16="http://schemas.microsoft.com/office/drawing/2014/main" id="{2281BAE6-C633-C04E-415A-4FEAAF563AC0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82" name="타원 2481">
                      <a:extLst>
                        <a:ext uri="{FF2B5EF4-FFF2-40B4-BE49-F238E27FC236}">
                          <a16:creationId xmlns:a16="http://schemas.microsoft.com/office/drawing/2014/main" id="{F3C1E64E-DE69-3A5B-2765-EBAD99C2ABD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483" name="직선 화살표 연결선 2482">
                      <a:extLst>
                        <a:ext uri="{FF2B5EF4-FFF2-40B4-BE49-F238E27FC236}">
                          <a16:creationId xmlns:a16="http://schemas.microsoft.com/office/drawing/2014/main" id="{5C347BC1-15E2-2629-CF82-360CFDD900B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472" name="TextBox 2471">
                    <a:extLst>
                      <a:ext uri="{FF2B5EF4-FFF2-40B4-BE49-F238E27FC236}">
                        <a16:creationId xmlns:a16="http://schemas.microsoft.com/office/drawing/2014/main" id="{776F0340-6D2B-A99A-5A43-D98034EF1AED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473" name="TextBox 2472">
                    <a:extLst>
                      <a:ext uri="{FF2B5EF4-FFF2-40B4-BE49-F238E27FC236}">
                        <a16:creationId xmlns:a16="http://schemas.microsoft.com/office/drawing/2014/main" id="{1039C26F-F3C2-73A1-4C3C-D038880DCFAD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474" name="그룹 2473">
                    <a:extLst>
                      <a:ext uri="{FF2B5EF4-FFF2-40B4-BE49-F238E27FC236}">
                        <a16:creationId xmlns:a16="http://schemas.microsoft.com/office/drawing/2014/main" id="{2582EE26-63BE-583A-C0A5-285441694560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80" name="타원 2479">
                      <a:extLst>
                        <a:ext uri="{FF2B5EF4-FFF2-40B4-BE49-F238E27FC236}">
                          <a16:creationId xmlns:a16="http://schemas.microsoft.com/office/drawing/2014/main" id="{6604DE70-BC94-B71F-0333-528C6EDC3FE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481" name="직선 화살표 연결선 2480">
                      <a:extLst>
                        <a:ext uri="{FF2B5EF4-FFF2-40B4-BE49-F238E27FC236}">
                          <a16:creationId xmlns:a16="http://schemas.microsoft.com/office/drawing/2014/main" id="{8D706E58-607D-E64F-0186-E55DF81728F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75" name="그룹 2474">
                    <a:extLst>
                      <a:ext uri="{FF2B5EF4-FFF2-40B4-BE49-F238E27FC236}">
                        <a16:creationId xmlns:a16="http://schemas.microsoft.com/office/drawing/2014/main" id="{C569275A-0C84-616B-3BF4-31C58CE53217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78" name="타원 2477">
                      <a:extLst>
                        <a:ext uri="{FF2B5EF4-FFF2-40B4-BE49-F238E27FC236}">
                          <a16:creationId xmlns:a16="http://schemas.microsoft.com/office/drawing/2014/main" id="{9955BBE5-5F4E-5332-EE25-F07882A34C3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479" name="직선 화살표 연결선 2478">
                      <a:extLst>
                        <a:ext uri="{FF2B5EF4-FFF2-40B4-BE49-F238E27FC236}">
                          <a16:creationId xmlns:a16="http://schemas.microsoft.com/office/drawing/2014/main" id="{A53AEE7F-B6E4-DFB9-4D82-369799BD0C5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476" name="TextBox 2475">
                    <a:extLst>
                      <a:ext uri="{FF2B5EF4-FFF2-40B4-BE49-F238E27FC236}">
                        <a16:creationId xmlns:a16="http://schemas.microsoft.com/office/drawing/2014/main" id="{823B43B2-FEC3-DBBF-3979-F5E1A77D6EE3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477" name="TextBox 2476">
                    <a:extLst>
                      <a:ext uri="{FF2B5EF4-FFF2-40B4-BE49-F238E27FC236}">
                        <a16:creationId xmlns:a16="http://schemas.microsoft.com/office/drawing/2014/main" id="{70DDFECD-4028-5AD3-3EF5-32F4E1DA711D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29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  <p:grpSp>
              <p:nvGrpSpPr>
                <p:cNvPr id="2417" name="그룹 2416">
                  <a:extLst>
                    <a:ext uri="{FF2B5EF4-FFF2-40B4-BE49-F238E27FC236}">
                      <a16:creationId xmlns:a16="http://schemas.microsoft.com/office/drawing/2014/main" id="{24B0A28E-59D3-AEDC-CF88-8957A59EC2E2}"/>
                    </a:ext>
                  </a:extLst>
                </p:cNvPr>
                <p:cNvGrpSpPr/>
                <p:nvPr/>
              </p:nvGrpSpPr>
              <p:grpSpPr>
                <a:xfrm>
                  <a:off x="9553108" y="1431218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2418" name="그룹 2417">
                    <a:extLst>
                      <a:ext uri="{FF2B5EF4-FFF2-40B4-BE49-F238E27FC236}">
                        <a16:creationId xmlns:a16="http://schemas.microsoft.com/office/drawing/2014/main" id="{A4762F4F-8A24-D627-6BCF-71AFDC3D093B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56" name="타원 2455">
                      <a:extLst>
                        <a:ext uri="{FF2B5EF4-FFF2-40B4-BE49-F238E27FC236}">
                          <a16:creationId xmlns:a16="http://schemas.microsoft.com/office/drawing/2014/main" id="{6FFFB34D-96D8-887D-F620-9E988001444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457" name="직선 화살표 연결선 2456">
                      <a:extLst>
                        <a:ext uri="{FF2B5EF4-FFF2-40B4-BE49-F238E27FC236}">
                          <a16:creationId xmlns:a16="http://schemas.microsoft.com/office/drawing/2014/main" id="{3BDBFC81-2994-41E6-93DC-8441DAD24FD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19" name="그룹 2418">
                    <a:extLst>
                      <a:ext uri="{FF2B5EF4-FFF2-40B4-BE49-F238E27FC236}">
                        <a16:creationId xmlns:a16="http://schemas.microsoft.com/office/drawing/2014/main" id="{84BAEE21-C983-0F8B-48E0-1A4132B4667E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54" name="타원 2453">
                      <a:extLst>
                        <a:ext uri="{FF2B5EF4-FFF2-40B4-BE49-F238E27FC236}">
                          <a16:creationId xmlns:a16="http://schemas.microsoft.com/office/drawing/2014/main" id="{18B64A15-9B5C-68E1-DE54-B5FCC887A22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455" name="직선 화살표 연결선 2454">
                      <a:extLst>
                        <a:ext uri="{FF2B5EF4-FFF2-40B4-BE49-F238E27FC236}">
                          <a16:creationId xmlns:a16="http://schemas.microsoft.com/office/drawing/2014/main" id="{6716DDC5-08FB-E8BD-9F05-96815BAB4E0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420" name="TextBox 2419">
                    <a:extLst>
                      <a:ext uri="{FF2B5EF4-FFF2-40B4-BE49-F238E27FC236}">
                        <a16:creationId xmlns:a16="http://schemas.microsoft.com/office/drawing/2014/main" id="{CDDD1AA4-5CA9-0396-5530-D105A891310A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421" name="TextBox 2420">
                    <a:extLst>
                      <a:ext uri="{FF2B5EF4-FFF2-40B4-BE49-F238E27FC236}">
                        <a16:creationId xmlns:a16="http://schemas.microsoft.com/office/drawing/2014/main" id="{4F5E7E77-9FAB-FF39-2ECE-80FB1FAAB2EE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422" name="그룹 2421">
                    <a:extLst>
                      <a:ext uri="{FF2B5EF4-FFF2-40B4-BE49-F238E27FC236}">
                        <a16:creationId xmlns:a16="http://schemas.microsoft.com/office/drawing/2014/main" id="{E16CE3BF-DE2D-EB17-47D3-0211A9A2E59E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52" name="타원 2451">
                      <a:extLst>
                        <a:ext uri="{FF2B5EF4-FFF2-40B4-BE49-F238E27FC236}">
                          <a16:creationId xmlns:a16="http://schemas.microsoft.com/office/drawing/2014/main" id="{61E85C97-FE99-37FF-AD4E-09EED7D8481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453" name="직선 화살표 연결선 2452">
                      <a:extLst>
                        <a:ext uri="{FF2B5EF4-FFF2-40B4-BE49-F238E27FC236}">
                          <a16:creationId xmlns:a16="http://schemas.microsoft.com/office/drawing/2014/main" id="{28077882-393F-2398-4E58-C2E91B3E001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23" name="그룹 2422">
                    <a:extLst>
                      <a:ext uri="{FF2B5EF4-FFF2-40B4-BE49-F238E27FC236}">
                        <a16:creationId xmlns:a16="http://schemas.microsoft.com/office/drawing/2014/main" id="{5AEA1A79-8397-0CB3-82F0-AF46FEA8F1ED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50" name="타원 2449">
                      <a:extLst>
                        <a:ext uri="{FF2B5EF4-FFF2-40B4-BE49-F238E27FC236}">
                          <a16:creationId xmlns:a16="http://schemas.microsoft.com/office/drawing/2014/main" id="{432026F5-061C-549B-9B03-8C6E0E60575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451" name="직선 화살표 연결선 2450">
                      <a:extLst>
                        <a:ext uri="{FF2B5EF4-FFF2-40B4-BE49-F238E27FC236}">
                          <a16:creationId xmlns:a16="http://schemas.microsoft.com/office/drawing/2014/main" id="{B609102B-8FF4-865E-DBC5-B7295FA5A76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424" name="TextBox 2423">
                    <a:extLst>
                      <a:ext uri="{FF2B5EF4-FFF2-40B4-BE49-F238E27FC236}">
                        <a16:creationId xmlns:a16="http://schemas.microsoft.com/office/drawing/2014/main" id="{AFF8C6D4-5388-A70C-D1E8-4E923B4F0808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425" name="TextBox 2424">
                    <a:extLst>
                      <a:ext uri="{FF2B5EF4-FFF2-40B4-BE49-F238E27FC236}">
                        <a16:creationId xmlns:a16="http://schemas.microsoft.com/office/drawing/2014/main" id="{591B8EE1-1245-734C-4CB1-82239A8D976A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426" name="그룹 2425">
                    <a:extLst>
                      <a:ext uri="{FF2B5EF4-FFF2-40B4-BE49-F238E27FC236}">
                        <a16:creationId xmlns:a16="http://schemas.microsoft.com/office/drawing/2014/main" id="{A151F5FA-F123-FF0D-936E-CFF9795DBA28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48" name="타원 2447">
                      <a:extLst>
                        <a:ext uri="{FF2B5EF4-FFF2-40B4-BE49-F238E27FC236}">
                          <a16:creationId xmlns:a16="http://schemas.microsoft.com/office/drawing/2014/main" id="{3F932AF0-2998-2E82-EA4C-25E8CE2AF88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449" name="직선 화살표 연결선 2448">
                      <a:extLst>
                        <a:ext uri="{FF2B5EF4-FFF2-40B4-BE49-F238E27FC236}">
                          <a16:creationId xmlns:a16="http://schemas.microsoft.com/office/drawing/2014/main" id="{77DD46CA-6145-01D2-2CE0-9C51F632D17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27" name="그룹 2426">
                    <a:extLst>
                      <a:ext uri="{FF2B5EF4-FFF2-40B4-BE49-F238E27FC236}">
                        <a16:creationId xmlns:a16="http://schemas.microsoft.com/office/drawing/2014/main" id="{550C6D8B-8748-3EAF-A80E-DAC04520AF94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46" name="타원 2445">
                      <a:extLst>
                        <a:ext uri="{FF2B5EF4-FFF2-40B4-BE49-F238E27FC236}">
                          <a16:creationId xmlns:a16="http://schemas.microsoft.com/office/drawing/2014/main" id="{EFD78713-945E-9315-74C1-FFEA423DCAA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447" name="직선 화살표 연결선 2446">
                      <a:extLst>
                        <a:ext uri="{FF2B5EF4-FFF2-40B4-BE49-F238E27FC236}">
                          <a16:creationId xmlns:a16="http://schemas.microsoft.com/office/drawing/2014/main" id="{FA7807B1-AFB5-791F-5665-0B2C880AEFD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428" name="TextBox 2427">
                    <a:extLst>
                      <a:ext uri="{FF2B5EF4-FFF2-40B4-BE49-F238E27FC236}">
                        <a16:creationId xmlns:a16="http://schemas.microsoft.com/office/drawing/2014/main" id="{EA9EE7AC-8BCE-D433-043B-5631C8C52CA9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429" name="TextBox 2428">
                    <a:extLst>
                      <a:ext uri="{FF2B5EF4-FFF2-40B4-BE49-F238E27FC236}">
                        <a16:creationId xmlns:a16="http://schemas.microsoft.com/office/drawing/2014/main" id="{B2515FFF-3D97-0F58-5054-FBFBFABFE5E7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430" name="그룹 2429">
                    <a:extLst>
                      <a:ext uri="{FF2B5EF4-FFF2-40B4-BE49-F238E27FC236}">
                        <a16:creationId xmlns:a16="http://schemas.microsoft.com/office/drawing/2014/main" id="{DE041251-C3CF-7361-AD83-8853240DB4F5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44" name="타원 2443">
                      <a:extLst>
                        <a:ext uri="{FF2B5EF4-FFF2-40B4-BE49-F238E27FC236}">
                          <a16:creationId xmlns:a16="http://schemas.microsoft.com/office/drawing/2014/main" id="{EE77ACEB-C1ED-97B2-EEEF-3C612AB32B6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445" name="직선 화살표 연결선 2444">
                      <a:extLst>
                        <a:ext uri="{FF2B5EF4-FFF2-40B4-BE49-F238E27FC236}">
                          <a16:creationId xmlns:a16="http://schemas.microsoft.com/office/drawing/2014/main" id="{BD059802-4B30-C29A-4BDC-6EA9CF151B7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31" name="그룹 2430">
                    <a:extLst>
                      <a:ext uri="{FF2B5EF4-FFF2-40B4-BE49-F238E27FC236}">
                        <a16:creationId xmlns:a16="http://schemas.microsoft.com/office/drawing/2014/main" id="{8ED3AF83-1D98-B692-42BC-9547F8C667B0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42" name="타원 2441">
                      <a:extLst>
                        <a:ext uri="{FF2B5EF4-FFF2-40B4-BE49-F238E27FC236}">
                          <a16:creationId xmlns:a16="http://schemas.microsoft.com/office/drawing/2014/main" id="{B8CDB7D2-159A-000D-0461-C62C617C895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443" name="직선 화살표 연결선 2442">
                      <a:extLst>
                        <a:ext uri="{FF2B5EF4-FFF2-40B4-BE49-F238E27FC236}">
                          <a16:creationId xmlns:a16="http://schemas.microsoft.com/office/drawing/2014/main" id="{AD89EEBB-2C12-DB42-45F7-8737D8E58AB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432" name="TextBox 2431">
                    <a:extLst>
                      <a:ext uri="{FF2B5EF4-FFF2-40B4-BE49-F238E27FC236}">
                        <a16:creationId xmlns:a16="http://schemas.microsoft.com/office/drawing/2014/main" id="{19A71FB0-9F62-B63A-CB60-F8D5C3F5404D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433" name="TextBox 2432">
                    <a:extLst>
                      <a:ext uri="{FF2B5EF4-FFF2-40B4-BE49-F238E27FC236}">
                        <a16:creationId xmlns:a16="http://schemas.microsoft.com/office/drawing/2014/main" id="{EEA5F742-FDC8-7012-2AF9-FB6185621B01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434" name="그룹 2433">
                    <a:extLst>
                      <a:ext uri="{FF2B5EF4-FFF2-40B4-BE49-F238E27FC236}">
                        <a16:creationId xmlns:a16="http://schemas.microsoft.com/office/drawing/2014/main" id="{1AFB4A53-3576-4E18-73B7-DFB72AC37E91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40" name="타원 2439">
                      <a:extLst>
                        <a:ext uri="{FF2B5EF4-FFF2-40B4-BE49-F238E27FC236}">
                          <a16:creationId xmlns:a16="http://schemas.microsoft.com/office/drawing/2014/main" id="{498A56E6-032B-0B1F-5BC6-5317F0F2804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441" name="직선 화살표 연결선 2440">
                      <a:extLst>
                        <a:ext uri="{FF2B5EF4-FFF2-40B4-BE49-F238E27FC236}">
                          <a16:creationId xmlns:a16="http://schemas.microsoft.com/office/drawing/2014/main" id="{3F7FA22F-EB0B-2108-C6F5-F0ED3C4C2EA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35" name="그룹 2434">
                    <a:extLst>
                      <a:ext uri="{FF2B5EF4-FFF2-40B4-BE49-F238E27FC236}">
                        <a16:creationId xmlns:a16="http://schemas.microsoft.com/office/drawing/2014/main" id="{7991508E-E29B-FCEF-90E5-34895575FEB9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38" name="타원 2437">
                      <a:extLst>
                        <a:ext uri="{FF2B5EF4-FFF2-40B4-BE49-F238E27FC236}">
                          <a16:creationId xmlns:a16="http://schemas.microsoft.com/office/drawing/2014/main" id="{7C8E6274-7540-86A5-1A56-F0C3D26C2B8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cxnSp>
                  <p:nvCxnSpPr>
                    <p:cNvPr id="2439" name="직선 화살표 연결선 2438">
                      <a:extLst>
                        <a:ext uri="{FF2B5EF4-FFF2-40B4-BE49-F238E27FC236}">
                          <a16:creationId xmlns:a16="http://schemas.microsoft.com/office/drawing/2014/main" id="{548F8BEE-7A21-B1D2-C420-A29350B258F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436" name="TextBox 2435">
                    <a:extLst>
                      <a:ext uri="{FF2B5EF4-FFF2-40B4-BE49-F238E27FC236}">
                        <a16:creationId xmlns:a16="http://schemas.microsoft.com/office/drawing/2014/main" id="{D3CD6686-097A-B22D-AEAE-A4C649AF97EC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40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437" name="TextBox 2436">
                    <a:extLst>
                      <a:ext uri="{FF2B5EF4-FFF2-40B4-BE49-F238E27FC236}">
                        <a16:creationId xmlns:a16="http://schemas.microsoft.com/office/drawing/2014/main" id="{7C440934-08A2-208A-64B5-ECA83B96D52C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r"/>
                    <a:r>
                      <a:rPr lang="en-US" altLang="ko-KR" sz="600" dirty="0">
                        <a:latin typeface="+mn-ea"/>
                      </a:rPr>
                      <a:t>39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</p:grpSp>
        </p:grpSp>
        <p:grpSp>
          <p:nvGrpSpPr>
            <p:cNvPr id="2247" name="그룹 2246">
              <a:extLst>
                <a:ext uri="{FF2B5EF4-FFF2-40B4-BE49-F238E27FC236}">
                  <a16:creationId xmlns:a16="http://schemas.microsoft.com/office/drawing/2014/main" id="{506520D5-D5E9-2D8C-B042-F00483157D87}"/>
                </a:ext>
              </a:extLst>
            </p:cNvPr>
            <p:cNvGrpSpPr/>
            <p:nvPr/>
          </p:nvGrpSpPr>
          <p:grpSpPr>
            <a:xfrm flipH="1">
              <a:off x="9902491" y="545959"/>
              <a:ext cx="253389" cy="3573705"/>
              <a:chOff x="9553091" y="544373"/>
              <a:chExt cx="253389" cy="3573705"/>
            </a:xfrm>
          </p:grpSpPr>
          <p:grpSp>
            <p:nvGrpSpPr>
              <p:cNvPr id="2248" name="그룹 2247">
                <a:extLst>
                  <a:ext uri="{FF2B5EF4-FFF2-40B4-BE49-F238E27FC236}">
                    <a16:creationId xmlns:a16="http://schemas.microsoft.com/office/drawing/2014/main" id="{94CA4DD5-697E-934E-7A44-564BD0801924}"/>
                  </a:ext>
                </a:extLst>
              </p:cNvPr>
              <p:cNvGrpSpPr/>
              <p:nvPr/>
            </p:nvGrpSpPr>
            <p:grpSpPr>
              <a:xfrm>
                <a:off x="9553091" y="544373"/>
                <a:ext cx="253380" cy="1802205"/>
                <a:chOff x="9553091" y="544373"/>
                <a:chExt cx="253380" cy="1802205"/>
              </a:xfrm>
            </p:grpSpPr>
            <p:grpSp>
              <p:nvGrpSpPr>
                <p:cNvPr id="2332" name="그룹 2331">
                  <a:extLst>
                    <a:ext uri="{FF2B5EF4-FFF2-40B4-BE49-F238E27FC236}">
                      <a16:creationId xmlns:a16="http://schemas.microsoft.com/office/drawing/2014/main" id="{D2169D12-2DC2-7721-3BD6-86DD97F3B188}"/>
                    </a:ext>
                  </a:extLst>
                </p:cNvPr>
                <p:cNvGrpSpPr/>
                <p:nvPr/>
              </p:nvGrpSpPr>
              <p:grpSpPr>
                <a:xfrm>
                  <a:off x="9553091" y="544373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2374" name="그룹 2373">
                    <a:extLst>
                      <a:ext uri="{FF2B5EF4-FFF2-40B4-BE49-F238E27FC236}">
                        <a16:creationId xmlns:a16="http://schemas.microsoft.com/office/drawing/2014/main" id="{BB5F6345-C341-F155-EC91-A8BFC4F8E178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12" name="타원 2411">
                      <a:extLst>
                        <a:ext uri="{FF2B5EF4-FFF2-40B4-BE49-F238E27FC236}">
                          <a16:creationId xmlns:a16="http://schemas.microsoft.com/office/drawing/2014/main" id="{5DAD7743-C3DF-3650-E705-E7032C6D536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413" name="직선 화살표 연결선 2412">
                      <a:extLst>
                        <a:ext uri="{FF2B5EF4-FFF2-40B4-BE49-F238E27FC236}">
                          <a16:creationId xmlns:a16="http://schemas.microsoft.com/office/drawing/2014/main" id="{283EF977-3EE1-708E-44C1-70DA8DC65ED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75" name="그룹 2374">
                    <a:extLst>
                      <a:ext uri="{FF2B5EF4-FFF2-40B4-BE49-F238E27FC236}">
                        <a16:creationId xmlns:a16="http://schemas.microsoft.com/office/drawing/2014/main" id="{E3CCCEB4-50AC-061F-559C-B1771690D8B3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10" name="타원 2409">
                      <a:extLst>
                        <a:ext uri="{FF2B5EF4-FFF2-40B4-BE49-F238E27FC236}">
                          <a16:creationId xmlns:a16="http://schemas.microsoft.com/office/drawing/2014/main" id="{761DA7F5-D230-1EFA-C865-DD44181B8B9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411" name="직선 화살표 연결선 2410">
                      <a:extLst>
                        <a:ext uri="{FF2B5EF4-FFF2-40B4-BE49-F238E27FC236}">
                          <a16:creationId xmlns:a16="http://schemas.microsoft.com/office/drawing/2014/main" id="{DD8D3D2D-AABC-4712-150C-21EFB6CD312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376" name="TextBox 2375">
                    <a:extLst>
                      <a:ext uri="{FF2B5EF4-FFF2-40B4-BE49-F238E27FC236}">
                        <a16:creationId xmlns:a16="http://schemas.microsoft.com/office/drawing/2014/main" id="{F12BE72D-DA94-472D-C521-89E276A3352A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377" name="TextBox 2376">
                    <a:extLst>
                      <a:ext uri="{FF2B5EF4-FFF2-40B4-BE49-F238E27FC236}">
                        <a16:creationId xmlns:a16="http://schemas.microsoft.com/office/drawing/2014/main" id="{A2DAD510-998B-1FA0-E899-1BF4D9494DAF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378" name="그룹 2377">
                    <a:extLst>
                      <a:ext uri="{FF2B5EF4-FFF2-40B4-BE49-F238E27FC236}">
                        <a16:creationId xmlns:a16="http://schemas.microsoft.com/office/drawing/2014/main" id="{B17F957B-E1BA-074F-568B-9EC78B633533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08" name="타원 2407">
                      <a:extLst>
                        <a:ext uri="{FF2B5EF4-FFF2-40B4-BE49-F238E27FC236}">
                          <a16:creationId xmlns:a16="http://schemas.microsoft.com/office/drawing/2014/main" id="{0450A365-9FBD-86F6-52E7-413EEF62AFE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409" name="직선 화살표 연결선 2408">
                      <a:extLst>
                        <a:ext uri="{FF2B5EF4-FFF2-40B4-BE49-F238E27FC236}">
                          <a16:creationId xmlns:a16="http://schemas.microsoft.com/office/drawing/2014/main" id="{838896FA-C063-F59B-6DAA-00B7EABE735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79" name="그룹 2378">
                    <a:extLst>
                      <a:ext uri="{FF2B5EF4-FFF2-40B4-BE49-F238E27FC236}">
                        <a16:creationId xmlns:a16="http://schemas.microsoft.com/office/drawing/2014/main" id="{0C5C481E-6E08-363F-0DFB-7FC776F27439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06" name="타원 2405">
                      <a:extLst>
                        <a:ext uri="{FF2B5EF4-FFF2-40B4-BE49-F238E27FC236}">
                          <a16:creationId xmlns:a16="http://schemas.microsoft.com/office/drawing/2014/main" id="{7E3F8C3C-E663-45E2-0EF6-1879B4055B5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407" name="직선 화살표 연결선 2406">
                      <a:extLst>
                        <a:ext uri="{FF2B5EF4-FFF2-40B4-BE49-F238E27FC236}">
                          <a16:creationId xmlns:a16="http://schemas.microsoft.com/office/drawing/2014/main" id="{954CA705-D907-1947-C7B1-D1D92FE652F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380" name="TextBox 2379">
                    <a:extLst>
                      <a:ext uri="{FF2B5EF4-FFF2-40B4-BE49-F238E27FC236}">
                        <a16:creationId xmlns:a16="http://schemas.microsoft.com/office/drawing/2014/main" id="{831CB93D-31DE-6D33-715D-0844CE573847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381" name="TextBox 2380">
                    <a:extLst>
                      <a:ext uri="{FF2B5EF4-FFF2-40B4-BE49-F238E27FC236}">
                        <a16:creationId xmlns:a16="http://schemas.microsoft.com/office/drawing/2014/main" id="{27C77340-EECB-206C-2CCA-B9C63C5B3BB9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382" name="그룹 2381">
                    <a:extLst>
                      <a:ext uri="{FF2B5EF4-FFF2-40B4-BE49-F238E27FC236}">
                        <a16:creationId xmlns:a16="http://schemas.microsoft.com/office/drawing/2014/main" id="{9343E445-2AD2-4813-BB24-F7B1548225D3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04" name="타원 2403">
                      <a:extLst>
                        <a:ext uri="{FF2B5EF4-FFF2-40B4-BE49-F238E27FC236}">
                          <a16:creationId xmlns:a16="http://schemas.microsoft.com/office/drawing/2014/main" id="{3444850B-379A-D57B-1967-076EEB53568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405" name="직선 화살표 연결선 2404">
                      <a:extLst>
                        <a:ext uri="{FF2B5EF4-FFF2-40B4-BE49-F238E27FC236}">
                          <a16:creationId xmlns:a16="http://schemas.microsoft.com/office/drawing/2014/main" id="{D3095E4F-BEFA-CBF0-94E6-8AF46B7580E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83" name="그룹 2382">
                    <a:extLst>
                      <a:ext uri="{FF2B5EF4-FFF2-40B4-BE49-F238E27FC236}">
                        <a16:creationId xmlns:a16="http://schemas.microsoft.com/office/drawing/2014/main" id="{00802708-1A6B-348A-4A52-F36347BB8206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02" name="타원 2401">
                      <a:extLst>
                        <a:ext uri="{FF2B5EF4-FFF2-40B4-BE49-F238E27FC236}">
                          <a16:creationId xmlns:a16="http://schemas.microsoft.com/office/drawing/2014/main" id="{1F0A1B55-D88B-6CC1-8A5A-570734263C7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403" name="직선 화살표 연결선 2402">
                      <a:extLst>
                        <a:ext uri="{FF2B5EF4-FFF2-40B4-BE49-F238E27FC236}">
                          <a16:creationId xmlns:a16="http://schemas.microsoft.com/office/drawing/2014/main" id="{F39E5034-1178-751C-FCD9-044979C6C44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384" name="TextBox 2383">
                    <a:extLst>
                      <a:ext uri="{FF2B5EF4-FFF2-40B4-BE49-F238E27FC236}">
                        <a16:creationId xmlns:a16="http://schemas.microsoft.com/office/drawing/2014/main" id="{24A5A90B-667C-FE88-9D89-4DE7E3C6AC03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385" name="TextBox 2384">
                    <a:extLst>
                      <a:ext uri="{FF2B5EF4-FFF2-40B4-BE49-F238E27FC236}">
                        <a16:creationId xmlns:a16="http://schemas.microsoft.com/office/drawing/2014/main" id="{84484E1F-4761-BF4B-EA48-0186DBDE1D97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386" name="그룹 2385">
                    <a:extLst>
                      <a:ext uri="{FF2B5EF4-FFF2-40B4-BE49-F238E27FC236}">
                        <a16:creationId xmlns:a16="http://schemas.microsoft.com/office/drawing/2014/main" id="{0C9DA308-F612-9FB6-EE19-9C3FEB8C90FE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400" name="타원 2399">
                      <a:extLst>
                        <a:ext uri="{FF2B5EF4-FFF2-40B4-BE49-F238E27FC236}">
                          <a16:creationId xmlns:a16="http://schemas.microsoft.com/office/drawing/2014/main" id="{5F4A918A-BE1B-9CF3-5A41-690E8DC73D7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401" name="직선 화살표 연결선 2400">
                      <a:extLst>
                        <a:ext uri="{FF2B5EF4-FFF2-40B4-BE49-F238E27FC236}">
                          <a16:creationId xmlns:a16="http://schemas.microsoft.com/office/drawing/2014/main" id="{C0140A64-2171-886F-1065-D21FC8D968C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87" name="그룹 2386">
                    <a:extLst>
                      <a:ext uri="{FF2B5EF4-FFF2-40B4-BE49-F238E27FC236}">
                        <a16:creationId xmlns:a16="http://schemas.microsoft.com/office/drawing/2014/main" id="{BE78071A-FE07-2AC4-32E4-7489B14C2AE0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98" name="타원 2397">
                      <a:extLst>
                        <a:ext uri="{FF2B5EF4-FFF2-40B4-BE49-F238E27FC236}">
                          <a16:creationId xmlns:a16="http://schemas.microsoft.com/office/drawing/2014/main" id="{F375C97D-25E0-2FB0-227C-B003CE1B20C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399" name="직선 화살표 연결선 2398">
                      <a:extLst>
                        <a:ext uri="{FF2B5EF4-FFF2-40B4-BE49-F238E27FC236}">
                          <a16:creationId xmlns:a16="http://schemas.microsoft.com/office/drawing/2014/main" id="{E2F0B60C-6D1C-9259-92F4-4BCBE5DD5EC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388" name="TextBox 2387">
                    <a:extLst>
                      <a:ext uri="{FF2B5EF4-FFF2-40B4-BE49-F238E27FC236}">
                        <a16:creationId xmlns:a16="http://schemas.microsoft.com/office/drawing/2014/main" id="{A0DD48A1-023F-5A41-620E-CAD97792AECA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389" name="TextBox 2388">
                    <a:extLst>
                      <a:ext uri="{FF2B5EF4-FFF2-40B4-BE49-F238E27FC236}">
                        <a16:creationId xmlns:a16="http://schemas.microsoft.com/office/drawing/2014/main" id="{9C5EA9B6-B97E-EAE3-30BD-9D85B481A7BF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390" name="그룹 2389">
                    <a:extLst>
                      <a:ext uri="{FF2B5EF4-FFF2-40B4-BE49-F238E27FC236}">
                        <a16:creationId xmlns:a16="http://schemas.microsoft.com/office/drawing/2014/main" id="{431F05EB-EB2B-18B2-EBAD-4E4A2DB28783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96" name="타원 2395">
                      <a:extLst>
                        <a:ext uri="{FF2B5EF4-FFF2-40B4-BE49-F238E27FC236}">
                          <a16:creationId xmlns:a16="http://schemas.microsoft.com/office/drawing/2014/main" id="{ABEEFAA2-B72F-18CB-CE24-D293F795678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397" name="직선 화살표 연결선 2396">
                      <a:extLst>
                        <a:ext uri="{FF2B5EF4-FFF2-40B4-BE49-F238E27FC236}">
                          <a16:creationId xmlns:a16="http://schemas.microsoft.com/office/drawing/2014/main" id="{F4215B37-BB03-8B8F-E34C-514D96F1C62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91" name="그룹 2390">
                    <a:extLst>
                      <a:ext uri="{FF2B5EF4-FFF2-40B4-BE49-F238E27FC236}">
                        <a16:creationId xmlns:a16="http://schemas.microsoft.com/office/drawing/2014/main" id="{C1401268-798C-28CB-A68D-360F7C413E1A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94" name="타원 2393">
                      <a:extLst>
                        <a:ext uri="{FF2B5EF4-FFF2-40B4-BE49-F238E27FC236}">
                          <a16:creationId xmlns:a16="http://schemas.microsoft.com/office/drawing/2014/main" id="{8A86B450-277B-7D0B-399F-6381ADB9C05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395" name="직선 화살표 연결선 2394">
                      <a:extLst>
                        <a:ext uri="{FF2B5EF4-FFF2-40B4-BE49-F238E27FC236}">
                          <a16:creationId xmlns:a16="http://schemas.microsoft.com/office/drawing/2014/main" id="{90E05BE0-A75C-6539-8517-E13C4490F9B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392" name="TextBox 2391">
                    <a:extLst>
                      <a:ext uri="{FF2B5EF4-FFF2-40B4-BE49-F238E27FC236}">
                        <a16:creationId xmlns:a16="http://schemas.microsoft.com/office/drawing/2014/main" id="{7703A5D9-23F2-26CF-44F3-5159F4E6D96C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393" name="TextBox 2392">
                    <a:extLst>
                      <a:ext uri="{FF2B5EF4-FFF2-40B4-BE49-F238E27FC236}">
                        <a16:creationId xmlns:a16="http://schemas.microsoft.com/office/drawing/2014/main" id="{3D287AC7-389E-F82B-5AFD-480F1AB82B12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49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  <p:grpSp>
              <p:nvGrpSpPr>
                <p:cNvPr id="2333" name="그룹 2332">
                  <a:extLst>
                    <a:ext uri="{FF2B5EF4-FFF2-40B4-BE49-F238E27FC236}">
                      <a16:creationId xmlns:a16="http://schemas.microsoft.com/office/drawing/2014/main" id="{6484CDED-E5C9-4917-1B52-8EEF426E4F13}"/>
                    </a:ext>
                  </a:extLst>
                </p:cNvPr>
                <p:cNvGrpSpPr/>
                <p:nvPr/>
              </p:nvGrpSpPr>
              <p:grpSpPr>
                <a:xfrm>
                  <a:off x="9553108" y="1431218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2334" name="그룹 2333">
                    <a:extLst>
                      <a:ext uri="{FF2B5EF4-FFF2-40B4-BE49-F238E27FC236}">
                        <a16:creationId xmlns:a16="http://schemas.microsoft.com/office/drawing/2014/main" id="{73EBEB4F-2BA1-E401-F84F-30308DEF8970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72" name="타원 2371">
                      <a:extLst>
                        <a:ext uri="{FF2B5EF4-FFF2-40B4-BE49-F238E27FC236}">
                          <a16:creationId xmlns:a16="http://schemas.microsoft.com/office/drawing/2014/main" id="{C48F8407-89CE-3C79-C4D4-5858C863902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373" name="직선 화살표 연결선 2372">
                      <a:extLst>
                        <a:ext uri="{FF2B5EF4-FFF2-40B4-BE49-F238E27FC236}">
                          <a16:creationId xmlns:a16="http://schemas.microsoft.com/office/drawing/2014/main" id="{3549C458-78D3-B58E-11E6-69BF1B853B0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35" name="그룹 2334">
                    <a:extLst>
                      <a:ext uri="{FF2B5EF4-FFF2-40B4-BE49-F238E27FC236}">
                        <a16:creationId xmlns:a16="http://schemas.microsoft.com/office/drawing/2014/main" id="{D76C3BF8-41B3-0924-D1D2-F068F0C6B0A7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70" name="타원 2369">
                      <a:extLst>
                        <a:ext uri="{FF2B5EF4-FFF2-40B4-BE49-F238E27FC236}">
                          <a16:creationId xmlns:a16="http://schemas.microsoft.com/office/drawing/2014/main" id="{EC273D67-21DE-E6B9-2744-8291D3097C6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371" name="직선 화살표 연결선 2370">
                      <a:extLst>
                        <a:ext uri="{FF2B5EF4-FFF2-40B4-BE49-F238E27FC236}">
                          <a16:creationId xmlns:a16="http://schemas.microsoft.com/office/drawing/2014/main" id="{8AAF6763-A0F2-3AA7-C995-4FF1E981CC9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336" name="TextBox 2335">
                    <a:extLst>
                      <a:ext uri="{FF2B5EF4-FFF2-40B4-BE49-F238E27FC236}">
                        <a16:creationId xmlns:a16="http://schemas.microsoft.com/office/drawing/2014/main" id="{AC7B277D-BA28-19F2-EA71-7123A85EEDB2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337" name="TextBox 2336">
                    <a:extLst>
                      <a:ext uri="{FF2B5EF4-FFF2-40B4-BE49-F238E27FC236}">
                        <a16:creationId xmlns:a16="http://schemas.microsoft.com/office/drawing/2014/main" id="{3BB141C2-89CB-18A5-6602-10AED20388E8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338" name="그룹 2337">
                    <a:extLst>
                      <a:ext uri="{FF2B5EF4-FFF2-40B4-BE49-F238E27FC236}">
                        <a16:creationId xmlns:a16="http://schemas.microsoft.com/office/drawing/2014/main" id="{2ED37702-5058-90A7-7019-8828CBC09709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68" name="타원 2367">
                      <a:extLst>
                        <a:ext uri="{FF2B5EF4-FFF2-40B4-BE49-F238E27FC236}">
                          <a16:creationId xmlns:a16="http://schemas.microsoft.com/office/drawing/2014/main" id="{B8005B16-3071-A38D-AEFE-97D7723A9C7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369" name="직선 화살표 연결선 2368">
                      <a:extLst>
                        <a:ext uri="{FF2B5EF4-FFF2-40B4-BE49-F238E27FC236}">
                          <a16:creationId xmlns:a16="http://schemas.microsoft.com/office/drawing/2014/main" id="{CDEBF50A-99DA-5B4F-5D04-1690DCFF8F8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39" name="그룹 2338">
                    <a:extLst>
                      <a:ext uri="{FF2B5EF4-FFF2-40B4-BE49-F238E27FC236}">
                        <a16:creationId xmlns:a16="http://schemas.microsoft.com/office/drawing/2014/main" id="{965B9E24-6068-3913-6194-D2CCE041ADE1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66" name="타원 2365">
                      <a:extLst>
                        <a:ext uri="{FF2B5EF4-FFF2-40B4-BE49-F238E27FC236}">
                          <a16:creationId xmlns:a16="http://schemas.microsoft.com/office/drawing/2014/main" id="{7A56D840-A3C0-3958-AFB4-CE07428B2BE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367" name="직선 화살표 연결선 2366">
                      <a:extLst>
                        <a:ext uri="{FF2B5EF4-FFF2-40B4-BE49-F238E27FC236}">
                          <a16:creationId xmlns:a16="http://schemas.microsoft.com/office/drawing/2014/main" id="{8E0AE984-5A9C-2549-653A-BAD534183B1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340" name="TextBox 2339">
                    <a:extLst>
                      <a:ext uri="{FF2B5EF4-FFF2-40B4-BE49-F238E27FC236}">
                        <a16:creationId xmlns:a16="http://schemas.microsoft.com/office/drawing/2014/main" id="{CCE6DE9A-F7C6-0441-35D5-31361802CBDD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341" name="TextBox 2340">
                    <a:extLst>
                      <a:ext uri="{FF2B5EF4-FFF2-40B4-BE49-F238E27FC236}">
                        <a16:creationId xmlns:a16="http://schemas.microsoft.com/office/drawing/2014/main" id="{C9696DCA-C5A0-0F90-6D64-AB2A73F90F2C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342" name="그룹 2341">
                    <a:extLst>
                      <a:ext uri="{FF2B5EF4-FFF2-40B4-BE49-F238E27FC236}">
                        <a16:creationId xmlns:a16="http://schemas.microsoft.com/office/drawing/2014/main" id="{C36B1710-4BA2-AD52-C74E-0FD26D76FAC3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64" name="타원 2363">
                      <a:extLst>
                        <a:ext uri="{FF2B5EF4-FFF2-40B4-BE49-F238E27FC236}">
                          <a16:creationId xmlns:a16="http://schemas.microsoft.com/office/drawing/2014/main" id="{1C2B96BD-4331-E9FF-D0C6-20D3AAB93E9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365" name="직선 화살표 연결선 2364">
                      <a:extLst>
                        <a:ext uri="{FF2B5EF4-FFF2-40B4-BE49-F238E27FC236}">
                          <a16:creationId xmlns:a16="http://schemas.microsoft.com/office/drawing/2014/main" id="{874017B0-D869-9080-6BF7-DC68EEFBA89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43" name="그룹 2342">
                    <a:extLst>
                      <a:ext uri="{FF2B5EF4-FFF2-40B4-BE49-F238E27FC236}">
                        <a16:creationId xmlns:a16="http://schemas.microsoft.com/office/drawing/2014/main" id="{937A9611-492E-EE80-5D89-21A6E643354A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62" name="타원 2361">
                      <a:extLst>
                        <a:ext uri="{FF2B5EF4-FFF2-40B4-BE49-F238E27FC236}">
                          <a16:creationId xmlns:a16="http://schemas.microsoft.com/office/drawing/2014/main" id="{FE1D05C5-62DD-5A57-4B25-058E649A787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363" name="직선 화살표 연결선 2362">
                      <a:extLst>
                        <a:ext uri="{FF2B5EF4-FFF2-40B4-BE49-F238E27FC236}">
                          <a16:creationId xmlns:a16="http://schemas.microsoft.com/office/drawing/2014/main" id="{6645568B-3925-A3EE-6A71-719C836005E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344" name="TextBox 2343">
                    <a:extLst>
                      <a:ext uri="{FF2B5EF4-FFF2-40B4-BE49-F238E27FC236}">
                        <a16:creationId xmlns:a16="http://schemas.microsoft.com/office/drawing/2014/main" id="{91D09ACE-8C69-5638-7751-DC91E4DA754B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345" name="TextBox 2344">
                    <a:extLst>
                      <a:ext uri="{FF2B5EF4-FFF2-40B4-BE49-F238E27FC236}">
                        <a16:creationId xmlns:a16="http://schemas.microsoft.com/office/drawing/2014/main" id="{2CED6FD1-0105-F116-A5DA-C3439F79DC32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346" name="그룹 2345">
                    <a:extLst>
                      <a:ext uri="{FF2B5EF4-FFF2-40B4-BE49-F238E27FC236}">
                        <a16:creationId xmlns:a16="http://schemas.microsoft.com/office/drawing/2014/main" id="{080B5684-C98B-F22F-36F5-FFD34EB92CD1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60" name="타원 2359">
                      <a:extLst>
                        <a:ext uri="{FF2B5EF4-FFF2-40B4-BE49-F238E27FC236}">
                          <a16:creationId xmlns:a16="http://schemas.microsoft.com/office/drawing/2014/main" id="{276AA0D4-8436-282A-E9BE-3A11374456FD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361" name="직선 화살표 연결선 2360">
                      <a:extLst>
                        <a:ext uri="{FF2B5EF4-FFF2-40B4-BE49-F238E27FC236}">
                          <a16:creationId xmlns:a16="http://schemas.microsoft.com/office/drawing/2014/main" id="{960FD3D3-AD49-1A3A-A214-5DA5C8BA4A4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47" name="그룹 2346">
                    <a:extLst>
                      <a:ext uri="{FF2B5EF4-FFF2-40B4-BE49-F238E27FC236}">
                        <a16:creationId xmlns:a16="http://schemas.microsoft.com/office/drawing/2014/main" id="{832C4624-09DA-81D0-434A-D2985E8FF58B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58" name="타원 2357">
                      <a:extLst>
                        <a:ext uri="{FF2B5EF4-FFF2-40B4-BE49-F238E27FC236}">
                          <a16:creationId xmlns:a16="http://schemas.microsoft.com/office/drawing/2014/main" id="{3F8EBD89-6834-D778-C50A-5291E8DB3C5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359" name="직선 화살표 연결선 2358">
                      <a:extLst>
                        <a:ext uri="{FF2B5EF4-FFF2-40B4-BE49-F238E27FC236}">
                          <a16:creationId xmlns:a16="http://schemas.microsoft.com/office/drawing/2014/main" id="{13CE7A51-DED4-8A69-BE9D-9DB302C6824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348" name="TextBox 2347">
                    <a:extLst>
                      <a:ext uri="{FF2B5EF4-FFF2-40B4-BE49-F238E27FC236}">
                        <a16:creationId xmlns:a16="http://schemas.microsoft.com/office/drawing/2014/main" id="{6CC59881-65EA-524B-E2C3-DDBEA9629A95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349" name="TextBox 2348">
                    <a:extLst>
                      <a:ext uri="{FF2B5EF4-FFF2-40B4-BE49-F238E27FC236}">
                        <a16:creationId xmlns:a16="http://schemas.microsoft.com/office/drawing/2014/main" id="{3795FF8C-9685-FB02-4C75-86254B7A385A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350" name="그룹 2349">
                    <a:extLst>
                      <a:ext uri="{FF2B5EF4-FFF2-40B4-BE49-F238E27FC236}">
                        <a16:creationId xmlns:a16="http://schemas.microsoft.com/office/drawing/2014/main" id="{B0636249-EC85-42F2-A072-3F6DB90FE345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56" name="타원 2355">
                      <a:extLst>
                        <a:ext uri="{FF2B5EF4-FFF2-40B4-BE49-F238E27FC236}">
                          <a16:creationId xmlns:a16="http://schemas.microsoft.com/office/drawing/2014/main" id="{69598739-6E75-7E7C-D9BB-34F21D7BBA5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357" name="직선 화살표 연결선 2356">
                      <a:extLst>
                        <a:ext uri="{FF2B5EF4-FFF2-40B4-BE49-F238E27FC236}">
                          <a16:creationId xmlns:a16="http://schemas.microsoft.com/office/drawing/2014/main" id="{7804E190-CED7-1706-1E68-613E8585A32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51" name="그룹 2350">
                    <a:extLst>
                      <a:ext uri="{FF2B5EF4-FFF2-40B4-BE49-F238E27FC236}">
                        <a16:creationId xmlns:a16="http://schemas.microsoft.com/office/drawing/2014/main" id="{785442E1-72FE-FA26-9525-5C7C4538A0D9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54" name="타원 2353">
                      <a:extLst>
                        <a:ext uri="{FF2B5EF4-FFF2-40B4-BE49-F238E27FC236}">
                          <a16:creationId xmlns:a16="http://schemas.microsoft.com/office/drawing/2014/main" id="{342C495B-D24A-376A-45C9-863B908C09E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355" name="직선 화살표 연결선 2354">
                      <a:extLst>
                        <a:ext uri="{FF2B5EF4-FFF2-40B4-BE49-F238E27FC236}">
                          <a16:creationId xmlns:a16="http://schemas.microsoft.com/office/drawing/2014/main" id="{BEC07F6A-7A64-BFE0-401E-AB7CC161C5D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352" name="TextBox 2351">
                    <a:extLst>
                      <a:ext uri="{FF2B5EF4-FFF2-40B4-BE49-F238E27FC236}">
                        <a16:creationId xmlns:a16="http://schemas.microsoft.com/office/drawing/2014/main" id="{7834A879-0EF8-30D1-2158-5BA7B7CB5A68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353" name="TextBox 2352">
                    <a:extLst>
                      <a:ext uri="{FF2B5EF4-FFF2-40B4-BE49-F238E27FC236}">
                        <a16:creationId xmlns:a16="http://schemas.microsoft.com/office/drawing/2014/main" id="{364D07C8-6114-2F9A-8D8C-10F03BF070F6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59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</p:grpSp>
          <p:grpSp>
            <p:nvGrpSpPr>
              <p:cNvPr id="2249" name="그룹 2248">
                <a:extLst>
                  <a:ext uri="{FF2B5EF4-FFF2-40B4-BE49-F238E27FC236}">
                    <a16:creationId xmlns:a16="http://schemas.microsoft.com/office/drawing/2014/main" id="{74C4B830-1669-FAF8-7930-38336F750E8F}"/>
                  </a:ext>
                </a:extLst>
              </p:cNvPr>
              <p:cNvGrpSpPr/>
              <p:nvPr/>
            </p:nvGrpSpPr>
            <p:grpSpPr>
              <a:xfrm>
                <a:off x="9553100" y="2315873"/>
                <a:ext cx="253380" cy="1802205"/>
                <a:chOff x="9553091" y="544373"/>
                <a:chExt cx="253380" cy="1802205"/>
              </a:xfrm>
            </p:grpSpPr>
            <p:grpSp>
              <p:nvGrpSpPr>
                <p:cNvPr id="2250" name="그룹 2249">
                  <a:extLst>
                    <a:ext uri="{FF2B5EF4-FFF2-40B4-BE49-F238E27FC236}">
                      <a16:creationId xmlns:a16="http://schemas.microsoft.com/office/drawing/2014/main" id="{ACFB1223-3520-8169-F337-A2E501857C29}"/>
                    </a:ext>
                  </a:extLst>
                </p:cNvPr>
                <p:cNvGrpSpPr/>
                <p:nvPr/>
              </p:nvGrpSpPr>
              <p:grpSpPr>
                <a:xfrm>
                  <a:off x="9553091" y="544373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2292" name="그룹 2291">
                    <a:extLst>
                      <a:ext uri="{FF2B5EF4-FFF2-40B4-BE49-F238E27FC236}">
                        <a16:creationId xmlns:a16="http://schemas.microsoft.com/office/drawing/2014/main" id="{E16904DE-78D5-A17D-15E6-CF828BB6FD9F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30" name="타원 2329">
                      <a:extLst>
                        <a:ext uri="{FF2B5EF4-FFF2-40B4-BE49-F238E27FC236}">
                          <a16:creationId xmlns:a16="http://schemas.microsoft.com/office/drawing/2014/main" id="{629FEFF5-7795-8C40-A224-DCA81900C99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331" name="직선 화살표 연결선 2330">
                      <a:extLst>
                        <a:ext uri="{FF2B5EF4-FFF2-40B4-BE49-F238E27FC236}">
                          <a16:creationId xmlns:a16="http://schemas.microsoft.com/office/drawing/2014/main" id="{6CBBE211-E2D7-D70B-3080-2BE89FBC330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293" name="그룹 2292">
                    <a:extLst>
                      <a:ext uri="{FF2B5EF4-FFF2-40B4-BE49-F238E27FC236}">
                        <a16:creationId xmlns:a16="http://schemas.microsoft.com/office/drawing/2014/main" id="{C0840503-5B84-2ECE-CDF2-5A3A9B0AF2ED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28" name="타원 2327">
                      <a:extLst>
                        <a:ext uri="{FF2B5EF4-FFF2-40B4-BE49-F238E27FC236}">
                          <a16:creationId xmlns:a16="http://schemas.microsoft.com/office/drawing/2014/main" id="{48722B81-DFF4-542D-7CEF-FF03FA7DDA00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329" name="직선 화살표 연결선 2328">
                      <a:extLst>
                        <a:ext uri="{FF2B5EF4-FFF2-40B4-BE49-F238E27FC236}">
                          <a16:creationId xmlns:a16="http://schemas.microsoft.com/office/drawing/2014/main" id="{9A95D3F4-54CB-EC39-E490-31BC9456B3D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294" name="TextBox 2293">
                    <a:extLst>
                      <a:ext uri="{FF2B5EF4-FFF2-40B4-BE49-F238E27FC236}">
                        <a16:creationId xmlns:a16="http://schemas.microsoft.com/office/drawing/2014/main" id="{15AD186F-9E5B-83A6-70E7-43622E332C8B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295" name="TextBox 2294">
                    <a:extLst>
                      <a:ext uri="{FF2B5EF4-FFF2-40B4-BE49-F238E27FC236}">
                        <a16:creationId xmlns:a16="http://schemas.microsoft.com/office/drawing/2014/main" id="{C383FD58-858E-0C26-CDC0-994F9932AA3B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296" name="그룹 2295">
                    <a:extLst>
                      <a:ext uri="{FF2B5EF4-FFF2-40B4-BE49-F238E27FC236}">
                        <a16:creationId xmlns:a16="http://schemas.microsoft.com/office/drawing/2014/main" id="{A1BD4454-95CC-300F-4CB1-FE6AAFB80818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26" name="타원 2325">
                      <a:extLst>
                        <a:ext uri="{FF2B5EF4-FFF2-40B4-BE49-F238E27FC236}">
                          <a16:creationId xmlns:a16="http://schemas.microsoft.com/office/drawing/2014/main" id="{2C8420E9-2C20-254F-8DC8-A08DB145F8F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327" name="직선 화살표 연결선 2326">
                      <a:extLst>
                        <a:ext uri="{FF2B5EF4-FFF2-40B4-BE49-F238E27FC236}">
                          <a16:creationId xmlns:a16="http://schemas.microsoft.com/office/drawing/2014/main" id="{46E495BB-2D9A-C79E-44CF-FD84872C51C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297" name="그룹 2296">
                    <a:extLst>
                      <a:ext uri="{FF2B5EF4-FFF2-40B4-BE49-F238E27FC236}">
                        <a16:creationId xmlns:a16="http://schemas.microsoft.com/office/drawing/2014/main" id="{9E1D4725-C498-232C-75D5-CE6CB710926F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24" name="타원 2323">
                      <a:extLst>
                        <a:ext uri="{FF2B5EF4-FFF2-40B4-BE49-F238E27FC236}">
                          <a16:creationId xmlns:a16="http://schemas.microsoft.com/office/drawing/2014/main" id="{8AA0C24E-FE18-1C91-85D2-2BFAFC1ADB5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325" name="직선 화살표 연결선 2324">
                      <a:extLst>
                        <a:ext uri="{FF2B5EF4-FFF2-40B4-BE49-F238E27FC236}">
                          <a16:creationId xmlns:a16="http://schemas.microsoft.com/office/drawing/2014/main" id="{E5BF5072-5BE6-4D3A-416D-AE02D118614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298" name="TextBox 2297">
                    <a:extLst>
                      <a:ext uri="{FF2B5EF4-FFF2-40B4-BE49-F238E27FC236}">
                        <a16:creationId xmlns:a16="http://schemas.microsoft.com/office/drawing/2014/main" id="{9F8CE24A-99F4-BC25-9B01-6DCDF614F0F4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299" name="TextBox 2298">
                    <a:extLst>
                      <a:ext uri="{FF2B5EF4-FFF2-40B4-BE49-F238E27FC236}">
                        <a16:creationId xmlns:a16="http://schemas.microsoft.com/office/drawing/2014/main" id="{136937BA-E9B5-496F-DE54-1BA66050FCB0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300" name="그룹 2299">
                    <a:extLst>
                      <a:ext uri="{FF2B5EF4-FFF2-40B4-BE49-F238E27FC236}">
                        <a16:creationId xmlns:a16="http://schemas.microsoft.com/office/drawing/2014/main" id="{1022ADD8-96CD-3ECB-EFED-12CFBA2E4544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22" name="타원 2321">
                      <a:extLst>
                        <a:ext uri="{FF2B5EF4-FFF2-40B4-BE49-F238E27FC236}">
                          <a16:creationId xmlns:a16="http://schemas.microsoft.com/office/drawing/2014/main" id="{3361E7A0-803D-868E-3876-7274184A5B6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323" name="직선 화살표 연결선 2322">
                      <a:extLst>
                        <a:ext uri="{FF2B5EF4-FFF2-40B4-BE49-F238E27FC236}">
                          <a16:creationId xmlns:a16="http://schemas.microsoft.com/office/drawing/2014/main" id="{87D7239E-B1FB-D06A-B554-F6CEC76E8C5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01" name="그룹 2300">
                    <a:extLst>
                      <a:ext uri="{FF2B5EF4-FFF2-40B4-BE49-F238E27FC236}">
                        <a16:creationId xmlns:a16="http://schemas.microsoft.com/office/drawing/2014/main" id="{1226E6A6-D055-C009-8A59-B567DB8414EB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20" name="타원 2319">
                      <a:extLst>
                        <a:ext uri="{FF2B5EF4-FFF2-40B4-BE49-F238E27FC236}">
                          <a16:creationId xmlns:a16="http://schemas.microsoft.com/office/drawing/2014/main" id="{E0C3C1A3-11A0-827B-21B8-7D4B113A20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321" name="직선 화살표 연결선 2320">
                      <a:extLst>
                        <a:ext uri="{FF2B5EF4-FFF2-40B4-BE49-F238E27FC236}">
                          <a16:creationId xmlns:a16="http://schemas.microsoft.com/office/drawing/2014/main" id="{2F633FFB-9D75-AAF5-31B5-71D777EFFAD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302" name="TextBox 2301">
                    <a:extLst>
                      <a:ext uri="{FF2B5EF4-FFF2-40B4-BE49-F238E27FC236}">
                        <a16:creationId xmlns:a16="http://schemas.microsoft.com/office/drawing/2014/main" id="{72BF5C54-0C0C-3FEF-B882-BC2EF8E49C3F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303" name="TextBox 2302">
                    <a:extLst>
                      <a:ext uri="{FF2B5EF4-FFF2-40B4-BE49-F238E27FC236}">
                        <a16:creationId xmlns:a16="http://schemas.microsoft.com/office/drawing/2014/main" id="{C4732308-390E-20DE-4915-6A028EC5C633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304" name="그룹 2303">
                    <a:extLst>
                      <a:ext uri="{FF2B5EF4-FFF2-40B4-BE49-F238E27FC236}">
                        <a16:creationId xmlns:a16="http://schemas.microsoft.com/office/drawing/2014/main" id="{4F474D3E-D3FB-A125-8C0B-DAD25BCE6DB8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18" name="타원 2317">
                      <a:extLst>
                        <a:ext uri="{FF2B5EF4-FFF2-40B4-BE49-F238E27FC236}">
                          <a16:creationId xmlns:a16="http://schemas.microsoft.com/office/drawing/2014/main" id="{4E46A69A-44C2-4111-E6E2-E717260D2EF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319" name="직선 화살표 연결선 2318">
                      <a:extLst>
                        <a:ext uri="{FF2B5EF4-FFF2-40B4-BE49-F238E27FC236}">
                          <a16:creationId xmlns:a16="http://schemas.microsoft.com/office/drawing/2014/main" id="{5000C83E-9356-D04C-0BD0-D7EF32B28FD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05" name="그룹 2304">
                    <a:extLst>
                      <a:ext uri="{FF2B5EF4-FFF2-40B4-BE49-F238E27FC236}">
                        <a16:creationId xmlns:a16="http://schemas.microsoft.com/office/drawing/2014/main" id="{BD96378D-2310-6E67-51F2-236C3E703608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16" name="타원 2315">
                      <a:extLst>
                        <a:ext uri="{FF2B5EF4-FFF2-40B4-BE49-F238E27FC236}">
                          <a16:creationId xmlns:a16="http://schemas.microsoft.com/office/drawing/2014/main" id="{9BAAD263-3E50-D519-A463-3A1574C2D8E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317" name="직선 화살표 연결선 2316">
                      <a:extLst>
                        <a:ext uri="{FF2B5EF4-FFF2-40B4-BE49-F238E27FC236}">
                          <a16:creationId xmlns:a16="http://schemas.microsoft.com/office/drawing/2014/main" id="{E180C3B1-0087-963A-FDA0-B66957577A6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306" name="TextBox 2305">
                    <a:extLst>
                      <a:ext uri="{FF2B5EF4-FFF2-40B4-BE49-F238E27FC236}">
                        <a16:creationId xmlns:a16="http://schemas.microsoft.com/office/drawing/2014/main" id="{2C259D62-A275-6318-6E8A-90FB60303D9F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307" name="TextBox 2306">
                    <a:extLst>
                      <a:ext uri="{FF2B5EF4-FFF2-40B4-BE49-F238E27FC236}">
                        <a16:creationId xmlns:a16="http://schemas.microsoft.com/office/drawing/2014/main" id="{3DC160DF-F19D-EDAB-9C9B-B3F1374A5497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308" name="그룹 2307">
                    <a:extLst>
                      <a:ext uri="{FF2B5EF4-FFF2-40B4-BE49-F238E27FC236}">
                        <a16:creationId xmlns:a16="http://schemas.microsoft.com/office/drawing/2014/main" id="{214EEC30-F1CA-9382-E938-9DB030D8690C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14" name="타원 2313">
                      <a:extLst>
                        <a:ext uri="{FF2B5EF4-FFF2-40B4-BE49-F238E27FC236}">
                          <a16:creationId xmlns:a16="http://schemas.microsoft.com/office/drawing/2014/main" id="{FAED5ADB-AE12-2D7E-D292-18C398BE275A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315" name="직선 화살표 연결선 2314">
                      <a:extLst>
                        <a:ext uri="{FF2B5EF4-FFF2-40B4-BE49-F238E27FC236}">
                          <a16:creationId xmlns:a16="http://schemas.microsoft.com/office/drawing/2014/main" id="{85F02A15-5F91-4F4C-8B32-C4AF45934BA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09" name="그룹 2308">
                    <a:extLst>
                      <a:ext uri="{FF2B5EF4-FFF2-40B4-BE49-F238E27FC236}">
                        <a16:creationId xmlns:a16="http://schemas.microsoft.com/office/drawing/2014/main" id="{033EBD2D-DD08-7DC9-FB3A-A3EC4346F998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312" name="타원 2311">
                      <a:extLst>
                        <a:ext uri="{FF2B5EF4-FFF2-40B4-BE49-F238E27FC236}">
                          <a16:creationId xmlns:a16="http://schemas.microsoft.com/office/drawing/2014/main" id="{164A2C82-DBF0-BB60-6BFC-983EAAFD290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313" name="직선 화살표 연결선 2312">
                      <a:extLst>
                        <a:ext uri="{FF2B5EF4-FFF2-40B4-BE49-F238E27FC236}">
                          <a16:creationId xmlns:a16="http://schemas.microsoft.com/office/drawing/2014/main" id="{8E81D5FC-121A-78E3-A329-0A27DE1DCB5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310" name="TextBox 2309">
                    <a:extLst>
                      <a:ext uri="{FF2B5EF4-FFF2-40B4-BE49-F238E27FC236}">
                        <a16:creationId xmlns:a16="http://schemas.microsoft.com/office/drawing/2014/main" id="{717863D7-A2EE-F5FD-35D3-96145FA9F3BA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311" name="TextBox 2310">
                    <a:extLst>
                      <a:ext uri="{FF2B5EF4-FFF2-40B4-BE49-F238E27FC236}">
                        <a16:creationId xmlns:a16="http://schemas.microsoft.com/office/drawing/2014/main" id="{F12C60D4-736E-B9F3-4464-FE20CABE5CA0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69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  <p:grpSp>
              <p:nvGrpSpPr>
                <p:cNvPr id="2251" name="그룹 2250">
                  <a:extLst>
                    <a:ext uri="{FF2B5EF4-FFF2-40B4-BE49-F238E27FC236}">
                      <a16:creationId xmlns:a16="http://schemas.microsoft.com/office/drawing/2014/main" id="{C2FF6D88-ADAC-F877-A817-BF162A1EF9C5}"/>
                    </a:ext>
                  </a:extLst>
                </p:cNvPr>
                <p:cNvGrpSpPr/>
                <p:nvPr/>
              </p:nvGrpSpPr>
              <p:grpSpPr>
                <a:xfrm>
                  <a:off x="9553108" y="1431218"/>
                  <a:ext cx="253363" cy="915360"/>
                  <a:chOff x="9553091" y="544373"/>
                  <a:chExt cx="253363" cy="915360"/>
                </a:xfrm>
              </p:grpSpPr>
              <p:grpSp>
                <p:nvGrpSpPr>
                  <p:cNvPr id="2252" name="그룹 2251">
                    <a:extLst>
                      <a:ext uri="{FF2B5EF4-FFF2-40B4-BE49-F238E27FC236}">
                        <a16:creationId xmlns:a16="http://schemas.microsoft.com/office/drawing/2014/main" id="{D577AD4B-3D28-718E-5C84-733D8454E239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90" y="589674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290" name="타원 2289">
                      <a:extLst>
                        <a:ext uri="{FF2B5EF4-FFF2-40B4-BE49-F238E27FC236}">
                          <a16:creationId xmlns:a16="http://schemas.microsoft.com/office/drawing/2014/main" id="{2C4F7FA2-E172-3010-D71F-E19A5F19E6F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291" name="직선 화살표 연결선 2290">
                      <a:extLst>
                        <a:ext uri="{FF2B5EF4-FFF2-40B4-BE49-F238E27FC236}">
                          <a16:creationId xmlns:a16="http://schemas.microsoft.com/office/drawing/2014/main" id="{0FC6E508-6EC7-4653-F846-659B677165F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253" name="그룹 2252">
                    <a:extLst>
                      <a:ext uri="{FF2B5EF4-FFF2-40B4-BE49-F238E27FC236}">
                        <a16:creationId xmlns:a16="http://schemas.microsoft.com/office/drawing/2014/main" id="{96EC3788-CB68-3D8D-6F1C-A2224CA7D25B}"/>
                      </a:ext>
                    </a:extLst>
                  </p:cNvPr>
                  <p:cNvGrpSpPr/>
                  <p:nvPr/>
                </p:nvGrpSpPr>
                <p:grpSpPr>
                  <a:xfrm>
                    <a:off x="9556155" y="678371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288" name="타원 2287">
                      <a:extLst>
                        <a:ext uri="{FF2B5EF4-FFF2-40B4-BE49-F238E27FC236}">
                          <a16:creationId xmlns:a16="http://schemas.microsoft.com/office/drawing/2014/main" id="{39BC893D-5C8A-9686-0AE1-BF0EA63FF91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289" name="직선 화살표 연결선 2288">
                      <a:extLst>
                        <a:ext uri="{FF2B5EF4-FFF2-40B4-BE49-F238E27FC236}">
                          <a16:creationId xmlns:a16="http://schemas.microsoft.com/office/drawing/2014/main" id="{180B4BCC-689A-6D72-CEC8-7492C9676BE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254" name="TextBox 2253">
                    <a:extLst>
                      <a:ext uri="{FF2B5EF4-FFF2-40B4-BE49-F238E27FC236}">
                        <a16:creationId xmlns:a16="http://schemas.microsoft.com/office/drawing/2014/main" id="{D65726FA-33F8-0428-68B4-0568C72096DF}"/>
                      </a:ext>
                    </a:extLst>
                  </p:cNvPr>
                  <p:cNvSpPr txBox="1"/>
                  <p:nvPr/>
                </p:nvSpPr>
                <p:spPr>
                  <a:xfrm>
                    <a:off x="9589294" y="544373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71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255" name="TextBox 2254">
                    <a:extLst>
                      <a:ext uri="{FF2B5EF4-FFF2-40B4-BE49-F238E27FC236}">
                        <a16:creationId xmlns:a16="http://schemas.microsoft.com/office/drawing/2014/main" id="{F80E0DC2-4715-C318-87E4-A7B8F6EEA3EB}"/>
                      </a:ext>
                    </a:extLst>
                  </p:cNvPr>
                  <p:cNvSpPr txBox="1"/>
                  <p:nvPr/>
                </p:nvSpPr>
                <p:spPr>
                  <a:xfrm>
                    <a:off x="9605962" y="633145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72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256" name="그룹 2255">
                    <a:extLst>
                      <a:ext uri="{FF2B5EF4-FFF2-40B4-BE49-F238E27FC236}">
                        <a16:creationId xmlns:a16="http://schemas.microsoft.com/office/drawing/2014/main" id="{A760AFC1-A49B-27AC-B5A9-34309F102CDC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767768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286" name="타원 2285">
                      <a:extLst>
                        <a:ext uri="{FF2B5EF4-FFF2-40B4-BE49-F238E27FC236}">
                          <a16:creationId xmlns:a16="http://schemas.microsoft.com/office/drawing/2014/main" id="{253864BB-1E40-6846-7E15-1F33C19C556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287" name="직선 화살표 연결선 2286">
                      <a:extLst>
                        <a:ext uri="{FF2B5EF4-FFF2-40B4-BE49-F238E27FC236}">
                          <a16:creationId xmlns:a16="http://schemas.microsoft.com/office/drawing/2014/main" id="{21F6AECB-50C1-3DB4-2229-37B81759AFB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257" name="그룹 2256">
                    <a:extLst>
                      <a:ext uri="{FF2B5EF4-FFF2-40B4-BE49-F238E27FC236}">
                        <a16:creationId xmlns:a16="http://schemas.microsoft.com/office/drawing/2014/main" id="{D2BD4604-E6CB-1E49-6D7B-11A0DF13EDB8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856465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284" name="타원 2283">
                      <a:extLst>
                        <a:ext uri="{FF2B5EF4-FFF2-40B4-BE49-F238E27FC236}">
                          <a16:creationId xmlns:a16="http://schemas.microsoft.com/office/drawing/2014/main" id="{21CC1B59-B1B4-FF9C-02A6-7B2DE319C34B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285" name="직선 화살표 연결선 2284">
                      <a:extLst>
                        <a:ext uri="{FF2B5EF4-FFF2-40B4-BE49-F238E27FC236}">
                          <a16:creationId xmlns:a16="http://schemas.microsoft.com/office/drawing/2014/main" id="{9B0BEDAB-BAA7-0580-484B-81416F47BD4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258" name="TextBox 2257">
                    <a:extLst>
                      <a:ext uri="{FF2B5EF4-FFF2-40B4-BE49-F238E27FC236}">
                        <a16:creationId xmlns:a16="http://schemas.microsoft.com/office/drawing/2014/main" id="{5A5AB9EB-BB20-D364-AAF8-E248AEE948A2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722467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73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259" name="TextBox 2258">
                    <a:extLst>
                      <a:ext uri="{FF2B5EF4-FFF2-40B4-BE49-F238E27FC236}">
                        <a16:creationId xmlns:a16="http://schemas.microsoft.com/office/drawing/2014/main" id="{B411B93E-DC4E-A346-4092-10A95FAEC08B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811239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74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260" name="그룹 2259">
                    <a:extLst>
                      <a:ext uri="{FF2B5EF4-FFF2-40B4-BE49-F238E27FC236}">
                        <a16:creationId xmlns:a16="http://schemas.microsoft.com/office/drawing/2014/main" id="{7F934203-F9D4-A7D3-0522-5869D09DF270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945132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282" name="타원 2281">
                      <a:extLst>
                        <a:ext uri="{FF2B5EF4-FFF2-40B4-BE49-F238E27FC236}">
                          <a16:creationId xmlns:a16="http://schemas.microsoft.com/office/drawing/2014/main" id="{218E7C40-E6BA-1B19-BCD0-57BD1A1822A9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283" name="직선 화살표 연결선 2282">
                      <a:extLst>
                        <a:ext uri="{FF2B5EF4-FFF2-40B4-BE49-F238E27FC236}">
                          <a16:creationId xmlns:a16="http://schemas.microsoft.com/office/drawing/2014/main" id="{03E92D3D-855E-D822-23AC-C1FF08B4C5C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261" name="그룹 2260">
                    <a:extLst>
                      <a:ext uri="{FF2B5EF4-FFF2-40B4-BE49-F238E27FC236}">
                        <a16:creationId xmlns:a16="http://schemas.microsoft.com/office/drawing/2014/main" id="{545A0A07-AB19-B3FD-1773-0AB9405B28D0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033829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280" name="타원 2279">
                      <a:extLst>
                        <a:ext uri="{FF2B5EF4-FFF2-40B4-BE49-F238E27FC236}">
                          <a16:creationId xmlns:a16="http://schemas.microsoft.com/office/drawing/2014/main" id="{7C4AE379-13B2-C4B1-D49D-5BEE8BDB855C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281" name="직선 화살표 연결선 2280">
                      <a:extLst>
                        <a:ext uri="{FF2B5EF4-FFF2-40B4-BE49-F238E27FC236}">
                          <a16:creationId xmlns:a16="http://schemas.microsoft.com/office/drawing/2014/main" id="{BCD94FF9-F1F7-ACC4-0BB9-7644BC64FD8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262" name="TextBox 2261">
                    <a:extLst>
                      <a:ext uri="{FF2B5EF4-FFF2-40B4-BE49-F238E27FC236}">
                        <a16:creationId xmlns:a16="http://schemas.microsoft.com/office/drawing/2014/main" id="{937D49D8-14F4-C80C-B872-80BE735327C1}"/>
                      </a:ext>
                    </a:extLst>
                  </p:cNvPr>
                  <p:cNvSpPr txBox="1"/>
                  <p:nvPr/>
                </p:nvSpPr>
                <p:spPr>
                  <a:xfrm>
                    <a:off x="9587762" y="899831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75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263" name="TextBox 2262">
                    <a:extLst>
                      <a:ext uri="{FF2B5EF4-FFF2-40B4-BE49-F238E27FC236}">
                        <a16:creationId xmlns:a16="http://schemas.microsoft.com/office/drawing/2014/main" id="{7FE8FD58-DB0B-01B2-11D7-7D2102CE8CBC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988603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76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264" name="그룹 2263">
                    <a:extLst>
                      <a:ext uri="{FF2B5EF4-FFF2-40B4-BE49-F238E27FC236}">
                        <a16:creationId xmlns:a16="http://schemas.microsoft.com/office/drawing/2014/main" id="{B4CDC136-41B3-7B32-6B12-70F67DF1D113}"/>
                      </a:ext>
                    </a:extLst>
                  </p:cNvPr>
                  <p:cNvGrpSpPr/>
                  <p:nvPr/>
                </p:nvGrpSpPr>
                <p:grpSpPr>
                  <a:xfrm>
                    <a:off x="9553126" y="112322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278" name="타원 2277">
                      <a:extLst>
                        <a:ext uri="{FF2B5EF4-FFF2-40B4-BE49-F238E27FC236}">
                          <a16:creationId xmlns:a16="http://schemas.microsoft.com/office/drawing/2014/main" id="{8A8458C9-1F08-BB0A-C2B6-10A326D3F2AE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279" name="직선 화살표 연결선 2278">
                      <a:extLst>
                        <a:ext uri="{FF2B5EF4-FFF2-40B4-BE49-F238E27FC236}">
                          <a16:creationId xmlns:a16="http://schemas.microsoft.com/office/drawing/2014/main" id="{2BB7B964-4A8C-C8F0-E6F9-3B59A579B82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265" name="그룹 2264">
                    <a:extLst>
                      <a:ext uri="{FF2B5EF4-FFF2-40B4-BE49-F238E27FC236}">
                        <a16:creationId xmlns:a16="http://schemas.microsoft.com/office/drawing/2014/main" id="{19E07346-F3E4-4EC5-EC08-816F36B8C59E}"/>
                      </a:ext>
                    </a:extLst>
                  </p:cNvPr>
                  <p:cNvGrpSpPr/>
                  <p:nvPr/>
                </p:nvGrpSpPr>
                <p:grpSpPr>
                  <a:xfrm>
                    <a:off x="9553091" y="121192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276" name="타원 2275">
                      <a:extLst>
                        <a:ext uri="{FF2B5EF4-FFF2-40B4-BE49-F238E27FC236}">
                          <a16:creationId xmlns:a16="http://schemas.microsoft.com/office/drawing/2014/main" id="{790E33E7-CCE7-0E07-547C-F534BFB2E375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277" name="직선 화살표 연결선 2276">
                      <a:extLst>
                        <a:ext uri="{FF2B5EF4-FFF2-40B4-BE49-F238E27FC236}">
                          <a16:creationId xmlns:a16="http://schemas.microsoft.com/office/drawing/2014/main" id="{1DD194F2-821E-5F81-49BE-C4A4CCE9513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266" name="TextBox 2265">
                    <a:extLst>
                      <a:ext uri="{FF2B5EF4-FFF2-40B4-BE49-F238E27FC236}">
                        <a16:creationId xmlns:a16="http://schemas.microsoft.com/office/drawing/2014/main" id="{485C5B09-16E4-F8EE-F4A9-091D81206E58}"/>
                      </a:ext>
                    </a:extLst>
                  </p:cNvPr>
                  <p:cNvSpPr txBox="1"/>
                  <p:nvPr/>
                </p:nvSpPr>
                <p:spPr>
                  <a:xfrm>
                    <a:off x="9586230" y="1077925"/>
                    <a:ext cx="134564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77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267" name="TextBox 2266">
                    <a:extLst>
                      <a:ext uri="{FF2B5EF4-FFF2-40B4-BE49-F238E27FC236}">
                        <a16:creationId xmlns:a16="http://schemas.microsoft.com/office/drawing/2014/main" id="{2FEF6BFD-2820-7731-FCED-AF1EDFEBC32F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8" y="116669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78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grpSp>
                <p:nvGrpSpPr>
                  <p:cNvPr id="2268" name="그룹 2267">
                    <a:extLst>
                      <a:ext uri="{FF2B5EF4-FFF2-40B4-BE49-F238E27FC236}">
                        <a16:creationId xmlns:a16="http://schemas.microsoft.com/office/drawing/2014/main" id="{E992ABA2-20EA-6FC2-1837-C39ADE39E181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58" y="1299036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274" name="타원 2273">
                      <a:extLst>
                        <a:ext uri="{FF2B5EF4-FFF2-40B4-BE49-F238E27FC236}">
                          <a16:creationId xmlns:a16="http://schemas.microsoft.com/office/drawing/2014/main" id="{9C242E17-032A-0BFA-2A50-AC25307DDBF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275" name="직선 화살표 연결선 2274">
                      <a:extLst>
                        <a:ext uri="{FF2B5EF4-FFF2-40B4-BE49-F238E27FC236}">
                          <a16:creationId xmlns:a16="http://schemas.microsoft.com/office/drawing/2014/main" id="{BCAFDC36-820D-0D04-A03F-54A72301885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269" name="그룹 2268">
                    <a:extLst>
                      <a:ext uri="{FF2B5EF4-FFF2-40B4-BE49-F238E27FC236}">
                        <a16:creationId xmlns:a16="http://schemas.microsoft.com/office/drawing/2014/main" id="{56A2A373-705C-7B61-60D6-F481F6357375}"/>
                      </a:ext>
                    </a:extLst>
                  </p:cNvPr>
                  <p:cNvGrpSpPr/>
                  <p:nvPr/>
                </p:nvGrpSpPr>
                <p:grpSpPr>
                  <a:xfrm>
                    <a:off x="9554623" y="1387733"/>
                    <a:ext cx="250264" cy="72000"/>
                    <a:chOff x="7902575" y="878878"/>
                    <a:chExt cx="250264" cy="72000"/>
                  </a:xfrm>
                </p:grpSpPr>
                <p:sp>
                  <p:nvSpPr>
                    <p:cNvPr id="2272" name="타원 2271">
                      <a:extLst>
                        <a:ext uri="{FF2B5EF4-FFF2-40B4-BE49-F238E27FC236}">
                          <a16:creationId xmlns:a16="http://schemas.microsoft.com/office/drawing/2014/main" id="{13DE2FFC-5C25-3D4A-2A45-E52F5DD76F3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8080839" y="878878"/>
                      <a:ext cx="72000" cy="72000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endParaRPr lang="ko-KR" altLang="en-US" dirty="0"/>
                    </a:p>
                  </p:txBody>
                </p:sp>
                <p:cxnSp>
                  <p:nvCxnSpPr>
                    <p:cNvPr id="2273" name="직선 화살표 연결선 2272">
                      <a:extLst>
                        <a:ext uri="{FF2B5EF4-FFF2-40B4-BE49-F238E27FC236}">
                          <a16:creationId xmlns:a16="http://schemas.microsoft.com/office/drawing/2014/main" id="{A7742067-6E2F-6D18-06DF-FA6A18FA0DA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902575" y="914878"/>
                      <a:ext cx="178264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270" name="TextBox 2269">
                    <a:extLst>
                      <a:ext uri="{FF2B5EF4-FFF2-40B4-BE49-F238E27FC236}">
                        <a16:creationId xmlns:a16="http://schemas.microsoft.com/office/drawing/2014/main" id="{36C5EFA6-90B5-7401-0E6C-D1120FCD93CD}"/>
                      </a:ext>
                    </a:extLst>
                  </p:cNvPr>
                  <p:cNvSpPr txBox="1"/>
                  <p:nvPr/>
                </p:nvSpPr>
                <p:spPr>
                  <a:xfrm>
                    <a:off x="9604430" y="1342507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80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  <p:sp>
                <p:nvSpPr>
                  <p:cNvPr id="2271" name="TextBox 2270">
                    <a:extLst>
                      <a:ext uri="{FF2B5EF4-FFF2-40B4-BE49-F238E27FC236}">
                        <a16:creationId xmlns:a16="http://schemas.microsoft.com/office/drawing/2014/main" id="{2EDC95A0-1F1A-78CF-9F96-24AD1C347A0A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899" y="1257916"/>
                    <a:ext cx="115513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latin typeface="+mn-ea"/>
                      </a:rPr>
                      <a:t>79</a:t>
                    </a:r>
                    <a:endParaRPr lang="ko-KR" altLang="en-US" sz="600" dirty="0">
                      <a:latin typeface="+mn-ea"/>
                    </a:endParaRPr>
                  </a:p>
                </p:txBody>
              </p:sp>
            </p:grpSp>
          </p:grpSp>
        </p:grpSp>
      </p:grpSp>
      <p:cxnSp>
        <p:nvCxnSpPr>
          <p:cNvPr id="2586" name="직선 연결선 2585">
            <a:extLst>
              <a:ext uri="{FF2B5EF4-FFF2-40B4-BE49-F238E27FC236}">
                <a16:creationId xmlns:a16="http://schemas.microsoft.com/office/drawing/2014/main" id="{677F5F40-1E2F-E7E3-26B4-26F6559D323D}"/>
              </a:ext>
            </a:extLst>
          </p:cNvPr>
          <p:cNvCxnSpPr>
            <a:cxnSpLocks/>
          </p:cNvCxnSpPr>
          <p:nvPr/>
        </p:nvCxnSpPr>
        <p:spPr>
          <a:xfrm>
            <a:off x="5829521" y="1317975"/>
            <a:ext cx="0" cy="39141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8" name="TextBox 2597">
            <a:extLst>
              <a:ext uri="{FF2B5EF4-FFF2-40B4-BE49-F238E27FC236}">
                <a16:creationId xmlns:a16="http://schemas.microsoft.com/office/drawing/2014/main" id="{E0BB6A86-CA02-AD1A-3615-73AC1428A174}"/>
              </a:ext>
            </a:extLst>
          </p:cNvPr>
          <p:cNvSpPr txBox="1"/>
          <p:nvPr/>
        </p:nvSpPr>
        <p:spPr>
          <a:xfrm>
            <a:off x="5728314" y="5225193"/>
            <a:ext cx="24084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GND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647" name="직선 화살표 연결선 2646">
            <a:extLst>
              <a:ext uri="{FF2B5EF4-FFF2-40B4-BE49-F238E27FC236}">
                <a16:creationId xmlns:a16="http://schemas.microsoft.com/office/drawing/2014/main" id="{C9989179-4A0A-19EA-D754-6DC1E4607202}"/>
              </a:ext>
            </a:extLst>
          </p:cNvPr>
          <p:cNvCxnSpPr>
            <a:cxnSpLocks/>
          </p:cNvCxnSpPr>
          <p:nvPr/>
        </p:nvCxnSpPr>
        <p:spPr>
          <a:xfrm>
            <a:off x="5653298" y="1210950"/>
            <a:ext cx="33655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9" name="TextBox 2648">
            <a:extLst>
              <a:ext uri="{FF2B5EF4-FFF2-40B4-BE49-F238E27FC236}">
                <a16:creationId xmlns:a16="http://schemas.microsoft.com/office/drawing/2014/main" id="{0C52269C-2AB3-A644-1A10-2075A51286FC}"/>
              </a:ext>
            </a:extLst>
          </p:cNvPr>
          <p:cNvSpPr txBox="1"/>
          <p:nvPr/>
        </p:nvSpPr>
        <p:spPr>
          <a:xfrm>
            <a:off x="5086015" y="4903238"/>
            <a:ext cx="37675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???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650" name="직선 화살표 연결선 2649">
            <a:extLst>
              <a:ext uri="{FF2B5EF4-FFF2-40B4-BE49-F238E27FC236}">
                <a16:creationId xmlns:a16="http://schemas.microsoft.com/office/drawing/2014/main" id="{4CFD1976-F25F-A9B7-0257-B9121479E096}"/>
              </a:ext>
            </a:extLst>
          </p:cNvPr>
          <p:cNvCxnSpPr>
            <a:cxnSpLocks/>
          </p:cNvCxnSpPr>
          <p:nvPr/>
        </p:nvCxnSpPr>
        <p:spPr>
          <a:xfrm>
            <a:off x="6266447" y="4974383"/>
            <a:ext cx="35302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55" name="그룹 2654">
            <a:extLst>
              <a:ext uri="{FF2B5EF4-FFF2-40B4-BE49-F238E27FC236}">
                <a16:creationId xmlns:a16="http://schemas.microsoft.com/office/drawing/2014/main" id="{30C60FA5-38C1-9A15-91AE-280492D8FFDE}"/>
              </a:ext>
            </a:extLst>
          </p:cNvPr>
          <p:cNvGrpSpPr/>
          <p:nvPr/>
        </p:nvGrpSpPr>
        <p:grpSpPr>
          <a:xfrm>
            <a:off x="5879400" y="1105534"/>
            <a:ext cx="507674" cy="3955174"/>
            <a:chOff x="9604082" y="373939"/>
            <a:chExt cx="507674" cy="3955174"/>
          </a:xfrm>
        </p:grpSpPr>
        <p:sp>
          <p:nvSpPr>
            <p:cNvPr id="2675" name="타원 2674">
              <a:extLst>
                <a:ext uri="{FF2B5EF4-FFF2-40B4-BE49-F238E27FC236}">
                  <a16:creationId xmlns:a16="http://schemas.microsoft.com/office/drawing/2014/main" id="{92B4CAC9-03E2-4C46-90B8-82AEEC8446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18579" y="423154"/>
              <a:ext cx="108000" cy="10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76" name="타원 2675">
              <a:extLst>
                <a:ext uri="{FF2B5EF4-FFF2-40B4-BE49-F238E27FC236}">
                  <a16:creationId xmlns:a16="http://schemas.microsoft.com/office/drawing/2014/main" id="{6AC98057-1556-FBA0-549A-B8B688E87C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82664" y="423154"/>
              <a:ext cx="108000" cy="10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77" name="타원 2676">
              <a:extLst>
                <a:ext uri="{FF2B5EF4-FFF2-40B4-BE49-F238E27FC236}">
                  <a16:creationId xmlns:a16="http://schemas.microsoft.com/office/drawing/2014/main" id="{8877D143-0EED-CBEC-0A6B-C19F4228FC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19044" y="4183412"/>
              <a:ext cx="108000" cy="10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78" name="타원 2677">
              <a:extLst>
                <a:ext uri="{FF2B5EF4-FFF2-40B4-BE49-F238E27FC236}">
                  <a16:creationId xmlns:a16="http://schemas.microsoft.com/office/drawing/2014/main" id="{E35E725A-001F-B79F-B6C4-115760F67F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83129" y="4183412"/>
              <a:ext cx="108000" cy="10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79" name="직사각형 2678">
              <a:extLst>
                <a:ext uri="{FF2B5EF4-FFF2-40B4-BE49-F238E27FC236}">
                  <a16:creationId xmlns:a16="http://schemas.microsoft.com/office/drawing/2014/main" id="{F567FDCB-5EEA-4C08-C2F5-53993C8AC8FE}"/>
                </a:ext>
              </a:extLst>
            </p:cNvPr>
            <p:cNvSpPr/>
            <p:nvPr/>
          </p:nvSpPr>
          <p:spPr>
            <a:xfrm>
              <a:off x="9604082" y="373939"/>
              <a:ext cx="507674" cy="3955174"/>
            </a:xfrm>
            <a:prstGeom prst="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2684" name="TextBox 2683">
            <a:extLst>
              <a:ext uri="{FF2B5EF4-FFF2-40B4-BE49-F238E27FC236}">
                <a16:creationId xmlns:a16="http://schemas.microsoft.com/office/drawing/2014/main" id="{02DA7043-64F1-FCAF-99B9-2BF210AA8AD3}"/>
              </a:ext>
            </a:extLst>
          </p:cNvPr>
          <p:cNvSpPr txBox="1"/>
          <p:nvPr/>
        </p:nvSpPr>
        <p:spPr>
          <a:xfrm>
            <a:off x="5755868" y="958173"/>
            <a:ext cx="74267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b="1" dirty="0">
                <a:latin typeface="+mn-ea"/>
              </a:rPr>
              <a:t>J9 : to FP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2711" name="직선 화살표 연결선 2710">
            <a:extLst>
              <a:ext uri="{FF2B5EF4-FFF2-40B4-BE49-F238E27FC236}">
                <a16:creationId xmlns:a16="http://schemas.microsoft.com/office/drawing/2014/main" id="{C9937AB4-7C5D-6F9C-37C8-4743BEFD024B}"/>
              </a:ext>
            </a:extLst>
          </p:cNvPr>
          <p:cNvCxnSpPr>
            <a:cxnSpLocks/>
          </p:cNvCxnSpPr>
          <p:nvPr/>
        </p:nvCxnSpPr>
        <p:spPr>
          <a:xfrm>
            <a:off x="5480258" y="4969091"/>
            <a:ext cx="51435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16" name="그룹 2715">
            <a:extLst>
              <a:ext uri="{FF2B5EF4-FFF2-40B4-BE49-F238E27FC236}">
                <a16:creationId xmlns:a16="http://schemas.microsoft.com/office/drawing/2014/main" id="{D47EDC4F-B3A4-9374-E031-012BA8A83E81}"/>
              </a:ext>
            </a:extLst>
          </p:cNvPr>
          <p:cNvGrpSpPr/>
          <p:nvPr/>
        </p:nvGrpSpPr>
        <p:grpSpPr>
          <a:xfrm>
            <a:off x="9610118" y="3934722"/>
            <a:ext cx="253363" cy="915360"/>
            <a:chOff x="9553091" y="544373"/>
            <a:chExt cx="253363" cy="915360"/>
          </a:xfrm>
        </p:grpSpPr>
        <p:grpSp>
          <p:nvGrpSpPr>
            <p:cNvPr id="2717" name="그룹 2716">
              <a:extLst>
                <a:ext uri="{FF2B5EF4-FFF2-40B4-BE49-F238E27FC236}">
                  <a16:creationId xmlns:a16="http://schemas.microsoft.com/office/drawing/2014/main" id="{5D15C8C3-FB0A-62A3-2B1A-B48B4EC7FFAF}"/>
                </a:ext>
              </a:extLst>
            </p:cNvPr>
            <p:cNvGrpSpPr/>
            <p:nvPr/>
          </p:nvGrpSpPr>
          <p:grpSpPr>
            <a:xfrm>
              <a:off x="9556190" y="589674"/>
              <a:ext cx="250264" cy="72000"/>
              <a:chOff x="7902575" y="878878"/>
              <a:chExt cx="250264" cy="72000"/>
            </a:xfrm>
          </p:grpSpPr>
          <p:sp>
            <p:nvSpPr>
              <p:cNvPr id="2755" name="타원 2754">
                <a:extLst>
                  <a:ext uri="{FF2B5EF4-FFF2-40B4-BE49-F238E27FC236}">
                    <a16:creationId xmlns:a16="http://schemas.microsoft.com/office/drawing/2014/main" id="{6693ECFC-A79D-A26F-0337-B95ED6385C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756" name="직선 화살표 연결선 2755">
                <a:extLst>
                  <a:ext uri="{FF2B5EF4-FFF2-40B4-BE49-F238E27FC236}">
                    <a16:creationId xmlns:a16="http://schemas.microsoft.com/office/drawing/2014/main" id="{57579CBD-1EE3-A35A-15C2-902FBA353D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18" name="그룹 2717">
              <a:extLst>
                <a:ext uri="{FF2B5EF4-FFF2-40B4-BE49-F238E27FC236}">
                  <a16:creationId xmlns:a16="http://schemas.microsoft.com/office/drawing/2014/main" id="{30F9303B-37BB-436E-1A03-1B812250BA47}"/>
                </a:ext>
              </a:extLst>
            </p:cNvPr>
            <p:cNvGrpSpPr/>
            <p:nvPr/>
          </p:nvGrpSpPr>
          <p:grpSpPr>
            <a:xfrm>
              <a:off x="9556155" y="678371"/>
              <a:ext cx="250264" cy="72000"/>
              <a:chOff x="7902575" y="878878"/>
              <a:chExt cx="250264" cy="72000"/>
            </a:xfrm>
          </p:grpSpPr>
          <p:sp>
            <p:nvSpPr>
              <p:cNvPr id="2753" name="타원 2752">
                <a:extLst>
                  <a:ext uri="{FF2B5EF4-FFF2-40B4-BE49-F238E27FC236}">
                    <a16:creationId xmlns:a16="http://schemas.microsoft.com/office/drawing/2014/main" id="{450EC329-6D29-E0DB-68BC-DB126BBD87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754" name="직선 화살표 연결선 2753">
                <a:extLst>
                  <a:ext uri="{FF2B5EF4-FFF2-40B4-BE49-F238E27FC236}">
                    <a16:creationId xmlns:a16="http://schemas.microsoft.com/office/drawing/2014/main" id="{F55DECA1-CC3B-B879-DDDB-08DF692A6E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19" name="TextBox 2718">
              <a:extLst>
                <a:ext uri="{FF2B5EF4-FFF2-40B4-BE49-F238E27FC236}">
                  <a16:creationId xmlns:a16="http://schemas.microsoft.com/office/drawing/2014/main" id="{D08D7E1A-7E59-646F-15F5-CCF303D96B35}"/>
                </a:ext>
              </a:extLst>
            </p:cNvPr>
            <p:cNvSpPr txBox="1"/>
            <p:nvPr/>
          </p:nvSpPr>
          <p:spPr>
            <a:xfrm>
              <a:off x="9589294" y="544373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31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720" name="TextBox 2719">
              <a:extLst>
                <a:ext uri="{FF2B5EF4-FFF2-40B4-BE49-F238E27FC236}">
                  <a16:creationId xmlns:a16="http://schemas.microsoft.com/office/drawing/2014/main" id="{35E69928-BD1B-E41B-4711-1DDAF2278834}"/>
                </a:ext>
              </a:extLst>
            </p:cNvPr>
            <p:cNvSpPr txBox="1"/>
            <p:nvPr/>
          </p:nvSpPr>
          <p:spPr>
            <a:xfrm>
              <a:off x="9605962" y="633145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32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2721" name="그룹 2720">
              <a:extLst>
                <a:ext uri="{FF2B5EF4-FFF2-40B4-BE49-F238E27FC236}">
                  <a16:creationId xmlns:a16="http://schemas.microsoft.com/office/drawing/2014/main" id="{258735BD-4E51-3D9D-6E8B-919370A1995C}"/>
                </a:ext>
              </a:extLst>
            </p:cNvPr>
            <p:cNvGrpSpPr/>
            <p:nvPr/>
          </p:nvGrpSpPr>
          <p:grpSpPr>
            <a:xfrm>
              <a:off x="9554658" y="767768"/>
              <a:ext cx="250264" cy="72000"/>
              <a:chOff x="7902575" y="878878"/>
              <a:chExt cx="250264" cy="72000"/>
            </a:xfrm>
          </p:grpSpPr>
          <p:sp>
            <p:nvSpPr>
              <p:cNvPr id="2751" name="타원 2750">
                <a:extLst>
                  <a:ext uri="{FF2B5EF4-FFF2-40B4-BE49-F238E27FC236}">
                    <a16:creationId xmlns:a16="http://schemas.microsoft.com/office/drawing/2014/main" id="{95432F71-54E1-1F71-82F2-7665C18DDE8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752" name="직선 화살표 연결선 2751">
                <a:extLst>
                  <a:ext uri="{FF2B5EF4-FFF2-40B4-BE49-F238E27FC236}">
                    <a16:creationId xmlns:a16="http://schemas.microsoft.com/office/drawing/2014/main" id="{F86E743A-10B9-A21E-BF5F-30F9A52B11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22" name="그룹 2721">
              <a:extLst>
                <a:ext uri="{FF2B5EF4-FFF2-40B4-BE49-F238E27FC236}">
                  <a16:creationId xmlns:a16="http://schemas.microsoft.com/office/drawing/2014/main" id="{92D23869-898D-357B-927A-0CFFC022D2D7}"/>
                </a:ext>
              </a:extLst>
            </p:cNvPr>
            <p:cNvGrpSpPr/>
            <p:nvPr/>
          </p:nvGrpSpPr>
          <p:grpSpPr>
            <a:xfrm>
              <a:off x="9554623" y="856465"/>
              <a:ext cx="250264" cy="72000"/>
              <a:chOff x="7902575" y="878878"/>
              <a:chExt cx="250264" cy="72000"/>
            </a:xfrm>
          </p:grpSpPr>
          <p:sp>
            <p:nvSpPr>
              <p:cNvPr id="2749" name="타원 2748">
                <a:extLst>
                  <a:ext uri="{FF2B5EF4-FFF2-40B4-BE49-F238E27FC236}">
                    <a16:creationId xmlns:a16="http://schemas.microsoft.com/office/drawing/2014/main" id="{C7133D67-C6DF-B61A-8F3A-70874D08E5B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750" name="직선 화살표 연결선 2749">
                <a:extLst>
                  <a:ext uri="{FF2B5EF4-FFF2-40B4-BE49-F238E27FC236}">
                    <a16:creationId xmlns:a16="http://schemas.microsoft.com/office/drawing/2014/main" id="{1B5C9F47-9795-54B2-5438-CE5B9E5A44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23" name="TextBox 2722">
              <a:extLst>
                <a:ext uri="{FF2B5EF4-FFF2-40B4-BE49-F238E27FC236}">
                  <a16:creationId xmlns:a16="http://schemas.microsoft.com/office/drawing/2014/main" id="{FBA67D37-1BC6-534F-2438-47546C1461AD}"/>
                </a:ext>
              </a:extLst>
            </p:cNvPr>
            <p:cNvSpPr txBox="1"/>
            <p:nvPr/>
          </p:nvSpPr>
          <p:spPr>
            <a:xfrm>
              <a:off x="9587762" y="722467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33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724" name="TextBox 2723">
              <a:extLst>
                <a:ext uri="{FF2B5EF4-FFF2-40B4-BE49-F238E27FC236}">
                  <a16:creationId xmlns:a16="http://schemas.microsoft.com/office/drawing/2014/main" id="{B1BEB02B-8168-D51C-B885-C133EAE574F3}"/>
                </a:ext>
              </a:extLst>
            </p:cNvPr>
            <p:cNvSpPr txBox="1"/>
            <p:nvPr/>
          </p:nvSpPr>
          <p:spPr>
            <a:xfrm>
              <a:off x="9604430" y="811239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34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2725" name="그룹 2724">
              <a:extLst>
                <a:ext uri="{FF2B5EF4-FFF2-40B4-BE49-F238E27FC236}">
                  <a16:creationId xmlns:a16="http://schemas.microsoft.com/office/drawing/2014/main" id="{7D47A4FC-3AA1-79CC-F6DA-40368A7F9F5E}"/>
                </a:ext>
              </a:extLst>
            </p:cNvPr>
            <p:cNvGrpSpPr/>
            <p:nvPr/>
          </p:nvGrpSpPr>
          <p:grpSpPr>
            <a:xfrm>
              <a:off x="9554658" y="945132"/>
              <a:ext cx="250264" cy="72000"/>
              <a:chOff x="7902575" y="878878"/>
              <a:chExt cx="250264" cy="72000"/>
            </a:xfrm>
          </p:grpSpPr>
          <p:sp>
            <p:nvSpPr>
              <p:cNvPr id="2747" name="타원 2746">
                <a:extLst>
                  <a:ext uri="{FF2B5EF4-FFF2-40B4-BE49-F238E27FC236}">
                    <a16:creationId xmlns:a16="http://schemas.microsoft.com/office/drawing/2014/main" id="{FAA0818B-A9B0-8C42-46FB-FC3DBA3028E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748" name="직선 화살표 연결선 2747">
                <a:extLst>
                  <a:ext uri="{FF2B5EF4-FFF2-40B4-BE49-F238E27FC236}">
                    <a16:creationId xmlns:a16="http://schemas.microsoft.com/office/drawing/2014/main" id="{45F09201-972A-2A6C-85A5-0829068873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26" name="그룹 2725">
              <a:extLst>
                <a:ext uri="{FF2B5EF4-FFF2-40B4-BE49-F238E27FC236}">
                  <a16:creationId xmlns:a16="http://schemas.microsoft.com/office/drawing/2014/main" id="{D55B50F4-0A86-A1C5-5936-FF640119AB55}"/>
                </a:ext>
              </a:extLst>
            </p:cNvPr>
            <p:cNvGrpSpPr/>
            <p:nvPr/>
          </p:nvGrpSpPr>
          <p:grpSpPr>
            <a:xfrm>
              <a:off x="9554623" y="1033829"/>
              <a:ext cx="250264" cy="72000"/>
              <a:chOff x="7902575" y="878878"/>
              <a:chExt cx="250264" cy="72000"/>
            </a:xfrm>
          </p:grpSpPr>
          <p:sp>
            <p:nvSpPr>
              <p:cNvPr id="2745" name="타원 2744">
                <a:extLst>
                  <a:ext uri="{FF2B5EF4-FFF2-40B4-BE49-F238E27FC236}">
                    <a16:creationId xmlns:a16="http://schemas.microsoft.com/office/drawing/2014/main" id="{61758104-084B-422E-E47F-9C7769AC2BB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746" name="직선 화살표 연결선 2745">
                <a:extLst>
                  <a:ext uri="{FF2B5EF4-FFF2-40B4-BE49-F238E27FC236}">
                    <a16:creationId xmlns:a16="http://schemas.microsoft.com/office/drawing/2014/main" id="{C370F806-6AD4-F6A9-C45A-8DD875DFA1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27" name="TextBox 2726">
              <a:extLst>
                <a:ext uri="{FF2B5EF4-FFF2-40B4-BE49-F238E27FC236}">
                  <a16:creationId xmlns:a16="http://schemas.microsoft.com/office/drawing/2014/main" id="{4545F9A0-9450-E0E5-96ED-F6FB06A51D51}"/>
                </a:ext>
              </a:extLst>
            </p:cNvPr>
            <p:cNvSpPr txBox="1"/>
            <p:nvPr/>
          </p:nvSpPr>
          <p:spPr>
            <a:xfrm>
              <a:off x="9587762" y="899831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35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728" name="TextBox 2727">
              <a:extLst>
                <a:ext uri="{FF2B5EF4-FFF2-40B4-BE49-F238E27FC236}">
                  <a16:creationId xmlns:a16="http://schemas.microsoft.com/office/drawing/2014/main" id="{E91592C3-C79E-ADD9-3A83-F6BBCFB22BA3}"/>
                </a:ext>
              </a:extLst>
            </p:cNvPr>
            <p:cNvSpPr txBox="1"/>
            <p:nvPr/>
          </p:nvSpPr>
          <p:spPr>
            <a:xfrm>
              <a:off x="9604430" y="988603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36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2729" name="그룹 2728">
              <a:extLst>
                <a:ext uri="{FF2B5EF4-FFF2-40B4-BE49-F238E27FC236}">
                  <a16:creationId xmlns:a16="http://schemas.microsoft.com/office/drawing/2014/main" id="{D281E44A-233D-B2D9-66FA-82B5659AE93C}"/>
                </a:ext>
              </a:extLst>
            </p:cNvPr>
            <p:cNvGrpSpPr/>
            <p:nvPr/>
          </p:nvGrpSpPr>
          <p:grpSpPr>
            <a:xfrm>
              <a:off x="9553126" y="1123226"/>
              <a:ext cx="250264" cy="72000"/>
              <a:chOff x="7902575" y="878878"/>
              <a:chExt cx="250264" cy="72000"/>
            </a:xfrm>
          </p:grpSpPr>
          <p:sp>
            <p:nvSpPr>
              <p:cNvPr id="2743" name="타원 2742">
                <a:extLst>
                  <a:ext uri="{FF2B5EF4-FFF2-40B4-BE49-F238E27FC236}">
                    <a16:creationId xmlns:a16="http://schemas.microsoft.com/office/drawing/2014/main" id="{5E514D44-0479-F9EA-18A5-2DA5ECAD8D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744" name="직선 화살표 연결선 2743">
                <a:extLst>
                  <a:ext uri="{FF2B5EF4-FFF2-40B4-BE49-F238E27FC236}">
                    <a16:creationId xmlns:a16="http://schemas.microsoft.com/office/drawing/2014/main" id="{311EB7EA-8914-756B-280A-F08BB9B2D2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30" name="그룹 2729">
              <a:extLst>
                <a:ext uri="{FF2B5EF4-FFF2-40B4-BE49-F238E27FC236}">
                  <a16:creationId xmlns:a16="http://schemas.microsoft.com/office/drawing/2014/main" id="{1937620C-F472-2FDE-6CD5-A2A6447456B9}"/>
                </a:ext>
              </a:extLst>
            </p:cNvPr>
            <p:cNvGrpSpPr/>
            <p:nvPr/>
          </p:nvGrpSpPr>
          <p:grpSpPr>
            <a:xfrm>
              <a:off x="9553091" y="1211923"/>
              <a:ext cx="250264" cy="72000"/>
              <a:chOff x="7902575" y="878878"/>
              <a:chExt cx="250264" cy="72000"/>
            </a:xfrm>
          </p:grpSpPr>
          <p:sp>
            <p:nvSpPr>
              <p:cNvPr id="2741" name="타원 2740">
                <a:extLst>
                  <a:ext uri="{FF2B5EF4-FFF2-40B4-BE49-F238E27FC236}">
                    <a16:creationId xmlns:a16="http://schemas.microsoft.com/office/drawing/2014/main" id="{54E7059D-601B-0F81-4C81-A5F550E2148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742" name="직선 화살표 연결선 2741">
                <a:extLst>
                  <a:ext uri="{FF2B5EF4-FFF2-40B4-BE49-F238E27FC236}">
                    <a16:creationId xmlns:a16="http://schemas.microsoft.com/office/drawing/2014/main" id="{94830B7C-C287-2A8A-BB6A-36CCB2D9EE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31" name="TextBox 2730">
              <a:extLst>
                <a:ext uri="{FF2B5EF4-FFF2-40B4-BE49-F238E27FC236}">
                  <a16:creationId xmlns:a16="http://schemas.microsoft.com/office/drawing/2014/main" id="{F1275DFE-1F9F-DDAB-3696-2A3507824861}"/>
                </a:ext>
              </a:extLst>
            </p:cNvPr>
            <p:cNvSpPr txBox="1"/>
            <p:nvPr/>
          </p:nvSpPr>
          <p:spPr>
            <a:xfrm>
              <a:off x="9586230" y="1077925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37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732" name="TextBox 2731">
              <a:extLst>
                <a:ext uri="{FF2B5EF4-FFF2-40B4-BE49-F238E27FC236}">
                  <a16:creationId xmlns:a16="http://schemas.microsoft.com/office/drawing/2014/main" id="{3786FE0B-FAF1-9C1D-73E5-8208B136BB38}"/>
                </a:ext>
              </a:extLst>
            </p:cNvPr>
            <p:cNvSpPr txBox="1"/>
            <p:nvPr/>
          </p:nvSpPr>
          <p:spPr>
            <a:xfrm>
              <a:off x="9602898" y="1166697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38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2733" name="그룹 2732">
              <a:extLst>
                <a:ext uri="{FF2B5EF4-FFF2-40B4-BE49-F238E27FC236}">
                  <a16:creationId xmlns:a16="http://schemas.microsoft.com/office/drawing/2014/main" id="{BEDC9F1C-7366-ED10-3868-7CD1E21539AA}"/>
                </a:ext>
              </a:extLst>
            </p:cNvPr>
            <p:cNvGrpSpPr/>
            <p:nvPr/>
          </p:nvGrpSpPr>
          <p:grpSpPr>
            <a:xfrm>
              <a:off x="9554658" y="1299036"/>
              <a:ext cx="250264" cy="72000"/>
              <a:chOff x="7902575" y="878878"/>
              <a:chExt cx="250264" cy="72000"/>
            </a:xfrm>
          </p:grpSpPr>
          <p:sp>
            <p:nvSpPr>
              <p:cNvPr id="2739" name="타원 2738">
                <a:extLst>
                  <a:ext uri="{FF2B5EF4-FFF2-40B4-BE49-F238E27FC236}">
                    <a16:creationId xmlns:a16="http://schemas.microsoft.com/office/drawing/2014/main" id="{9C0CE72F-53F5-7828-0FBA-438B33A14D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740" name="직선 화살표 연결선 2739">
                <a:extLst>
                  <a:ext uri="{FF2B5EF4-FFF2-40B4-BE49-F238E27FC236}">
                    <a16:creationId xmlns:a16="http://schemas.microsoft.com/office/drawing/2014/main" id="{53E6A580-9C9A-DADE-57ED-57C71F3C7B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34" name="그룹 2733">
              <a:extLst>
                <a:ext uri="{FF2B5EF4-FFF2-40B4-BE49-F238E27FC236}">
                  <a16:creationId xmlns:a16="http://schemas.microsoft.com/office/drawing/2014/main" id="{4165DA00-A582-4FE7-B6F2-3FB8BFD1C662}"/>
                </a:ext>
              </a:extLst>
            </p:cNvPr>
            <p:cNvGrpSpPr/>
            <p:nvPr/>
          </p:nvGrpSpPr>
          <p:grpSpPr>
            <a:xfrm>
              <a:off x="9554623" y="1387733"/>
              <a:ext cx="250264" cy="72000"/>
              <a:chOff x="7902575" y="878878"/>
              <a:chExt cx="250264" cy="72000"/>
            </a:xfrm>
          </p:grpSpPr>
          <p:sp>
            <p:nvSpPr>
              <p:cNvPr id="2737" name="타원 2736">
                <a:extLst>
                  <a:ext uri="{FF2B5EF4-FFF2-40B4-BE49-F238E27FC236}">
                    <a16:creationId xmlns:a16="http://schemas.microsoft.com/office/drawing/2014/main" id="{679AD9AC-8F80-3453-302A-881BF6AABDC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738" name="직선 화살표 연결선 2737">
                <a:extLst>
                  <a:ext uri="{FF2B5EF4-FFF2-40B4-BE49-F238E27FC236}">
                    <a16:creationId xmlns:a16="http://schemas.microsoft.com/office/drawing/2014/main" id="{202E75C3-64E9-1870-5FFA-41CBE08029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35" name="TextBox 2734">
              <a:extLst>
                <a:ext uri="{FF2B5EF4-FFF2-40B4-BE49-F238E27FC236}">
                  <a16:creationId xmlns:a16="http://schemas.microsoft.com/office/drawing/2014/main" id="{330A0C3C-8F27-25B6-5211-3A359A7463C7}"/>
                </a:ext>
              </a:extLst>
            </p:cNvPr>
            <p:cNvSpPr txBox="1"/>
            <p:nvPr/>
          </p:nvSpPr>
          <p:spPr>
            <a:xfrm>
              <a:off x="9604430" y="1342507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40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736" name="TextBox 2735">
              <a:extLst>
                <a:ext uri="{FF2B5EF4-FFF2-40B4-BE49-F238E27FC236}">
                  <a16:creationId xmlns:a16="http://schemas.microsoft.com/office/drawing/2014/main" id="{609CE190-CE0F-DE9C-60E3-A704E2CEDB3D}"/>
                </a:ext>
              </a:extLst>
            </p:cNvPr>
            <p:cNvSpPr txBox="1"/>
            <p:nvPr/>
          </p:nvSpPr>
          <p:spPr>
            <a:xfrm>
              <a:off x="9602899" y="1257916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39</a:t>
              </a:r>
              <a:endParaRPr lang="ko-KR" altLang="en-US" sz="600" dirty="0">
                <a:latin typeface="+mn-ea"/>
              </a:endParaRPr>
            </a:p>
          </p:txBody>
        </p:sp>
      </p:grpSp>
      <p:grpSp>
        <p:nvGrpSpPr>
          <p:cNvPr id="2757" name="그룹 2756">
            <a:extLst>
              <a:ext uri="{FF2B5EF4-FFF2-40B4-BE49-F238E27FC236}">
                <a16:creationId xmlns:a16="http://schemas.microsoft.com/office/drawing/2014/main" id="{1CA15B9D-051F-BAB8-BED3-391F6A9EAEA7}"/>
              </a:ext>
            </a:extLst>
          </p:cNvPr>
          <p:cNvGrpSpPr/>
          <p:nvPr/>
        </p:nvGrpSpPr>
        <p:grpSpPr>
          <a:xfrm flipH="1">
            <a:off x="9959492" y="3936308"/>
            <a:ext cx="253363" cy="915360"/>
            <a:chOff x="9553091" y="544373"/>
            <a:chExt cx="253363" cy="915360"/>
          </a:xfrm>
        </p:grpSpPr>
        <p:grpSp>
          <p:nvGrpSpPr>
            <p:cNvPr id="2758" name="그룹 2757">
              <a:extLst>
                <a:ext uri="{FF2B5EF4-FFF2-40B4-BE49-F238E27FC236}">
                  <a16:creationId xmlns:a16="http://schemas.microsoft.com/office/drawing/2014/main" id="{8E2102C3-2A54-6A9A-19D6-BC935ADA9A2F}"/>
                </a:ext>
              </a:extLst>
            </p:cNvPr>
            <p:cNvGrpSpPr/>
            <p:nvPr/>
          </p:nvGrpSpPr>
          <p:grpSpPr>
            <a:xfrm>
              <a:off x="9556190" y="589674"/>
              <a:ext cx="250264" cy="72000"/>
              <a:chOff x="7902575" y="878878"/>
              <a:chExt cx="250264" cy="72000"/>
            </a:xfrm>
          </p:grpSpPr>
          <p:sp>
            <p:nvSpPr>
              <p:cNvPr id="2796" name="타원 2795">
                <a:extLst>
                  <a:ext uri="{FF2B5EF4-FFF2-40B4-BE49-F238E27FC236}">
                    <a16:creationId xmlns:a16="http://schemas.microsoft.com/office/drawing/2014/main" id="{5A3A9231-8954-E0E3-B267-8C919C07D99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2797" name="직선 화살표 연결선 2796">
                <a:extLst>
                  <a:ext uri="{FF2B5EF4-FFF2-40B4-BE49-F238E27FC236}">
                    <a16:creationId xmlns:a16="http://schemas.microsoft.com/office/drawing/2014/main" id="{17C8FFA4-7450-3BDE-FE02-0115ECFE08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59" name="그룹 2758">
              <a:extLst>
                <a:ext uri="{FF2B5EF4-FFF2-40B4-BE49-F238E27FC236}">
                  <a16:creationId xmlns:a16="http://schemas.microsoft.com/office/drawing/2014/main" id="{A917866C-B1F1-677C-74DF-4754541B4258}"/>
                </a:ext>
              </a:extLst>
            </p:cNvPr>
            <p:cNvGrpSpPr/>
            <p:nvPr/>
          </p:nvGrpSpPr>
          <p:grpSpPr>
            <a:xfrm>
              <a:off x="9556155" y="678371"/>
              <a:ext cx="250264" cy="72000"/>
              <a:chOff x="7902575" y="878878"/>
              <a:chExt cx="250264" cy="72000"/>
            </a:xfrm>
          </p:grpSpPr>
          <p:sp>
            <p:nvSpPr>
              <p:cNvPr id="2794" name="타원 2793">
                <a:extLst>
                  <a:ext uri="{FF2B5EF4-FFF2-40B4-BE49-F238E27FC236}">
                    <a16:creationId xmlns:a16="http://schemas.microsoft.com/office/drawing/2014/main" id="{271AFC02-B053-F163-EF80-35F8DAB895D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2795" name="직선 화살표 연결선 2794">
                <a:extLst>
                  <a:ext uri="{FF2B5EF4-FFF2-40B4-BE49-F238E27FC236}">
                    <a16:creationId xmlns:a16="http://schemas.microsoft.com/office/drawing/2014/main" id="{83B62EB1-2375-C09A-C8F1-D3A9270DCF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60" name="TextBox 2759">
              <a:extLst>
                <a:ext uri="{FF2B5EF4-FFF2-40B4-BE49-F238E27FC236}">
                  <a16:creationId xmlns:a16="http://schemas.microsoft.com/office/drawing/2014/main" id="{91AB7066-79EF-2F3C-A211-E053E32308BF}"/>
                </a:ext>
              </a:extLst>
            </p:cNvPr>
            <p:cNvSpPr txBox="1"/>
            <p:nvPr/>
          </p:nvSpPr>
          <p:spPr>
            <a:xfrm>
              <a:off x="9589294" y="544373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81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761" name="TextBox 2760">
              <a:extLst>
                <a:ext uri="{FF2B5EF4-FFF2-40B4-BE49-F238E27FC236}">
                  <a16:creationId xmlns:a16="http://schemas.microsoft.com/office/drawing/2014/main" id="{084D5BBB-6424-0834-B63A-FC42C7EE4437}"/>
                </a:ext>
              </a:extLst>
            </p:cNvPr>
            <p:cNvSpPr txBox="1"/>
            <p:nvPr/>
          </p:nvSpPr>
          <p:spPr>
            <a:xfrm>
              <a:off x="9605962" y="633145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82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2762" name="그룹 2761">
              <a:extLst>
                <a:ext uri="{FF2B5EF4-FFF2-40B4-BE49-F238E27FC236}">
                  <a16:creationId xmlns:a16="http://schemas.microsoft.com/office/drawing/2014/main" id="{9762653B-49AD-2F78-1640-41962C246FC4}"/>
                </a:ext>
              </a:extLst>
            </p:cNvPr>
            <p:cNvGrpSpPr/>
            <p:nvPr/>
          </p:nvGrpSpPr>
          <p:grpSpPr>
            <a:xfrm>
              <a:off x="9554658" y="767768"/>
              <a:ext cx="250264" cy="72000"/>
              <a:chOff x="7902575" y="878878"/>
              <a:chExt cx="250264" cy="72000"/>
            </a:xfrm>
          </p:grpSpPr>
          <p:sp>
            <p:nvSpPr>
              <p:cNvPr id="2792" name="타원 2791">
                <a:extLst>
                  <a:ext uri="{FF2B5EF4-FFF2-40B4-BE49-F238E27FC236}">
                    <a16:creationId xmlns:a16="http://schemas.microsoft.com/office/drawing/2014/main" id="{029B0848-F27F-8BE0-B64C-0DF9C2F423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2793" name="직선 화살표 연결선 2792">
                <a:extLst>
                  <a:ext uri="{FF2B5EF4-FFF2-40B4-BE49-F238E27FC236}">
                    <a16:creationId xmlns:a16="http://schemas.microsoft.com/office/drawing/2014/main" id="{13C94FD2-57FF-96BB-7D1C-28E5A58AB1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63" name="그룹 2762">
              <a:extLst>
                <a:ext uri="{FF2B5EF4-FFF2-40B4-BE49-F238E27FC236}">
                  <a16:creationId xmlns:a16="http://schemas.microsoft.com/office/drawing/2014/main" id="{2A07420E-1010-D68F-A959-BE944BB42BAA}"/>
                </a:ext>
              </a:extLst>
            </p:cNvPr>
            <p:cNvGrpSpPr/>
            <p:nvPr/>
          </p:nvGrpSpPr>
          <p:grpSpPr>
            <a:xfrm>
              <a:off x="9554623" y="856465"/>
              <a:ext cx="250264" cy="72000"/>
              <a:chOff x="7902575" y="878878"/>
              <a:chExt cx="250264" cy="72000"/>
            </a:xfrm>
          </p:grpSpPr>
          <p:sp>
            <p:nvSpPr>
              <p:cNvPr id="2790" name="타원 2789">
                <a:extLst>
                  <a:ext uri="{FF2B5EF4-FFF2-40B4-BE49-F238E27FC236}">
                    <a16:creationId xmlns:a16="http://schemas.microsoft.com/office/drawing/2014/main" id="{66F9459D-1DFB-FC8E-3608-545046CB65C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2791" name="직선 화살표 연결선 2790">
                <a:extLst>
                  <a:ext uri="{FF2B5EF4-FFF2-40B4-BE49-F238E27FC236}">
                    <a16:creationId xmlns:a16="http://schemas.microsoft.com/office/drawing/2014/main" id="{E02AA888-1E7F-8F3A-2E5E-586CB71192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64" name="TextBox 2763">
              <a:extLst>
                <a:ext uri="{FF2B5EF4-FFF2-40B4-BE49-F238E27FC236}">
                  <a16:creationId xmlns:a16="http://schemas.microsoft.com/office/drawing/2014/main" id="{8B824529-BB20-2707-E2C4-BBA1CDF6A180}"/>
                </a:ext>
              </a:extLst>
            </p:cNvPr>
            <p:cNvSpPr txBox="1"/>
            <p:nvPr/>
          </p:nvSpPr>
          <p:spPr>
            <a:xfrm>
              <a:off x="9587762" y="722467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83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765" name="TextBox 2764">
              <a:extLst>
                <a:ext uri="{FF2B5EF4-FFF2-40B4-BE49-F238E27FC236}">
                  <a16:creationId xmlns:a16="http://schemas.microsoft.com/office/drawing/2014/main" id="{902633BA-E0D1-9321-F0D2-8B59E58AEB94}"/>
                </a:ext>
              </a:extLst>
            </p:cNvPr>
            <p:cNvSpPr txBox="1"/>
            <p:nvPr/>
          </p:nvSpPr>
          <p:spPr>
            <a:xfrm>
              <a:off x="9604430" y="811239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84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2766" name="그룹 2765">
              <a:extLst>
                <a:ext uri="{FF2B5EF4-FFF2-40B4-BE49-F238E27FC236}">
                  <a16:creationId xmlns:a16="http://schemas.microsoft.com/office/drawing/2014/main" id="{7E059F4D-2462-9E74-7FCE-38BFEDC21890}"/>
                </a:ext>
              </a:extLst>
            </p:cNvPr>
            <p:cNvGrpSpPr/>
            <p:nvPr/>
          </p:nvGrpSpPr>
          <p:grpSpPr>
            <a:xfrm>
              <a:off x="9554658" y="945132"/>
              <a:ext cx="250264" cy="72000"/>
              <a:chOff x="7902575" y="878878"/>
              <a:chExt cx="250264" cy="72000"/>
            </a:xfrm>
          </p:grpSpPr>
          <p:sp>
            <p:nvSpPr>
              <p:cNvPr id="2788" name="타원 2787">
                <a:extLst>
                  <a:ext uri="{FF2B5EF4-FFF2-40B4-BE49-F238E27FC236}">
                    <a16:creationId xmlns:a16="http://schemas.microsoft.com/office/drawing/2014/main" id="{F5E8231A-8148-A32E-7754-89E540D6D03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2789" name="직선 화살표 연결선 2788">
                <a:extLst>
                  <a:ext uri="{FF2B5EF4-FFF2-40B4-BE49-F238E27FC236}">
                    <a16:creationId xmlns:a16="http://schemas.microsoft.com/office/drawing/2014/main" id="{D51BB31E-DFB3-91E1-6FC1-BE59B1B1A7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67" name="그룹 2766">
              <a:extLst>
                <a:ext uri="{FF2B5EF4-FFF2-40B4-BE49-F238E27FC236}">
                  <a16:creationId xmlns:a16="http://schemas.microsoft.com/office/drawing/2014/main" id="{F144E3D4-1C8D-54E6-0A10-1B558D3A41FA}"/>
                </a:ext>
              </a:extLst>
            </p:cNvPr>
            <p:cNvGrpSpPr/>
            <p:nvPr/>
          </p:nvGrpSpPr>
          <p:grpSpPr>
            <a:xfrm>
              <a:off x="9554623" y="1033829"/>
              <a:ext cx="250264" cy="72000"/>
              <a:chOff x="7902575" y="878878"/>
              <a:chExt cx="250264" cy="72000"/>
            </a:xfrm>
          </p:grpSpPr>
          <p:sp>
            <p:nvSpPr>
              <p:cNvPr id="2786" name="타원 2785">
                <a:extLst>
                  <a:ext uri="{FF2B5EF4-FFF2-40B4-BE49-F238E27FC236}">
                    <a16:creationId xmlns:a16="http://schemas.microsoft.com/office/drawing/2014/main" id="{0FB4B5E2-8571-84D5-DFBA-CCD3BBEB93D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2787" name="직선 화살표 연결선 2786">
                <a:extLst>
                  <a:ext uri="{FF2B5EF4-FFF2-40B4-BE49-F238E27FC236}">
                    <a16:creationId xmlns:a16="http://schemas.microsoft.com/office/drawing/2014/main" id="{67DFFDEA-D93B-C05F-69D5-55E5F3D63C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68" name="TextBox 2767">
              <a:extLst>
                <a:ext uri="{FF2B5EF4-FFF2-40B4-BE49-F238E27FC236}">
                  <a16:creationId xmlns:a16="http://schemas.microsoft.com/office/drawing/2014/main" id="{7285CBFC-33AE-215E-C83A-8FD3E38EDD71}"/>
                </a:ext>
              </a:extLst>
            </p:cNvPr>
            <p:cNvSpPr txBox="1"/>
            <p:nvPr/>
          </p:nvSpPr>
          <p:spPr>
            <a:xfrm>
              <a:off x="9587762" y="899831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85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769" name="TextBox 2768">
              <a:extLst>
                <a:ext uri="{FF2B5EF4-FFF2-40B4-BE49-F238E27FC236}">
                  <a16:creationId xmlns:a16="http://schemas.microsoft.com/office/drawing/2014/main" id="{E20FFFBB-DAE5-26EB-DCF5-021E02EAE1B5}"/>
                </a:ext>
              </a:extLst>
            </p:cNvPr>
            <p:cNvSpPr txBox="1"/>
            <p:nvPr/>
          </p:nvSpPr>
          <p:spPr>
            <a:xfrm>
              <a:off x="9604430" y="988603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86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2770" name="그룹 2769">
              <a:extLst>
                <a:ext uri="{FF2B5EF4-FFF2-40B4-BE49-F238E27FC236}">
                  <a16:creationId xmlns:a16="http://schemas.microsoft.com/office/drawing/2014/main" id="{FD18169E-2AC9-9063-288E-90698E36EA2F}"/>
                </a:ext>
              </a:extLst>
            </p:cNvPr>
            <p:cNvGrpSpPr/>
            <p:nvPr/>
          </p:nvGrpSpPr>
          <p:grpSpPr>
            <a:xfrm>
              <a:off x="9553126" y="1123226"/>
              <a:ext cx="250264" cy="72000"/>
              <a:chOff x="7902575" y="878878"/>
              <a:chExt cx="250264" cy="72000"/>
            </a:xfrm>
          </p:grpSpPr>
          <p:sp>
            <p:nvSpPr>
              <p:cNvPr id="2784" name="타원 2783">
                <a:extLst>
                  <a:ext uri="{FF2B5EF4-FFF2-40B4-BE49-F238E27FC236}">
                    <a16:creationId xmlns:a16="http://schemas.microsoft.com/office/drawing/2014/main" id="{4D9EA6C0-2A7D-9A4F-9A6F-DD8F1AC3F7A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2785" name="직선 화살표 연결선 2784">
                <a:extLst>
                  <a:ext uri="{FF2B5EF4-FFF2-40B4-BE49-F238E27FC236}">
                    <a16:creationId xmlns:a16="http://schemas.microsoft.com/office/drawing/2014/main" id="{B4BECCCF-6F44-9443-165D-B33ADA0EBA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71" name="그룹 2770">
              <a:extLst>
                <a:ext uri="{FF2B5EF4-FFF2-40B4-BE49-F238E27FC236}">
                  <a16:creationId xmlns:a16="http://schemas.microsoft.com/office/drawing/2014/main" id="{9FCFACC4-366A-ED54-BF2A-33AD4F23D2DB}"/>
                </a:ext>
              </a:extLst>
            </p:cNvPr>
            <p:cNvGrpSpPr/>
            <p:nvPr/>
          </p:nvGrpSpPr>
          <p:grpSpPr>
            <a:xfrm>
              <a:off x="9553091" y="1211923"/>
              <a:ext cx="250264" cy="72000"/>
              <a:chOff x="7902575" y="878878"/>
              <a:chExt cx="250264" cy="72000"/>
            </a:xfrm>
          </p:grpSpPr>
          <p:sp>
            <p:nvSpPr>
              <p:cNvPr id="2782" name="타원 2781">
                <a:extLst>
                  <a:ext uri="{FF2B5EF4-FFF2-40B4-BE49-F238E27FC236}">
                    <a16:creationId xmlns:a16="http://schemas.microsoft.com/office/drawing/2014/main" id="{01D33012-D7AE-3FE5-4563-D2CF25EC85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2783" name="직선 화살표 연결선 2782">
                <a:extLst>
                  <a:ext uri="{FF2B5EF4-FFF2-40B4-BE49-F238E27FC236}">
                    <a16:creationId xmlns:a16="http://schemas.microsoft.com/office/drawing/2014/main" id="{EB37ECDC-8BD8-8FDE-6D09-787C29B9F0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72" name="TextBox 2771">
              <a:extLst>
                <a:ext uri="{FF2B5EF4-FFF2-40B4-BE49-F238E27FC236}">
                  <a16:creationId xmlns:a16="http://schemas.microsoft.com/office/drawing/2014/main" id="{5B8BFE6B-3C60-6361-DEAD-3AE4EF7F5DD2}"/>
                </a:ext>
              </a:extLst>
            </p:cNvPr>
            <p:cNvSpPr txBox="1"/>
            <p:nvPr/>
          </p:nvSpPr>
          <p:spPr>
            <a:xfrm>
              <a:off x="9586230" y="1077925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87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773" name="TextBox 2772">
              <a:extLst>
                <a:ext uri="{FF2B5EF4-FFF2-40B4-BE49-F238E27FC236}">
                  <a16:creationId xmlns:a16="http://schemas.microsoft.com/office/drawing/2014/main" id="{BFE5DA91-0F9F-F653-EFA3-B0E8BE21D5E4}"/>
                </a:ext>
              </a:extLst>
            </p:cNvPr>
            <p:cNvSpPr txBox="1"/>
            <p:nvPr/>
          </p:nvSpPr>
          <p:spPr>
            <a:xfrm>
              <a:off x="9602898" y="1166697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88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2774" name="그룹 2773">
              <a:extLst>
                <a:ext uri="{FF2B5EF4-FFF2-40B4-BE49-F238E27FC236}">
                  <a16:creationId xmlns:a16="http://schemas.microsoft.com/office/drawing/2014/main" id="{03145A9C-7188-E5DA-DFAA-A6C733C770E3}"/>
                </a:ext>
              </a:extLst>
            </p:cNvPr>
            <p:cNvGrpSpPr/>
            <p:nvPr/>
          </p:nvGrpSpPr>
          <p:grpSpPr>
            <a:xfrm>
              <a:off x="9554658" y="1299036"/>
              <a:ext cx="250264" cy="72000"/>
              <a:chOff x="7902575" y="878878"/>
              <a:chExt cx="250264" cy="72000"/>
            </a:xfrm>
          </p:grpSpPr>
          <p:sp>
            <p:nvSpPr>
              <p:cNvPr id="2780" name="타원 2779">
                <a:extLst>
                  <a:ext uri="{FF2B5EF4-FFF2-40B4-BE49-F238E27FC236}">
                    <a16:creationId xmlns:a16="http://schemas.microsoft.com/office/drawing/2014/main" id="{F5B753D4-CB4A-F558-98AC-BA5D92232BB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2781" name="직선 화살표 연결선 2780">
                <a:extLst>
                  <a:ext uri="{FF2B5EF4-FFF2-40B4-BE49-F238E27FC236}">
                    <a16:creationId xmlns:a16="http://schemas.microsoft.com/office/drawing/2014/main" id="{B5415CCC-EEDC-E528-10A5-5B0224536C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75" name="그룹 2774">
              <a:extLst>
                <a:ext uri="{FF2B5EF4-FFF2-40B4-BE49-F238E27FC236}">
                  <a16:creationId xmlns:a16="http://schemas.microsoft.com/office/drawing/2014/main" id="{413FE08C-B28B-3EE7-25DE-3D4741FC06D1}"/>
                </a:ext>
              </a:extLst>
            </p:cNvPr>
            <p:cNvGrpSpPr/>
            <p:nvPr/>
          </p:nvGrpSpPr>
          <p:grpSpPr>
            <a:xfrm>
              <a:off x="9554623" y="1387733"/>
              <a:ext cx="250264" cy="72000"/>
              <a:chOff x="7902575" y="878878"/>
              <a:chExt cx="250264" cy="72000"/>
            </a:xfrm>
          </p:grpSpPr>
          <p:sp>
            <p:nvSpPr>
              <p:cNvPr id="2778" name="타원 2777">
                <a:extLst>
                  <a:ext uri="{FF2B5EF4-FFF2-40B4-BE49-F238E27FC236}">
                    <a16:creationId xmlns:a16="http://schemas.microsoft.com/office/drawing/2014/main" id="{96F54485-3938-B277-962D-4431E507EA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2779" name="직선 화살표 연결선 2778">
                <a:extLst>
                  <a:ext uri="{FF2B5EF4-FFF2-40B4-BE49-F238E27FC236}">
                    <a16:creationId xmlns:a16="http://schemas.microsoft.com/office/drawing/2014/main" id="{F773E454-9174-F840-7D5A-0F24D10E3C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76" name="TextBox 2775">
              <a:extLst>
                <a:ext uri="{FF2B5EF4-FFF2-40B4-BE49-F238E27FC236}">
                  <a16:creationId xmlns:a16="http://schemas.microsoft.com/office/drawing/2014/main" id="{4019C2EE-E06A-D35C-C198-F70979CAB782}"/>
                </a:ext>
              </a:extLst>
            </p:cNvPr>
            <p:cNvSpPr txBox="1"/>
            <p:nvPr/>
          </p:nvSpPr>
          <p:spPr>
            <a:xfrm>
              <a:off x="9593905" y="1342507"/>
              <a:ext cx="12603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90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777" name="TextBox 2776">
              <a:extLst>
                <a:ext uri="{FF2B5EF4-FFF2-40B4-BE49-F238E27FC236}">
                  <a16:creationId xmlns:a16="http://schemas.microsoft.com/office/drawing/2014/main" id="{15B01952-B69A-89FB-8C4C-E8F5789224B7}"/>
                </a:ext>
              </a:extLst>
            </p:cNvPr>
            <p:cNvSpPr txBox="1"/>
            <p:nvPr/>
          </p:nvSpPr>
          <p:spPr>
            <a:xfrm>
              <a:off x="9602899" y="1257916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89</a:t>
              </a:r>
              <a:endParaRPr lang="ko-KR" altLang="en-US" sz="600" dirty="0">
                <a:latin typeface="+mn-ea"/>
              </a:endParaRPr>
            </a:p>
          </p:txBody>
        </p:sp>
      </p:grpSp>
      <p:cxnSp>
        <p:nvCxnSpPr>
          <p:cNvPr id="2798" name="직선 화살표 연결선 2797">
            <a:extLst>
              <a:ext uri="{FF2B5EF4-FFF2-40B4-BE49-F238E27FC236}">
                <a16:creationId xmlns:a16="http://schemas.microsoft.com/office/drawing/2014/main" id="{40A2BEEB-D607-F83A-D86D-8E289DD53D49}"/>
              </a:ext>
            </a:extLst>
          </p:cNvPr>
          <p:cNvCxnSpPr>
            <a:cxnSpLocks/>
          </p:cNvCxnSpPr>
          <p:nvPr/>
        </p:nvCxnSpPr>
        <p:spPr>
          <a:xfrm>
            <a:off x="1000942" y="1093953"/>
            <a:ext cx="10810058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0" name="타원 2799">
            <a:extLst>
              <a:ext uri="{FF2B5EF4-FFF2-40B4-BE49-F238E27FC236}">
                <a16:creationId xmlns:a16="http://schemas.microsoft.com/office/drawing/2014/main" id="{2FC73596-1BA3-17F6-F2F7-17C0DF477141}"/>
              </a:ext>
            </a:extLst>
          </p:cNvPr>
          <p:cNvSpPr>
            <a:spLocks noChangeAspect="1"/>
          </p:cNvSpPr>
          <p:nvPr/>
        </p:nvSpPr>
        <p:spPr>
          <a:xfrm>
            <a:off x="9585877" y="4791510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01" name="타원 2800">
            <a:extLst>
              <a:ext uri="{FF2B5EF4-FFF2-40B4-BE49-F238E27FC236}">
                <a16:creationId xmlns:a16="http://schemas.microsoft.com/office/drawing/2014/main" id="{3FC39A5A-8D30-6C6A-4720-CBD9907B7E67}"/>
              </a:ext>
            </a:extLst>
          </p:cNvPr>
          <p:cNvSpPr>
            <a:spLocks noChangeAspect="1"/>
          </p:cNvSpPr>
          <p:nvPr/>
        </p:nvSpPr>
        <p:spPr>
          <a:xfrm>
            <a:off x="9585877" y="4700882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03" name="타원 2802">
            <a:extLst>
              <a:ext uri="{FF2B5EF4-FFF2-40B4-BE49-F238E27FC236}">
                <a16:creationId xmlns:a16="http://schemas.microsoft.com/office/drawing/2014/main" id="{2856DEF2-ACC0-4837-E85F-E8B311C6EFD5}"/>
              </a:ext>
            </a:extLst>
          </p:cNvPr>
          <p:cNvSpPr>
            <a:spLocks noChangeAspect="1"/>
          </p:cNvSpPr>
          <p:nvPr/>
        </p:nvSpPr>
        <p:spPr>
          <a:xfrm>
            <a:off x="9585877" y="3548797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04" name="타원 2803">
            <a:extLst>
              <a:ext uri="{FF2B5EF4-FFF2-40B4-BE49-F238E27FC236}">
                <a16:creationId xmlns:a16="http://schemas.microsoft.com/office/drawing/2014/main" id="{9EE82728-BBAF-AEA0-D649-BCC64741E1D8}"/>
              </a:ext>
            </a:extLst>
          </p:cNvPr>
          <p:cNvSpPr>
            <a:spLocks noChangeAspect="1"/>
          </p:cNvSpPr>
          <p:nvPr/>
        </p:nvSpPr>
        <p:spPr>
          <a:xfrm>
            <a:off x="9585877" y="3462225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05" name="타원 2804">
            <a:extLst>
              <a:ext uri="{FF2B5EF4-FFF2-40B4-BE49-F238E27FC236}">
                <a16:creationId xmlns:a16="http://schemas.microsoft.com/office/drawing/2014/main" id="{40C2B49A-A362-7D62-4E07-F34A268D8716}"/>
              </a:ext>
            </a:extLst>
          </p:cNvPr>
          <p:cNvSpPr>
            <a:spLocks noChangeAspect="1"/>
          </p:cNvSpPr>
          <p:nvPr/>
        </p:nvSpPr>
        <p:spPr>
          <a:xfrm>
            <a:off x="9585877" y="337049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06" name="타원 2805">
            <a:extLst>
              <a:ext uri="{FF2B5EF4-FFF2-40B4-BE49-F238E27FC236}">
                <a16:creationId xmlns:a16="http://schemas.microsoft.com/office/drawing/2014/main" id="{6E24A400-1104-364E-4F48-7E4EA62F95C0}"/>
              </a:ext>
            </a:extLst>
          </p:cNvPr>
          <p:cNvSpPr>
            <a:spLocks noChangeAspect="1"/>
          </p:cNvSpPr>
          <p:nvPr/>
        </p:nvSpPr>
        <p:spPr>
          <a:xfrm>
            <a:off x="9585877" y="3285122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07" name="타원 2806">
            <a:extLst>
              <a:ext uri="{FF2B5EF4-FFF2-40B4-BE49-F238E27FC236}">
                <a16:creationId xmlns:a16="http://schemas.microsoft.com/office/drawing/2014/main" id="{FFEBB5AA-B606-A964-025A-B1FC8CF6FC75}"/>
              </a:ext>
            </a:extLst>
          </p:cNvPr>
          <p:cNvSpPr>
            <a:spLocks noChangeAspect="1"/>
          </p:cNvSpPr>
          <p:nvPr/>
        </p:nvSpPr>
        <p:spPr>
          <a:xfrm>
            <a:off x="9585877" y="293152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08" name="타원 2807">
            <a:extLst>
              <a:ext uri="{FF2B5EF4-FFF2-40B4-BE49-F238E27FC236}">
                <a16:creationId xmlns:a16="http://schemas.microsoft.com/office/drawing/2014/main" id="{23459CE7-37FE-BDC9-0003-C54F3004D357}"/>
              </a:ext>
            </a:extLst>
          </p:cNvPr>
          <p:cNvSpPr>
            <a:spLocks noChangeAspect="1"/>
          </p:cNvSpPr>
          <p:nvPr/>
        </p:nvSpPr>
        <p:spPr>
          <a:xfrm>
            <a:off x="9585877" y="2842236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09" name="타원 2808">
            <a:extLst>
              <a:ext uri="{FF2B5EF4-FFF2-40B4-BE49-F238E27FC236}">
                <a16:creationId xmlns:a16="http://schemas.microsoft.com/office/drawing/2014/main" id="{387D7733-14F7-10D8-6339-1CFEE0200AC5}"/>
              </a:ext>
            </a:extLst>
          </p:cNvPr>
          <p:cNvSpPr>
            <a:spLocks noChangeAspect="1"/>
          </p:cNvSpPr>
          <p:nvPr/>
        </p:nvSpPr>
        <p:spPr>
          <a:xfrm>
            <a:off x="9585877" y="275608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10" name="타원 2809">
            <a:extLst>
              <a:ext uri="{FF2B5EF4-FFF2-40B4-BE49-F238E27FC236}">
                <a16:creationId xmlns:a16="http://schemas.microsoft.com/office/drawing/2014/main" id="{27CB04C1-DD91-7D2F-49C9-484BDF2967D7}"/>
              </a:ext>
            </a:extLst>
          </p:cNvPr>
          <p:cNvSpPr>
            <a:spLocks noChangeAspect="1"/>
          </p:cNvSpPr>
          <p:nvPr/>
        </p:nvSpPr>
        <p:spPr>
          <a:xfrm>
            <a:off x="9585877" y="2043189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11" name="타원 2810">
            <a:extLst>
              <a:ext uri="{FF2B5EF4-FFF2-40B4-BE49-F238E27FC236}">
                <a16:creationId xmlns:a16="http://schemas.microsoft.com/office/drawing/2014/main" id="{2D3AD57D-6E5B-909C-9283-5FABF965B42C}"/>
              </a:ext>
            </a:extLst>
          </p:cNvPr>
          <p:cNvSpPr>
            <a:spLocks noChangeAspect="1"/>
          </p:cNvSpPr>
          <p:nvPr/>
        </p:nvSpPr>
        <p:spPr>
          <a:xfrm>
            <a:off x="9585877" y="4615157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12" name="타원 2811">
            <a:extLst>
              <a:ext uri="{FF2B5EF4-FFF2-40B4-BE49-F238E27FC236}">
                <a16:creationId xmlns:a16="http://schemas.microsoft.com/office/drawing/2014/main" id="{22FAE8AF-8D87-810C-BE25-FAB1475E4676}"/>
              </a:ext>
            </a:extLst>
          </p:cNvPr>
          <p:cNvSpPr>
            <a:spLocks noChangeAspect="1"/>
          </p:cNvSpPr>
          <p:nvPr/>
        </p:nvSpPr>
        <p:spPr>
          <a:xfrm>
            <a:off x="9585877" y="408254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13" name="타원 2812">
            <a:extLst>
              <a:ext uri="{FF2B5EF4-FFF2-40B4-BE49-F238E27FC236}">
                <a16:creationId xmlns:a16="http://schemas.microsoft.com/office/drawing/2014/main" id="{4E95616D-4E77-D0B8-5778-773840BBEAA6}"/>
              </a:ext>
            </a:extLst>
          </p:cNvPr>
          <p:cNvSpPr>
            <a:spLocks noChangeAspect="1"/>
          </p:cNvSpPr>
          <p:nvPr/>
        </p:nvSpPr>
        <p:spPr>
          <a:xfrm>
            <a:off x="9585877" y="4170222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15" name="타원 2814">
            <a:extLst>
              <a:ext uri="{FF2B5EF4-FFF2-40B4-BE49-F238E27FC236}">
                <a16:creationId xmlns:a16="http://schemas.microsoft.com/office/drawing/2014/main" id="{805FC7F2-CB2B-642C-15D5-FC6DAF3F3A03}"/>
              </a:ext>
            </a:extLst>
          </p:cNvPr>
          <p:cNvSpPr>
            <a:spLocks noChangeAspect="1"/>
          </p:cNvSpPr>
          <p:nvPr/>
        </p:nvSpPr>
        <p:spPr>
          <a:xfrm>
            <a:off x="9585877" y="4524671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16" name="타원 2815">
            <a:extLst>
              <a:ext uri="{FF2B5EF4-FFF2-40B4-BE49-F238E27FC236}">
                <a16:creationId xmlns:a16="http://schemas.microsoft.com/office/drawing/2014/main" id="{D78EBB43-1767-4218-15F5-A94EBA5D5F76}"/>
              </a:ext>
            </a:extLst>
          </p:cNvPr>
          <p:cNvSpPr>
            <a:spLocks noChangeAspect="1"/>
          </p:cNvSpPr>
          <p:nvPr/>
        </p:nvSpPr>
        <p:spPr>
          <a:xfrm>
            <a:off x="9585877" y="399266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824" name="직선 화살표 연결선 2823">
            <a:extLst>
              <a:ext uri="{FF2B5EF4-FFF2-40B4-BE49-F238E27FC236}">
                <a16:creationId xmlns:a16="http://schemas.microsoft.com/office/drawing/2014/main" id="{054C52CA-32F1-AE15-BB65-8D55AF371CBD}"/>
              </a:ext>
            </a:extLst>
          </p:cNvPr>
          <p:cNvCxnSpPr>
            <a:cxnSpLocks/>
          </p:cNvCxnSpPr>
          <p:nvPr/>
        </p:nvCxnSpPr>
        <p:spPr>
          <a:xfrm>
            <a:off x="9697408" y="1359038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5" name="직선 화살표 연결선 2824">
            <a:extLst>
              <a:ext uri="{FF2B5EF4-FFF2-40B4-BE49-F238E27FC236}">
                <a16:creationId xmlns:a16="http://schemas.microsoft.com/office/drawing/2014/main" id="{B6515C0F-A618-4EFF-1D7B-B94B30E20CBA}"/>
              </a:ext>
            </a:extLst>
          </p:cNvPr>
          <p:cNvCxnSpPr>
            <a:cxnSpLocks/>
          </p:cNvCxnSpPr>
          <p:nvPr/>
        </p:nvCxnSpPr>
        <p:spPr>
          <a:xfrm>
            <a:off x="9699789" y="1447144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6" name="직선 화살표 연결선 2825">
            <a:extLst>
              <a:ext uri="{FF2B5EF4-FFF2-40B4-BE49-F238E27FC236}">
                <a16:creationId xmlns:a16="http://schemas.microsoft.com/office/drawing/2014/main" id="{54405203-2664-87FA-EA29-A89A8D37290F}"/>
              </a:ext>
            </a:extLst>
          </p:cNvPr>
          <p:cNvCxnSpPr>
            <a:cxnSpLocks/>
          </p:cNvCxnSpPr>
          <p:nvPr/>
        </p:nvCxnSpPr>
        <p:spPr>
          <a:xfrm>
            <a:off x="9704551" y="1537632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7" name="직선 화살표 연결선 2826">
            <a:extLst>
              <a:ext uri="{FF2B5EF4-FFF2-40B4-BE49-F238E27FC236}">
                <a16:creationId xmlns:a16="http://schemas.microsoft.com/office/drawing/2014/main" id="{0F5EE381-84CB-54BB-8189-6F7A5A21D826}"/>
              </a:ext>
            </a:extLst>
          </p:cNvPr>
          <p:cNvCxnSpPr>
            <a:cxnSpLocks/>
          </p:cNvCxnSpPr>
          <p:nvPr/>
        </p:nvCxnSpPr>
        <p:spPr>
          <a:xfrm>
            <a:off x="9702170" y="1625738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8" name="직선 화살표 연결선 2827">
            <a:extLst>
              <a:ext uri="{FF2B5EF4-FFF2-40B4-BE49-F238E27FC236}">
                <a16:creationId xmlns:a16="http://schemas.microsoft.com/office/drawing/2014/main" id="{D1CA23EC-8E8A-3F0F-B32F-5C58355A6E34}"/>
              </a:ext>
            </a:extLst>
          </p:cNvPr>
          <p:cNvCxnSpPr>
            <a:cxnSpLocks/>
          </p:cNvCxnSpPr>
          <p:nvPr/>
        </p:nvCxnSpPr>
        <p:spPr>
          <a:xfrm>
            <a:off x="9711695" y="1713844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9" name="직선 화살표 연결선 2828">
            <a:extLst>
              <a:ext uri="{FF2B5EF4-FFF2-40B4-BE49-F238E27FC236}">
                <a16:creationId xmlns:a16="http://schemas.microsoft.com/office/drawing/2014/main" id="{3D7050A2-2E0B-31E4-ED14-9F90606E9767}"/>
              </a:ext>
            </a:extLst>
          </p:cNvPr>
          <p:cNvCxnSpPr>
            <a:cxnSpLocks/>
          </p:cNvCxnSpPr>
          <p:nvPr/>
        </p:nvCxnSpPr>
        <p:spPr>
          <a:xfrm>
            <a:off x="9716458" y="1803151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0" name="직선 화살표 연결선 2829">
            <a:extLst>
              <a:ext uri="{FF2B5EF4-FFF2-40B4-BE49-F238E27FC236}">
                <a16:creationId xmlns:a16="http://schemas.microsoft.com/office/drawing/2014/main" id="{04B5B8A6-0D60-941A-7AB2-FA0D36D57181}"/>
              </a:ext>
            </a:extLst>
          </p:cNvPr>
          <p:cNvCxnSpPr>
            <a:cxnSpLocks/>
          </p:cNvCxnSpPr>
          <p:nvPr/>
        </p:nvCxnSpPr>
        <p:spPr>
          <a:xfrm>
            <a:off x="9709315" y="2068405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1" name="직선 화살표 연결선 2830">
            <a:extLst>
              <a:ext uri="{FF2B5EF4-FFF2-40B4-BE49-F238E27FC236}">
                <a16:creationId xmlns:a16="http://schemas.microsoft.com/office/drawing/2014/main" id="{E43FA411-A4ED-4FFB-B2A3-3022B5D876BF}"/>
              </a:ext>
            </a:extLst>
          </p:cNvPr>
          <p:cNvCxnSpPr>
            <a:cxnSpLocks/>
          </p:cNvCxnSpPr>
          <p:nvPr/>
        </p:nvCxnSpPr>
        <p:spPr>
          <a:xfrm>
            <a:off x="9699789" y="3307957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2" name="직선 화살표 연결선 2831">
            <a:extLst>
              <a:ext uri="{FF2B5EF4-FFF2-40B4-BE49-F238E27FC236}">
                <a16:creationId xmlns:a16="http://schemas.microsoft.com/office/drawing/2014/main" id="{A895F852-5D2C-224E-1FDB-770C6680645A}"/>
              </a:ext>
            </a:extLst>
          </p:cNvPr>
          <p:cNvCxnSpPr>
            <a:cxnSpLocks/>
          </p:cNvCxnSpPr>
          <p:nvPr/>
        </p:nvCxnSpPr>
        <p:spPr>
          <a:xfrm>
            <a:off x="9697408" y="3398233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3" name="직선 화살표 연결선 2832">
            <a:extLst>
              <a:ext uri="{FF2B5EF4-FFF2-40B4-BE49-F238E27FC236}">
                <a16:creationId xmlns:a16="http://schemas.microsoft.com/office/drawing/2014/main" id="{E81110A0-F258-8634-2829-9A75DA17033A}"/>
              </a:ext>
            </a:extLst>
          </p:cNvPr>
          <p:cNvCxnSpPr>
            <a:cxnSpLocks/>
          </p:cNvCxnSpPr>
          <p:nvPr/>
        </p:nvCxnSpPr>
        <p:spPr>
          <a:xfrm>
            <a:off x="9702170" y="3485060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8" name="직선 화살표 연결선 2837">
            <a:extLst>
              <a:ext uri="{FF2B5EF4-FFF2-40B4-BE49-F238E27FC236}">
                <a16:creationId xmlns:a16="http://schemas.microsoft.com/office/drawing/2014/main" id="{D9EF02A1-8FDD-10E8-5975-F98A64B01464}"/>
              </a:ext>
            </a:extLst>
          </p:cNvPr>
          <p:cNvCxnSpPr>
            <a:cxnSpLocks/>
          </p:cNvCxnSpPr>
          <p:nvPr/>
        </p:nvCxnSpPr>
        <p:spPr>
          <a:xfrm>
            <a:off x="9706932" y="3574807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1" name="직선 연결선 2840">
            <a:extLst>
              <a:ext uri="{FF2B5EF4-FFF2-40B4-BE49-F238E27FC236}">
                <a16:creationId xmlns:a16="http://schemas.microsoft.com/office/drawing/2014/main" id="{0723696A-61E2-9833-C9B6-D40F27F54106}"/>
              </a:ext>
            </a:extLst>
          </p:cNvPr>
          <p:cNvCxnSpPr>
            <a:cxnSpLocks/>
          </p:cNvCxnSpPr>
          <p:nvPr/>
        </p:nvCxnSpPr>
        <p:spPr>
          <a:xfrm>
            <a:off x="10216835" y="1357313"/>
            <a:ext cx="0" cy="4691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2" name="직선 화살표 연결선 2841">
            <a:extLst>
              <a:ext uri="{FF2B5EF4-FFF2-40B4-BE49-F238E27FC236}">
                <a16:creationId xmlns:a16="http://schemas.microsoft.com/office/drawing/2014/main" id="{C08338F1-6096-F681-6332-8395E31FDAF5}"/>
              </a:ext>
            </a:extLst>
          </p:cNvPr>
          <p:cNvCxnSpPr>
            <a:cxnSpLocks/>
          </p:cNvCxnSpPr>
          <p:nvPr/>
        </p:nvCxnSpPr>
        <p:spPr>
          <a:xfrm>
            <a:off x="9279731" y="6045430"/>
            <a:ext cx="94059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5" name="타원 2844">
            <a:extLst>
              <a:ext uri="{FF2B5EF4-FFF2-40B4-BE49-F238E27FC236}">
                <a16:creationId xmlns:a16="http://schemas.microsoft.com/office/drawing/2014/main" id="{879E64F0-4AC2-2F31-CE48-D0BDD132204A}"/>
              </a:ext>
            </a:extLst>
          </p:cNvPr>
          <p:cNvSpPr>
            <a:spLocks noChangeAspect="1"/>
          </p:cNvSpPr>
          <p:nvPr/>
        </p:nvSpPr>
        <p:spPr>
          <a:xfrm>
            <a:off x="9588357" y="6020965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47" name="타원 2846">
            <a:extLst>
              <a:ext uri="{FF2B5EF4-FFF2-40B4-BE49-F238E27FC236}">
                <a16:creationId xmlns:a16="http://schemas.microsoft.com/office/drawing/2014/main" id="{C243FB51-6DCB-AB1D-CD4E-F8BE209716C6}"/>
              </a:ext>
            </a:extLst>
          </p:cNvPr>
          <p:cNvSpPr>
            <a:spLocks noChangeAspect="1"/>
          </p:cNvSpPr>
          <p:nvPr/>
        </p:nvSpPr>
        <p:spPr>
          <a:xfrm>
            <a:off x="10195245" y="3544917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48" name="타원 2847">
            <a:extLst>
              <a:ext uri="{FF2B5EF4-FFF2-40B4-BE49-F238E27FC236}">
                <a16:creationId xmlns:a16="http://schemas.microsoft.com/office/drawing/2014/main" id="{755E7577-59C1-8DBD-6AD8-424C88C251F5}"/>
              </a:ext>
            </a:extLst>
          </p:cNvPr>
          <p:cNvSpPr>
            <a:spLocks noChangeAspect="1"/>
          </p:cNvSpPr>
          <p:nvPr/>
        </p:nvSpPr>
        <p:spPr>
          <a:xfrm>
            <a:off x="10195245" y="3458345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49" name="타원 2848">
            <a:extLst>
              <a:ext uri="{FF2B5EF4-FFF2-40B4-BE49-F238E27FC236}">
                <a16:creationId xmlns:a16="http://schemas.microsoft.com/office/drawing/2014/main" id="{6076A657-6F2B-4876-0EB7-FC0FCE309A12}"/>
              </a:ext>
            </a:extLst>
          </p:cNvPr>
          <p:cNvSpPr>
            <a:spLocks noChangeAspect="1"/>
          </p:cNvSpPr>
          <p:nvPr/>
        </p:nvSpPr>
        <p:spPr>
          <a:xfrm>
            <a:off x="10195245" y="336661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50" name="타원 2849">
            <a:extLst>
              <a:ext uri="{FF2B5EF4-FFF2-40B4-BE49-F238E27FC236}">
                <a16:creationId xmlns:a16="http://schemas.microsoft.com/office/drawing/2014/main" id="{8957F08D-BEED-2013-8A8C-E2F0E4EDBB6E}"/>
              </a:ext>
            </a:extLst>
          </p:cNvPr>
          <p:cNvSpPr>
            <a:spLocks noChangeAspect="1"/>
          </p:cNvSpPr>
          <p:nvPr/>
        </p:nvSpPr>
        <p:spPr>
          <a:xfrm>
            <a:off x="10195245" y="3281242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51" name="타원 2850">
            <a:extLst>
              <a:ext uri="{FF2B5EF4-FFF2-40B4-BE49-F238E27FC236}">
                <a16:creationId xmlns:a16="http://schemas.microsoft.com/office/drawing/2014/main" id="{F93891A1-03AA-B0F1-25D9-88A0F7D3FDE6}"/>
              </a:ext>
            </a:extLst>
          </p:cNvPr>
          <p:cNvSpPr>
            <a:spLocks noChangeAspect="1"/>
          </p:cNvSpPr>
          <p:nvPr/>
        </p:nvSpPr>
        <p:spPr>
          <a:xfrm>
            <a:off x="10192864" y="310476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53" name="타원 2852">
            <a:extLst>
              <a:ext uri="{FF2B5EF4-FFF2-40B4-BE49-F238E27FC236}">
                <a16:creationId xmlns:a16="http://schemas.microsoft.com/office/drawing/2014/main" id="{9CE49CA6-0BD7-09A6-8D8E-96D83C9D1970}"/>
              </a:ext>
            </a:extLst>
          </p:cNvPr>
          <p:cNvSpPr>
            <a:spLocks noChangeAspect="1"/>
          </p:cNvSpPr>
          <p:nvPr/>
        </p:nvSpPr>
        <p:spPr>
          <a:xfrm>
            <a:off x="10195245" y="1778999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54" name="타원 2853">
            <a:extLst>
              <a:ext uri="{FF2B5EF4-FFF2-40B4-BE49-F238E27FC236}">
                <a16:creationId xmlns:a16="http://schemas.microsoft.com/office/drawing/2014/main" id="{9748B697-2011-1180-18CC-077D409E593C}"/>
              </a:ext>
            </a:extLst>
          </p:cNvPr>
          <p:cNvSpPr>
            <a:spLocks noChangeAspect="1"/>
          </p:cNvSpPr>
          <p:nvPr/>
        </p:nvSpPr>
        <p:spPr>
          <a:xfrm>
            <a:off x="10195245" y="1690986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55" name="타원 2854">
            <a:extLst>
              <a:ext uri="{FF2B5EF4-FFF2-40B4-BE49-F238E27FC236}">
                <a16:creationId xmlns:a16="http://schemas.microsoft.com/office/drawing/2014/main" id="{11422447-0F68-B270-51F8-6077F0471F29}"/>
              </a:ext>
            </a:extLst>
          </p:cNvPr>
          <p:cNvSpPr>
            <a:spLocks noChangeAspect="1"/>
          </p:cNvSpPr>
          <p:nvPr/>
        </p:nvSpPr>
        <p:spPr>
          <a:xfrm>
            <a:off x="10195245" y="1602632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56" name="타원 2855">
            <a:extLst>
              <a:ext uri="{FF2B5EF4-FFF2-40B4-BE49-F238E27FC236}">
                <a16:creationId xmlns:a16="http://schemas.microsoft.com/office/drawing/2014/main" id="{CAF822F1-3638-5EB1-8D7C-459CB36452CD}"/>
              </a:ext>
            </a:extLst>
          </p:cNvPr>
          <p:cNvSpPr>
            <a:spLocks noChangeAspect="1"/>
          </p:cNvSpPr>
          <p:nvPr/>
        </p:nvSpPr>
        <p:spPr>
          <a:xfrm>
            <a:off x="10195245" y="151109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57" name="타원 2856">
            <a:extLst>
              <a:ext uri="{FF2B5EF4-FFF2-40B4-BE49-F238E27FC236}">
                <a16:creationId xmlns:a16="http://schemas.microsoft.com/office/drawing/2014/main" id="{9CE97393-E5D1-AA4E-41D6-E6882F724D56}"/>
              </a:ext>
            </a:extLst>
          </p:cNvPr>
          <p:cNvSpPr>
            <a:spLocks noChangeAspect="1"/>
          </p:cNvSpPr>
          <p:nvPr/>
        </p:nvSpPr>
        <p:spPr>
          <a:xfrm>
            <a:off x="10198420" y="1426649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58" name="타원 2857">
            <a:extLst>
              <a:ext uri="{FF2B5EF4-FFF2-40B4-BE49-F238E27FC236}">
                <a16:creationId xmlns:a16="http://schemas.microsoft.com/office/drawing/2014/main" id="{9F89FD74-EAFF-357C-4B0F-F55863C6621D}"/>
              </a:ext>
            </a:extLst>
          </p:cNvPr>
          <p:cNvSpPr>
            <a:spLocks noChangeAspect="1"/>
          </p:cNvSpPr>
          <p:nvPr/>
        </p:nvSpPr>
        <p:spPr>
          <a:xfrm>
            <a:off x="10195245" y="133597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59" name="타원 2858">
            <a:extLst>
              <a:ext uri="{FF2B5EF4-FFF2-40B4-BE49-F238E27FC236}">
                <a16:creationId xmlns:a16="http://schemas.microsoft.com/office/drawing/2014/main" id="{FCF41DA7-8CC1-2491-6A62-1516F36AE4F3}"/>
              </a:ext>
            </a:extLst>
          </p:cNvPr>
          <p:cNvSpPr>
            <a:spLocks noChangeAspect="1"/>
          </p:cNvSpPr>
          <p:nvPr/>
        </p:nvSpPr>
        <p:spPr>
          <a:xfrm>
            <a:off x="10192864" y="2044616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860" name="직선 화살표 연결선 2859">
            <a:extLst>
              <a:ext uri="{FF2B5EF4-FFF2-40B4-BE49-F238E27FC236}">
                <a16:creationId xmlns:a16="http://schemas.microsoft.com/office/drawing/2014/main" id="{F854869B-999F-EA4C-472A-ECAB28B1EF29}"/>
              </a:ext>
            </a:extLst>
          </p:cNvPr>
          <p:cNvCxnSpPr>
            <a:cxnSpLocks/>
          </p:cNvCxnSpPr>
          <p:nvPr/>
        </p:nvCxnSpPr>
        <p:spPr>
          <a:xfrm>
            <a:off x="9704552" y="4019472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1" name="직선 화살표 연결선 2860">
            <a:extLst>
              <a:ext uri="{FF2B5EF4-FFF2-40B4-BE49-F238E27FC236}">
                <a16:creationId xmlns:a16="http://schemas.microsoft.com/office/drawing/2014/main" id="{4A590A28-7BB4-A3E8-C623-432A7B6A4717}"/>
              </a:ext>
            </a:extLst>
          </p:cNvPr>
          <p:cNvCxnSpPr>
            <a:cxnSpLocks/>
          </p:cNvCxnSpPr>
          <p:nvPr/>
        </p:nvCxnSpPr>
        <p:spPr>
          <a:xfrm>
            <a:off x="9709314" y="4106299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2" name="직선 화살표 연결선 2861">
            <a:extLst>
              <a:ext uri="{FF2B5EF4-FFF2-40B4-BE49-F238E27FC236}">
                <a16:creationId xmlns:a16="http://schemas.microsoft.com/office/drawing/2014/main" id="{CF2EF4EE-BE19-E213-4EED-2836BCCFA04A}"/>
              </a:ext>
            </a:extLst>
          </p:cNvPr>
          <p:cNvCxnSpPr>
            <a:cxnSpLocks/>
          </p:cNvCxnSpPr>
          <p:nvPr/>
        </p:nvCxnSpPr>
        <p:spPr>
          <a:xfrm>
            <a:off x="9714076" y="4196046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3" name="타원 2862">
            <a:extLst>
              <a:ext uri="{FF2B5EF4-FFF2-40B4-BE49-F238E27FC236}">
                <a16:creationId xmlns:a16="http://schemas.microsoft.com/office/drawing/2014/main" id="{F180B8F5-E7A9-E99B-4465-95BA1B625479}"/>
              </a:ext>
            </a:extLst>
          </p:cNvPr>
          <p:cNvSpPr>
            <a:spLocks noChangeAspect="1"/>
          </p:cNvSpPr>
          <p:nvPr/>
        </p:nvSpPr>
        <p:spPr>
          <a:xfrm>
            <a:off x="10192864" y="4083812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64" name="타원 2863">
            <a:extLst>
              <a:ext uri="{FF2B5EF4-FFF2-40B4-BE49-F238E27FC236}">
                <a16:creationId xmlns:a16="http://schemas.microsoft.com/office/drawing/2014/main" id="{E969AECD-874F-CAB6-C736-F21EDA656648}"/>
              </a:ext>
            </a:extLst>
          </p:cNvPr>
          <p:cNvSpPr>
            <a:spLocks noChangeAspect="1"/>
          </p:cNvSpPr>
          <p:nvPr/>
        </p:nvSpPr>
        <p:spPr>
          <a:xfrm>
            <a:off x="10192864" y="4171486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65" name="타원 2864">
            <a:extLst>
              <a:ext uri="{FF2B5EF4-FFF2-40B4-BE49-F238E27FC236}">
                <a16:creationId xmlns:a16="http://schemas.microsoft.com/office/drawing/2014/main" id="{D19CBE18-39EA-51CE-A6F4-7AB08C745F7F}"/>
              </a:ext>
            </a:extLst>
          </p:cNvPr>
          <p:cNvSpPr>
            <a:spLocks noChangeAspect="1"/>
          </p:cNvSpPr>
          <p:nvPr/>
        </p:nvSpPr>
        <p:spPr>
          <a:xfrm>
            <a:off x="10192864" y="3993932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66" name="타원 2865">
            <a:extLst>
              <a:ext uri="{FF2B5EF4-FFF2-40B4-BE49-F238E27FC236}">
                <a16:creationId xmlns:a16="http://schemas.microsoft.com/office/drawing/2014/main" id="{D698B9A0-849D-0F6F-4189-1D53CEF5C7BC}"/>
              </a:ext>
            </a:extLst>
          </p:cNvPr>
          <p:cNvSpPr>
            <a:spLocks noChangeAspect="1"/>
          </p:cNvSpPr>
          <p:nvPr/>
        </p:nvSpPr>
        <p:spPr>
          <a:xfrm>
            <a:off x="10192864" y="4793891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67" name="타원 2866">
            <a:extLst>
              <a:ext uri="{FF2B5EF4-FFF2-40B4-BE49-F238E27FC236}">
                <a16:creationId xmlns:a16="http://schemas.microsoft.com/office/drawing/2014/main" id="{F58965C0-2CCC-A994-69B0-5A72AF6CA39F}"/>
              </a:ext>
            </a:extLst>
          </p:cNvPr>
          <p:cNvSpPr>
            <a:spLocks noChangeAspect="1"/>
          </p:cNvSpPr>
          <p:nvPr/>
        </p:nvSpPr>
        <p:spPr>
          <a:xfrm>
            <a:off x="10192864" y="470326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68" name="타원 2867">
            <a:extLst>
              <a:ext uri="{FF2B5EF4-FFF2-40B4-BE49-F238E27FC236}">
                <a16:creationId xmlns:a16="http://schemas.microsoft.com/office/drawing/2014/main" id="{3761EFE5-2ACA-97E3-018D-DB5F73BE9CF6}"/>
              </a:ext>
            </a:extLst>
          </p:cNvPr>
          <p:cNvSpPr>
            <a:spLocks noChangeAspect="1"/>
          </p:cNvSpPr>
          <p:nvPr/>
        </p:nvSpPr>
        <p:spPr>
          <a:xfrm>
            <a:off x="10192864" y="461753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69" name="타원 2868">
            <a:extLst>
              <a:ext uri="{FF2B5EF4-FFF2-40B4-BE49-F238E27FC236}">
                <a16:creationId xmlns:a16="http://schemas.microsoft.com/office/drawing/2014/main" id="{5EB8BB25-C383-6753-3BC0-CC459B7CF938}"/>
              </a:ext>
            </a:extLst>
          </p:cNvPr>
          <p:cNvSpPr>
            <a:spLocks noChangeAspect="1"/>
          </p:cNvSpPr>
          <p:nvPr/>
        </p:nvSpPr>
        <p:spPr>
          <a:xfrm>
            <a:off x="10192864" y="4527052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870" name="직선 화살표 연결선 2869">
            <a:extLst>
              <a:ext uri="{FF2B5EF4-FFF2-40B4-BE49-F238E27FC236}">
                <a16:creationId xmlns:a16="http://schemas.microsoft.com/office/drawing/2014/main" id="{93B8C274-7116-B0AB-336E-8C42F3B0B48A}"/>
              </a:ext>
            </a:extLst>
          </p:cNvPr>
          <p:cNvCxnSpPr>
            <a:cxnSpLocks/>
          </p:cNvCxnSpPr>
          <p:nvPr/>
        </p:nvCxnSpPr>
        <p:spPr>
          <a:xfrm>
            <a:off x="9709316" y="4550491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1" name="직선 화살표 연결선 2870">
            <a:extLst>
              <a:ext uri="{FF2B5EF4-FFF2-40B4-BE49-F238E27FC236}">
                <a16:creationId xmlns:a16="http://schemas.microsoft.com/office/drawing/2014/main" id="{F366CC32-C30C-FC6C-6ADC-D7063C923815}"/>
              </a:ext>
            </a:extLst>
          </p:cNvPr>
          <p:cNvCxnSpPr>
            <a:cxnSpLocks/>
          </p:cNvCxnSpPr>
          <p:nvPr/>
        </p:nvCxnSpPr>
        <p:spPr>
          <a:xfrm>
            <a:off x="9709316" y="4639699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2" name="직선 화살표 연결선 2871">
            <a:extLst>
              <a:ext uri="{FF2B5EF4-FFF2-40B4-BE49-F238E27FC236}">
                <a16:creationId xmlns:a16="http://schemas.microsoft.com/office/drawing/2014/main" id="{80AFFE25-6B6E-B9AF-3970-6A70C753501F}"/>
              </a:ext>
            </a:extLst>
          </p:cNvPr>
          <p:cNvCxnSpPr>
            <a:cxnSpLocks/>
          </p:cNvCxnSpPr>
          <p:nvPr/>
        </p:nvCxnSpPr>
        <p:spPr>
          <a:xfrm>
            <a:off x="9714078" y="4727065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3" name="직선 화살표 연결선 2872">
            <a:extLst>
              <a:ext uri="{FF2B5EF4-FFF2-40B4-BE49-F238E27FC236}">
                <a16:creationId xmlns:a16="http://schemas.microsoft.com/office/drawing/2014/main" id="{C5C52672-45ED-CD43-0685-172058990062}"/>
              </a:ext>
            </a:extLst>
          </p:cNvPr>
          <p:cNvCxnSpPr>
            <a:cxnSpLocks/>
          </p:cNvCxnSpPr>
          <p:nvPr/>
        </p:nvCxnSpPr>
        <p:spPr>
          <a:xfrm>
            <a:off x="9711698" y="4815159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5" name="타원 2874">
            <a:extLst>
              <a:ext uri="{FF2B5EF4-FFF2-40B4-BE49-F238E27FC236}">
                <a16:creationId xmlns:a16="http://schemas.microsoft.com/office/drawing/2014/main" id="{99EB743C-ECC5-C23D-18EE-2339B326CD00}"/>
              </a:ext>
            </a:extLst>
          </p:cNvPr>
          <p:cNvSpPr>
            <a:spLocks noChangeAspect="1"/>
          </p:cNvSpPr>
          <p:nvPr/>
        </p:nvSpPr>
        <p:spPr>
          <a:xfrm>
            <a:off x="5805766" y="1513057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76" name="타원 2875">
            <a:extLst>
              <a:ext uri="{FF2B5EF4-FFF2-40B4-BE49-F238E27FC236}">
                <a16:creationId xmlns:a16="http://schemas.microsoft.com/office/drawing/2014/main" id="{68AED0FF-4696-D7A4-3F68-871F505AFC5B}"/>
              </a:ext>
            </a:extLst>
          </p:cNvPr>
          <p:cNvSpPr>
            <a:spLocks noChangeAspect="1"/>
          </p:cNvSpPr>
          <p:nvPr/>
        </p:nvSpPr>
        <p:spPr>
          <a:xfrm>
            <a:off x="5803384" y="195812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77" name="타원 2876">
            <a:extLst>
              <a:ext uri="{FF2B5EF4-FFF2-40B4-BE49-F238E27FC236}">
                <a16:creationId xmlns:a16="http://schemas.microsoft.com/office/drawing/2014/main" id="{6F5A9805-4F65-A5F1-54CE-49193852A812}"/>
              </a:ext>
            </a:extLst>
          </p:cNvPr>
          <p:cNvSpPr>
            <a:spLocks noChangeAspect="1"/>
          </p:cNvSpPr>
          <p:nvPr/>
        </p:nvSpPr>
        <p:spPr>
          <a:xfrm>
            <a:off x="5801003" y="2487837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78" name="타원 2877">
            <a:extLst>
              <a:ext uri="{FF2B5EF4-FFF2-40B4-BE49-F238E27FC236}">
                <a16:creationId xmlns:a16="http://schemas.microsoft.com/office/drawing/2014/main" id="{4136B100-32F7-2AC5-528C-FEF599A536C6}"/>
              </a:ext>
            </a:extLst>
          </p:cNvPr>
          <p:cNvSpPr>
            <a:spLocks noChangeAspect="1"/>
          </p:cNvSpPr>
          <p:nvPr/>
        </p:nvSpPr>
        <p:spPr>
          <a:xfrm>
            <a:off x="5801003" y="2752950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79" name="타원 2878">
            <a:extLst>
              <a:ext uri="{FF2B5EF4-FFF2-40B4-BE49-F238E27FC236}">
                <a16:creationId xmlns:a16="http://schemas.microsoft.com/office/drawing/2014/main" id="{295A9076-8CBA-21D7-6623-C2A333C92FA6}"/>
              </a:ext>
            </a:extLst>
          </p:cNvPr>
          <p:cNvSpPr>
            <a:spLocks noChangeAspect="1"/>
          </p:cNvSpPr>
          <p:nvPr/>
        </p:nvSpPr>
        <p:spPr>
          <a:xfrm>
            <a:off x="5803384" y="310768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80" name="타원 2879">
            <a:extLst>
              <a:ext uri="{FF2B5EF4-FFF2-40B4-BE49-F238E27FC236}">
                <a16:creationId xmlns:a16="http://schemas.microsoft.com/office/drawing/2014/main" id="{FC3E91BB-A600-FEEC-4311-05E422DE9029}"/>
              </a:ext>
            </a:extLst>
          </p:cNvPr>
          <p:cNvSpPr>
            <a:spLocks noChangeAspect="1"/>
          </p:cNvSpPr>
          <p:nvPr/>
        </p:nvSpPr>
        <p:spPr>
          <a:xfrm>
            <a:off x="5803384" y="4257220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81" name="타원 2880">
            <a:extLst>
              <a:ext uri="{FF2B5EF4-FFF2-40B4-BE49-F238E27FC236}">
                <a16:creationId xmlns:a16="http://schemas.microsoft.com/office/drawing/2014/main" id="{C542A0CC-79F8-F374-FE71-FE65DCD7F715}"/>
              </a:ext>
            </a:extLst>
          </p:cNvPr>
          <p:cNvSpPr>
            <a:spLocks noChangeAspect="1"/>
          </p:cNvSpPr>
          <p:nvPr/>
        </p:nvSpPr>
        <p:spPr>
          <a:xfrm>
            <a:off x="5801003" y="452641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82" name="타원 2881">
            <a:extLst>
              <a:ext uri="{FF2B5EF4-FFF2-40B4-BE49-F238E27FC236}">
                <a16:creationId xmlns:a16="http://schemas.microsoft.com/office/drawing/2014/main" id="{FA62DFDC-B8EA-2C99-C739-687DDB0F5147}"/>
              </a:ext>
            </a:extLst>
          </p:cNvPr>
          <p:cNvSpPr>
            <a:spLocks noChangeAspect="1"/>
          </p:cNvSpPr>
          <p:nvPr/>
        </p:nvSpPr>
        <p:spPr>
          <a:xfrm>
            <a:off x="5801002" y="4791430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883" name="직선 연결선 2882">
            <a:extLst>
              <a:ext uri="{FF2B5EF4-FFF2-40B4-BE49-F238E27FC236}">
                <a16:creationId xmlns:a16="http://schemas.microsoft.com/office/drawing/2014/main" id="{2A037D37-FA73-C247-0259-C5FCAF08E46D}"/>
              </a:ext>
            </a:extLst>
          </p:cNvPr>
          <p:cNvCxnSpPr>
            <a:cxnSpLocks/>
          </p:cNvCxnSpPr>
          <p:nvPr/>
        </p:nvCxnSpPr>
        <p:spPr>
          <a:xfrm>
            <a:off x="6434358" y="1321427"/>
            <a:ext cx="0" cy="37982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4" name="직선 화살표 연결선 2883">
            <a:extLst>
              <a:ext uri="{FF2B5EF4-FFF2-40B4-BE49-F238E27FC236}">
                <a16:creationId xmlns:a16="http://schemas.microsoft.com/office/drawing/2014/main" id="{6380199E-5B9C-78AA-66DA-7B7BFDE4C6CC}"/>
              </a:ext>
            </a:extLst>
          </p:cNvPr>
          <p:cNvCxnSpPr>
            <a:cxnSpLocks/>
          </p:cNvCxnSpPr>
          <p:nvPr/>
        </p:nvCxnSpPr>
        <p:spPr>
          <a:xfrm>
            <a:off x="5827920" y="5114347"/>
            <a:ext cx="61098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7" name="타원 2886">
            <a:extLst>
              <a:ext uri="{FF2B5EF4-FFF2-40B4-BE49-F238E27FC236}">
                <a16:creationId xmlns:a16="http://schemas.microsoft.com/office/drawing/2014/main" id="{43FE7E48-D7FC-61BB-F514-28E73A1C4ACA}"/>
              </a:ext>
            </a:extLst>
          </p:cNvPr>
          <p:cNvSpPr>
            <a:spLocks noChangeAspect="1"/>
          </p:cNvSpPr>
          <p:nvPr/>
        </p:nvSpPr>
        <p:spPr>
          <a:xfrm>
            <a:off x="5803383" y="509384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89" name="타원 2888">
            <a:extLst>
              <a:ext uri="{FF2B5EF4-FFF2-40B4-BE49-F238E27FC236}">
                <a16:creationId xmlns:a16="http://schemas.microsoft.com/office/drawing/2014/main" id="{2E35A969-DD42-8C31-17AB-5CF3492C1F3B}"/>
              </a:ext>
            </a:extLst>
          </p:cNvPr>
          <p:cNvSpPr>
            <a:spLocks noChangeAspect="1"/>
          </p:cNvSpPr>
          <p:nvPr/>
        </p:nvSpPr>
        <p:spPr>
          <a:xfrm>
            <a:off x="6412984" y="1515257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890" name="직선 화살표 연결선 2889">
            <a:extLst>
              <a:ext uri="{FF2B5EF4-FFF2-40B4-BE49-F238E27FC236}">
                <a16:creationId xmlns:a16="http://schemas.microsoft.com/office/drawing/2014/main" id="{CE02186F-0D50-EB80-2548-CA72185CEDC3}"/>
              </a:ext>
            </a:extLst>
          </p:cNvPr>
          <p:cNvCxnSpPr>
            <a:cxnSpLocks/>
          </p:cNvCxnSpPr>
          <p:nvPr/>
        </p:nvCxnSpPr>
        <p:spPr>
          <a:xfrm>
            <a:off x="5930271" y="1535006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1" name="타원 2890">
            <a:extLst>
              <a:ext uri="{FF2B5EF4-FFF2-40B4-BE49-F238E27FC236}">
                <a16:creationId xmlns:a16="http://schemas.microsoft.com/office/drawing/2014/main" id="{2AF2124B-2444-A6DA-0F16-2A98CCD8226B}"/>
              </a:ext>
            </a:extLst>
          </p:cNvPr>
          <p:cNvSpPr>
            <a:spLocks noChangeAspect="1"/>
          </p:cNvSpPr>
          <p:nvPr/>
        </p:nvSpPr>
        <p:spPr>
          <a:xfrm>
            <a:off x="6410602" y="177779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92" name="타원 2891">
            <a:extLst>
              <a:ext uri="{FF2B5EF4-FFF2-40B4-BE49-F238E27FC236}">
                <a16:creationId xmlns:a16="http://schemas.microsoft.com/office/drawing/2014/main" id="{C2FC6126-5DEB-B23E-4F7C-BEC7D0144694}"/>
              </a:ext>
            </a:extLst>
          </p:cNvPr>
          <p:cNvSpPr>
            <a:spLocks noChangeAspect="1"/>
          </p:cNvSpPr>
          <p:nvPr/>
        </p:nvSpPr>
        <p:spPr>
          <a:xfrm>
            <a:off x="6410602" y="2047157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93" name="타원 2892">
            <a:extLst>
              <a:ext uri="{FF2B5EF4-FFF2-40B4-BE49-F238E27FC236}">
                <a16:creationId xmlns:a16="http://schemas.microsoft.com/office/drawing/2014/main" id="{F476F23A-DF8A-8C75-90B5-8E20BAF7B130}"/>
              </a:ext>
            </a:extLst>
          </p:cNvPr>
          <p:cNvSpPr>
            <a:spLocks noChangeAspect="1"/>
          </p:cNvSpPr>
          <p:nvPr/>
        </p:nvSpPr>
        <p:spPr>
          <a:xfrm>
            <a:off x="6410602" y="301918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94" name="타원 2893">
            <a:extLst>
              <a:ext uri="{FF2B5EF4-FFF2-40B4-BE49-F238E27FC236}">
                <a16:creationId xmlns:a16="http://schemas.microsoft.com/office/drawing/2014/main" id="{9D31B8E0-C57F-4315-7E07-A5314949502C}"/>
              </a:ext>
            </a:extLst>
          </p:cNvPr>
          <p:cNvSpPr>
            <a:spLocks noChangeAspect="1"/>
          </p:cNvSpPr>
          <p:nvPr/>
        </p:nvSpPr>
        <p:spPr>
          <a:xfrm>
            <a:off x="6412983" y="275803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95" name="타원 2894">
            <a:extLst>
              <a:ext uri="{FF2B5EF4-FFF2-40B4-BE49-F238E27FC236}">
                <a16:creationId xmlns:a16="http://schemas.microsoft.com/office/drawing/2014/main" id="{8C3D66C5-0F01-7CEB-5809-843B6192E1B6}"/>
              </a:ext>
            </a:extLst>
          </p:cNvPr>
          <p:cNvSpPr>
            <a:spLocks noChangeAspect="1"/>
          </p:cNvSpPr>
          <p:nvPr/>
        </p:nvSpPr>
        <p:spPr>
          <a:xfrm>
            <a:off x="6412984" y="4527052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96" name="타원 2895">
            <a:extLst>
              <a:ext uri="{FF2B5EF4-FFF2-40B4-BE49-F238E27FC236}">
                <a16:creationId xmlns:a16="http://schemas.microsoft.com/office/drawing/2014/main" id="{AE83A698-D24A-1148-A2CE-57F56B913A22}"/>
              </a:ext>
            </a:extLst>
          </p:cNvPr>
          <p:cNvSpPr>
            <a:spLocks noChangeAspect="1"/>
          </p:cNvSpPr>
          <p:nvPr/>
        </p:nvSpPr>
        <p:spPr>
          <a:xfrm>
            <a:off x="6408221" y="434827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97" name="타원 2896">
            <a:extLst>
              <a:ext uri="{FF2B5EF4-FFF2-40B4-BE49-F238E27FC236}">
                <a16:creationId xmlns:a16="http://schemas.microsoft.com/office/drawing/2014/main" id="{9BE4F7FF-670F-E7A1-58BC-F3ACB3D30ACF}"/>
              </a:ext>
            </a:extLst>
          </p:cNvPr>
          <p:cNvSpPr>
            <a:spLocks noChangeAspect="1"/>
          </p:cNvSpPr>
          <p:nvPr/>
        </p:nvSpPr>
        <p:spPr>
          <a:xfrm>
            <a:off x="6410603" y="4791429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898" name="직선 화살표 연결선 2897">
            <a:extLst>
              <a:ext uri="{FF2B5EF4-FFF2-40B4-BE49-F238E27FC236}">
                <a16:creationId xmlns:a16="http://schemas.microsoft.com/office/drawing/2014/main" id="{1A65F4ED-39CE-9267-C3E9-13E9DC0B0020}"/>
              </a:ext>
            </a:extLst>
          </p:cNvPr>
          <p:cNvCxnSpPr>
            <a:cxnSpLocks/>
          </p:cNvCxnSpPr>
          <p:nvPr/>
        </p:nvCxnSpPr>
        <p:spPr>
          <a:xfrm>
            <a:off x="5930271" y="2779712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9" name="직선 화살표 연결선 2898">
            <a:extLst>
              <a:ext uri="{FF2B5EF4-FFF2-40B4-BE49-F238E27FC236}">
                <a16:creationId xmlns:a16="http://schemas.microsoft.com/office/drawing/2014/main" id="{8E8E8320-970C-AC01-1D94-652B4EC2318C}"/>
              </a:ext>
            </a:extLst>
          </p:cNvPr>
          <p:cNvCxnSpPr>
            <a:cxnSpLocks/>
          </p:cNvCxnSpPr>
          <p:nvPr/>
        </p:nvCxnSpPr>
        <p:spPr>
          <a:xfrm>
            <a:off x="5925508" y="4550680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0" name="직선 화살표 연결선 2899">
            <a:extLst>
              <a:ext uri="{FF2B5EF4-FFF2-40B4-BE49-F238E27FC236}">
                <a16:creationId xmlns:a16="http://schemas.microsoft.com/office/drawing/2014/main" id="{FE8BEF6B-00E9-4CFC-A589-34BC39C37A76}"/>
              </a:ext>
            </a:extLst>
          </p:cNvPr>
          <p:cNvCxnSpPr>
            <a:cxnSpLocks/>
          </p:cNvCxnSpPr>
          <p:nvPr/>
        </p:nvCxnSpPr>
        <p:spPr>
          <a:xfrm>
            <a:off x="5925509" y="4812677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1" name="직선 연결선 2900">
            <a:extLst>
              <a:ext uri="{FF2B5EF4-FFF2-40B4-BE49-F238E27FC236}">
                <a16:creationId xmlns:a16="http://schemas.microsoft.com/office/drawing/2014/main" id="{5B3186D6-A644-D105-D31E-740981581ADE}"/>
              </a:ext>
            </a:extLst>
          </p:cNvPr>
          <p:cNvCxnSpPr>
            <a:cxnSpLocks/>
          </p:cNvCxnSpPr>
          <p:nvPr/>
        </p:nvCxnSpPr>
        <p:spPr>
          <a:xfrm>
            <a:off x="9509460" y="3040856"/>
            <a:ext cx="0" cy="1804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2" name="타원 2901">
            <a:extLst>
              <a:ext uri="{FF2B5EF4-FFF2-40B4-BE49-F238E27FC236}">
                <a16:creationId xmlns:a16="http://schemas.microsoft.com/office/drawing/2014/main" id="{C1A68353-A01A-2F23-0895-C37756908476}"/>
              </a:ext>
            </a:extLst>
          </p:cNvPr>
          <p:cNvSpPr>
            <a:spLocks noChangeAspect="1"/>
          </p:cNvSpPr>
          <p:nvPr/>
        </p:nvSpPr>
        <p:spPr>
          <a:xfrm>
            <a:off x="9483346" y="310542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03" name="TextBox 2902">
            <a:extLst>
              <a:ext uri="{FF2B5EF4-FFF2-40B4-BE49-F238E27FC236}">
                <a16:creationId xmlns:a16="http://schemas.microsoft.com/office/drawing/2014/main" id="{63E9D2F4-638B-6751-06DE-73DDA389242A}"/>
              </a:ext>
            </a:extLst>
          </p:cNvPr>
          <p:cNvSpPr txBox="1"/>
          <p:nvPr/>
        </p:nvSpPr>
        <p:spPr>
          <a:xfrm>
            <a:off x="8966453" y="3072796"/>
            <a:ext cx="31012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+3.6V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904" name="직선 화살표 연결선 2903">
            <a:extLst>
              <a:ext uri="{FF2B5EF4-FFF2-40B4-BE49-F238E27FC236}">
                <a16:creationId xmlns:a16="http://schemas.microsoft.com/office/drawing/2014/main" id="{65A6C226-1F3F-905A-1F77-1A68DC5CF0BE}"/>
              </a:ext>
            </a:extLst>
          </p:cNvPr>
          <p:cNvCxnSpPr>
            <a:cxnSpLocks/>
          </p:cNvCxnSpPr>
          <p:nvPr/>
        </p:nvCxnSpPr>
        <p:spPr>
          <a:xfrm>
            <a:off x="9511216" y="3217820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5" name="직선 화살표 연결선 2904">
            <a:extLst>
              <a:ext uri="{FF2B5EF4-FFF2-40B4-BE49-F238E27FC236}">
                <a16:creationId xmlns:a16="http://schemas.microsoft.com/office/drawing/2014/main" id="{8EB31C53-C965-8CA7-2C13-3F01BE3D1F07}"/>
              </a:ext>
            </a:extLst>
          </p:cNvPr>
          <p:cNvCxnSpPr>
            <a:cxnSpLocks/>
          </p:cNvCxnSpPr>
          <p:nvPr/>
        </p:nvCxnSpPr>
        <p:spPr>
          <a:xfrm>
            <a:off x="9266562" y="3129335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6" name="직선 화살표 연결선 2905">
            <a:extLst>
              <a:ext uri="{FF2B5EF4-FFF2-40B4-BE49-F238E27FC236}">
                <a16:creationId xmlns:a16="http://schemas.microsoft.com/office/drawing/2014/main" id="{1CF70C79-DE82-06CA-364C-2CE8DEB32DC5}"/>
              </a:ext>
            </a:extLst>
          </p:cNvPr>
          <p:cNvCxnSpPr>
            <a:cxnSpLocks/>
          </p:cNvCxnSpPr>
          <p:nvPr/>
        </p:nvCxnSpPr>
        <p:spPr>
          <a:xfrm>
            <a:off x="9513598" y="3043381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8" name="직선 연결선 2907">
            <a:extLst>
              <a:ext uri="{FF2B5EF4-FFF2-40B4-BE49-F238E27FC236}">
                <a16:creationId xmlns:a16="http://schemas.microsoft.com/office/drawing/2014/main" id="{BBFB1A70-A760-B9BA-4C41-F8C04A2EC6BE}"/>
              </a:ext>
            </a:extLst>
          </p:cNvPr>
          <p:cNvCxnSpPr>
            <a:cxnSpLocks/>
          </p:cNvCxnSpPr>
          <p:nvPr/>
        </p:nvCxnSpPr>
        <p:spPr>
          <a:xfrm>
            <a:off x="9509460" y="3662081"/>
            <a:ext cx="0" cy="266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9" name="타원 2908">
            <a:extLst>
              <a:ext uri="{FF2B5EF4-FFF2-40B4-BE49-F238E27FC236}">
                <a16:creationId xmlns:a16="http://schemas.microsoft.com/office/drawing/2014/main" id="{56107BD9-A0E2-80CF-E8D6-F95DD3B44857}"/>
              </a:ext>
            </a:extLst>
          </p:cNvPr>
          <p:cNvSpPr>
            <a:spLocks noChangeAspect="1"/>
          </p:cNvSpPr>
          <p:nvPr/>
        </p:nvSpPr>
        <p:spPr>
          <a:xfrm>
            <a:off x="9483346" y="372664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10" name="TextBox 2909">
            <a:extLst>
              <a:ext uri="{FF2B5EF4-FFF2-40B4-BE49-F238E27FC236}">
                <a16:creationId xmlns:a16="http://schemas.microsoft.com/office/drawing/2014/main" id="{F6E82425-D250-1EE5-1E47-6FF7BF28E825}"/>
              </a:ext>
            </a:extLst>
          </p:cNvPr>
          <p:cNvSpPr txBox="1"/>
          <p:nvPr/>
        </p:nvSpPr>
        <p:spPr>
          <a:xfrm>
            <a:off x="8913575" y="3782252"/>
            <a:ext cx="31012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-20V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911" name="직선 화살표 연결선 2910">
            <a:extLst>
              <a:ext uri="{FF2B5EF4-FFF2-40B4-BE49-F238E27FC236}">
                <a16:creationId xmlns:a16="http://schemas.microsoft.com/office/drawing/2014/main" id="{167829B7-2D2D-787F-AF22-324412BF1511}"/>
              </a:ext>
            </a:extLst>
          </p:cNvPr>
          <p:cNvCxnSpPr>
            <a:cxnSpLocks/>
          </p:cNvCxnSpPr>
          <p:nvPr/>
        </p:nvCxnSpPr>
        <p:spPr>
          <a:xfrm>
            <a:off x="9511216" y="3750940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2" name="직선 화살표 연결선 2911">
            <a:extLst>
              <a:ext uri="{FF2B5EF4-FFF2-40B4-BE49-F238E27FC236}">
                <a16:creationId xmlns:a16="http://schemas.microsoft.com/office/drawing/2014/main" id="{2958D64C-3F84-1DC9-4EDD-C2B3849CD016}"/>
              </a:ext>
            </a:extLst>
          </p:cNvPr>
          <p:cNvCxnSpPr>
            <a:cxnSpLocks/>
          </p:cNvCxnSpPr>
          <p:nvPr/>
        </p:nvCxnSpPr>
        <p:spPr>
          <a:xfrm>
            <a:off x="9257037" y="3838206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3" name="직선 화살표 연결선 2912">
            <a:extLst>
              <a:ext uri="{FF2B5EF4-FFF2-40B4-BE49-F238E27FC236}">
                <a16:creationId xmlns:a16="http://schemas.microsoft.com/office/drawing/2014/main" id="{347927DB-46C7-9571-6244-D9005BC782E4}"/>
              </a:ext>
            </a:extLst>
          </p:cNvPr>
          <p:cNvCxnSpPr>
            <a:cxnSpLocks/>
          </p:cNvCxnSpPr>
          <p:nvPr/>
        </p:nvCxnSpPr>
        <p:spPr>
          <a:xfrm>
            <a:off x="9513598" y="3664606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4" name="직선 화살표 연결선 2913">
            <a:extLst>
              <a:ext uri="{FF2B5EF4-FFF2-40B4-BE49-F238E27FC236}">
                <a16:creationId xmlns:a16="http://schemas.microsoft.com/office/drawing/2014/main" id="{83E40452-EA81-98A7-B1CA-1135909C0B7E}"/>
              </a:ext>
            </a:extLst>
          </p:cNvPr>
          <p:cNvCxnSpPr>
            <a:cxnSpLocks/>
          </p:cNvCxnSpPr>
          <p:nvPr/>
        </p:nvCxnSpPr>
        <p:spPr>
          <a:xfrm>
            <a:off x="9513597" y="3925843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6" name="타원 2915">
            <a:extLst>
              <a:ext uri="{FF2B5EF4-FFF2-40B4-BE49-F238E27FC236}">
                <a16:creationId xmlns:a16="http://schemas.microsoft.com/office/drawing/2014/main" id="{F8E769A9-D77B-0244-5B75-D336DCC2C5F0}"/>
              </a:ext>
            </a:extLst>
          </p:cNvPr>
          <p:cNvSpPr>
            <a:spLocks noChangeAspect="1"/>
          </p:cNvSpPr>
          <p:nvPr/>
        </p:nvSpPr>
        <p:spPr>
          <a:xfrm>
            <a:off x="9483347" y="381513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918" name="직선 연결선 2917">
            <a:extLst>
              <a:ext uri="{FF2B5EF4-FFF2-40B4-BE49-F238E27FC236}">
                <a16:creationId xmlns:a16="http://schemas.microsoft.com/office/drawing/2014/main" id="{6C90D9F5-900F-F662-4436-38DC3773F567}"/>
              </a:ext>
            </a:extLst>
          </p:cNvPr>
          <p:cNvCxnSpPr>
            <a:cxnSpLocks/>
          </p:cNvCxnSpPr>
          <p:nvPr/>
        </p:nvCxnSpPr>
        <p:spPr>
          <a:xfrm>
            <a:off x="9509460" y="4284465"/>
            <a:ext cx="0" cy="1804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19" name="타원 2918">
            <a:extLst>
              <a:ext uri="{FF2B5EF4-FFF2-40B4-BE49-F238E27FC236}">
                <a16:creationId xmlns:a16="http://schemas.microsoft.com/office/drawing/2014/main" id="{1F9533EB-E129-DD9C-D39B-6827A1E6AC84}"/>
              </a:ext>
            </a:extLst>
          </p:cNvPr>
          <p:cNvSpPr>
            <a:spLocks noChangeAspect="1"/>
          </p:cNvSpPr>
          <p:nvPr/>
        </p:nvSpPr>
        <p:spPr>
          <a:xfrm>
            <a:off x="9483346" y="4349032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20" name="TextBox 2919">
            <a:extLst>
              <a:ext uri="{FF2B5EF4-FFF2-40B4-BE49-F238E27FC236}">
                <a16:creationId xmlns:a16="http://schemas.microsoft.com/office/drawing/2014/main" id="{7722525F-326C-01E6-AB2B-70F9D660F20E}"/>
              </a:ext>
            </a:extLst>
          </p:cNvPr>
          <p:cNvSpPr txBox="1"/>
          <p:nvPr/>
        </p:nvSpPr>
        <p:spPr>
          <a:xfrm>
            <a:off x="8933116" y="4309813"/>
            <a:ext cx="31012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-7.5V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921" name="직선 화살표 연결선 2920">
            <a:extLst>
              <a:ext uri="{FF2B5EF4-FFF2-40B4-BE49-F238E27FC236}">
                <a16:creationId xmlns:a16="http://schemas.microsoft.com/office/drawing/2014/main" id="{ADD81DA7-19EB-BD71-BB20-01E920536D80}"/>
              </a:ext>
            </a:extLst>
          </p:cNvPr>
          <p:cNvCxnSpPr>
            <a:cxnSpLocks/>
          </p:cNvCxnSpPr>
          <p:nvPr/>
        </p:nvCxnSpPr>
        <p:spPr>
          <a:xfrm>
            <a:off x="9511216" y="4461429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2" name="직선 화살표 연결선 2921">
            <a:extLst>
              <a:ext uri="{FF2B5EF4-FFF2-40B4-BE49-F238E27FC236}">
                <a16:creationId xmlns:a16="http://schemas.microsoft.com/office/drawing/2014/main" id="{6C0365A6-1599-3302-0D42-08AC2823388E}"/>
              </a:ext>
            </a:extLst>
          </p:cNvPr>
          <p:cNvCxnSpPr>
            <a:cxnSpLocks/>
          </p:cNvCxnSpPr>
          <p:nvPr/>
        </p:nvCxnSpPr>
        <p:spPr>
          <a:xfrm>
            <a:off x="9266562" y="4372944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3" name="직선 화살표 연결선 2922">
            <a:extLst>
              <a:ext uri="{FF2B5EF4-FFF2-40B4-BE49-F238E27FC236}">
                <a16:creationId xmlns:a16="http://schemas.microsoft.com/office/drawing/2014/main" id="{047A52FF-9B22-D4EC-64D2-6CBD0DB03075}"/>
              </a:ext>
            </a:extLst>
          </p:cNvPr>
          <p:cNvCxnSpPr>
            <a:cxnSpLocks/>
          </p:cNvCxnSpPr>
          <p:nvPr/>
        </p:nvCxnSpPr>
        <p:spPr>
          <a:xfrm>
            <a:off x="9513598" y="4286990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4" name="직선 연결선 2923">
            <a:extLst>
              <a:ext uri="{FF2B5EF4-FFF2-40B4-BE49-F238E27FC236}">
                <a16:creationId xmlns:a16="http://schemas.microsoft.com/office/drawing/2014/main" id="{AB033781-182E-6F4E-A15B-32A42A326EFE}"/>
              </a:ext>
            </a:extLst>
          </p:cNvPr>
          <p:cNvCxnSpPr>
            <a:cxnSpLocks/>
          </p:cNvCxnSpPr>
          <p:nvPr/>
        </p:nvCxnSpPr>
        <p:spPr>
          <a:xfrm>
            <a:off x="9522878" y="4905971"/>
            <a:ext cx="0" cy="4375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5" name="타원 2924">
            <a:extLst>
              <a:ext uri="{FF2B5EF4-FFF2-40B4-BE49-F238E27FC236}">
                <a16:creationId xmlns:a16="http://schemas.microsoft.com/office/drawing/2014/main" id="{E82B95C2-35EF-703F-38A3-6400B81FB087}"/>
              </a:ext>
            </a:extLst>
          </p:cNvPr>
          <p:cNvSpPr>
            <a:spLocks noChangeAspect="1"/>
          </p:cNvSpPr>
          <p:nvPr/>
        </p:nvSpPr>
        <p:spPr>
          <a:xfrm>
            <a:off x="9496764" y="497053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927" name="직선 화살표 연결선 2926">
            <a:extLst>
              <a:ext uri="{FF2B5EF4-FFF2-40B4-BE49-F238E27FC236}">
                <a16:creationId xmlns:a16="http://schemas.microsoft.com/office/drawing/2014/main" id="{A2C71262-27A6-9EF4-61E2-6E677ED777F1}"/>
              </a:ext>
            </a:extLst>
          </p:cNvPr>
          <p:cNvCxnSpPr>
            <a:cxnSpLocks/>
          </p:cNvCxnSpPr>
          <p:nvPr/>
        </p:nvCxnSpPr>
        <p:spPr>
          <a:xfrm>
            <a:off x="9524634" y="5080554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8" name="직선 화살표 연결선 2927">
            <a:extLst>
              <a:ext uri="{FF2B5EF4-FFF2-40B4-BE49-F238E27FC236}">
                <a16:creationId xmlns:a16="http://schemas.microsoft.com/office/drawing/2014/main" id="{D711030E-CD91-6662-DE94-898318558310}"/>
              </a:ext>
            </a:extLst>
          </p:cNvPr>
          <p:cNvCxnSpPr>
            <a:cxnSpLocks/>
          </p:cNvCxnSpPr>
          <p:nvPr/>
        </p:nvCxnSpPr>
        <p:spPr>
          <a:xfrm>
            <a:off x="9279980" y="4994450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9" name="직선 화살표 연결선 2928">
            <a:extLst>
              <a:ext uri="{FF2B5EF4-FFF2-40B4-BE49-F238E27FC236}">
                <a16:creationId xmlns:a16="http://schemas.microsoft.com/office/drawing/2014/main" id="{BECD13C7-4A6D-CA45-8A43-94C6A4BAF6E7}"/>
              </a:ext>
            </a:extLst>
          </p:cNvPr>
          <p:cNvCxnSpPr>
            <a:cxnSpLocks/>
          </p:cNvCxnSpPr>
          <p:nvPr/>
        </p:nvCxnSpPr>
        <p:spPr>
          <a:xfrm>
            <a:off x="9527016" y="4903734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0" name="직선 화살표 연결선 2929">
            <a:extLst>
              <a:ext uri="{FF2B5EF4-FFF2-40B4-BE49-F238E27FC236}">
                <a16:creationId xmlns:a16="http://schemas.microsoft.com/office/drawing/2014/main" id="{3835124B-6ACE-8468-D416-D02C7B09B988}"/>
              </a:ext>
            </a:extLst>
          </p:cNvPr>
          <p:cNvCxnSpPr>
            <a:cxnSpLocks/>
          </p:cNvCxnSpPr>
          <p:nvPr/>
        </p:nvCxnSpPr>
        <p:spPr>
          <a:xfrm>
            <a:off x="9524634" y="5170595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1" name="직선 화살표 연결선 2930">
            <a:extLst>
              <a:ext uri="{FF2B5EF4-FFF2-40B4-BE49-F238E27FC236}">
                <a16:creationId xmlns:a16="http://schemas.microsoft.com/office/drawing/2014/main" id="{5E367534-2040-C26C-0847-574355AFD2D1}"/>
              </a:ext>
            </a:extLst>
          </p:cNvPr>
          <p:cNvCxnSpPr>
            <a:cxnSpLocks/>
          </p:cNvCxnSpPr>
          <p:nvPr/>
        </p:nvCxnSpPr>
        <p:spPr>
          <a:xfrm>
            <a:off x="9522252" y="5261082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2" name="직선 화살표 연결선 2931">
            <a:extLst>
              <a:ext uri="{FF2B5EF4-FFF2-40B4-BE49-F238E27FC236}">
                <a16:creationId xmlns:a16="http://schemas.microsoft.com/office/drawing/2014/main" id="{E92AEACC-435F-609B-AECA-440B6C4915FC}"/>
              </a:ext>
            </a:extLst>
          </p:cNvPr>
          <p:cNvCxnSpPr>
            <a:cxnSpLocks/>
          </p:cNvCxnSpPr>
          <p:nvPr/>
        </p:nvCxnSpPr>
        <p:spPr>
          <a:xfrm>
            <a:off x="9519871" y="5349188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5" name="타원 2934">
            <a:extLst>
              <a:ext uri="{FF2B5EF4-FFF2-40B4-BE49-F238E27FC236}">
                <a16:creationId xmlns:a16="http://schemas.microsoft.com/office/drawing/2014/main" id="{B8695AA4-7856-4C17-0786-2F3C598A7B0A}"/>
              </a:ext>
            </a:extLst>
          </p:cNvPr>
          <p:cNvSpPr>
            <a:spLocks noChangeAspect="1"/>
          </p:cNvSpPr>
          <p:nvPr/>
        </p:nvSpPr>
        <p:spPr>
          <a:xfrm>
            <a:off x="9496764" y="505757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36" name="타원 2935">
            <a:extLst>
              <a:ext uri="{FF2B5EF4-FFF2-40B4-BE49-F238E27FC236}">
                <a16:creationId xmlns:a16="http://schemas.microsoft.com/office/drawing/2014/main" id="{8B0E44C7-D3DD-6AAA-25E6-3DF27ADED138}"/>
              </a:ext>
            </a:extLst>
          </p:cNvPr>
          <p:cNvSpPr>
            <a:spLocks noChangeAspect="1"/>
          </p:cNvSpPr>
          <p:nvPr/>
        </p:nvSpPr>
        <p:spPr>
          <a:xfrm>
            <a:off x="9499145" y="5237100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37" name="타원 2936">
            <a:extLst>
              <a:ext uri="{FF2B5EF4-FFF2-40B4-BE49-F238E27FC236}">
                <a16:creationId xmlns:a16="http://schemas.microsoft.com/office/drawing/2014/main" id="{8E88C162-C57C-E75B-9061-7520F0157150}"/>
              </a:ext>
            </a:extLst>
          </p:cNvPr>
          <p:cNvSpPr>
            <a:spLocks noChangeAspect="1"/>
          </p:cNvSpPr>
          <p:nvPr/>
        </p:nvSpPr>
        <p:spPr>
          <a:xfrm>
            <a:off x="9496764" y="5146966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38" name="타원 2937">
            <a:extLst>
              <a:ext uri="{FF2B5EF4-FFF2-40B4-BE49-F238E27FC236}">
                <a16:creationId xmlns:a16="http://schemas.microsoft.com/office/drawing/2014/main" id="{A0B7AE42-AE7D-AF02-E2A5-516C844D1851}"/>
              </a:ext>
            </a:extLst>
          </p:cNvPr>
          <p:cNvSpPr>
            <a:spLocks noChangeAspect="1"/>
          </p:cNvSpPr>
          <p:nvPr/>
        </p:nvSpPr>
        <p:spPr>
          <a:xfrm>
            <a:off x="9492001" y="550155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940" name="직선 화살표 연결선 2939">
            <a:extLst>
              <a:ext uri="{FF2B5EF4-FFF2-40B4-BE49-F238E27FC236}">
                <a16:creationId xmlns:a16="http://schemas.microsoft.com/office/drawing/2014/main" id="{ED845C91-1159-88F1-6F0F-6BA1A3825205}"/>
              </a:ext>
            </a:extLst>
          </p:cNvPr>
          <p:cNvCxnSpPr>
            <a:cxnSpLocks/>
          </p:cNvCxnSpPr>
          <p:nvPr/>
        </p:nvCxnSpPr>
        <p:spPr>
          <a:xfrm>
            <a:off x="9519871" y="5611574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1" name="직선 화살표 연결선 2940">
            <a:extLst>
              <a:ext uri="{FF2B5EF4-FFF2-40B4-BE49-F238E27FC236}">
                <a16:creationId xmlns:a16="http://schemas.microsoft.com/office/drawing/2014/main" id="{950C3E23-E1B0-33B8-18B2-3461FF6793E7}"/>
              </a:ext>
            </a:extLst>
          </p:cNvPr>
          <p:cNvCxnSpPr>
            <a:cxnSpLocks/>
          </p:cNvCxnSpPr>
          <p:nvPr/>
        </p:nvCxnSpPr>
        <p:spPr>
          <a:xfrm>
            <a:off x="1848806" y="5525470"/>
            <a:ext cx="780672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2" name="직선 화살표 연결선 2941">
            <a:extLst>
              <a:ext uri="{FF2B5EF4-FFF2-40B4-BE49-F238E27FC236}">
                <a16:creationId xmlns:a16="http://schemas.microsoft.com/office/drawing/2014/main" id="{29322FB5-457D-ADB7-EEEB-EEA390C535E9}"/>
              </a:ext>
            </a:extLst>
          </p:cNvPr>
          <p:cNvCxnSpPr>
            <a:cxnSpLocks/>
          </p:cNvCxnSpPr>
          <p:nvPr/>
        </p:nvCxnSpPr>
        <p:spPr>
          <a:xfrm>
            <a:off x="9522253" y="5437135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3" name="직선 화살표 연결선 2942">
            <a:extLst>
              <a:ext uri="{FF2B5EF4-FFF2-40B4-BE49-F238E27FC236}">
                <a16:creationId xmlns:a16="http://schemas.microsoft.com/office/drawing/2014/main" id="{EF86D296-A0CF-F5FD-93B2-871BDD9066E0}"/>
              </a:ext>
            </a:extLst>
          </p:cNvPr>
          <p:cNvCxnSpPr>
            <a:cxnSpLocks/>
          </p:cNvCxnSpPr>
          <p:nvPr/>
        </p:nvCxnSpPr>
        <p:spPr>
          <a:xfrm>
            <a:off x="9519871" y="5701615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4" name="타원 2943">
            <a:extLst>
              <a:ext uri="{FF2B5EF4-FFF2-40B4-BE49-F238E27FC236}">
                <a16:creationId xmlns:a16="http://schemas.microsoft.com/office/drawing/2014/main" id="{28DFA8AA-D85A-E0C0-D792-6D6E66F92ADF}"/>
              </a:ext>
            </a:extLst>
          </p:cNvPr>
          <p:cNvSpPr>
            <a:spLocks noChangeAspect="1"/>
          </p:cNvSpPr>
          <p:nvPr/>
        </p:nvSpPr>
        <p:spPr>
          <a:xfrm>
            <a:off x="9492001" y="558859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946" name="직선 연결선 2945">
            <a:extLst>
              <a:ext uri="{FF2B5EF4-FFF2-40B4-BE49-F238E27FC236}">
                <a16:creationId xmlns:a16="http://schemas.microsoft.com/office/drawing/2014/main" id="{A65DA9BB-F94F-BCE1-DAE0-E288F9524572}"/>
              </a:ext>
            </a:extLst>
          </p:cNvPr>
          <p:cNvCxnSpPr>
            <a:cxnSpLocks/>
          </p:cNvCxnSpPr>
          <p:nvPr/>
        </p:nvCxnSpPr>
        <p:spPr>
          <a:xfrm>
            <a:off x="9518116" y="5432227"/>
            <a:ext cx="0" cy="2732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8" name="직선 화살표 연결선 2947">
            <a:extLst>
              <a:ext uri="{FF2B5EF4-FFF2-40B4-BE49-F238E27FC236}">
                <a16:creationId xmlns:a16="http://schemas.microsoft.com/office/drawing/2014/main" id="{61BA488B-A42D-E87D-CEE9-00149E070208}"/>
              </a:ext>
            </a:extLst>
          </p:cNvPr>
          <p:cNvCxnSpPr>
            <a:cxnSpLocks/>
          </p:cNvCxnSpPr>
          <p:nvPr/>
        </p:nvCxnSpPr>
        <p:spPr>
          <a:xfrm>
            <a:off x="9690266" y="5436667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9" name="직선 화살표 연결선 2948">
            <a:extLst>
              <a:ext uri="{FF2B5EF4-FFF2-40B4-BE49-F238E27FC236}">
                <a16:creationId xmlns:a16="http://schemas.microsoft.com/office/drawing/2014/main" id="{6898846F-6278-4D67-E049-0E6801AFC409}"/>
              </a:ext>
            </a:extLst>
          </p:cNvPr>
          <p:cNvCxnSpPr>
            <a:cxnSpLocks/>
          </p:cNvCxnSpPr>
          <p:nvPr/>
        </p:nvCxnSpPr>
        <p:spPr>
          <a:xfrm>
            <a:off x="9692647" y="5527155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0" name="직선 화살표 연결선 2949">
            <a:extLst>
              <a:ext uri="{FF2B5EF4-FFF2-40B4-BE49-F238E27FC236}">
                <a16:creationId xmlns:a16="http://schemas.microsoft.com/office/drawing/2014/main" id="{8E990D06-0582-46DD-ABB3-FD87AEF8EE5A}"/>
              </a:ext>
            </a:extLst>
          </p:cNvPr>
          <p:cNvCxnSpPr>
            <a:cxnSpLocks/>
          </p:cNvCxnSpPr>
          <p:nvPr/>
        </p:nvCxnSpPr>
        <p:spPr>
          <a:xfrm>
            <a:off x="9695028" y="5612879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1" name="직선 화살표 연결선 2950">
            <a:extLst>
              <a:ext uri="{FF2B5EF4-FFF2-40B4-BE49-F238E27FC236}">
                <a16:creationId xmlns:a16="http://schemas.microsoft.com/office/drawing/2014/main" id="{60B78266-DEB4-1C8C-6557-E91C7CC335CE}"/>
              </a:ext>
            </a:extLst>
          </p:cNvPr>
          <p:cNvCxnSpPr>
            <a:cxnSpLocks/>
          </p:cNvCxnSpPr>
          <p:nvPr/>
        </p:nvCxnSpPr>
        <p:spPr>
          <a:xfrm>
            <a:off x="9695028" y="5700986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2" name="TextBox 2951">
            <a:extLst>
              <a:ext uri="{FF2B5EF4-FFF2-40B4-BE49-F238E27FC236}">
                <a16:creationId xmlns:a16="http://schemas.microsoft.com/office/drawing/2014/main" id="{1A0E510A-B95E-A060-BD3C-A1C5861FA724}"/>
              </a:ext>
            </a:extLst>
          </p:cNvPr>
          <p:cNvSpPr txBox="1"/>
          <p:nvPr/>
        </p:nvSpPr>
        <p:spPr>
          <a:xfrm>
            <a:off x="10529453" y="3775902"/>
            <a:ext cx="29808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+20V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953" name="직선 연결선 2952">
            <a:extLst>
              <a:ext uri="{FF2B5EF4-FFF2-40B4-BE49-F238E27FC236}">
                <a16:creationId xmlns:a16="http://schemas.microsoft.com/office/drawing/2014/main" id="{02F78ED3-DEB6-6FC0-ABE6-B12E958C954F}"/>
              </a:ext>
            </a:extLst>
          </p:cNvPr>
          <p:cNvCxnSpPr>
            <a:cxnSpLocks/>
          </p:cNvCxnSpPr>
          <p:nvPr/>
        </p:nvCxnSpPr>
        <p:spPr>
          <a:xfrm>
            <a:off x="10314549" y="3663213"/>
            <a:ext cx="0" cy="2623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4" name="타원 2953">
            <a:extLst>
              <a:ext uri="{FF2B5EF4-FFF2-40B4-BE49-F238E27FC236}">
                <a16:creationId xmlns:a16="http://schemas.microsoft.com/office/drawing/2014/main" id="{02AC5A28-4A67-0925-EFB9-6F2E0505F8FF}"/>
              </a:ext>
            </a:extLst>
          </p:cNvPr>
          <p:cNvSpPr>
            <a:spLocks noChangeAspect="1"/>
          </p:cNvSpPr>
          <p:nvPr/>
        </p:nvSpPr>
        <p:spPr>
          <a:xfrm>
            <a:off x="10290021" y="3816460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55" name="타원 2954">
            <a:extLst>
              <a:ext uri="{FF2B5EF4-FFF2-40B4-BE49-F238E27FC236}">
                <a16:creationId xmlns:a16="http://schemas.microsoft.com/office/drawing/2014/main" id="{77FAFD1A-54E4-ECD3-BD74-ADBB06EA60E5}"/>
              </a:ext>
            </a:extLst>
          </p:cNvPr>
          <p:cNvSpPr>
            <a:spLocks noChangeAspect="1"/>
          </p:cNvSpPr>
          <p:nvPr/>
        </p:nvSpPr>
        <p:spPr>
          <a:xfrm>
            <a:off x="10289375" y="3728105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956" name="직선 화살표 연결선 2955">
            <a:extLst>
              <a:ext uri="{FF2B5EF4-FFF2-40B4-BE49-F238E27FC236}">
                <a16:creationId xmlns:a16="http://schemas.microsoft.com/office/drawing/2014/main" id="{89AEA95E-3B75-808C-3A1E-92D40F1B3DC9}"/>
              </a:ext>
            </a:extLst>
          </p:cNvPr>
          <p:cNvCxnSpPr>
            <a:cxnSpLocks/>
          </p:cNvCxnSpPr>
          <p:nvPr/>
        </p:nvCxnSpPr>
        <p:spPr>
          <a:xfrm>
            <a:off x="10214705" y="3928032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7" name="직선 화살표 연결선 2956">
            <a:extLst>
              <a:ext uri="{FF2B5EF4-FFF2-40B4-BE49-F238E27FC236}">
                <a16:creationId xmlns:a16="http://schemas.microsoft.com/office/drawing/2014/main" id="{C07F56E1-1A78-30B8-B6CE-76F68A4E351A}"/>
              </a:ext>
            </a:extLst>
          </p:cNvPr>
          <p:cNvCxnSpPr>
            <a:cxnSpLocks/>
          </p:cNvCxnSpPr>
          <p:nvPr/>
        </p:nvCxnSpPr>
        <p:spPr>
          <a:xfrm>
            <a:off x="10214706" y="3664800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8" name="직선 화살표 연결선 2957">
            <a:extLst>
              <a:ext uri="{FF2B5EF4-FFF2-40B4-BE49-F238E27FC236}">
                <a16:creationId xmlns:a16="http://schemas.microsoft.com/office/drawing/2014/main" id="{BE2551ED-AF90-4762-501B-5464BB732BA2}"/>
              </a:ext>
            </a:extLst>
          </p:cNvPr>
          <p:cNvCxnSpPr>
            <a:cxnSpLocks/>
          </p:cNvCxnSpPr>
          <p:nvPr/>
        </p:nvCxnSpPr>
        <p:spPr>
          <a:xfrm>
            <a:off x="10213118" y="3753654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9" name="직선 화살표 연결선 2958">
            <a:extLst>
              <a:ext uri="{FF2B5EF4-FFF2-40B4-BE49-F238E27FC236}">
                <a16:creationId xmlns:a16="http://schemas.microsoft.com/office/drawing/2014/main" id="{9B5F7873-9179-AC9E-AC3F-2F2E9F8A968B}"/>
              </a:ext>
            </a:extLst>
          </p:cNvPr>
          <p:cNvCxnSpPr>
            <a:cxnSpLocks/>
          </p:cNvCxnSpPr>
          <p:nvPr/>
        </p:nvCxnSpPr>
        <p:spPr>
          <a:xfrm flipH="1">
            <a:off x="10208281" y="3839707"/>
            <a:ext cx="30461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0" name="TextBox 2959">
            <a:extLst>
              <a:ext uri="{FF2B5EF4-FFF2-40B4-BE49-F238E27FC236}">
                <a16:creationId xmlns:a16="http://schemas.microsoft.com/office/drawing/2014/main" id="{CC22719D-FA16-3C03-BEEC-48ACD83E8B96}"/>
              </a:ext>
            </a:extLst>
          </p:cNvPr>
          <p:cNvSpPr txBox="1"/>
          <p:nvPr/>
        </p:nvSpPr>
        <p:spPr>
          <a:xfrm>
            <a:off x="10561666" y="4307176"/>
            <a:ext cx="273078" cy="123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+7.5V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961" name="직선 연결선 2960">
            <a:extLst>
              <a:ext uri="{FF2B5EF4-FFF2-40B4-BE49-F238E27FC236}">
                <a16:creationId xmlns:a16="http://schemas.microsoft.com/office/drawing/2014/main" id="{03E5B5EE-DB2D-5813-1DDB-44816CCA492B}"/>
              </a:ext>
            </a:extLst>
          </p:cNvPr>
          <p:cNvCxnSpPr>
            <a:cxnSpLocks/>
          </p:cNvCxnSpPr>
          <p:nvPr/>
        </p:nvCxnSpPr>
        <p:spPr>
          <a:xfrm>
            <a:off x="10292389" y="4282279"/>
            <a:ext cx="0" cy="177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2" name="타원 2961">
            <a:extLst>
              <a:ext uri="{FF2B5EF4-FFF2-40B4-BE49-F238E27FC236}">
                <a16:creationId xmlns:a16="http://schemas.microsoft.com/office/drawing/2014/main" id="{4DA8251D-40F8-1197-2B23-B6E32E44540D}"/>
              </a:ext>
            </a:extLst>
          </p:cNvPr>
          <p:cNvSpPr>
            <a:spLocks noChangeAspect="1"/>
          </p:cNvSpPr>
          <p:nvPr/>
        </p:nvSpPr>
        <p:spPr>
          <a:xfrm>
            <a:off x="10265480" y="4345601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963" name="직선 화살표 연결선 2962">
            <a:extLst>
              <a:ext uri="{FF2B5EF4-FFF2-40B4-BE49-F238E27FC236}">
                <a16:creationId xmlns:a16="http://schemas.microsoft.com/office/drawing/2014/main" id="{8547A35E-25AE-B644-CA6D-D5A1405AE807}"/>
              </a:ext>
            </a:extLst>
          </p:cNvPr>
          <p:cNvCxnSpPr>
            <a:cxnSpLocks/>
          </p:cNvCxnSpPr>
          <p:nvPr/>
        </p:nvCxnSpPr>
        <p:spPr>
          <a:xfrm>
            <a:off x="10200485" y="4284018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4" name="직선 화살표 연결선 2963">
            <a:extLst>
              <a:ext uri="{FF2B5EF4-FFF2-40B4-BE49-F238E27FC236}">
                <a16:creationId xmlns:a16="http://schemas.microsoft.com/office/drawing/2014/main" id="{303CAB50-5871-E029-29D0-9099B40521CA}"/>
              </a:ext>
            </a:extLst>
          </p:cNvPr>
          <p:cNvCxnSpPr>
            <a:cxnSpLocks/>
          </p:cNvCxnSpPr>
          <p:nvPr/>
        </p:nvCxnSpPr>
        <p:spPr>
          <a:xfrm>
            <a:off x="10192547" y="4462934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5" name="직선 화살표 연결선 2964">
            <a:extLst>
              <a:ext uri="{FF2B5EF4-FFF2-40B4-BE49-F238E27FC236}">
                <a16:creationId xmlns:a16="http://schemas.microsoft.com/office/drawing/2014/main" id="{4A210D62-C242-EFBF-B235-7B2C685A5919}"/>
              </a:ext>
            </a:extLst>
          </p:cNvPr>
          <p:cNvCxnSpPr>
            <a:cxnSpLocks/>
          </p:cNvCxnSpPr>
          <p:nvPr/>
        </p:nvCxnSpPr>
        <p:spPr>
          <a:xfrm flipH="1">
            <a:off x="10190483" y="4371510"/>
            <a:ext cx="30461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6" name="직선 연결선 2965">
            <a:extLst>
              <a:ext uri="{FF2B5EF4-FFF2-40B4-BE49-F238E27FC236}">
                <a16:creationId xmlns:a16="http://schemas.microsoft.com/office/drawing/2014/main" id="{200CD5A5-5112-E0AE-03BD-B3F621D80AB9}"/>
              </a:ext>
            </a:extLst>
          </p:cNvPr>
          <p:cNvCxnSpPr>
            <a:cxnSpLocks/>
          </p:cNvCxnSpPr>
          <p:nvPr/>
        </p:nvCxnSpPr>
        <p:spPr>
          <a:xfrm>
            <a:off x="10300753" y="4903238"/>
            <a:ext cx="0" cy="4496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7" name="타원 2966">
            <a:extLst>
              <a:ext uri="{FF2B5EF4-FFF2-40B4-BE49-F238E27FC236}">
                <a16:creationId xmlns:a16="http://schemas.microsoft.com/office/drawing/2014/main" id="{99691EC6-7955-7B67-A33B-EFDC32BAC5CD}"/>
              </a:ext>
            </a:extLst>
          </p:cNvPr>
          <p:cNvSpPr>
            <a:spLocks noChangeAspect="1"/>
          </p:cNvSpPr>
          <p:nvPr/>
        </p:nvSpPr>
        <p:spPr>
          <a:xfrm>
            <a:off x="10274639" y="497274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969" name="직선 화살표 연결선 2968">
            <a:extLst>
              <a:ext uri="{FF2B5EF4-FFF2-40B4-BE49-F238E27FC236}">
                <a16:creationId xmlns:a16="http://schemas.microsoft.com/office/drawing/2014/main" id="{2ED8B0B1-EC56-8C82-BBC5-DC7EE9BE1AE0}"/>
              </a:ext>
            </a:extLst>
          </p:cNvPr>
          <p:cNvCxnSpPr>
            <a:cxnSpLocks/>
          </p:cNvCxnSpPr>
          <p:nvPr/>
        </p:nvCxnSpPr>
        <p:spPr>
          <a:xfrm>
            <a:off x="10196761" y="4994265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0" name="타원 2969">
            <a:extLst>
              <a:ext uri="{FF2B5EF4-FFF2-40B4-BE49-F238E27FC236}">
                <a16:creationId xmlns:a16="http://schemas.microsoft.com/office/drawing/2014/main" id="{669B8BF0-946A-B818-6FD4-4F1C0F07D3DF}"/>
              </a:ext>
            </a:extLst>
          </p:cNvPr>
          <p:cNvSpPr>
            <a:spLocks noChangeAspect="1"/>
          </p:cNvSpPr>
          <p:nvPr/>
        </p:nvSpPr>
        <p:spPr>
          <a:xfrm>
            <a:off x="10274639" y="5062165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71" name="타원 2970">
            <a:extLst>
              <a:ext uri="{FF2B5EF4-FFF2-40B4-BE49-F238E27FC236}">
                <a16:creationId xmlns:a16="http://schemas.microsoft.com/office/drawing/2014/main" id="{3D7A43CF-218D-2172-C3B2-DD434D59C53E}"/>
              </a:ext>
            </a:extLst>
          </p:cNvPr>
          <p:cNvSpPr>
            <a:spLocks noChangeAspect="1"/>
          </p:cNvSpPr>
          <p:nvPr/>
        </p:nvSpPr>
        <p:spPr>
          <a:xfrm>
            <a:off x="10277020" y="5239306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72" name="타원 2971">
            <a:extLst>
              <a:ext uri="{FF2B5EF4-FFF2-40B4-BE49-F238E27FC236}">
                <a16:creationId xmlns:a16="http://schemas.microsoft.com/office/drawing/2014/main" id="{E007EAA1-27BC-0B19-76BE-E86A58C470E6}"/>
              </a:ext>
            </a:extLst>
          </p:cNvPr>
          <p:cNvSpPr>
            <a:spLocks noChangeAspect="1"/>
          </p:cNvSpPr>
          <p:nvPr/>
        </p:nvSpPr>
        <p:spPr>
          <a:xfrm>
            <a:off x="10274639" y="515155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973" name="직선 화살표 연결선 2972">
            <a:extLst>
              <a:ext uri="{FF2B5EF4-FFF2-40B4-BE49-F238E27FC236}">
                <a16:creationId xmlns:a16="http://schemas.microsoft.com/office/drawing/2014/main" id="{9CDDC2FB-E752-D42A-F85A-E2F19046191A}"/>
              </a:ext>
            </a:extLst>
          </p:cNvPr>
          <p:cNvCxnSpPr>
            <a:cxnSpLocks/>
          </p:cNvCxnSpPr>
          <p:nvPr/>
        </p:nvCxnSpPr>
        <p:spPr>
          <a:xfrm>
            <a:off x="10203292" y="4905619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5" name="직선 화살표 연결선 2974">
            <a:extLst>
              <a:ext uri="{FF2B5EF4-FFF2-40B4-BE49-F238E27FC236}">
                <a16:creationId xmlns:a16="http://schemas.microsoft.com/office/drawing/2014/main" id="{86BBA532-6550-56CD-E495-5B394F4F1681}"/>
              </a:ext>
            </a:extLst>
          </p:cNvPr>
          <p:cNvCxnSpPr>
            <a:cxnSpLocks/>
          </p:cNvCxnSpPr>
          <p:nvPr/>
        </p:nvCxnSpPr>
        <p:spPr>
          <a:xfrm>
            <a:off x="10210436" y="5084213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6" name="직선 화살표 연결선 2975">
            <a:extLst>
              <a:ext uri="{FF2B5EF4-FFF2-40B4-BE49-F238E27FC236}">
                <a16:creationId xmlns:a16="http://schemas.microsoft.com/office/drawing/2014/main" id="{E4292F08-1D3C-2A1A-6DE7-CCEB08FA65E7}"/>
              </a:ext>
            </a:extLst>
          </p:cNvPr>
          <p:cNvCxnSpPr>
            <a:cxnSpLocks/>
          </p:cNvCxnSpPr>
          <p:nvPr/>
        </p:nvCxnSpPr>
        <p:spPr>
          <a:xfrm>
            <a:off x="10212818" y="5172976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7" name="직선 화살표 연결선 2976">
            <a:extLst>
              <a:ext uri="{FF2B5EF4-FFF2-40B4-BE49-F238E27FC236}">
                <a16:creationId xmlns:a16="http://schemas.microsoft.com/office/drawing/2014/main" id="{97AC8264-801B-FAB2-5F63-4B9D892C5EDF}"/>
              </a:ext>
            </a:extLst>
          </p:cNvPr>
          <p:cNvCxnSpPr>
            <a:cxnSpLocks/>
          </p:cNvCxnSpPr>
          <p:nvPr/>
        </p:nvCxnSpPr>
        <p:spPr>
          <a:xfrm>
            <a:off x="10205674" y="5261082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8" name="직선 화살표 연결선 2977">
            <a:extLst>
              <a:ext uri="{FF2B5EF4-FFF2-40B4-BE49-F238E27FC236}">
                <a16:creationId xmlns:a16="http://schemas.microsoft.com/office/drawing/2014/main" id="{20359FBD-C803-B2CF-8B54-399A1376F84F}"/>
              </a:ext>
            </a:extLst>
          </p:cNvPr>
          <p:cNvCxnSpPr>
            <a:cxnSpLocks/>
          </p:cNvCxnSpPr>
          <p:nvPr/>
        </p:nvCxnSpPr>
        <p:spPr>
          <a:xfrm>
            <a:off x="10203293" y="5351567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9" name="TextBox 2978">
            <a:extLst>
              <a:ext uri="{FF2B5EF4-FFF2-40B4-BE49-F238E27FC236}">
                <a16:creationId xmlns:a16="http://schemas.microsoft.com/office/drawing/2014/main" id="{BC5DE7DB-C432-8FE1-0BF8-0B63A2F1E64B}"/>
              </a:ext>
            </a:extLst>
          </p:cNvPr>
          <p:cNvSpPr txBox="1"/>
          <p:nvPr/>
        </p:nvSpPr>
        <p:spPr>
          <a:xfrm>
            <a:off x="5200562" y="1141564"/>
            <a:ext cx="39168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+3.3VIN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980" name="직선 화살표 연결선 2979">
            <a:extLst>
              <a:ext uri="{FF2B5EF4-FFF2-40B4-BE49-F238E27FC236}">
                <a16:creationId xmlns:a16="http://schemas.microsoft.com/office/drawing/2014/main" id="{02976276-5D22-94A9-A4F1-2D26995EC68B}"/>
              </a:ext>
            </a:extLst>
          </p:cNvPr>
          <p:cNvCxnSpPr>
            <a:cxnSpLocks/>
          </p:cNvCxnSpPr>
          <p:nvPr/>
        </p:nvCxnSpPr>
        <p:spPr>
          <a:xfrm>
            <a:off x="6267372" y="1208830"/>
            <a:ext cx="33655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1" name="TextBox 2980">
            <a:extLst>
              <a:ext uri="{FF2B5EF4-FFF2-40B4-BE49-F238E27FC236}">
                <a16:creationId xmlns:a16="http://schemas.microsoft.com/office/drawing/2014/main" id="{BF9BFBCA-AB6E-5715-8A8A-00950A120D79}"/>
              </a:ext>
            </a:extLst>
          </p:cNvPr>
          <p:cNvSpPr txBox="1"/>
          <p:nvPr/>
        </p:nvSpPr>
        <p:spPr>
          <a:xfrm>
            <a:off x="6642743" y="1141564"/>
            <a:ext cx="39168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GND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982" name="직선 화살표 연결선 2981">
            <a:extLst>
              <a:ext uri="{FF2B5EF4-FFF2-40B4-BE49-F238E27FC236}">
                <a16:creationId xmlns:a16="http://schemas.microsoft.com/office/drawing/2014/main" id="{FD4807B4-EE0D-A2CA-C5DD-999E90B76A87}"/>
              </a:ext>
            </a:extLst>
          </p:cNvPr>
          <p:cNvCxnSpPr>
            <a:cxnSpLocks/>
          </p:cNvCxnSpPr>
          <p:nvPr/>
        </p:nvCxnSpPr>
        <p:spPr>
          <a:xfrm>
            <a:off x="6342844" y="4459374"/>
            <a:ext cx="355300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3" name="TextBox 2982">
            <a:extLst>
              <a:ext uri="{FF2B5EF4-FFF2-40B4-BE49-F238E27FC236}">
                <a16:creationId xmlns:a16="http://schemas.microsoft.com/office/drawing/2014/main" id="{A1F645E9-334A-AF5C-B12B-2DAE27B09C6D}"/>
              </a:ext>
            </a:extLst>
          </p:cNvPr>
          <p:cNvSpPr txBox="1"/>
          <p:nvPr/>
        </p:nvSpPr>
        <p:spPr>
          <a:xfrm>
            <a:off x="6721945" y="4376847"/>
            <a:ext cx="39168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+5VIN</a:t>
            </a:r>
            <a:endParaRPr lang="ko-KR" altLang="en-US" sz="800" dirty="0">
              <a:latin typeface="+mn-ea"/>
            </a:endParaRPr>
          </a:p>
        </p:txBody>
      </p:sp>
      <p:sp>
        <p:nvSpPr>
          <p:cNvPr id="2984" name="TextBox 2983">
            <a:extLst>
              <a:ext uri="{FF2B5EF4-FFF2-40B4-BE49-F238E27FC236}">
                <a16:creationId xmlns:a16="http://schemas.microsoft.com/office/drawing/2014/main" id="{55FF4B67-AAF4-2F09-B76F-06A9F89A9B56}"/>
              </a:ext>
            </a:extLst>
          </p:cNvPr>
          <p:cNvSpPr txBox="1"/>
          <p:nvPr/>
        </p:nvSpPr>
        <p:spPr>
          <a:xfrm>
            <a:off x="6642743" y="4911045"/>
            <a:ext cx="39168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GND</a:t>
            </a:r>
            <a:endParaRPr lang="ko-KR" altLang="en-US" sz="800" dirty="0">
              <a:latin typeface="+mn-ea"/>
            </a:endParaRPr>
          </a:p>
        </p:txBody>
      </p:sp>
      <p:sp>
        <p:nvSpPr>
          <p:cNvPr id="2985" name="타원 2984">
            <a:extLst>
              <a:ext uri="{FF2B5EF4-FFF2-40B4-BE49-F238E27FC236}">
                <a16:creationId xmlns:a16="http://schemas.microsoft.com/office/drawing/2014/main" id="{11F0E7A0-6809-624D-7585-FCDC7B5C8DE5}"/>
              </a:ext>
            </a:extLst>
          </p:cNvPr>
          <p:cNvSpPr>
            <a:spLocks noChangeAspect="1"/>
          </p:cNvSpPr>
          <p:nvPr/>
        </p:nvSpPr>
        <p:spPr>
          <a:xfrm>
            <a:off x="5705814" y="470449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86" name="TextBox 2985">
            <a:extLst>
              <a:ext uri="{FF2B5EF4-FFF2-40B4-BE49-F238E27FC236}">
                <a16:creationId xmlns:a16="http://schemas.microsoft.com/office/drawing/2014/main" id="{95FC16C3-DF32-8580-8DBC-7C0C5247F82A}"/>
              </a:ext>
            </a:extLst>
          </p:cNvPr>
          <p:cNvSpPr txBox="1"/>
          <p:nvPr/>
        </p:nvSpPr>
        <p:spPr>
          <a:xfrm>
            <a:off x="5169872" y="4662415"/>
            <a:ext cx="31012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-10V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987" name="직선 화살표 연결선 2986">
            <a:extLst>
              <a:ext uri="{FF2B5EF4-FFF2-40B4-BE49-F238E27FC236}">
                <a16:creationId xmlns:a16="http://schemas.microsoft.com/office/drawing/2014/main" id="{8B2FCA0A-FFD7-BE08-CCC0-BCBD3A201318}"/>
              </a:ext>
            </a:extLst>
          </p:cNvPr>
          <p:cNvCxnSpPr>
            <a:cxnSpLocks/>
          </p:cNvCxnSpPr>
          <p:nvPr/>
        </p:nvCxnSpPr>
        <p:spPr>
          <a:xfrm>
            <a:off x="5489030" y="4728405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8" name="직선 화살표 연결선 2987">
            <a:extLst>
              <a:ext uri="{FF2B5EF4-FFF2-40B4-BE49-F238E27FC236}">
                <a16:creationId xmlns:a16="http://schemas.microsoft.com/office/drawing/2014/main" id="{5A7183D7-C685-3161-B656-EB1F2D8AD51D}"/>
              </a:ext>
            </a:extLst>
          </p:cNvPr>
          <p:cNvCxnSpPr>
            <a:cxnSpLocks/>
          </p:cNvCxnSpPr>
          <p:nvPr/>
        </p:nvCxnSpPr>
        <p:spPr>
          <a:xfrm>
            <a:off x="5736066" y="4637689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9" name="직선 연결선 2988">
            <a:extLst>
              <a:ext uri="{FF2B5EF4-FFF2-40B4-BE49-F238E27FC236}">
                <a16:creationId xmlns:a16="http://schemas.microsoft.com/office/drawing/2014/main" id="{DC4CDEDF-01CA-66FA-CE1C-9A504636E439}"/>
              </a:ext>
            </a:extLst>
          </p:cNvPr>
          <p:cNvCxnSpPr>
            <a:cxnSpLocks/>
          </p:cNvCxnSpPr>
          <p:nvPr/>
        </p:nvCxnSpPr>
        <p:spPr>
          <a:xfrm>
            <a:off x="5732797" y="4641188"/>
            <a:ext cx="0" cy="87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1" name="타원 2990">
            <a:extLst>
              <a:ext uri="{FF2B5EF4-FFF2-40B4-BE49-F238E27FC236}">
                <a16:creationId xmlns:a16="http://schemas.microsoft.com/office/drawing/2014/main" id="{3B9EFF3D-27E4-9CBA-6B65-901AE9B02D64}"/>
              </a:ext>
            </a:extLst>
          </p:cNvPr>
          <p:cNvSpPr>
            <a:spLocks noChangeAspect="1"/>
          </p:cNvSpPr>
          <p:nvPr/>
        </p:nvSpPr>
        <p:spPr>
          <a:xfrm>
            <a:off x="6494007" y="4700882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992" name="직선 화살표 연결선 2991">
            <a:extLst>
              <a:ext uri="{FF2B5EF4-FFF2-40B4-BE49-F238E27FC236}">
                <a16:creationId xmlns:a16="http://schemas.microsoft.com/office/drawing/2014/main" id="{9FCDC104-24CD-EFF3-46A2-DED304597C62}"/>
              </a:ext>
            </a:extLst>
          </p:cNvPr>
          <p:cNvCxnSpPr>
            <a:cxnSpLocks/>
          </p:cNvCxnSpPr>
          <p:nvPr/>
        </p:nvCxnSpPr>
        <p:spPr>
          <a:xfrm>
            <a:off x="6408192" y="4727174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3" name="직선 화살표 연결선 2992">
            <a:extLst>
              <a:ext uri="{FF2B5EF4-FFF2-40B4-BE49-F238E27FC236}">
                <a16:creationId xmlns:a16="http://schemas.microsoft.com/office/drawing/2014/main" id="{21B80ED2-0380-1606-B8EB-DB6AB3D158A4}"/>
              </a:ext>
            </a:extLst>
          </p:cNvPr>
          <p:cNvCxnSpPr>
            <a:cxnSpLocks/>
          </p:cNvCxnSpPr>
          <p:nvPr/>
        </p:nvCxnSpPr>
        <p:spPr>
          <a:xfrm>
            <a:off x="6421865" y="4638841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4" name="직선 연결선 2993">
            <a:extLst>
              <a:ext uri="{FF2B5EF4-FFF2-40B4-BE49-F238E27FC236}">
                <a16:creationId xmlns:a16="http://schemas.microsoft.com/office/drawing/2014/main" id="{CDB52D6B-5FBA-B8B5-B379-2268BEFC086D}"/>
              </a:ext>
            </a:extLst>
          </p:cNvPr>
          <p:cNvCxnSpPr>
            <a:cxnSpLocks/>
          </p:cNvCxnSpPr>
          <p:nvPr/>
        </p:nvCxnSpPr>
        <p:spPr>
          <a:xfrm>
            <a:off x="6520990" y="4637577"/>
            <a:ext cx="0" cy="87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5" name="TextBox 2994">
            <a:extLst>
              <a:ext uri="{FF2B5EF4-FFF2-40B4-BE49-F238E27FC236}">
                <a16:creationId xmlns:a16="http://schemas.microsoft.com/office/drawing/2014/main" id="{46EEC97A-BE49-05F7-BEF3-C92B78AB7433}"/>
              </a:ext>
            </a:extLst>
          </p:cNvPr>
          <p:cNvSpPr txBox="1"/>
          <p:nvPr/>
        </p:nvSpPr>
        <p:spPr>
          <a:xfrm>
            <a:off x="6817697" y="4662415"/>
            <a:ext cx="31012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+3.6V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997" name="직선 화살표 연결선 2996">
            <a:extLst>
              <a:ext uri="{FF2B5EF4-FFF2-40B4-BE49-F238E27FC236}">
                <a16:creationId xmlns:a16="http://schemas.microsoft.com/office/drawing/2014/main" id="{B8B57551-7C83-2B23-6C3F-9E7E1329BEE3}"/>
              </a:ext>
            </a:extLst>
          </p:cNvPr>
          <p:cNvCxnSpPr>
            <a:cxnSpLocks/>
          </p:cNvCxnSpPr>
          <p:nvPr/>
        </p:nvCxnSpPr>
        <p:spPr>
          <a:xfrm>
            <a:off x="5486649" y="4460553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8" name="TextBox 2997">
            <a:extLst>
              <a:ext uri="{FF2B5EF4-FFF2-40B4-BE49-F238E27FC236}">
                <a16:creationId xmlns:a16="http://schemas.microsoft.com/office/drawing/2014/main" id="{89B97932-4928-287C-D236-F13800881EF9}"/>
              </a:ext>
            </a:extLst>
          </p:cNvPr>
          <p:cNvSpPr txBox="1"/>
          <p:nvPr/>
        </p:nvSpPr>
        <p:spPr>
          <a:xfrm>
            <a:off x="5165110" y="4401560"/>
            <a:ext cx="31012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+10V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001" name="직선 화살표 연결선 3000">
            <a:extLst>
              <a:ext uri="{FF2B5EF4-FFF2-40B4-BE49-F238E27FC236}">
                <a16:creationId xmlns:a16="http://schemas.microsoft.com/office/drawing/2014/main" id="{B5C83E1E-1162-9873-41B7-EC67C2B9D2A0}"/>
              </a:ext>
            </a:extLst>
          </p:cNvPr>
          <p:cNvCxnSpPr>
            <a:cxnSpLocks/>
          </p:cNvCxnSpPr>
          <p:nvPr/>
        </p:nvCxnSpPr>
        <p:spPr>
          <a:xfrm>
            <a:off x="6408669" y="2422861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2" name="TextBox 3001">
            <a:extLst>
              <a:ext uri="{FF2B5EF4-FFF2-40B4-BE49-F238E27FC236}">
                <a16:creationId xmlns:a16="http://schemas.microsoft.com/office/drawing/2014/main" id="{0CC0F5CF-2C39-253B-9890-6FA062166822}"/>
              </a:ext>
            </a:extLst>
          </p:cNvPr>
          <p:cNvSpPr txBox="1"/>
          <p:nvPr/>
        </p:nvSpPr>
        <p:spPr>
          <a:xfrm>
            <a:off x="6822712" y="2377784"/>
            <a:ext cx="47343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latin typeface="+mn-ea"/>
              </a:rPr>
              <a:t>DAC1_SYNC</a:t>
            </a:r>
            <a:endParaRPr lang="ko-KR" altLang="en-US" sz="600" dirty="0">
              <a:latin typeface="+mn-ea"/>
            </a:endParaRPr>
          </a:p>
        </p:txBody>
      </p:sp>
      <p:cxnSp>
        <p:nvCxnSpPr>
          <p:cNvPr id="3003" name="직선 화살표 연결선 3002">
            <a:extLst>
              <a:ext uri="{FF2B5EF4-FFF2-40B4-BE49-F238E27FC236}">
                <a16:creationId xmlns:a16="http://schemas.microsoft.com/office/drawing/2014/main" id="{52FA0FD2-7587-9BC0-0B07-D0AE1AE4684A}"/>
              </a:ext>
            </a:extLst>
          </p:cNvPr>
          <p:cNvCxnSpPr>
            <a:cxnSpLocks/>
          </p:cNvCxnSpPr>
          <p:nvPr/>
        </p:nvCxnSpPr>
        <p:spPr>
          <a:xfrm>
            <a:off x="6411844" y="2512618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4" name="TextBox 3003">
            <a:extLst>
              <a:ext uri="{FF2B5EF4-FFF2-40B4-BE49-F238E27FC236}">
                <a16:creationId xmlns:a16="http://schemas.microsoft.com/office/drawing/2014/main" id="{614D51B2-0B5D-4827-33B2-5E23ADD2316F}"/>
              </a:ext>
            </a:extLst>
          </p:cNvPr>
          <p:cNvSpPr txBox="1"/>
          <p:nvPr/>
        </p:nvSpPr>
        <p:spPr>
          <a:xfrm>
            <a:off x="6825887" y="2467541"/>
            <a:ext cx="47343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latin typeface="+mn-ea"/>
              </a:rPr>
              <a:t>DAC1_SCLK</a:t>
            </a:r>
            <a:endParaRPr lang="ko-KR" altLang="en-US" sz="600" dirty="0">
              <a:latin typeface="+mn-ea"/>
            </a:endParaRPr>
          </a:p>
        </p:txBody>
      </p:sp>
      <p:cxnSp>
        <p:nvCxnSpPr>
          <p:cNvPr id="3005" name="직선 화살표 연결선 3004">
            <a:extLst>
              <a:ext uri="{FF2B5EF4-FFF2-40B4-BE49-F238E27FC236}">
                <a16:creationId xmlns:a16="http://schemas.microsoft.com/office/drawing/2014/main" id="{CCC03B55-9304-6A22-E1FF-68860BA444D3}"/>
              </a:ext>
            </a:extLst>
          </p:cNvPr>
          <p:cNvCxnSpPr>
            <a:cxnSpLocks/>
          </p:cNvCxnSpPr>
          <p:nvPr/>
        </p:nvCxnSpPr>
        <p:spPr>
          <a:xfrm>
            <a:off x="6405494" y="2689661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6" name="TextBox 3005">
            <a:extLst>
              <a:ext uri="{FF2B5EF4-FFF2-40B4-BE49-F238E27FC236}">
                <a16:creationId xmlns:a16="http://schemas.microsoft.com/office/drawing/2014/main" id="{96977A5D-423A-80BA-BA4A-A1C66C775466}"/>
              </a:ext>
            </a:extLst>
          </p:cNvPr>
          <p:cNvSpPr txBox="1"/>
          <p:nvPr/>
        </p:nvSpPr>
        <p:spPr>
          <a:xfrm>
            <a:off x="6819537" y="2644584"/>
            <a:ext cx="47343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latin typeface="+mn-ea"/>
              </a:rPr>
              <a:t>DAC1_SDI</a:t>
            </a:r>
            <a:endParaRPr lang="ko-KR" altLang="en-US" sz="600" dirty="0">
              <a:latin typeface="+mn-ea"/>
            </a:endParaRPr>
          </a:p>
        </p:txBody>
      </p:sp>
      <p:cxnSp>
        <p:nvCxnSpPr>
          <p:cNvPr id="3007" name="직선 화살표 연결선 3006">
            <a:extLst>
              <a:ext uri="{FF2B5EF4-FFF2-40B4-BE49-F238E27FC236}">
                <a16:creationId xmlns:a16="http://schemas.microsoft.com/office/drawing/2014/main" id="{60F16E78-4586-F7E5-F777-1F8BCEB6EC71}"/>
              </a:ext>
            </a:extLst>
          </p:cNvPr>
          <p:cNvCxnSpPr>
            <a:cxnSpLocks/>
          </p:cNvCxnSpPr>
          <p:nvPr/>
        </p:nvCxnSpPr>
        <p:spPr>
          <a:xfrm>
            <a:off x="6411844" y="2599463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8" name="TextBox 3007">
            <a:extLst>
              <a:ext uri="{FF2B5EF4-FFF2-40B4-BE49-F238E27FC236}">
                <a16:creationId xmlns:a16="http://schemas.microsoft.com/office/drawing/2014/main" id="{F016401A-3C4D-EEA9-B9CB-A81E36214284}"/>
              </a:ext>
            </a:extLst>
          </p:cNvPr>
          <p:cNvSpPr txBox="1"/>
          <p:nvPr/>
        </p:nvSpPr>
        <p:spPr>
          <a:xfrm>
            <a:off x="6825887" y="2554386"/>
            <a:ext cx="47343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latin typeface="+mn-ea"/>
              </a:rPr>
              <a:t>DAC1_SDO</a:t>
            </a:r>
            <a:endParaRPr lang="ko-KR" altLang="en-US" sz="600" dirty="0">
              <a:latin typeface="+mn-ea"/>
            </a:endParaRPr>
          </a:p>
        </p:txBody>
      </p:sp>
      <p:cxnSp>
        <p:nvCxnSpPr>
          <p:cNvPr id="3009" name="직선 화살표 연결선 3008">
            <a:extLst>
              <a:ext uri="{FF2B5EF4-FFF2-40B4-BE49-F238E27FC236}">
                <a16:creationId xmlns:a16="http://schemas.microsoft.com/office/drawing/2014/main" id="{DD8A8328-1A16-2623-C16D-B50821A70112}"/>
              </a:ext>
            </a:extLst>
          </p:cNvPr>
          <p:cNvCxnSpPr>
            <a:cxnSpLocks/>
          </p:cNvCxnSpPr>
          <p:nvPr/>
        </p:nvCxnSpPr>
        <p:spPr>
          <a:xfrm>
            <a:off x="5462519" y="2599463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0" name="TextBox 3009">
            <a:extLst>
              <a:ext uri="{FF2B5EF4-FFF2-40B4-BE49-F238E27FC236}">
                <a16:creationId xmlns:a16="http://schemas.microsoft.com/office/drawing/2014/main" id="{1AAC9F1B-2371-C4D0-8AF4-64A62E34AA7A}"/>
              </a:ext>
            </a:extLst>
          </p:cNvPr>
          <p:cNvSpPr txBox="1"/>
          <p:nvPr/>
        </p:nvSpPr>
        <p:spPr>
          <a:xfrm>
            <a:off x="5049826" y="2549556"/>
            <a:ext cx="39964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dirty="0">
                <a:latin typeface="+mn-ea"/>
              </a:rPr>
              <a:t>I2C1_SCL</a:t>
            </a:r>
            <a:endParaRPr lang="ko-KR" altLang="en-US" sz="600" dirty="0">
              <a:latin typeface="+mn-ea"/>
            </a:endParaRPr>
          </a:p>
        </p:txBody>
      </p:sp>
      <p:sp>
        <p:nvSpPr>
          <p:cNvPr id="3011" name="TextBox 3010">
            <a:extLst>
              <a:ext uri="{FF2B5EF4-FFF2-40B4-BE49-F238E27FC236}">
                <a16:creationId xmlns:a16="http://schemas.microsoft.com/office/drawing/2014/main" id="{2747A04B-59D1-E9E4-D668-C388BB08887E}"/>
              </a:ext>
            </a:extLst>
          </p:cNvPr>
          <p:cNvSpPr txBox="1"/>
          <p:nvPr/>
        </p:nvSpPr>
        <p:spPr>
          <a:xfrm>
            <a:off x="5071258" y="2650553"/>
            <a:ext cx="39964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dirty="0">
                <a:latin typeface="+mn-ea"/>
              </a:rPr>
              <a:t>I2C1_SDA</a:t>
            </a:r>
            <a:endParaRPr lang="ko-KR" altLang="en-US" sz="600" dirty="0">
              <a:latin typeface="+mn-ea"/>
            </a:endParaRPr>
          </a:p>
        </p:txBody>
      </p:sp>
      <p:cxnSp>
        <p:nvCxnSpPr>
          <p:cNvPr id="3012" name="직선 화살표 연결선 3011">
            <a:extLst>
              <a:ext uri="{FF2B5EF4-FFF2-40B4-BE49-F238E27FC236}">
                <a16:creationId xmlns:a16="http://schemas.microsoft.com/office/drawing/2014/main" id="{4710369B-20FD-A7FA-D879-25692386E648}"/>
              </a:ext>
            </a:extLst>
          </p:cNvPr>
          <p:cNvCxnSpPr>
            <a:cxnSpLocks/>
          </p:cNvCxnSpPr>
          <p:nvPr/>
        </p:nvCxnSpPr>
        <p:spPr>
          <a:xfrm>
            <a:off x="5468869" y="2687576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3" name="직선 화살표 연결선 3012">
            <a:extLst>
              <a:ext uri="{FF2B5EF4-FFF2-40B4-BE49-F238E27FC236}">
                <a16:creationId xmlns:a16="http://schemas.microsoft.com/office/drawing/2014/main" id="{A13A0B5A-3BDF-EFC4-81E1-46E553BAE7BC}"/>
              </a:ext>
            </a:extLst>
          </p:cNvPr>
          <p:cNvCxnSpPr>
            <a:cxnSpLocks/>
          </p:cNvCxnSpPr>
          <p:nvPr/>
        </p:nvCxnSpPr>
        <p:spPr>
          <a:xfrm>
            <a:off x="6399144" y="3751560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4" name="TextBox 3013">
            <a:extLst>
              <a:ext uri="{FF2B5EF4-FFF2-40B4-BE49-F238E27FC236}">
                <a16:creationId xmlns:a16="http://schemas.microsoft.com/office/drawing/2014/main" id="{90D70FF9-515F-CDB8-513C-37F8A2C403B0}"/>
              </a:ext>
            </a:extLst>
          </p:cNvPr>
          <p:cNvSpPr txBox="1"/>
          <p:nvPr/>
        </p:nvSpPr>
        <p:spPr>
          <a:xfrm>
            <a:off x="6815663" y="3706360"/>
            <a:ext cx="55769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latin typeface="+mn-ea"/>
              </a:rPr>
              <a:t>FAN_ALERT-</a:t>
            </a:r>
            <a:endParaRPr lang="ko-KR" altLang="en-US" sz="600" dirty="0">
              <a:latin typeface="+mn-ea"/>
            </a:endParaRPr>
          </a:p>
        </p:txBody>
      </p:sp>
      <p:sp>
        <p:nvSpPr>
          <p:cNvPr id="3015" name="TextBox 3014">
            <a:extLst>
              <a:ext uri="{FF2B5EF4-FFF2-40B4-BE49-F238E27FC236}">
                <a16:creationId xmlns:a16="http://schemas.microsoft.com/office/drawing/2014/main" id="{3305C3E1-2E16-6028-CF6A-19338A1E33F5}"/>
              </a:ext>
            </a:extLst>
          </p:cNvPr>
          <p:cNvSpPr txBox="1"/>
          <p:nvPr/>
        </p:nvSpPr>
        <p:spPr>
          <a:xfrm>
            <a:off x="3103834" y="1402767"/>
            <a:ext cx="30754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latin typeface="+mn-ea"/>
              </a:rPr>
              <a:t>J18_42</a:t>
            </a:r>
            <a:endParaRPr lang="ko-KR" altLang="en-US" sz="600" dirty="0">
              <a:latin typeface="+mn-ea"/>
            </a:endParaRPr>
          </a:p>
        </p:txBody>
      </p:sp>
      <p:sp>
        <p:nvSpPr>
          <p:cNvPr id="3016" name="TextBox 3015">
            <a:extLst>
              <a:ext uri="{FF2B5EF4-FFF2-40B4-BE49-F238E27FC236}">
                <a16:creationId xmlns:a16="http://schemas.microsoft.com/office/drawing/2014/main" id="{20887971-6CA9-929D-027D-AE49831398BB}"/>
              </a:ext>
            </a:extLst>
          </p:cNvPr>
          <p:cNvSpPr txBox="1"/>
          <p:nvPr/>
        </p:nvSpPr>
        <p:spPr>
          <a:xfrm>
            <a:off x="3099440" y="1495100"/>
            <a:ext cx="30754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latin typeface="+mn-ea"/>
              </a:rPr>
              <a:t>J18_43</a:t>
            </a:r>
            <a:endParaRPr lang="ko-KR" altLang="en-US" sz="600" dirty="0">
              <a:latin typeface="+mn-ea"/>
            </a:endParaRPr>
          </a:p>
        </p:txBody>
      </p:sp>
      <p:sp>
        <p:nvSpPr>
          <p:cNvPr id="3017" name="TextBox 3016">
            <a:extLst>
              <a:ext uri="{FF2B5EF4-FFF2-40B4-BE49-F238E27FC236}">
                <a16:creationId xmlns:a16="http://schemas.microsoft.com/office/drawing/2014/main" id="{ED4FF3C2-B0A1-2A68-8105-FB952A29B617}"/>
              </a:ext>
            </a:extLst>
          </p:cNvPr>
          <p:cNvSpPr txBox="1"/>
          <p:nvPr/>
        </p:nvSpPr>
        <p:spPr>
          <a:xfrm>
            <a:off x="3102597" y="1582647"/>
            <a:ext cx="30754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latin typeface="+mn-ea"/>
              </a:rPr>
              <a:t>J18_44</a:t>
            </a:r>
            <a:endParaRPr lang="ko-KR" altLang="en-US" sz="600" dirty="0">
              <a:latin typeface="+mn-ea"/>
            </a:endParaRPr>
          </a:p>
        </p:txBody>
      </p:sp>
      <p:sp>
        <p:nvSpPr>
          <p:cNvPr id="3018" name="TextBox 3017">
            <a:extLst>
              <a:ext uri="{FF2B5EF4-FFF2-40B4-BE49-F238E27FC236}">
                <a16:creationId xmlns:a16="http://schemas.microsoft.com/office/drawing/2014/main" id="{8D2BE0A1-B4E1-B0B1-5B55-D8C220904D31}"/>
              </a:ext>
            </a:extLst>
          </p:cNvPr>
          <p:cNvSpPr txBox="1"/>
          <p:nvPr/>
        </p:nvSpPr>
        <p:spPr>
          <a:xfrm>
            <a:off x="3103834" y="1672765"/>
            <a:ext cx="30754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latin typeface="+mn-ea"/>
              </a:rPr>
              <a:t>J18_45</a:t>
            </a:r>
            <a:endParaRPr lang="ko-KR" altLang="en-US" sz="600" dirty="0">
              <a:latin typeface="+mn-ea"/>
            </a:endParaRPr>
          </a:p>
        </p:txBody>
      </p:sp>
      <p:cxnSp>
        <p:nvCxnSpPr>
          <p:cNvPr id="3019" name="직선 화살표 연결선 3018">
            <a:extLst>
              <a:ext uri="{FF2B5EF4-FFF2-40B4-BE49-F238E27FC236}">
                <a16:creationId xmlns:a16="http://schemas.microsoft.com/office/drawing/2014/main" id="{E8A4A4CD-FD51-0FBD-3375-EF7AF0260230}"/>
              </a:ext>
            </a:extLst>
          </p:cNvPr>
          <p:cNvCxnSpPr>
            <a:cxnSpLocks/>
          </p:cNvCxnSpPr>
          <p:nvPr/>
        </p:nvCxnSpPr>
        <p:spPr>
          <a:xfrm flipH="1">
            <a:off x="5560081" y="2864335"/>
            <a:ext cx="28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0" name="TextBox 3019">
            <a:extLst>
              <a:ext uri="{FF2B5EF4-FFF2-40B4-BE49-F238E27FC236}">
                <a16:creationId xmlns:a16="http://schemas.microsoft.com/office/drawing/2014/main" id="{F1928398-D446-836B-B9E0-E6C033FDB575}"/>
              </a:ext>
            </a:extLst>
          </p:cNvPr>
          <p:cNvSpPr txBox="1"/>
          <p:nvPr/>
        </p:nvSpPr>
        <p:spPr>
          <a:xfrm>
            <a:off x="5192984" y="2818168"/>
            <a:ext cx="30754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dirty="0">
                <a:latin typeface="+mn-ea"/>
              </a:rPr>
              <a:t>J18_42</a:t>
            </a:r>
            <a:endParaRPr lang="ko-KR" altLang="en-US" sz="600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3959FF-ABD8-0CFF-7FD1-F9144B483889}"/>
              </a:ext>
            </a:extLst>
          </p:cNvPr>
          <p:cNvSpPr txBox="1"/>
          <p:nvPr/>
        </p:nvSpPr>
        <p:spPr>
          <a:xfrm>
            <a:off x="8953411" y="1155814"/>
            <a:ext cx="46998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LENS_DC</a:t>
            </a:r>
            <a:endParaRPr lang="ko-KR" altLang="en-US" sz="8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2E4CC5-2C3A-42E9-A011-BB938B338C61}"/>
              </a:ext>
            </a:extLst>
          </p:cNvPr>
          <p:cNvSpPr txBox="1"/>
          <p:nvPr/>
        </p:nvSpPr>
        <p:spPr>
          <a:xfrm>
            <a:off x="10446393" y="1155814"/>
            <a:ext cx="76262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IONBOX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B260676-B9D8-8E3C-19BC-D24AD62B416C}"/>
              </a:ext>
            </a:extLst>
          </p:cNvPr>
          <p:cNvSpPr>
            <a:spLocks noChangeAspect="1"/>
          </p:cNvSpPr>
          <p:nvPr/>
        </p:nvSpPr>
        <p:spPr>
          <a:xfrm>
            <a:off x="9588258" y="5844067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DB97FD6D-0DD3-AD1E-C4CB-A221712A46AD}"/>
              </a:ext>
            </a:extLst>
          </p:cNvPr>
          <p:cNvCxnSpPr>
            <a:cxnSpLocks/>
          </p:cNvCxnSpPr>
          <p:nvPr/>
        </p:nvCxnSpPr>
        <p:spPr>
          <a:xfrm>
            <a:off x="1814959" y="3926719"/>
            <a:ext cx="134401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FF0F362-F91D-7519-571C-714751D6E0CB}"/>
              </a:ext>
            </a:extLst>
          </p:cNvPr>
          <p:cNvCxnSpPr>
            <a:cxnSpLocks/>
          </p:cNvCxnSpPr>
          <p:nvPr/>
        </p:nvCxnSpPr>
        <p:spPr>
          <a:xfrm>
            <a:off x="3010627" y="3930092"/>
            <a:ext cx="12346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2ADC722-4E04-A983-64AB-AD4ADDD2CC4C}"/>
              </a:ext>
            </a:extLst>
          </p:cNvPr>
          <p:cNvCxnSpPr>
            <a:cxnSpLocks/>
          </p:cNvCxnSpPr>
          <p:nvPr/>
        </p:nvCxnSpPr>
        <p:spPr>
          <a:xfrm>
            <a:off x="9268113" y="4372476"/>
            <a:ext cx="134401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D6D425A3-4832-C0EA-BB24-2F9CBE8E2D87}"/>
              </a:ext>
            </a:extLst>
          </p:cNvPr>
          <p:cNvCxnSpPr>
            <a:cxnSpLocks/>
          </p:cNvCxnSpPr>
          <p:nvPr/>
        </p:nvCxnSpPr>
        <p:spPr>
          <a:xfrm>
            <a:off x="9262874" y="3839045"/>
            <a:ext cx="134401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93B8E81-89C1-9832-8CAA-5029FE5F64F1}"/>
              </a:ext>
            </a:extLst>
          </p:cNvPr>
          <p:cNvCxnSpPr>
            <a:cxnSpLocks/>
          </p:cNvCxnSpPr>
          <p:nvPr/>
        </p:nvCxnSpPr>
        <p:spPr>
          <a:xfrm>
            <a:off x="9272875" y="3127990"/>
            <a:ext cx="134401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7B86C46-2E88-645D-BFEB-D6D2A08F2B2B}"/>
              </a:ext>
            </a:extLst>
          </p:cNvPr>
          <p:cNvCxnSpPr>
            <a:cxnSpLocks/>
          </p:cNvCxnSpPr>
          <p:nvPr/>
        </p:nvCxnSpPr>
        <p:spPr>
          <a:xfrm>
            <a:off x="5485259" y="4730860"/>
            <a:ext cx="134401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4C38CF3-D706-B251-5574-727BF31163D5}"/>
              </a:ext>
            </a:extLst>
          </p:cNvPr>
          <p:cNvCxnSpPr>
            <a:cxnSpLocks/>
          </p:cNvCxnSpPr>
          <p:nvPr/>
        </p:nvCxnSpPr>
        <p:spPr>
          <a:xfrm>
            <a:off x="5491609" y="4460332"/>
            <a:ext cx="134401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C4C2740-9BCA-6521-6F77-706D51D78CBB}"/>
              </a:ext>
            </a:extLst>
          </p:cNvPr>
          <p:cNvCxnSpPr>
            <a:cxnSpLocks/>
          </p:cNvCxnSpPr>
          <p:nvPr/>
        </p:nvCxnSpPr>
        <p:spPr>
          <a:xfrm>
            <a:off x="10365356" y="4371652"/>
            <a:ext cx="12346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6DB78B96-7E9F-BF24-5FAC-54581982A029}"/>
              </a:ext>
            </a:extLst>
          </p:cNvPr>
          <p:cNvCxnSpPr>
            <a:cxnSpLocks/>
          </p:cNvCxnSpPr>
          <p:nvPr/>
        </p:nvCxnSpPr>
        <p:spPr>
          <a:xfrm>
            <a:off x="10382024" y="3839045"/>
            <a:ext cx="12346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32B85FC-1F07-E43F-AE3B-F0A92C66A3EA}"/>
              </a:ext>
            </a:extLst>
          </p:cNvPr>
          <p:cNvCxnSpPr>
            <a:cxnSpLocks/>
          </p:cNvCxnSpPr>
          <p:nvPr/>
        </p:nvCxnSpPr>
        <p:spPr>
          <a:xfrm>
            <a:off x="6655527" y="4721571"/>
            <a:ext cx="12346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3A1B242-79BF-1F38-7366-D6A2820EA21F}"/>
              </a:ext>
            </a:extLst>
          </p:cNvPr>
          <p:cNvCxnSpPr>
            <a:cxnSpLocks/>
          </p:cNvCxnSpPr>
          <p:nvPr/>
        </p:nvCxnSpPr>
        <p:spPr>
          <a:xfrm>
            <a:off x="6410257" y="2955043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4F0A643-C6E3-A668-39AC-C9E6641EA4CD}"/>
              </a:ext>
            </a:extLst>
          </p:cNvPr>
          <p:cNvSpPr txBox="1"/>
          <p:nvPr/>
        </p:nvSpPr>
        <p:spPr>
          <a:xfrm>
            <a:off x="6824300" y="2909966"/>
            <a:ext cx="47343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latin typeface="+mn-ea"/>
              </a:rPr>
              <a:t>I2C2_SCL</a:t>
            </a:r>
            <a:endParaRPr lang="ko-KR" altLang="en-US" sz="600" dirty="0">
              <a:latin typeface="+mn-ea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D850AF2-1EA1-2F37-6EE7-10242C1B9CAD}"/>
              </a:ext>
            </a:extLst>
          </p:cNvPr>
          <p:cNvCxnSpPr>
            <a:cxnSpLocks/>
          </p:cNvCxnSpPr>
          <p:nvPr/>
        </p:nvCxnSpPr>
        <p:spPr>
          <a:xfrm>
            <a:off x="6416607" y="2864845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6081615-0B0D-2CEA-6628-316853B69976}"/>
              </a:ext>
            </a:extLst>
          </p:cNvPr>
          <p:cNvSpPr txBox="1"/>
          <p:nvPr/>
        </p:nvSpPr>
        <p:spPr>
          <a:xfrm>
            <a:off x="6830650" y="2819768"/>
            <a:ext cx="47343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latin typeface="+mn-ea"/>
              </a:rPr>
              <a:t>I2C2_SDA</a:t>
            </a:r>
            <a:endParaRPr lang="ko-KR" altLang="en-US" sz="600" dirty="0">
              <a:latin typeface="+mn-ea"/>
            </a:endParaRPr>
          </a:p>
        </p:txBody>
      </p:sp>
      <p:sp>
        <p:nvSpPr>
          <p:cNvPr id="1426" name="TextBox 1425">
            <a:extLst>
              <a:ext uri="{FF2B5EF4-FFF2-40B4-BE49-F238E27FC236}">
                <a16:creationId xmlns:a16="http://schemas.microsoft.com/office/drawing/2014/main" id="{998F76EC-1348-058D-3E62-03F92727C7DA}"/>
              </a:ext>
            </a:extLst>
          </p:cNvPr>
          <p:cNvSpPr txBox="1"/>
          <p:nvPr/>
        </p:nvSpPr>
        <p:spPr>
          <a:xfrm>
            <a:off x="10402208" y="2092636"/>
            <a:ext cx="28038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FP_08</a:t>
            </a:r>
            <a:endParaRPr lang="ko-KR" altLang="en-US" sz="800" dirty="0">
              <a:latin typeface="+mn-ea"/>
            </a:endParaRPr>
          </a:p>
        </p:txBody>
      </p:sp>
      <p:sp>
        <p:nvSpPr>
          <p:cNvPr id="1469" name="TextBox 1468">
            <a:extLst>
              <a:ext uri="{FF2B5EF4-FFF2-40B4-BE49-F238E27FC236}">
                <a16:creationId xmlns:a16="http://schemas.microsoft.com/office/drawing/2014/main" id="{20C9C5CA-6922-AB06-AC40-101573A1DC39}"/>
              </a:ext>
            </a:extLst>
          </p:cNvPr>
          <p:cNvSpPr txBox="1"/>
          <p:nvPr/>
        </p:nvSpPr>
        <p:spPr>
          <a:xfrm>
            <a:off x="8814317" y="4933905"/>
            <a:ext cx="45439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FIL2_V</a:t>
            </a:r>
            <a:endParaRPr lang="ko-KR" altLang="en-US" sz="800" dirty="0">
              <a:latin typeface="+mn-ea"/>
            </a:endParaRPr>
          </a:p>
        </p:txBody>
      </p:sp>
      <p:sp>
        <p:nvSpPr>
          <p:cNvPr id="1470" name="TextBox 1469">
            <a:extLst>
              <a:ext uri="{FF2B5EF4-FFF2-40B4-BE49-F238E27FC236}">
                <a16:creationId xmlns:a16="http://schemas.microsoft.com/office/drawing/2014/main" id="{490B7036-8F91-8E3B-758E-E426ADFAB1C9}"/>
              </a:ext>
            </a:extLst>
          </p:cNvPr>
          <p:cNvSpPr txBox="1"/>
          <p:nvPr/>
        </p:nvSpPr>
        <p:spPr>
          <a:xfrm>
            <a:off x="8783619" y="5376834"/>
            <a:ext cx="51876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FIL_GND</a:t>
            </a:r>
            <a:endParaRPr lang="ko-KR" altLang="en-US" sz="800" dirty="0">
              <a:latin typeface="+mn-ea"/>
            </a:endParaRPr>
          </a:p>
        </p:txBody>
      </p:sp>
      <p:sp>
        <p:nvSpPr>
          <p:cNvPr id="1472" name="TextBox 1471">
            <a:extLst>
              <a:ext uri="{FF2B5EF4-FFF2-40B4-BE49-F238E27FC236}">
                <a16:creationId xmlns:a16="http://schemas.microsoft.com/office/drawing/2014/main" id="{5AEC595B-8182-C9CD-3A38-7AB2409D5D73}"/>
              </a:ext>
            </a:extLst>
          </p:cNvPr>
          <p:cNvSpPr txBox="1"/>
          <p:nvPr/>
        </p:nvSpPr>
        <p:spPr>
          <a:xfrm>
            <a:off x="10616521" y="4932709"/>
            <a:ext cx="3990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FIL1_V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473" name="직선 화살표 연결선 1472">
            <a:extLst>
              <a:ext uri="{FF2B5EF4-FFF2-40B4-BE49-F238E27FC236}">
                <a16:creationId xmlns:a16="http://schemas.microsoft.com/office/drawing/2014/main" id="{895EEB55-5141-BF4D-9C36-A67ACD57AF57}"/>
              </a:ext>
            </a:extLst>
          </p:cNvPr>
          <p:cNvCxnSpPr>
            <a:cxnSpLocks/>
          </p:cNvCxnSpPr>
          <p:nvPr/>
        </p:nvCxnSpPr>
        <p:spPr>
          <a:xfrm>
            <a:off x="9426716" y="2155005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9" name="직선 화살표 연결선 1478">
            <a:extLst>
              <a:ext uri="{FF2B5EF4-FFF2-40B4-BE49-F238E27FC236}">
                <a16:creationId xmlns:a16="http://schemas.microsoft.com/office/drawing/2014/main" id="{68D6CF9E-1DA2-252E-8E60-FF0D6D60E692}"/>
              </a:ext>
            </a:extLst>
          </p:cNvPr>
          <p:cNvCxnSpPr>
            <a:cxnSpLocks/>
          </p:cNvCxnSpPr>
          <p:nvPr/>
        </p:nvCxnSpPr>
        <p:spPr>
          <a:xfrm>
            <a:off x="9426716" y="2243111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0" name="직선 화살표 연결선 1479">
            <a:extLst>
              <a:ext uri="{FF2B5EF4-FFF2-40B4-BE49-F238E27FC236}">
                <a16:creationId xmlns:a16="http://schemas.microsoft.com/office/drawing/2014/main" id="{70C051BB-95C2-FD8E-9555-16F3EFEBD989}"/>
              </a:ext>
            </a:extLst>
          </p:cNvPr>
          <p:cNvCxnSpPr>
            <a:cxnSpLocks/>
          </p:cNvCxnSpPr>
          <p:nvPr/>
        </p:nvCxnSpPr>
        <p:spPr>
          <a:xfrm>
            <a:off x="9429098" y="2332733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1" name="직선 화살표 연결선 1480">
            <a:extLst>
              <a:ext uri="{FF2B5EF4-FFF2-40B4-BE49-F238E27FC236}">
                <a16:creationId xmlns:a16="http://schemas.microsoft.com/office/drawing/2014/main" id="{C5027D5C-7F2D-36E0-7284-412F16B80129}"/>
              </a:ext>
            </a:extLst>
          </p:cNvPr>
          <p:cNvCxnSpPr>
            <a:cxnSpLocks/>
          </p:cNvCxnSpPr>
          <p:nvPr/>
        </p:nvCxnSpPr>
        <p:spPr>
          <a:xfrm>
            <a:off x="9429098" y="2421420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4" name="직선 화살표 연결선 1483">
            <a:extLst>
              <a:ext uri="{FF2B5EF4-FFF2-40B4-BE49-F238E27FC236}">
                <a16:creationId xmlns:a16="http://schemas.microsoft.com/office/drawing/2014/main" id="{FFE376C3-DB98-31AB-8BEF-C35899285039}"/>
              </a:ext>
            </a:extLst>
          </p:cNvPr>
          <p:cNvCxnSpPr>
            <a:cxnSpLocks/>
          </p:cNvCxnSpPr>
          <p:nvPr/>
        </p:nvCxnSpPr>
        <p:spPr>
          <a:xfrm>
            <a:off x="9433861" y="2509224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5" name="직선 화살표 연결선 1484">
            <a:extLst>
              <a:ext uri="{FF2B5EF4-FFF2-40B4-BE49-F238E27FC236}">
                <a16:creationId xmlns:a16="http://schemas.microsoft.com/office/drawing/2014/main" id="{A1361CE1-923C-3884-86D8-163AABB36D87}"/>
              </a:ext>
            </a:extLst>
          </p:cNvPr>
          <p:cNvCxnSpPr>
            <a:cxnSpLocks/>
          </p:cNvCxnSpPr>
          <p:nvPr/>
        </p:nvCxnSpPr>
        <p:spPr>
          <a:xfrm>
            <a:off x="9433861" y="2599712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7" name="직선 화살표 연결선 1486">
            <a:extLst>
              <a:ext uri="{FF2B5EF4-FFF2-40B4-BE49-F238E27FC236}">
                <a16:creationId xmlns:a16="http://schemas.microsoft.com/office/drawing/2014/main" id="{C3F48188-A757-963A-8E64-20882BAEBE11}"/>
              </a:ext>
            </a:extLst>
          </p:cNvPr>
          <p:cNvCxnSpPr>
            <a:cxnSpLocks/>
          </p:cNvCxnSpPr>
          <p:nvPr/>
        </p:nvCxnSpPr>
        <p:spPr>
          <a:xfrm>
            <a:off x="9431479" y="2687818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8" name="TextBox 1487">
            <a:extLst>
              <a:ext uri="{FF2B5EF4-FFF2-40B4-BE49-F238E27FC236}">
                <a16:creationId xmlns:a16="http://schemas.microsoft.com/office/drawing/2014/main" id="{061C6A36-3A33-C4AE-F0ED-5981FF70A6F8}"/>
              </a:ext>
            </a:extLst>
          </p:cNvPr>
          <p:cNvSpPr txBox="1"/>
          <p:nvPr/>
        </p:nvSpPr>
        <p:spPr>
          <a:xfrm>
            <a:off x="9138612" y="2177060"/>
            <a:ext cx="25556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WP</a:t>
            </a:r>
            <a:endParaRPr lang="ko-KR" altLang="en-US" sz="800" dirty="0">
              <a:latin typeface="+mn-ea"/>
            </a:endParaRPr>
          </a:p>
        </p:txBody>
      </p:sp>
      <p:sp>
        <p:nvSpPr>
          <p:cNvPr id="1494" name="TextBox 1493">
            <a:extLst>
              <a:ext uri="{FF2B5EF4-FFF2-40B4-BE49-F238E27FC236}">
                <a16:creationId xmlns:a16="http://schemas.microsoft.com/office/drawing/2014/main" id="{5611FF50-248B-480F-BB5C-956228E02B70}"/>
              </a:ext>
            </a:extLst>
          </p:cNvPr>
          <p:cNvSpPr txBox="1"/>
          <p:nvPr/>
        </p:nvSpPr>
        <p:spPr>
          <a:xfrm>
            <a:off x="9102893" y="1829397"/>
            <a:ext cx="29127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FP_01</a:t>
            </a:r>
            <a:endParaRPr lang="ko-KR" altLang="en-US" sz="800" dirty="0">
              <a:latin typeface="+mn-ea"/>
            </a:endParaRPr>
          </a:p>
        </p:txBody>
      </p:sp>
      <p:sp>
        <p:nvSpPr>
          <p:cNvPr id="1498" name="TextBox 1497">
            <a:extLst>
              <a:ext uri="{FF2B5EF4-FFF2-40B4-BE49-F238E27FC236}">
                <a16:creationId xmlns:a16="http://schemas.microsoft.com/office/drawing/2014/main" id="{3392F558-2950-1935-8D2D-060A167066E4}"/>
              </a:ext>
            </a:extLst>
          </p:cNvPr>
          <p:cNvSpPr txBox="1"/>
          <p:nvPr/>
        </p:nvSpPr>
        <p:spPr>
          <a:xfrm>
            <a:off x="9111406" y="1912741"/>
            <a:ext cx="28038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FP_02</a:t>
            </a:r>
            <a:endParaRPr lang="ko-KR" altLang="en-US" sz="800" dirty="0">
              <a:latin typeface="+mn-ea"/>
            </a:endParaRPr>
          </a:p>
        </p:txBody>
      </p:sp>
      <p:sp>
        <p:nvSpPr>
          <p:cNvPr id="1499" name="TextBox 1498">
            <a:extLst>
              <a:ext uri="{FF2B5EF4-FFF2-40B4-BE49-F238E27FC236}">
                <a16:creationId xmlns:a16="http://schemas.microsoft.com/office/drawing/2014/main" id="{2AD9ACC5-D056-C2DA-1D9E-1C0AF868A532}"/>
              </a:ext>
            </a:extLst>
          </p:cNvPr>
          <p:cNvSpPr txBox="1"/>
          <p:nvPr/>
        </p:nvSpPr>
        <p:spPr>
          <a:xfrm>
            <a:off x="9114803" y="2628414"/>
            <a:ext cx="28174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FP_07</a:t>
            </a:r>
            <a:endParaRPr lang="ko-KR" altLang="en-US" sz="800" dirty="0">
              <a:latin typeface="+mn-ea"/>
            </a:endParaRPr>
          </a:p>
        </p:txBody>
      </p:sp>
      <p:sp>
        <p:nvSpPr>
          <p:cNvPr id="1500" name="TextBox 1499">
            <a:extLst>
              <a:ext uri="{FF2B5EF4-FFF2-40B4-BE49-F238E27FC236}">
                <a16:creationId xmlns:a16="http://schemas.microsoft.com/office/drawing/2014/main" id="{1A845E40-8268-3E7E-CB3A-BF591D38B7A6}"/>
              </a:ext>
            </a:extLst>
          </p:cNvPr>
          <p:cNvSpPr txBox="1"/>
          <p:nvPr/>
        </p:nvSpPr>
        <p:spPr>
          <a:xfrm>
            <a:off x="9112247" y="2358988"/>
            <a:ext cx="2819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FP_04</a:t>
            </a:r>
            <a:endParaRPr lang="ko-KR" altLang="en-US" sz="800" dirty="0">
              <a:latin typeface="+mn-ea"/>
            </a:endParaRPr>
          </a:p>
        </p:txBody>
      </p:sp>
      <p:sp>
        <p:nvSpPr>
          <p:cNvPr id="1501" name="TextBox 1500">
            <a:extLst>
              <a:ext uri="{FF2B5EF4-FFF2-40B4-BE49-F238E27FC236}">
                <a16:creationId xmlns:a16="http://schemas.microsoft.com/office/drawing/2014/main" id="{353CD539-5C70-A3F4-E9BE-38A1C517DDEF}"/>
              </a:ext>
            </a:extLst>
          </p:cNvPr>
          <p:cNvSpPr txBox="1"/>
          <p:nvPr/>
        </p:nvSpPr>
        <p:spPr>
          <a:xfrm>
            <a:off x="9112247" y="2448672"/>
            <a:ext cx="2819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FP_05</a:t>
            </a:r>
            <a:endParaRPr lang="ko-KR" altLang="en-US" sz="800" dirty="0">
              <a:latin typeface="+mn-ea"/>
            </a:endParaRPr>
          </a:p>
        </p:txBody>
      </p:sp>
      <p:sp>
        <p:nvSpPr>
          <p:cNvPr id="1502" name="TextBox 1501">
            <a:extLst>
              <a:ext uri="{FF2B5EF4-FFF2-40B4-BE49-F238E27FC236}">
                <a16:creationId xmlns:a16="http://schemas.microsoft.com/office/drawing/2014/main" id="{E6912127-D86A-FB3E-B50C-14E2D1D2AC56}"/>
              </a:ext>
            </a:extLst>
          </p:cNvPr>
          <p:cNvSpPr txBox="1"/>
          <p:nvPr/>
        </p:nvSpPr>
        <p:spPr>
          <a:xfrm>
            <a:off x="8819529" y="2266518"/>
            <a:ext cx="57781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RESET-</a:t>
            </a:r>
            <a:endParaRPr lang="ko-KR" altLang="en-US" sz="800" dirty="0">
              <a:latin typeface="+mn-ea"/>
            </a:endParaRPr>
          </a:p>
        </p:txBody>
      </p:sp>
      <p:sp>
        <p:nvSpPr>
          <p:cNvPr id="1503" name="TextBox 1502">
            <a:extLst>
              <a:ext uri="{FF2B5EF4-FFF2-40B4-BE49-F238E27FC236}">
                <a16:creationId xmlns:a16="http://schemas.microsoft.com/office/drawing/2014/main" id="{123C42AF-B01B-FD7A-96AC-5C9CD2AB1733}"/>
              </a:ext>
            </a:extLst>
          </p:cNvPr>
          <p:cNvSpPr txBox="1"/>
          <p:nvPr/>
        </p:nvSpPr>
        <p:spPr>
          <a:xfrm>
            <a:off x="9112418" y="2538543"/>
            <a:ext cx="28413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FP_06</a:t>
            </a:r>
            <a:endParaRPr lang="ko-KR" altLang="en-US" sz="800" dirty="0">
              <a:latin typeface="+mn-ea"/>
            </a:endParaRPr>
          </a:p>
        </p:txBody>
      </p:sp>
      <p:sp>
        <p:nvSpPr>
          <p:cNvPr id="1504" name="TextBox 1503">
            <a:extLst>
              <a:ext uri="{FF2B5EF4-FFF2-40B4-BE49-F238E27FC236}">
                <a16:creationId xmlns:a16="http://schemas.microsoft.com/office/drawing/2014/main" id="{C72834B2-CBEA-9117-BA92-08F22E2B9D4E}"/>
              </a:ext>
            </a:extLst>
          </p:cNvPr>
          <p:cNvSpPr txBox="1"/>
          <p:nvPr/>
        </p:nvSpPr>
        <p:spPr>
          <a:xfrm>
            <a:off x="9093368" y="2074668"/>
            <a:ext cx="30318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FP_03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508" name="직선 화살표 연결선 1507">
            <a:extLst>
              <a:ext uri="{FF2B5EF4-FFF2-40B4-BE49-F238E27FC236}">
                <a16:creationId xmlns:a16="http://schemas.microsoft.com/office/drawing/2014/main" id="{B90D90BE-D4F5-C8B8-CA62-B45D93BA3FAB}"/>
              </a:ext>
            </a:extLst>
          </p:cNvPr>
          <p:cNvCxnSpPr>
            <a:cxnSpLocks/>
          </p:cNvCxnSpPr>
          <p:nvPr/>
        </p:nvCxnSpPr>
        <p:spPr>
          <a:xfrm>
            <a:off x="9426716" y="1979344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0" name="직선 화살표 연결선 1509">
            <a:extLst>
              <a:ext uri="{FF2B5EF4-FFF2-40B4-BE49-F238E27FC236}">
                <a16:creationId xmlns:a16="http://schemas.microsoft.com/office/drawing/2014/main" id="{0E102981-5C26-4125-8A03-8DCB511D383B}"/>
              </a:ext>
            </a:extLst>
          </p:cNvPr>
          <p:cNvCxnSpPr>
            <a:cxnSpLocks/>
          </p:cNvCxnSpPr>
          <p:nvPr/>
        </p:nvCxnSpPr>
        <p:spPr>
          <a:xfrm>
            <a:off x="9424335" y="1890195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1" name="직선 화살표 연결선 1510">
            <a:extLst>
              <a:ext uri="{FF2B5EF4-FFF2-40B4-BE49-F238E27FC236}">
                <a16:creationId xmlns:a16="http://schemas.microsoft.com/office/drawing/2014/main" id="{A762DD3E-AC67-3BD3-BAC2-FCBBCB061A10}"/>
              </a:ext>
            </a:extLst>
          </p:cNvPr>
          <p:cNvCxnSpPr>
            <a:cxnSpLocks/>
          </p:cNvCxnSpPr>
          <p:nvPr/>
        </p:nvCxnSpPr>
        <p:spPr>
          <a:xfrm>
            <a:off x="10190483" y="2156238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2" name="직선 화살표 연결선 1511">
            <a:extLst>
              <a:ext uri="{FF2B5EF4-FFF2-40B4-BE49-F238E27FC236}">
                <a16:creationId xmlns:a16="http://schemas.microsoft.com/office/drawing/2014/main" id="{C6D9BFFB-F9E3-11F1-4E7C-9BD935181F1A}"/>
              </a:ext>
            </a:extLst>
          </p:cNvPr>
          <p:cNvCxnSpPr>
            <a:cxnSpLocks/>
          </p:cNvCxnSpPr>
          <p:nvPr/>
        </p:nvCxnSpPr>
        <p:spPr>
          <a:xfrm>
            <a:off x="10190483" y="2244343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3" name="직선 화살표 연결선 1512">
            <a:extLst>
              <a:ext uri="{FF2B5EF4-FFF2-40B4-BE49-F238E27FC236}">
                <a16:creationId xmlns:a16="http://schemas.microsoft.com/office/drawing/2014/main" id="{C63DDBB5-23DD-4CD0-A52B-F6C4378EA5BA}"/>
              </a:ext>
            </a:extLst>
          </p:cNvPr>
          <p:cNvCxnSpPr>
            <a:cxnSpLocks/>
          </p:cNvCxnSpPr>
          <p:nvPr/>
        </p:nvCxnSpPr>
        <p:spPr>
          <a:xfrm>
            <a:off x="10192864" y="2333021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7" name="직선 화살표 연결선 1516">
            <a:extLst>
              <a:ext uri="{FF2B5EF4-FFF2-40B4-BE49-F238E27FC236}">
                <a16:creationId xmlns:a16="http://schemas.microsoft.com/office/drawing/2014/main" id="{C7294EE6-0933-967A-5861-F33AD256CF5C}"/>
              </a:ext>
            </a:extLst>
          </p:cNvPr>
          <p:cNvCxnSpPr>
            <a:cxnSpLocks/>
          </p:cNvCxnSpPr>
          <p:nvPr/>
        </p:nvCxnSpPr>
        <p:spPr>
          <a:xfrm>
            <a:off x="10188102" y="2424240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8" name="직선 화살표 연결선 1517">
            <a:extLst>
              <a:ext uri="{FF2B5EF4-FFF2-40B4-BE49-F238E27FC236}">
                <a16:creationId xmlns:a16="http://schemas.microsoft.com/office/drawing/2014/main" id="{46471B12-23FE-6B01-518C-F78713BD8742}"/>
              </a:ext>
            </a:extLst>
          </p:cNvPr>
          <p:cNvCxnSpPr>
            <a:cxnSpLocks/>
          </p:cNvCxnSpPr>
          <p:nvPr/>
        </p:nvCxnSpPr>
        <p:spPr>
          <a:xfrm>
            <a:off x="10188102" y="2512044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0" name="직선 화살표 연결선 1519">
            <a:extLst>
              <a:ext uri="{FF2B5EF4-FFF2-40B4-BE49-F238E27FC236}">
                <a16:creationId xmlns:a16="http://schemas.microsoft.com/office/drawing/2014/main" id="{0942AF23-98D6-B827-C87F-A6C8C491873A}"/>
              </a:ext>
            </a:extLst>
          </p:cNvPr>
          <p:cNvCxnSpPr>
            <a:cxnSpLocks/>
          </p:cNvCxnSpPr>
          <p:nvPr/>
        </p:nvCxnSpPr>
        <p:spPr>
          <a:xfrm>
            <a:off x="10188102" y="2600150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4" name="직선 화살표 연결선 1523">
            <a:extLst>
              <a:ext uri="{FF2B5EF4-FFF2-40B4-BE49-F238E27FC236}">
                <a16:creationId xmlns:a16="http://schemas.microsoft.com/office/drawing/2014/main" id="{44691F9A-EB4F-2100-A500-09A0283F1E71}"/>
              </a:ext>
            </a:extLst>
          </p:cNvPr>
          <p:cNvCxnSpPr>
            <a:cxnSpLocks/>
          </p:cNvCxnSpPr>
          <p:nvPr/>
        </p:nvCxnSpPr>
        <p:spPr>
          <a:xfrm>
            <a:off x="10195246" y="2690637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6" name="직선 화살표 연결선 1525">
            <a:extLst>
              <a:ext uri="{FF2B5EF4-FFF2-40B4-BE49-F238E27FC236}">
                <a16:creationId xmlns:a16="http://schemas.microsoft.com/office/drawing/2014/main" id="{443FB563-F3AA-87BF-ACC5-6AEFF5C83529}"/>
              </a:ext>
            </a:extLst>
          </p:cNvPr>
          <p:cNvCxnSpPr>
            <a:cxnSpLocks/>
          </p:cNvCxnSpPr>
          <p:nvPr/>
        </p:nvCxnSpPr>
        <p:spPr>
          <a:xfrm>
            <a:off x="10185721" y="2779015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9" name="TextBox 1528">
            <a:extLst>
              <a:ext uri="{FF2B5EF4-FFF2-40B4-BE49-F238E27FC236}">
                <a16:creationId xmlns:a16="http://schemas.microsoft.com/office/drawing/2014/main" id="{AB0EBFEC-1CF9-9BE5-8C64-9EE7DEB33A47}"/>
              </a:ext>
            </a:extLst>
          </p:cNvPr>
          <p:cNvSpPr txBox="1"/>
          <p:nvPr/>
        </p:nvSpPr>
        <p:spPr>
          <a:xfrm>
            <a:off x="10402184" y="2270088"/>
            <a:ext cx="41784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 err="1">
                <a:latin typeface="+mn-ea"/>
              </a:rPr>
              <a:t>T_alert</a:t>
            </a:r>
            <a:r>
              <a:rPr lang="en-US" altLang="ko-KR" sz="800" dirty="0">
                <a:latin typeface="+mn-ea"/>
              </a:rPr>
              <a:t>-</a:t>
            </a:r>
            <a:endParaRPr lang="ko-KR" altLang="en-US" sz="800" dirty="0">
              <a:latin typeface="+mn-ea"/>
            </a:endParaRPr>
          </a:p>
        </p:txBody>
      </p:sp>
      <p:sp>
        <p:nvSpPr>
          <p:cNvPr id="1530" name="TextBox 1529">
            <a:extLst>
              <a:ext uri="{FF2B5EF4-FFF2-40B4-BE49-F238E27FC236}">
                <a16:creationId xmlns:a16="http://schemas.microsoft.com/office/drawing/2014/main" id="{85AFF54A-1823-79A9-8F3A-B7829757AB63}"/>
              </a:ext>
            </a:extLst>
          </p:cNvPr>
          <p:cNvSpPr txBox="1"/>
          <p:nvPr/>
        </p:nvSpPr>
        <p:spPr>
          <a:xfrm>
            <a:off x="10392913" y="2807700"/>
            <a:ext cx="28416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FP_15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531" name="직선 화살표 연결선 1530">
            <a:extLst>
              <a:ext uri="{FF2B5EF4-FFF2-40B4-BE49-F238E27FC236}">
                <a16:creationId xmlns:a16="http://schemas.microsoft.com/office/drawing/2014/main" id="{81F673E8-ED5B-45D0-9E57-19650B1DA617}"/>
              </a:ext>
            </a:extLst>
          </p:cNvPr>
          <p:cNvCxnSpPr>
            <a:cxnSpLocks/>
          </p:cNvCxnSpPr>
          <p:nvPr/>
        </p:nvCxnSpPr>
        <p:spPr>
          <a:xfrm>
            <a:off x="10182546" y="2868153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2" name="TextBox 1531">
            <a:extLst>
              <a:ext uri="{FF2B5EF4-FFF2-40B4-BE49-F238E27FC236}">
                <a16:creationId xmlns:a16="http://schemas.microsoft.com/office/drawing/2014/main" id="{593F5FF6-B7B7-5730-28A3-7CF68E0950A5}"/>
              </a:ext>
            </a:extLst>
          </p:cNvPr>
          <p:cNvSpPr txBox="1"/>
          <p:nvPr/>
        </p:nvSpPr>
        <p:spPr>
          <a:xfrm>
            <a:off x="10392913" y="2714220"/>
            <a:ext cx="28177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FP_14</a:t>
            </a:r>
            <a:endParaRPr lang="ko-KR" altLang="en-US" sz="800" dirty="0">
              <a:latin typeface="+mn-ea"/>
            </a:endParaRPr>
          </a:p>
        </p:txBody>
      </p:sp>
      <p:sp>
        <p:nvSpPr>
          <p:cNvPr id="1533" name="TextBox 1532">
            <a:extLst>
              <a:ext uri="{FF2B5EF4-FFF2-40B4-BE49-F238E27FC236}">
                <a16:creationId xmlns:a16="http://schemas.microsoft.com/office/drawing/2014/main" id="{205B43FD-66B6-4674-4BF9-C43A86157B9B}"/>
              </a:ext>
            </a:extLst>
          </p:cNvPr>
          <p:cNvSpPr txBox="1"/>
          <p:nvPr/>
        </p:nvSpPr>
        <p:spPr>
          <a:xfrm>
            <a:off x="10396089" y="2626097"/>
            <a:ext cx="28574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FP_13</a:t>
            </a:r>
            <a:endParaRPr lang="ko-KR" altLang="en-US" sz="800" dirty="0">
              <a:latin typeface="+mn-ea"/>
            </a:endParaRPr>
          </a:p>
        </p:txBody>
      </p:sp>
      <p:sp>
        <p:nvSpPr>
          <p:cNvPr id="1534" name="TextBox 1533">
            <a:extLst>
              <a:ext uri="{FF2B5EF4-FFF2-40B4-BE49-F238E27FC236}">
                <a16:creationId xmlns:a16="http://schemas.microsoft.com/office/drawing/2014/main" id="{3B344EE7-3570-3A62-E929-6E10530788C7}"/>
              </a:ext>
            </a:extLst>
          </p:cNvPr>
          <p:cNvSpPr txBox="1"/>
          <p:nvPr/>
        </p:nvSpPr>
        <p:spPr>
          <a:xfrm>
            <a:off x="10396088" y="2540650"/>
            <a:ext cx="27860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FP_12</a:t>
            </a:r>
            <a:endParaRPr lang="ko-KR" altLang="en-US" sz="800" dirty="0">
              <a:latin typeface="+mn-ea"/>
            </a:endParaRPr>
          </a:p>
        </p:txBody>
      </p:sp>
      <p:sp>
        <p:nvSpPr>
          <p:cNvPr id="1535" name="TextBox 1534">
            <a:extLst>
              <a:ext uri="{FF2B5EF4-FFF2-40B4-BE49-F238E27FC236}">
                <a16:creationId xmlns:a16="http://schemas.microsoft.com/office/drawing/2014/main" id="{2E3ADE5B-9B50-2B04-93EF-EF50BD0B6F02}"/>
              </a:ext>
            </a:extLst>
          </p:cNvPr>
          <p:cNvSpPr txBox="1"/>
          <p:nvPr/>
        </p:nvSpPr>
        <p:spPr>
          <a:xfrm>
            <a:off x="10396088" y="2450488"/>
            <a:ext cx="28191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FP_11</a:t>
            </a:r>
            <a:endParaRPr lang="ko-KR" altLang="en-US" sz="800" dirty="0">
              <a:latin typeface="+mn-ea"/>
            </a:endParaRPr>
          </a:p>
        </p:txBody>
      </p:sp>
      <p:sp>
        <p:nvSpPr>
          <p:cNvPr id="1536" name="TextBox 1535">
            <a:extLst>
              <a:ext uri="{FF2B5EF4-FFF2-40B4-BE49-F238E27FC236}">
                <a16:creationId xmlns:a16="http://schemas.microsoft.com/office/drawing/2014/main" id="{716CA070-6CD2-DA55-8951-FB3EDC694ABC}"/>
              </a:ext>
            </a:extLst>
          </p:cNvPr>
          <p:cNvSpPr txBox="1"/>
          <p:nvPr/>
        </p:nvSpPr>
        <p:spPr>
          <a:xfrm>
            <a:off x="10396088" y="2361015"/>
            <a:ext cx="28192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FP_10</a:t>
            </a:r>
            <a:endParaRPr lang="ko-KR" altLang="en-US" sz="800" dirty="0">
              <a:latin typeface="+mn-ea"/>
            </a:endParaRPr>
          </a:p>
        </p:txBody>
      </p:sp>
      <p:sp>
        <p:nvSpPr>
          <p:cNvPr id="1537" name="TextBox 1536">
            <a:extLst>
              <a:ext uri="{FF2B5EF4-FFF2-40B4-BE49-F238E27FC236}">
                <a16:creationId xmlns:a16="http://schemas.microsoft.com/office/drawing/2014/main" id="{B31CA924-66C3-2628-42A5-6ED3DEEAE1EC}"/>
              </a:ext>
            </a:extLst>
          </p:cNvPr>
          <p:cNvSpPr txBox="1"/>
          <p:nvPr/>
        </p:nvSpPr>
        <p:spPr>
          <a:xfrm>
            <a:off x="10402439" y="2183132"/>
            <a:ext cx="28038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FP_09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538" name="직선 화살표 연결선 1537">
            <a:extLst>
              <a:ext uri="{FF2B5EF4-FFF2-40B4-BE49-F238E27FC236}">
                <a16:creationId xmlns:a16="http://schemas.microsoft.com/office/drawing/2014/main" id="{B0EE5F03-4535-2B04-EACC-5DED71BD1521}"/>
              </a:ext>
            </a:extLst>
          </p:cNvPr>
          <p:cNvCxnSpPr>
            <a:cxnSpLocks/>
          </p:cNvCxnSpPr>
          <p:nvPr/>
        </p:nvCxnSpPr>
        <p:spPr>
          <a:xfrm>
            <a:off x="10179371" y="2951649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9" name="직선 화살표 연결선 1538">
            <a:extLst>
              <a:ext uri="{FF2B5EF4-FFF2-40B4-BE49-F238E27FC236}">
                <a16:creationId xmlns:a16="http://schemas.microsoft.com/office/drawing/2014/main" id="{F472A9F8-0DD6-374F-534F-B15584A5E095}"/>
              </a:ext>
            </a:extLst>
          </p:cNvPr>
          <p:cNvCxnSpPr>
            <a:cxnSpLocks/>
          </p:cNvCxnSpPr>
          <p:nvPr/>
        </p:nvCxnSpPr>
        <p:spPr>
          <a:xfrm>
            <a:off x="10176196" y="3042512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1" name="직선 화살표 연결선 1540">
            <a:extLst>
              <a:ext uri="{FF2B5EF4-FFF2-40B4-BE49-F238E27FC236}">
                <a16:creationId xmlns:a16="http://schemas.microsoft.com/office/drawing/2014/main" id="{CF34E81E-653E-E1E9-E8C8-C460C010E7E5}"/>
              </a:ext>
            </a:extLst>
          </p:cNvPr>
          <p:cNvCxnSpPr>
            <a:cxnSpLocks/>
          </p:cNvCxnSpPr>
          <p:nvPr/>
        </p:nvCxnSpPr>
        <p:spPr>
          <a:xfrm>
            <a:off x="10194997" y="1893546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2" name="직선 화살표 연결선 1541">
            <a:extLst>
              <a:ext uri="{FF2B5EF4-FFF2-40B4-BE49-F238E27FC236}">
                <a16:creationId xmlns:a16="http://schemas.microsoft.com/office/drawing/2014/main" id="{00F24296-5588-3F6F-7926-07095D37AC4D}"/>
              </a:ext>
            </a:extLst>
          </p:cNvPr>
          <p:cNvCxnSpPr>
            <a:cxnSpLocks/>
          </p:cNvCxnSpPr>
          <p:nvPr/>
        </p:nvCxnSpPr>
        <p:spPr>
          <a:xfrm>
            <a:off x="10191822" y="1980065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4" name="TextBox 1543">
            <a:extLst>
              <a:ext uri="{FF2B5EF4-FFF2-40B4-BE49-F238E27FC236}">
                <a16:creationId xmlns:a16="http://schemas.microsoft.com/office/drawing/2014/main" id="{63B76A71-45FA-A10A-8788-F4B67FDC0052}"/>
              </a:ext>
            </a:extLst>
          </p:cNvPr>
          <p:cNvSpPr txBox="1"/>
          <p:nvPr/>
        </p:nvSpPr>
        <p:spPr>
          <a:xfrm>
            <a:off x="10412376" y="1825055"/>
            <a:ext cx="29808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SCL_1</a:t>
            </a:r>
            <a:endParaRPr lang="ko-KR" altLang="en-US" sz="800" dirty="0">
              <a:latin typeface="+mn-ea"/>
            </a:endParaRPr>
          </a:p>
        </p:txBody>
      </p:sp>
      <p:sp>
        <p:nvSpPr>
          <p:cNvPr id="1545" name="TextBox 1544">
            <a:extLst>
              <a:ext uri="{FF2B5EF4-FFF2-40B4-BE49-F238E27FC236}">
                <a16:creationId xmlns:a16="http://schemas.microsoft.com/office/drawing/2014/main" id="{DE7C86C2-C7AE-F7B1-2697-9E7926FA73D4}"/>
              </a:ext>
            </a:extLst>
          </p:cNvPr>
          <p:cNvSpPr txBox="1"/>
          <p:nvPr/>
        </p:nvSpPr>
        <p:spPr>
          <a:xfrm>
            <a:off x="10412376" y="1920305"/>
            <a:ext cx="29808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SDA_1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549" name="직선 화살표 연결선 1548">
            <a:extLst>
              <a:ext uri="{FF2B5EF4-FFF2-40B4-BE49-F238E27FC236}">
                <a16:creationId xmlns:a16="http://schemas.microsoft.com/office/drawing/2014/main" id="{BE785703-848C-E22D-EF56-371B7B3C9EC7}"/>
              </a:ext>
            </a:extLst>
          </p:cNvPr>
          <p:cNvCxnSpPr>
            <a:cxnSpLocks/>
          </p:cNvCxnSpPr>
          <p:nvPr/>
        </p:nvCxnSpPr>
        <p:spPr>
          <a:xfrm>
            <a:off x="10180959" y="3218619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3" name="타원 1552">
            <a:extLst>
              <a:ext uri="{FF2B5EF4-FFF2-40B4-BE49-F238E27FC236}">
                <a16:creationId xmlns:a16="http://schemas.microsoft.com/office/drawing/2014/main" id="{73FD95C3-BE18-F576-AF3E-B1277D9EA82A}"/>
              </a:ext>
            </a:extLst>
          </p:cNvPr>
          <p:cNvSpPr>
            <a:spLocks noChangeAspect="1"/>
          </p:cNvSpPr>
          <p:nvPr/>
        </p:nvSpPr>
        <p:spPr>
          <a:xfrm>
            <a:off x="2946146" y="5505165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555" name="직선 화살표 연결선 1554">
            <a:extLst>
              <a:ext uri="{FF2B5EF4-FFF2-40B4-BE49-F238E27FC236}">
                <a16:creationId xmlns:a16="http://schemas.microsoft.com/office/drawing/2014/main" id="{FF9CB3EA-A84C-C387-03C5-B55AF13BF1E9}"/>
              </a:ext>
            </a:extLst>
          </p:cNvPr>
          <p:cNvCxnSpPr>
            <a:cxnSpLocks/>
          </p:cNvCxnSpPr>
          <p:nvPr/>
        </p:nvCxnSpPr>
        <p:spPr>
          <a:xfrm>
            <a:off x="1830270" y="4820652"/>
            <a:ext cx="355300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995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2A685-5809-4C9B-AF79-4A099B18D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DB310D-8678-3B96-437B-4155B0DA017C}"/>
              </a:ext>
            </a:extLst>
          </p:cNvPr>
          <p:cNvSpPr txBox="1"/>
          <p:nvPr/>
        </p:nvSpPr>
        <p:spPr>
          <a:xfrm>
            <a:off x="263229" y="3781"/>
            <a:ext cx="6771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b="1" u="sng" dirty="0"/>
              <a:t>ATIK IDBB rev0.1 Block Diagram (2/3)</a:t>
            </a:r>
            <a:endParaRPr lang="ko-KR" altLang="en-US" b="1" u="sng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21777DF-1BF6-9C8E-FDBD-483597B0A641}"/>
              </a:ext>
            </a:extLst>
          </p:cNvPr>
          <p:cNvSpPr/>
          <p:nvPr/>
        </p:nvSpPr>
        <p:spPr>
          <a:xfrm>
            <a:off x="3505285" y="480276"/>
            <a:ext cx="485775" cy="25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LT3062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(LDO)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411DF9-AF9E-63D2-B96D-07609BE04453}"/>
              </a:ext>
            </a:extLst>
          </p:cNvPr>
          <p:cNvSpPr txBox="1"/>
          <p:nvPr/>
        </p:nvSpPr>
        <p:spPr>
          <a:xfrm>
            <a:off x="4066101" y="484869"/>
            <a:ext cx="323000" cy="123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9V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BC55BDF-CB3B-176A-F7AD-64202E1A4470}"/>
              </a:ext>
            </a:extLst>
          </p:cNvPr>
          <p:cNvCxnSpPr>
            <a:cxnSpLocks/>
          </p:cNvCxnSpPr>
          <p:nvPr/>
        </p:nvCxnSpPr>
        <p:spPr>
          <a:xfrm>
            <a:off x="3991054" y="606919"/>
            <a:ext cx="472419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ED222BA-4510-DC60-B574-5673C1D83493}"/>
              </a:ext>
            </a:extLst>
          </p:cNvPr>
          <p:cNvSpPr/>
          <p:nvPr/>
        </p:nvSpPr>
        <p:spPr>
          <a:xfrm>
            <a:off x="3505279" y="736650"/>
            <a:ext cx="485775" cy="25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LT3062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(LDO)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65EF47-A1AB-2301-3326-1CBAE49D5A33}"/>
              </a:ext>
            </a:extLst>
          </p:cNvPr>
          <p:cNvSpPr txBox="1"/>
          <p:nvPr/>
        </p:nvSpPr>
        <p:spPr>
          <a:xfrm>
            <a:off x="4062287" y="750902"/>
            <a:ext cx="24448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5VA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99AAACE-2BF9-4318-BA74-3DDF7D60DE49}"/>
              </a:ext>
            </a:extLst>
          </p:cNvPr>
          <p:cNvCxnSpPr>
            <a:cxnSpLocks/>
          </p:cNvCxnSpPr>
          <p:nvPr/>
        </p:nvCxnSpPr>
        <p:spPr>
          <a:xfrm>
            <a:off x="3991048" y="863293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12A0016-8A4F-6C82-CBB3-7A975D4F037F}"/>
              </a:ext>
            </a:extLst>
          </p:cNvPr>
          <p:cNvSpPr/>
          <p:nvPr/>
        </p:nvSpPr>
        <p:spPr>
          <a:xfrm>
            <a:off x="3505279" y="988649"/>
            <a:ext cx="485775" cy="2520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LM337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(LDO)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BF443F-2647-3B94-4386-4FA322F080C3}"/>
              </a:ext>
            </a:extLst>
          </p:cNvPr>
          <p:cNvSpPr txBox="1"/>
          <p:nvPr/>
        </p:nvSpPr>
        <p:spPr>
          <a:xfrm>
            <a:off x="4057774" y="1007307"/>
            <a:ext cx="323001" cy="123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-5V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328E398-0DC8-7BB8-2B0E-34CF045DDA23}"/>
              </a:ext>
            </a:extLst>
          </p:cNvPr>
          <p:cNvCxnSpPr>
            <a:cxnSpLocks/>
          </p:cNvCxnSpPr>
          <p:nvPr/>
        </p:nvCxnSpPr>
        <p:spPr>
          <a:xfrm>
            <a:off x="3991048" y="1115292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8AD945A5-C11D-00EE-2CFF-4108446580F9}"/>
              </a:ext>
            </a:extLst>
          </p:cNvPr>
          <p:cNvCxnSpPr>
            <a:cxnSpLocks/>
          </p:cNvCxnSpPr>
          <p:nvPr/>
        </p:nvCxnSpPr>
        <p:spPr>
          <a:xfrm>
            <a:off x="3190259" y="610767"/>
            <a:ext cx="2969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D178E14-7172-F5E3-0235-256EDD0CA289}"/>
              </a:ext>
            </a:extLst>
          </p:cNvPr>
          <p:cNvCxnSpPr>
            <a:cxnSpLocks/>
          </p:cNvCxnSpPr>
          <p:nvPr/>
        </p:nvCxnSpPr>
        <p:spPr>
          <a:xfrm>
            <a:off x="3190259" y="865715"/>
            <a:ext cx="2969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95EEDA2A-B342-FF66-75AA-0792C25544C8}"/>
              </a:ext>
            </a:extLst>
          </p:cNvPr>
          <p:cNvCxnSpPr>
            <a:cxnSpLocks/>
          </p:cNvCxnSpPr>
          <p:nvPr/>
        </p:nvCxnSpPr>
        <p:spPr>
          <a:xfrm>
            <a:off x="3190259" y="1115292"/>
            <a:ext cx="2969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484F839-514C-58EF-1851-9254EDB76D10}"/>
              </a:ext>
            </a:extLst>
          </p:cNvPr>
          <p:cNvSpPr txBox="1"/>
          <p:nvPr/>
        </p:nvSpPr>
        <p:spPr>
          <a:xfrm>
            <a:off x="2852141" y="531315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+10V</a:t>
            </a:r>
            <a:endParaRPr lang="ko-KR" altLang="en-US" sz="800" dirty="0"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6F4294-B068-DB08-43E0-822613DCDBF1}"/>
              </a:ext>
            </a:extLst>
          </p:cNvPr>
          <p:cNvSpPr txBox="1"/>
          <p:nvPr/>
        </p:nvSpPr>
        <p:spPr>
          <a:xfrm>
            <a:off x="2852141" y="789661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+7.5V</a:t>
            </a:r>
            <a:endParaRPr lang="ko-KR" altLang="en-US" sz="800" dirty="0"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D5DA88-4656-8A8E-001A-7AAB5FB163E0}"/>
              </a:ext>
            </a:extLst>
          </p:cNvPr>
          <p:cNvSpPr txBox="1"/>
          <p:nvPr/>
        </p:nvSpPr>
        <p:spPr>
          <a:xfrm>
            <a:off x="2847092" y="1057243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-10V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ED7744E-1426-3F77-7BC5-347E539B8C29}"/>
              </a:ext>
            </a:extLst>
          </p:cNvPr>
          <p:cNvCxnSpPr>
            <a:cxnSpLocks/>
          </p:cNvCxnSpPr>
          <p:nvPr/>
        </p:nvCxnSpPr>
        <p:spPr>
          <a:xfrm>
            <a:off x="9004086" y="345383"/>
            <a:ext cx="20258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CE12EF6-6616-49F9-98A3-0A167712F6B4}"/>
              </a:ext>
            </a:extLst>
          </p:cNvPr>
          <p:cNvSpPr/>
          <p:nvPr/>
        </p:nvSpPr>
        <p:spPr>
          <a:xfrm>
            <a:off x="9825998" y="223883"/>
            <a:ext cx="485775" cy="2142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600" b="1" dirty="0">
                <a:solidFill>
                  <a:schemeClr val="tx1"/>
                </a:solidFill>
                <a:latin typeface="+mn-ea"/>
              </a:rPr>
              <a:t>LT3062</a:t>
            </a:r>
          </a:p>
          <a:p>
            <a:pPr algn="ctr"/>
            <a:r>
              <a:rPr lang="en-US" altLang="ko-KR" sz="600" dirty="0">
                <a:solidFill>
                  <a:schemeClr val="tx1"/>
                </a:solidFill>
                <a:latin typeface="+mn-ea"/>
              </a:rPr>
              <a:t>(LDO)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1A701-E5D1-6C34-EBB8-2A822CD162F5}"/>
              </a:ext>
            </a:extLst>
          </p:cNvPr>
          <p:cNvSpPr txBox="1"/>
          <p:nvPr/>
        </p:nvSpPr>
        <p:spPr>
          <a:xfrm>
            <a:off x="11067964" y="297363"/>
            <a:ext cx="39691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latin typeface="+mn-ea"/>
              </a:rPr>
              <a:t>F_P5V</a:t>
            </a:r>
            <a:endParaRPr lang="ko-KR" altLang="en-US" sz="600" b="1" dirty="0">
              <a:latin typeface="+mn-ea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7E49BF06-9485-AA53-4513-B12AF4D3E2C5}"/>
              </a:ext>
            </a:extLst>
          </p:cNvPr>
          <p:cNvSpPr/>
          <p:nvPr/>
        </p:nvSpPr>
        <p:spPr>
          <a:xfrm>
            <a:off x="9602454" y="403139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80A54E14-ABEB-211A-18F4-0866CA2B7DB7}"/>
              </a:ext>
            </a:extLst>
          </p:cNvPr>
          <p:cNvCxnSpPr>
            <a:cxnSpLocks/>
          </p:cNvCxnSpPr>
          <p:nvPr/>
        </p:nvCxnSpPr>
        <p:spPr>
          <a:xfrm>
            <a:off x="9015192" y="589735"/>
            <a:ext cx="116108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526EB28-5FC1-1273-B066-AF8B366C467B}"/>
              </a:ext>
            </a:extLst>
          </p:cNvPr>
          <p:cNvSpPr txBox="1"/>
          <p:nvPr/>
        </p:nvSpPr>
        <p:spPr>
          <a:xfrm>
            <a:off x="9161796" y="239935"/>
            <a:ext cx="4677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latin typeface="+mn-ea"/>
              </a:rPr>
              <a:t>F_P9V</a:t>
            </a:r>
            <a:endParaRPr lang="ko-KR" altLang="en-US" sz="600" b="1" dirty="0">
              <a:latin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F0D5D1-65CA-C1F1-065B-4B133CC71342}"/>
              </a:ext>
            </a:extLst>
          </p:cNvPr>
          <p:cNvSpPr txBox="1"/>
          <p:nvPr/>
        </p:nvSpPr>
        <p:spPr>
          <a:xfrm>
            <a:off x="9158634" y="403845"/>
            <a:ext cx="36889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latin typeface="+mn-ea"/>
              </a:rPr>
              <a:t>F_N9V</a:t>
            </a:r>
          </a:p>
          <a:p>
            <a:r>
              <a:rPr lang="en-US" altLang="ko-KR" sz="600" b="1" dirty="0">
                <a:solidFill>
                  <a:srgbClr val="FF0000"/>
                </a:solidFill>
                <a:latin typeface="+mn-ea"/>
              </a:rPr>
              <a:t>(unused)</a:t>
            </a:r>
            <a:endParaRPr lang="ko-KR" altLang="en-US" sz="600" b="1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2EF27022-70C0-E7A4-5422-1ADDC64DEE9B}"/>
              </a:ext>
            </a:extLst>
          </p:cNvPr>
          <p:cNvCxnSpPr>
            <a:cxnSpLocks/>
          </p:cNvCxnSpPr>
          <p:nvPr/>
        </p:nvCxnSpPr>
        <p:spPr>
          <a:xfrm>
            <a:off x="9004086" y="4058542"/>
            <a:ext cx="991467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85171199-5CD5-FE30-B22A-B981C17B0F9D}"/>
              </a:ext>
            </a:extLst>
          </p:cNvPr>
          <p:cNvCxnSpPr>
            <a:cxnSpLocks/>
          </p:cNvCxnSpPr>
          <p:nvPr/>
        </p:nvCxnSpPr>
        <p:spPr>
          <a:xfrm>
            <a:off x="9004086" y="4166814"/>
            <a:ext cx="524822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49BACDC-F119-6F87-8BA6-3C9CE80F5570}"/>
              </a:ext>
            </a:extLst>
          </p:cNvPr>
          <p:cNvSpPr txBox="1"/>
          <p:nvPr/>
        </p:nvSpPr>
        <p:spPr>
          <a:xfrm>
            <a:off x="9039959" y="3965253"/>
            <a:ext cx="39464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latin typeface="+mn-ea"/>
              </a:rPr>
              <a:t>VB_P9V</a:t>
            </a:r>
            <a:endParaRPr lang="ko-KR" altLang="en-US" sz="600" b="1" dirty="0">
              <a:latin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71053E-F5A1-2EBB-64B4-C2036E1AE24F}"/>
              </a:ext>
            </a:extLst>
          </p:cNvPr>
          <p:cNvSpPr txBox="1"/>
          <p:nvPr/>
        </p:nvSpPr>
        <p:spPr>
          <a:xfrm>
            <a:off x="9034971" y="4071841"/>
            <a:ext cx="33445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latin typeface="+mn-ea"/>
              </a:rPr>
              <a:t>VB_N9V</a:t>
            </a:r>
            <a:endParaRPr lang="ko-KR" altLang="en-US" sz="600" b="1" dirty="0">
              <a:latin typeface="+mn-ea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D893242-B706-B66A-B951-E26ED84E4657}"/>
              </a:ext>
            </a:extLst>
          </p:cNvPr>
          <p:cNvSpPr/>
          <p:nvPr/>
        </p:nvSpPr>
        <p:spPr>
          <a:xfrm>
            <a:off x="9751697" y="3969045"/>
            <a:ext cx="485775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600" b="1" dirty="0">
                <a:solidFill>
                  <a:schemeClr val="tx1"/>
                </a:solidFill>
                <a:latin typeface="+mn-ea"/>
              </a:rPr>
              <a:t>LT3062</a:t>
            </a:r>
          </a:p>
          <a:p>
            <a:pPr algn="ctr"/>
            <a:r>
              <a:rPr lang="en-US" altLang="ko-KR" sz="600" dirty="0">
                <a:solidFill>
                  <a:schemeClr val="tx1"/>
                </a:solidFill>
                <a:latin typeface="+mn-ea"/>
              </a:rPr>
              <a:t>(LDO)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3AD94D-731D-6F31-FD5F-A0A57CCA295F}"/>
              </a:ext>
            </a:extLst>
          </p:cNvPr>
          <p:cNvSpPr txBox="1"/>
          <p:nvPr/>
        </p:nvSpPr>
        <p:spPr>
          <a:xfrm>
            <a:off x="11674392" y="4008871"/>
            <a:ext cx="38806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latin typeface="+mn-ea"/>
              </a:rPr>
              <a:t>VB_P5V</a:t>
            </a:r>
            <a:endParaRPr lang="ko-KR" altLang="en-US" sz="600" b="1" dirty="0">
              <a:latin typeface="+mn-ea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536F642-F8CF-E0C9-385F-EFF4BC129FBF}"/>
              </a:ext>
            </a:extLst>
          </p:cNvPr>
          <p:cNvCxnSpPr>
            <a:cxnSpLocks/>
          </p:cNvCxnSpPr>
          <p:nvPr/>
        </p:nvCxnSpPr>
        <p:spPr>
          <a:xfrm>
            <a:off x="10237466" y="4060761"/>
            <a:ext cx="140208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4EBF540-2093-A0DF-CA65-F7E89579E083}"/>
              </a:ext>
            </a:extLst>
          </p:cNvPr>
          <p:cNvSpPr/>
          <p:nvPr/>
        </p:nvSpPr>
        <p:spPr>
          <a:xfrm>
            <a:off x="9751697" y="4151191"/>
            <a:ext cx="485775" cy="180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600" b="1" dirty="0">
                <a:solidFill>
                  <a:schemeClr val="tx1"/>
                </a:solidFill>
                <a:latin typeface="+mn-ea"/>
              </a:rPr>
              <a:t>LT3062</a:t>
            </a:r>
          </a:p>
          <a:p>
            <a:pPr algn="ctr"/>
            <a:r>
              <a:rPr lang="en-US" altLang="ko-KR" sz="600" dirty="0">
                <a:solidFill>
                  <a:schemeClr val="tx1"/>
                </a:solidFill>
                <a:latin typeface="+mn-ea"/>
              </a:rPr>
              <a:t>(LDO)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5405D4-B0DE-F033-B720-38E9F4AB656D}"/>
              </a:ext>
            </a:extLst>
          </p:cNvPr>
          <p:cNvSpPr txBox="1"/>
          <p:nvPr/>
        </p:nvSpPr>
        <p:spPr>
          <a:xfrm>
            <a:off x="11674392" y="4175965"/>
            <a:ext cx="444571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latin typeface="+mn-ea"/>
              </a:rPr>
              <a:t>VB_P1.4V</a:t>
            </a:r>
            <a:endParaRPr lang="ko-KR" altLang="en-US" sz="600" b="1" dirty="0">
              <a:latin typeface="+mn-ea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C8441A5D-6384-66C2-57F6-2C984EADBD66}"/>
              </a:ext>
            </a:extLst>
          </p:cNvPr>
          <p:cNvCxnSpPr>
            <a:cxnSpLocks/>
          </p:cNvCxnSpPr>
          <p:nvPr/>
        </p:nvCxnSpPr>
        <p:spPr>
          <a:xfrm>
            <a:off x="10237466" y="4237991"/>
            <a:ext cx="140208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00631D4-6CE3-0BC5-68AD-BB27687E5077}"/>
              </a:ext>
            </a:extLst>
          </p:cNvPr>
          <p:cNvCxnSpPr>
            <a:cxnSpLocks/>
          </p:cNvCxnSpPr>
          <p:nvPr/>
        </p:nvCxnSpPr>
        <p:spPr>
          <a:xfrm>
            <a:off x="9623111" y="4239592"/>
            <a:ext cx="12541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BDC36B83-562A-A339-D50B-6296FFA8F4EE}"/>
              </a:ext>
            </a:extLst>
          </p:cNvPr>
          <p:cNvCxnSpPr>
            <a:cxnSpLocks/>
          </p:cNvCxnSpPr>
          <p:nvPr/>
        </p:nvCxnSpPr>
        <p:spPr>
          <a:xfrm flipV="1">
            <a:off x="9626286" y="4055038"/>
            <a:ext cx="0" cy="1845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CDBBE53-F0DE-9933-199F-C23F959793E0}"/>
              </a:ext>
            </a:extLst>
          </p:cNvPr>
          <p:cNvSpPr txBox="1"/>
          <p:nvPr/>
        </p:nvSpPr>
        <p:spPr>
          <a:xfrm>
            <a:off x="11674392" y="4368689"/>
            <a:ext cx="432171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latin typeface="+mn-ea"/>
              </a:rPr>
              <a:t>VB_N3.6V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0F5E01E6-0715-E867-4C82-D3CFB8C222E0}"/>
              </a:ext>
            </a:extLst>
          </p:cNvPr>
          <p:cNvCxnSpPr>
            <a:cxnSpLocks/>
          </p:cNvCxnSpPr>
          <p:nvPr/>
        </p:nvCxnSpPr>
        <p:spPr>
          <a:xfrm>
            <a:off x="9527524" y="4419489"/>
            <a:ext cx="211202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14B5F91C-E17A-EDF6-079C-D648FC9C15D7}"/>
              </a:ext>
            </a:extLst>
          </p:cNvPr>
          <p:cNvCxnSpPr>
            <a:cxnSpLocks/>
          </p:cNvCxnSpPr>
          <p:nvPr/>
        </p:nvCxnSpPr>
        <p:spPr>
          <a:xfrm flipV="1">
            <a:off x="9527524" y="4164174"/>
            <a:ext cx="0" cy="2553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9F1BB05-74EE-FADD-823D-7548721143B8}"/>
              </a:ext>
            </a:extLst>
          </p:cNvPr>
          <p:cNvCxnSpPr>
            <a:cxnSpLocks/>
          </p:cNvCxnSpPr>
          <p:nvPr/>
        </p:nvCxnSpPr>
        <p:spPr>
          <a:xfrm>
            <a:off x="8678249" y="136985"/>
            <a:ext cx="3428315" cy="0"/>
          </a:xfrm>
          <a:prstGeom prst="line">
            <a:avLst/>
          </a:prstGeom>
          <a:ln w="254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265BADB7-1220-EEFE-9C93-B83249FFDC32}"/>
              </a:ext>
            </a:extLst>
          </p:cNvPr>
          <p:cNvCxnSpPr>
            <a:cxnSpLocks/>
          </p:cNvCxnSpPr>
          <p:nvPr/>
        </p:nvCxnSpPr>
        <p:spPr>
          <a:xfrm>
            <a:off x="8074421" y="4170758"/>
            <a:ext cx="13825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A06B5ECD-E7A7-953A-DF7C-EEEDFF7385F3}"/>
              </a:ext>
            </a:extLst>
          </p:cNvPr>
          <p:cNvCxnSpPr>
            <a:cxnSpLocks/>
          </p:cNvCxnSpPr>
          <p:nvPr/>
        </p:nvCxnSpPr>
        <p:spPr>
          <a:xfrm>
            <a:off x="8239128" y="1979062"/>
            <a:ext cx="16722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C713708-C1AA-6510-D00E-48D2D0F8984B}"/>
              </a:ext>
            </a:extLst>
          </p:cNvPr>
          <p:cNvCxnSpPr>
            <a:cxnSpLocks/>
          </p:cNvCxnSpPr>
          <p:nvPr/>
        </p:nvCxnSpPr>
        <p:spPr>
          <a:xfrm flipV="1">
            <a:off x="8660590" y="155457"/>
            <a:ext cx="0" cy="6635868"/>
          </a:xfrm>
          <a:prstGeom prst="line">
            <a:avLst/>
          </a:prstGeom>
          <a:ln w="254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50AFFDF0-4720-FA43-F7F6-68253D700B60}"/>
              </a:ext>
            </a:extLst>
          </p:cNvPr>
          <p:cNvCxnSpPr>
            <a:cxnSpLocks/>
          </p:cNvCxnSpPr>
          <p:nvPr/>
        </p:nvCxnSpPr>
        <p:spPr>
          <a:xfrm>
            <a:off x="8660590" y="3887769"/>
            <a:ext cx="3455210" cy="0"/>
          </a:xfrm>
          <a:prstGeom prst="line">
            <a:avLst/>
          </a:prstGeom>
          <a:ln w="254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205453D-950C-B223-60D5-F64C35B14099}"/>
              </a:ext>
            </a:extLst>
          </p:cNvPr>
          <p:cNvSpPr txBox="1"/>
          <p:nvPr/>
        </p:nvSpPr>
        <p:spPr>
          <a:xfrm>
            <a:off x="72919" y="556423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+24V</a:t>
            </a:r>
            <a:endParaRPr lang="ko-KR" altLang="en-US" sz="800" dirty="0">
              <a:latin typeface="+mn-ea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A6F118E-4781-ABEA-83FD-38107451213E}"/>
              </a:ext>
            </a:extLst>
          </p:cNvPr>
          <p:cNvSpPr txBox="1"/>
          <p:nvPr/>
        </p:nvSpPr>
        <p:spPr>
          <a:xfrm>
            <a:off x="1340869" y="922450"/>
            <a:ext cx="323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+110V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326A6FE2-57EF-A775-2F25-667304582C84}"/>
              </a:ext>
            </a:extLst>
          </p:cNvPr>
          <p:cNvCxnSpPr>
            <a:cxnSpLocks/>
          </p:cNvCxnSpPr>
          <p:nvPr/>
        </p:nvCxnSpPr>
        <p:spPr>
          <a:xfrm>
            <a:off x="429152" y="610741"/>
            <a:ext cx="2969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CD07442A-C456-CDD4-1563-551413B4D096}"/>
              </a:ext>
            </a:extLst>
          </p:cNvPr>
          <p:cNvCxnSpPr>
            <a:cxnSpLocks/>
          </p:cNvCxnSpPr>
          <p:nvPr/>
        </p:nvCxnSpPr>
        <p:spPr>
          <a:xfrm>
            <a:off x="1326138" y="674241"/>
            <a:ext cx="1092029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BEB679C0-73AD-9D70-E92E-7BDCF13FC683}"/>
              </a:ext>
            </a:extLst>
          </p:cNvPr>
          <p:cNvSpPr txBox="1"/>
          <p:nvPr/>
        </p:nvSpPr>
        <p:spPr>
          <a:xfrm>
            <a:off x="1357537" y="1305901"/>
            <a:ext cx="323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-110V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3CE1969C-8785-E4EA-4BCC-CEAF697E331A}"/>
              </a:ext>
            </a:extLst>
          </p:cNvPr>
          <p:cNvCxnSpPr>
            <a:cxnSpLocks/>
          </p:cNvCxnSpPr>
          <p:nvPr/>
        </p:nvCxnSpPr>
        <p:spPr>
          <a:xfrm>
            <a:off x="1326138" y="1036006"/>
            <a:ext cx="1092029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2358B2EC-EF3C-0ACD-9FE5-5551F423D66C}"/>
              </a:ext>
            </a:extLst>
          </p:cNvPr>
          <p:cNvSpPr txBox="1"/>
          <p:nvPr/>
        </p:nvSpPr>
        <p:spPr>
          <a:xfrm>
            <a:off x="1349499" y="560428"/>
            <a:ext cx="320816" cy="123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+215V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2E134AC5-70C8-157D-8C2C-E9AD8243AFD2}"/>
              </a:ext>
            </a:extLst>
          </p:cNvPr>
          <p:cNvCxnSpPr>
            <a:cxnSpLocks/>
          </p:cNvCxnSpPr>
          <p:nvPr/>
        </p:nvCxnSpPr>
        <p:spPr>
          <a:xfrm>
            <a:off x="1326138" y="1417363"/>
            <a:ext cx="1092029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0DB1E664-D68F-94B8-6137-75C0A1C66135}"/>
              </a:ext>
            </a:extLst>
          </p:cNvPr>
          <p:cNvCxnSpPr>
            <a:cxnSpLocks/>
          </p:cNvCxnSpPr>
          <p:nvPr/>
        </p:nvCxnSpPr>
        <p:spPr>
          <a:xfrm>
            <a:off x="584570" y="972506"/>
            <a:ext cx="1414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4066F1D5-892D-C507-C88C-59652F541489}"/>
              </a:ext>
            </a:extLst>
          </p:cNvPr>
          <p:cNvCxnSpPr>
            <a:cxnSpLocks/>
          </p:cNvCxnSpPr>
          <p:nvPr/>
        </p:nvCxnSpPr>
        <p:spPr>
          <a:xfrm>
            <a:off x="584570" y="1341367"/>
            <a:ext cx="1414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타원 82">
            <a:extLst>
              <a:ext uri="{FF2B5EF4-FFF2-40B4-BE49-F238E27FC236}">
                <a16:creationId xmlns:a16="http://schemas.microsoft.com/office/drawing/2014/main" id="{DCF70979-CCC9-95A0-225C-EE68DE5DD126}"/>
              </a:ext>
            </a:extLst>
          </p:cNvPr>
          <p:cNvSpPr/>
          <p:nvPr/>
        </p:nvSpPr>
        <p:spPr>
          <a:xfrm>
            <a:off x="556946" y="59010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E2606C00-AA17-5E56-36CB-F65EB65E9AC6}"/>
              </a:ext>
            </a:extLst>
          </p:cNvPr>
          <p:cNvSpPr/>
          <p:nvPr/>
        </p:nvSpPr>
        <p:spPr>
          <a:xfrm>
            <a:off x="559493" y="95067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C277709-4ACA-9F56-E02D-BBB4410CA254}"/>
              </a:ext>
            </a:extLst>
          </p:cNvPr>
          <p:cNvCxnSpPr>
            <a:cxnSpLocks/>
          </p:cNvCxnSpPr>
          <p:nvPr/>
        </p:nvCxnSpPr>
        <p:spPr>
          <a:xfrm>
            <a:off x="1805736" y="1636948"/>
            <a:ext cx="1927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2AAA206A-D506-83D6-9FB6-C61F72198452}"/>
              </a:ext>
            </a:extLst>
          </p:cNvPr>
          <p:cNvCxnSpPr>
            <a:cxnSpLocks/>
          </p:cNvCxnSpPr>
          <p:nvPr/>
        </p:nvCxnSpPr>
        <p:spPr>
          <a:xfrm flipV="1">
            <a:off x="1806238" y="674241"/>
            <a:ext cx="0" cy="9638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타원 88">
            <a:extLst>
              <a:ext uri="{FF2B5EF4-FFF2-40B4-BE49-F238E27FC236}">
                <a16:creationId xmlns:a16="http://schemas.microsoft.com/office/drawing/2014/main" id="{CD765D17-FDD6-3504-9720-850EC31EA296}"/>
              </a:ext>
            </a:extLst>
          </p:cNvPr>
          <p:cNvSpPr/>
          <p:nvPr/>
        </p:nvSpPr>
        <p:spPr>
          <a:xfrm>
            <a:off x="1711438" y="101655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5C031C2C-FAE9-38C6-DBD6-FB56C9BE99A9}"/>
              </a:ext>
            </a:extLst>
          </p:cNvPr>
          <p:cNvSpPr/>
          <p:nvPr/>
        </p:nvSpPr>
        <p:spPr>
          <a:xfrm>
            <a:off x="1782877" y="65142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5D9027E2-E5A3-1B17-670A-D096ECF34942}"/>
              </a:ext>
            </a:extLst>
          </p:cNvPr>
          <p:cNvCxnSpPr>
            <a:cxnSpLocks/>
          </p:cNvCxnSpPr>
          <p:nvPr/>
        </p:nvCxnSpPr>
        <p:spPr>
          <a:xfrm flipV="1">
            <a:off x="582578" y="607171"/>
            <a:ext cx="0" cy="27446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타원 104">
            <a:extLst>
              <a:ext uri="{FF2B5EF4-FFF2-40B4-BE49-F238E27FC236}">
                <a16:creationId xmlns:a16="http://schemas.microsoft.com/office/drawing/2014/main" id="{5B09E005-58F1-9726-9B4E-FCF3DADF11CD}"/>
              </a:ext>
            </a:extLst>
          </p:cNvPr>
          <p:cNvSpPr/>
          <p:nvPr/>
        </p:nvSpPr>
        <p:spPr>
          <a:xfrm>
            <a:off x="557109" y="131898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2BDA0969-2BCE-8467-5852-BF511929E3AB}"/>
              </a:ext>
            </a:extLst>
          </p:cNvPr>
          <p:cNvCxnSpPr>
            <a:cxnSpLocks/>
          </p:cNvCxnSpPr>
          <p:nvPr/>
        </p:nvCxnSpPr>
        <p:spPr>
          <a:xfrm>
            <a:off x="1998479" y="1898316"/>
            <a:ext cx="11760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28EA628B-486F-89BA-64D4-5970211B851A}"/>
              </a:ext>
            </a:extLst>
          </p:cNvPr>
          <p:cNvGrpSpPr/>
          <p:nvPr/>
        </p:nvGrpSpPr>
        <p:grpSpPr>
          <a:xfrm>
            <a:off x="2124921" y="1436367"/>
            <a:ext cx="600075" cy="527826"/>
            <a:chOff x="1601836" y="1856822"/>
            <a:chExt cx="600075" cy="527826"/>
          </a:xfrm>
        </p:grpSpPr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E5444EE2-B2A0-340B-C580-02C534C41811}"/>
                </a:ext>
              </a:extLst>
            </p:cNvPr>
            <p:cNvSpPr/>
            <p:nvPr/>
          </p:nvSpPr>
          <p:spPr>
            <a:xfrm>
              <a:off x="1601836" y="1980294"/>
              <a:ext cx="600075" cy="40435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E76B851-A43E-C59C-8F06-9B5C6B73CBC1}"/>
                </a:ext>
              </a:extLst>
            </p:cNvPr>
            <p:cNvSpPr txBox="1"/>
            <p:nvPr/>
          </p:nvSpPr>
          <p:spPr>
            <a:xfrm>
              <a:off x="1601836" y="1856822"/>
              <a:ext cx="60007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b="1" dirty="0">
                  <a:latin typeface="+mn-ea"/>
                </a:rPr>
                <a:t>MC33161</a:t>
              </a:r>
              <a:endParaRPr lang="ko-KR" altLang="en-US" sz="800" b="1" dirty="0">
                <a:latin typeface="+mn-ea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DE39BA2E-B483-0920-0B79-EA3D79AF0AF4}"/>
                </a:ext>
              </a:extLst>
            </p:cNvPr>
            <p:cNvSpPr txBox="1"/>
            <p:nvPr/>
          </p:nvSpPr>
          <p:spPr>
            <a:xfrm>
              <a:off x="1636750" y="2261536"/>
              <a:ext cx="22848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 err="1">
                  <a:latin typeface="+mn-ea"/>
                </a:rPr>
                <a:t>Vcc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32F12922-8720-37FE-BDAA-381DB0DB5C5A}"/>
                </a:ext>
              </a:extLst>
            </p:cNvPr>
            <p:cNvSpPr txBox="1"/>
            <p:nvPr/>
          </p:nvSpPr>
          <p:spPr>
            <a:xfrm>
              <a:off x="1635351" y="2001684"/>
              <a:ext cx="299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IN1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ED6638AD-1F4F-FD72-140A-F347C6AF42DC}"/>
                </a:ext>
              </a:extLst>
            </p:cNvPr>
            <p:cNvSpPr txBox="1"/>
            <p:nvPr/>
          </p:nvSpPr>
          <p:spPr>
            <a:xfrm>
              <a:off x="1635351" y="2146185"/>
              <a:ext cx="299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IN2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A44D3696-A6BC-D1E5-E5D4-EB61B8A2CA70}"/>
                </a:ext>
              </a:extLst>
            </p:cNvPr>
            <p:cNvSpPr txBox="1"/>
            <p:nvPr/>
          </p:nvSpPr>
          <p:spPr>
            <a:xfrm>
              <a:off x="1881228" y="2001684"/>
              <a:ext cx="299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OUT1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4AC6DFA2-BC21-2C66-63A9-16C10C9C5EF0}"/>
                </a:ext>
              </a:extLst>
            </p:cNvPr>
            <p:cNvSpPr txBox="1"/>
            <p:nvPr/>
          </p:nvSpPr>
          <p:spPr>
            <a:xfrm>
              <a:off x="1881228" y="2146185"/>
              <a:ext cx="299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OUT2</a:t>
              </a:r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BDED66D8-195C-78B5-14CC-D0BC0A7D97D0}"/>
              </a:ext>
            </a:extLst>
          </p:cNvPr>
          <p:cNvCxnSpPr>
            <a:cxnSpLocks/>
          </p:cNvCxnSpPr>
          <p:nvPr/>
        </p:nvCxnSpPr>
        <p:spPr>
          <a:xfrm>
            <a:off x="1998784" y="2434770"/>
            <a:ext cx="11760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199028D2-6612-B2E7-946E-F07203455995}"/>
              </a:ext>
            </a:extLst>
          </p:cNvPr>
          <p:cNvGrpSpPr/>
          <p:nvPr/>
        </p:nvGrpSpPr>
        <p:grpSpPr>
          <a:xfrm>
            <a:off x="2125226" y="1966471"/>
            <a:ext cx="600075" cy="527826"/>
            <a:chOff x="1601836" y="1856822"/>
            <a:chExt cx="600075" cy="527826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AC9B2C6B-8E1E-F686-7963-201DE55A4F22}"/>
                </a:ext>
              </a:extLst>
            </p:cNvPr>
            <p:cNvSpPr/>
            <p:nvPr/>
          </p:nvSpPr>
          <p:spPr>
            <a:xfrm>
              <a:off x="1601836" y="1980294"/>
              <a:ext cx="600075" cy="40435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EEB9F8C6-A974-471A-30C9-336CB1027355}"/>
                </a:ext>
              </a:extLst>
            </p:cNvPr>
            <p:cNvSpPr txBox="1"/>
            <p:nvPr/>
          </p:nvSpPr>
          <p:spPr>
            <a:xfrm>
              <a:off x="1601836" y="1856822"/>
              <a:ext cx="60007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b="1" dirty="0">
                  <a:latin typeface="+mn-ea"/>
                </a:rPr>
                <a:t>MC33161</a:t>
              </a:r>
              <a:endParaRPr lang="ko-KR" altLang="en-US" sz="800" b="1" dirty="0">
                <a:latin typeface="+mn-ea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627D4D10-876B-80DD-6ADA-1DB45C07EF5B}"/>
                </a:ext>
              </a:extLst>
            </p:cNvPr>
            <p:cNvSpPr txBox="1"/>
            <p:nvPr/>
          </p:nvSpPr>
          <p:spPr>
            <a:xfrm>
              <a:off x="1636750" y="2261536"/>
              <a:ext cx="22848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 err="1">
                  <a:latin typeface="+mn-ea"/>
                </a:rPr>
                <a:t>Vcc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637ACCC6-281E-8B80-7924-621AAC98DDD2}"/>
                </a:ext>
              </a:extLst>
            </p:cNvPr>
            <p:cNvSpPr txBox="1"/>
            <p:nvPr/>
          </p:nvSpPr>
          <p:spPr>
            <a:xfrm>
              <a:off x="1635351" y="2001684"/>
              <a:ext cx="299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IN1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E192BF67-D311-2D64-8AE1-EA421E67EEDB}"/>
                </a:ext>
              </a:extLst>
            </p:cNvPr>
            <p:cNvSpPr txBox="1"/>
            <p:nvPr/>
          </p:nvSpPr>
          <p:spPr>
            <a:xfrm>
              <a:off x="1635351" y="2146185"/>
              <a:ext cx="299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IN2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030F216F-2781-65FF-18C8-E2DFC9E8D89B}"/>
                </a:ext>
              </a:extLst>
            </p:cNvPr>
            <p:cNvSpPr txBox="1"/>
            <p:nvPr/>
          </p:nvSpPr>
          <p:spPr>
            <a:xfrm>
              <a:off x="1881228" y="2001684"/>
              <a:ext cx="299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OUT1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247F58A8-148C-B827-94DB-333034BCA4B4}"/>
                </a:ext>
              </a:extLst>
            </p:cNvPr>
            <p:cNvSpPr txBox="1"/>
            <p:nvPr/>
          </p:nvSpPr>
          <p:spPr>
            <a:xfrm>
              <a:off x="1881228" y="2146185"/>
              <a:ext cx="299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OUT2</a:t>
              </a:r>
              <a:endParaRPr lang="ko-KR" altLang="en-US" sz="800" dirty="0">
                <a:latin typeface="+mn-ea"/>
              </a:endParaRPr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EB9D006F-7208-BAD7-624D-A228413467D2}"/>
              </a:ext>
            </a:extLst>
          </p:cNvPr>
          <p:cNvSpPr txBox="1"/>
          <p:nvPr/>
        </p:nvSpPr>
        <p:spPr>
          <a:xfrm>
            <a:off x="2116386" y="2491202"/>
            <a:ext cx="70570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under voltage</a:t>
            </a:r>
          </a:p>
          <a:p>
            <a:r>
              <a:rPr lang="en-US" altLang="ko-KR" sz="800" dirty="0">
                <a:latin typeface="+mn-ea"/>
              </a:rPr>
              <a:t>monitor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93B859E7-78B1-68D7-90CA-797C50393FC8}"/>
              </a:ext>
            </a:extLst>
          </p:cNvPr>
          <p:cNvCxnSpPr>
            <a:cxnSpLocks/>
          </p:cNvCxnSpPr>
          <p:nvPr/>
        </p:nvCxnSpPr>
        <p:spPr>
          <a:xfrm>
            <a:off x="1998479" y="1638093"/>
            <a:ext cx="1229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3B048A5E-EA06-9E45-6B4D-1A37DD3975BC}"/>
              </a:ext>
            </a:extLst>
          </p:cNvPr>
          <p:cNvCxnSpPr>
            <a:cxnSpLocks/>
          </p:cNvCxnSpPr>
          <p:nvPr/>
        </p:nvCxnSpPr>
        <p:spPr>
          <a:xfrm>
            <a:off x="1734297" y="1792618"/>
            <a:ext cx="3871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A1AD7F9C-5E5A-0446-4B8E-DA129C7DC2BB}"/>
              </a:ext>
            </a:extLst>
          </p:cNvPr>
          <p:cNvCxnSpPr>
            <a:cxnSpLocks/>
          </p:cNvCxnSpPr>
          <p:nvPr/>
        </p:nvCxnSpPr>
        <p:spPr>
          <a:xfrm>
            <a:off x="1664421" y="2168116"/>
            <a:ext cx="5091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5B56255E-2ACC-C435-B29D-3D0C2D79E6BF}"/>
              </a:ext>
            </a:extLst>
          </p:cNvPr>
          <p:cNvCxnSpPr>
            <a:cxnSpLocks/>
          </p:cNvCxnSpPr>
          <p:nvPr/>
        </p:nvCxnSpPr>
        <p:spPr>
          <a:xfrm>
            <a:off x="1998784" y="2322641"/>
            <a:ext cx="117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DC14772F-F98C-047A-D2DD-1EC2C9984636}"/>
              </a:ext>
            </a:extLst>
          </p:cNvPr>
          <p:cNvCxnSpPr>
            <a:cxnSpLocks/>
          </p:cNvCxnSpPr>
          <p:nvPr/>
        </p:nvCxnSpPr>
        <p:spPr>
          <a:xfrm flipV="1">
            <a:off x="1666733" y="1417363"/>
            <a:ext cx="0" cy="7507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타원 157">
            <a:extLst>
              <a:ext uri="{FF2B5EF4-FFF2-40B4-BE49-F238E27FC236}">
                <a16:creationId xmlns:a16="http://schemas.microsoft.com/office/drawing/2014/main" id="{285B5E3D-D984-0A0F-5586-D9CAF392D8E1}"/>
              </a:ext>
            </a:extLst>
          </p:cNvPr>
          <p:cNvSpPr/>
          <p:nvPr/>
        </p:nvSpPr>
        <p:spPr>
          <a:xfrm>
            <a:off x="1643152" y="139534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9775995F-672B-1394-0334-77BEF3013E4F}"/>
              </a:ext>
            </a:extLst>
          </p:cNvPr>
          <p:cNvCxnSpPr>
            <a:cxnSpLocks/>
          </p:cNvCxnSpPr>
          <p:nvPr/>
        </p:nvCxnSpPr>
        <p:spPr>
          <a:xfrm flipV="1">
            <a:off x="1735464" y="1036006"/>
            <a:ext cx="0" cy="7512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4928B488-616F-39F0-15BC-D29C3A6E2844}"/>
              </a:ext>
            </a:extLst>
          </p:cNvPr>
          <p:cNvSpPr txBox="1"/>
          <p:nvPr/>
        </p:nvSpPr>
        <p:spPr>
          <a:xfrm>
            <a:off x="1665103" y="1837536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+3.3V</a:t>
            </a:r>
            <a:endParaRPr lang="ko-KR" altLang="en-US" sz="800" dirty="0">
              <a:latin typeface="+mn-ea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4D355BFA-0BF1-49B4-B8D0-EA2B25524361}"/>
              </a:ext>
            </a:extLst>
          </p:cNvPr>
          <p:cNvSpPr txBox="1"/>
          <p:nvPr/>
        </p:nvSpPr>
        <p:spPr>
          <a:xfrm>
            <a:off x="1756701" y="2380963"/>
            <a:ext cx="23998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5V</a:t>
            </a:r>
            <a:endParaRPr lang="ko-KR" altLang="en-US" sz="800" dirty="0">
              <a:latin typeface="+mn-ea"/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B0B13166-6D65-DF1E-0419-64F748B9AB7C}"/>
              </a:ext>
            </a:extLst>
          </p:cNvPr>
          <p:cNvSpPr/>
          <p:nvPr/>
        </p:nvSpPr>
        <p:spPr>
          <a:xfrm rot="10800000">
            <a:off x="2988052" y="1593469"/>
            <a:ext cx="148730" cy="74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latin typeface="+mn-ea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53F98D7C-E227-BFA3-1D8F-282B5B6F9213}"/>
              </a:ext>
            </a:extLst>
          </p:cNvPr>
          <p:cNvCxnSpPr>
            <a:cxnSpLocks/>
          </p:cNvCxnSpPr>
          <p:nvPr/>
        </p:nvCxnSpPr>
        <p:spPr>
          <a:xfrm>
            <a:off x="2725681" y="1632778"/>
            <a:ext cx="2531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연결선 211">
            <a:extLst>
              <a:ext uri="{FF2B5EF4-FFF2-40B4-BE49-F238E27FC236}">
                <a16:creationId xmlns:a16="http://schemas.microsoft.com/office/drawing/2014/main" id="{85816A53-F9E7-9B37-BD8C-C1D1FADAFA56}"/>
              </a:ext>
            </a:extLst>
          </p:cNvPr>
          <p:cNvCxnSpPr>
            <a:cxnSpLocks/>
          </p:cNvCxnSpPr>
          <p:nvPr/>
        </p:nvCxnSpPr>
        <p:spPr>
          <a:xfrm>
            <a:off x="2716155" y="1787304"/>
            <a:ext cx="1397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직선 연결선 217">
            <a:extLst>
              <a:ext uri="{FF2B5EF4-FFF2-40B4-BE49-F238E27FC236}">
                <a16:creationId xmlns:a16="http://schemas.microsoft.com/office/drawing/2014/main" id="{C6BFBA83-DFD3-9A71-F523-3C5D25E9D8F9}"/>
              </a:ext>
            </a:extLst>
          </p:cNvPr>
          <p:cNvCxnSpPr>
            <a:cxnSpLocks/>
          </p:cNvCxnSpPr>
          <p:nvPr/>
        </p:nvCxnSpPr>
        <p:spPr>
          <a:xfrm>
            <a:off x="2716155" y="2168116"/>
            <a:ext cx="1397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연결선 218">
            <a:extLst>
              <a:ext uri="{FF2B5EF4-FFF2-40B4-BE49-F238E27FC236}">
                <a16:creationId xmlns:a16="http://schemas.microsoft.com/office/drawing/2014/main" id="{D4635E0C-99E6-4595-43B9-26569DEE5F97}"/>
              </a:ext>
            </a:extLst>
          </p:cNvPr>
          <p:cNvCxnSpPr>
            <a:cxnSpLocks/>
          </p:cNvCxnSpPr>
          <p:nvPr/>
        </p:nvCxnSpPr>
        <p:spPr>
          <a:xfrm flipV="1">
            <a:off x="2866886" y="1630902"/>
            <a:ext cx="0" cy="15313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7392C31E-B1A0-16A7-EA23-586762FA2739}"/>
              </a:ext>
            </a:extLst>
          </p:cNvPr>
          <p:cNvCxnSpPr>
            <a:cxnSpLocks/>
          </p:cNvCxnSpPr>
          <p:nvPr/>
        </p:nvCxnSpPr>
        <p:spPr>
          <a:xfrm>
            <a:off x="3136782" y="1633329"/>
            <a:ext cx="16593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FF6B9A1C-4F9D-AD04-1E99-AA0EBAB7A0CD}"/>
              </a:ext>
            </a:extLst>
          </p:cNvPr>
          <p:cNvSpPr txBox="1"/>
          <p:nvPr/>
        </p:nvSpPr>
        <p:spPr>
          <a:xfrm>
            <a:off x="3273077" y="1571198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+3.3V</a:t>
            </a:r>
            <a:endParaRPr lang="ko-KR" altLang="en-US" sz="800" dirty="0">
              <a:latin typeface="+mn-ea"/>
            </a:endParaRPr>
          </a:p>
        </p:txBody>
      </p:sp>
      <p:sp>
        <p:nvSpPr>
          <p:cNvPr id="229" name="타원 228">
            <a:extLst>
              <a:ext uri="{FF2B5EF4-FFF2-40B4-BE49-F238E27FC236}">
                <a16:creationId xmlns:a16="http://schemas.microsoft.com/office/drawing/2014/main" id="{1736F335-2CF4-A421-CB69-E270FC1086FB}"/>
              </a:ext>
            </a:extLst>
          </p:cNvPr>
          <p:cNvSpPr/>
          <p:nvPr/>
        </p:nvSpPr>
        <p:spPr>
          <a:xfrm>
            <a:off x="2841151" y="176804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232" name="타원 231">
            <a:extLst>
              <a:ext uri="{FF2B5EF4-FFF2-40B4-BE49-F238E27FC236}">
                <a16:creationId xmlns:a16="http://schemas.microsoft.com/office/drawing/2014/main" id="{FB0F9337-C821-05B3-FD46-F3EDF1A7609E}"/>
              </a:ext>
            </a:extLst>
          </p:cNvPr>
          <p:cNvSpPr/>
          <p:nvPr/>
        </p:nvSpPr>
        <p:spPr>
          <a:xfrm>
            <a:off x="2838552" y="161122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14479009-3535-5BA6-167A-B5BE53CAE1D8}"/>
              </a:ext>
            </a:extLst>
          </p:cNvPr>
          <p:cNvSpPr txBox="1"/>
          <p:nvPr/>
        </p:nvSpPr>
        <p:spPr>
          <a:xfrm>
            <a:off x="1820706" y="1673839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(105V)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3E814EB8-6736-B430-43E1-E23701156EE8}"/>
              </a:ext>
            </a:extLst>
          </p:cNvPr>
          <p:cNvSpPr txBox="1"/>
          <p:nvPr/>
        </p:nvSpPr>
        <p:spPr>
          <a:xfrm>
            <a:off x="1820017" y="1513747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(207V)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0212AFFA-B10C-C2D8-DB3E-76FDD122D899}"/>
              </a:ext>
            </a:extLst>
          </p:cNvPr>
          <p:cNvSpPr txBox="1"/>
          <p:nvPr/>
        </p:nvSpPr>
        <p:spPr>
          <a:xfrm>
            <a:off x="1781948" y="2060479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(-105V)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2F6A4252-6503-8FE0-59A2-FF4283172A54}"/>
              </a:ext>
            </a:extLst>
          </p:cNvPr>
          <p:cNvSpPr txBox="1"/>
          <p:nvPr/>
        </p:nvSpPr>
        <p:spPr>
          <a:xfrm>
            <a:off x="2873217" y="1946992"/>
            <a:ext cx="48577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HV_FAIL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255" name="직선 화살표 연결선 254">
            <a:extLst>
              <a:ext uri="{FF2B5EF4-FFF2-40B4-BE49-F238E27FC236}">
                <a16:creationId xmlns:a16="http://schemas.microsoft.com/office/drawing/2014/main" id="{56E6513A-7041-9BC3-E53B-B7EE20E92895}"/>
              </a:ext>
            </a:extLst>
          </p:cNvPr>
          <p:cNvCxnSpPr>
            <a:cxnSpLocks/>
          </p:cNvCxnSpPr>
          <p:nvPr/>
        </p:nvCxnSpPr>
        <p:spPr>
          <a:xfrm>
            <a:off x="2852734" y="3266107"/>
            <a:ext cx="11760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7EB590F9-4F47-7E07-077B-2C75692DA95C}"/>
              </a:ext>
            </a:extLst>
          </p:cNvPr>
          <p:cNvSpPr txBox="1"/>
          <p:nvPr/>
        </p:nvSpPr>
        <p:spPr>
          <a:xfrm>
            <a:off x="2514242" y="3206234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+3.3V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59" name="직선 화살표 연결선 258">
            <a:extLst>
              <a:ext uri="{FF2B5EF4-FFF2-40B4-BE49-F238E27FC236}">
                <a16:creationId xmlns:a16="http://schemas.microsoft.com/office/drawing/2014/main" id="{7093CD7A-C9F4-BD8A-11D0-0BD72151B654}"/>
              </a:ext>
            </a:extLst>
          </p:cNvPr>
          <p:cNvCxnSpPr>
            <a:cxnSpLocks/>
          </p:cNvCxnSpPr>
          <p:nvPr/>
        </p:nvCxnSpPr>
        <p:spPr>
          <a:xfrm>
            <a:off x="2845419" y="3368221"/>
            <a:ext cx="11760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TextBox 264">
            <a:extLst>
              <a:ext uri="{FF2B5EF4-FFF2-40B4-BE49-F238E27FC236}">
                <a16:creationId xmlns:a16="http://schemas.microsoft.com/office/drawing/2014/main" id="{0E38F0EF-5F7F-C2ED-27D4-AD29AFC87F95}"/>
              </a:ext>
            </a:extLst>
          </p:cNvPr>
          <p:cNvSpPr txBox="1"/>
          <p:nvPr/>
        </p:nvSpPr>
        <p:spPr>
          <a:xfrm>
            <a:off x="2502776" y="3305068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5VA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66" name="직선 화살표 연결선 265">
            <a:extLst>
              <a:ext uri="{FF2B5EF4-FFF2-40B4-BE49-F238E27FC236}">
                <a16:creationId xmlns:a16="http://schemas.microsoft.com/office/drawing/2014/main" id="{B70C5EE5-7CA2-E8F7-2838-0D1366175C6D}"/>
              </a:ext>
            </a:extLst>
          </p:cNvPr>
          <p:cNvCxnSpPr>
            <a:cxnSpLocks/>
          </p:cNvCxnSpPr>
          <p:nvPr/>
        </p:nvCxnSpPr>
        <p:spPr>
          <a:xfrm>
            <a:off x="2845419" y="3711121"/>
            <a:ext cx="11760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C0010902-DC40-4771-83D1-C90505933A20}"/>
              </a:ext>
            </a:extLst>
          </p:cNvPr>
          <p:cNvSpPr txBox="1"/>
          <p:nvPr/>
        </p:nvSpPr>
        <p:spPr>
          <a:xfrm>
            <a:off x="2502776" y="3652731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0V</a:t>
            </a:r>
            <a:endParaRPr lang="ko-KR" altLang="en-US" sz="800" dirty="0">
              <a:latin typeface="+mn-ea"/>
            </a:endParaRPr>
          </a:p>
        </p:txBody>
      </p:sp>
      <p:grpSp>
        <p:nvGrpSpPr>
          <p:cNvPr id="273" name="그룹 272">
            <a:extLst>
              <a:ext uri="{FF2B5EF4-FFF2-40B4-BE49-F238E27FC236}">
                <a16:creationId xmlns:a16="http://schemas.microsoft.com/office/drawing/2014/main" id="{C8326C0A-1713-0F2E-6834-4BA0F50BB5D2}"/>
              </a:ext>
            </a:extLst>
          </p:cNvPr>
          <p:cNvGrpSpPr/>
          <p:nvPr/>
        </p:nvGrpSpPr>
        <p:grpSpPr>
          <a:xfrm>
            <a:off x="2973903" y="2966226"/>
            <a:ext cx="907970" cy="1159431"/>
            <a:chOff x="3728976" y="4326720"/>
            <a:chExt cx="907970" cy="1159431"/>
          </a:xfrm>
        </p:grpSpPr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6873ECAD-1D03-0140-C685-2522033EE169}"/>
                </a:ext>
              </a:extLst>
            </p:cNvPr>
            <p:cNvGrpSpPr/>
            <p:nvPr/>
          </p:nvGrpSpPr>
          <p:grpSpPr>
            <a:xfrm>
              <a:off x="3728976" y="4326720"/>
              <a:ext cx="907970" cy="1159431"/>
              <a:chOff x="1601836" y="1856822"/>
              <a:chExt cx="710585" cy="1159431"/>
            </a:xfrm>
          </p:grpSpPr>
          <p:sp>
            <p:nvSpPr>
              <p:cNvPr id="177" name="직사각형 176">
                <a:extLst>
                  <a:ext uri="{FF2B5EF4-FFF2-40B4-BE49-F238E27FC236}">
                    <a16:creationId xmlns:a16="http://schemas.microsoft.com/office/drawing/2014/main" id="{38691297-7C08-BD29-9F23-CED1515E8049}"/>
                  </a:ext>
                </a:extLst>
              </p:cNvPr>
              <p:cNvSpPr/>
              <p:nvPr/>
            </p:nvSpPr>
            <p:spPr>
              <a:xfrm>
                <a:off x="1601836" y="1980294"/>
                <a:ext cx="600075" cy="90683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4B1E2189-5B91-19C5-E60E-B9D809650679}"/>
                  </a:ext>
                </a:extLst>
              </p:cNvPr>
              <p:cNvSpPr txBox="1"/>
              <p:nvPr/>
            </p:nvSpPr>
            <p:spPr>
              <a:xfrm>
                <a:off x="1601836" y="1856822"/>
                <a:ext cx="704622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b="1" dirty="0">
                    <a:latin typeface="+mn-ea"/>
                  </a:rPr>
                  <a:t>AD5676</a:t>
                </a:r>
                <a:endParaRPr lang="ko-KR" altLang="en-US" sz="800" b="1" dirty="0">
                  <a:latin typeface="+mn-ea"/>
                </a:endParaRPr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30D26B23-B4F1-0CDF-EA05-C8317E790E49}"/>
                  </a:ext>
                </a:extLst>
              </p:cNvPr>
              <p:cNvSpPr txBox="1"/>
              <p:nvPr/>
            </p:nvSpPr>
            <p:spPr>
              <a:xfrm>
                <a:off x="1633022" y="2199617"/>
                <a:ext cx="22848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 err="1">
                    <a:latin typeface="+mn-ea"/>
                  </a:rPr>
                  <a:t>Vdd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8BCE243B-99CC-32E5-6AC0-9932C9E8392A}"/>
                  </a:ext>
                </a:extLst>
              </p:cNvPr>
              <p:cNvSpPr txBox="1"/>
              <p:nvPr/>
            </p:nvSpPr>
            <p:spPr>
              <a:xfrm>
                <a:off x="1631624" y="2649382"/>
                <a:ext cx="186776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SPI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9ADF70A4-8474-46E7-BD90-DB86C4DC9348}"/>
                  </a:ext>
                </a:extLst>
              </p:cNvPr>
              <p:cNvSpPr txBox="1"/>
              <p:nvPr/>
            </p:nvSpPr>
            <p:spPr>
              <a:xfrm>
                <a:off x="1631624" y="2093792"/>
                <a:ext cx="29985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 err="1">
                    <a:latin typeface="+mn-ea"/>
                  </a:rPr>
                  <a:t>Vlogic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7B1E8B7E-AD87-EF2A-CA78-B8B4EEB76ECF}"/>
                  </a:ext>
                </a:extLst>
              </p:cNvPr>
              <p:cNvSpPr txBox="1"/>
              <p:nvPr/>
            </p:nvSpPr>
            <p:spPr>
              <a:xfrm>
                <a:off x="1881228" y="1987395"/>
                <a:ext cx="29985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800" dirty="0">
                    <a:latin typeface="+mn-ea"/>
                  </a:rPr>
                  <a:t>Vout0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1B65010F-D107-7167-FCF0-EFE478043900}"/>
                  </a:ext>
                </a:extLst>
              </p:cNvPr>
              <p:cNvSpPr txBox="1"/>
              <p:nvPr/>
            </p:nvSpPr>
            <p:spPr>
              <a:xfrm>
                <a:off x="1880530" y="2096932"/>
                <a:ext cx="29985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800" dirty="0">
                    <a:latin typeface="+mn-ea"/>
                  </a:rPr>
                  <a:t>Vout1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4521F169-154A-49CF-AD98-F890EF91AC96}"/>
                  </a:ext>
                </a:extLst>
              </p:cNvPr>
              <p:cNvSpPr txBox="1"/>
              <p:nvPr/>
            </p:nvSpPr>
            <p:spPr>
              <a:xfrm>
                <a:off x="1876465" y="2211232"/>
                <a:ext cx="29985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800" dirty="0">
                    <a:latin typeface="+mn-ea"/>
                  </a:rPr>
                  <a:t>Vout2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935C2AAF-2BC4-A206-DB73-373130A05E6B}"/>
                  </a:ext>
                </a:extLst>
              </p:cNvPr>
              <p:cNvSpPr txBox="1"/>
              <p:nvPr/>
            </p:nvSpPr>
            <p:spPr>
              <a:xfrm>
                <a:off x="1875767" y="2320769"/>
                <a:ext cx="29985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800" dirty="0">
                    <a:latin typeface="+mn-ea"/>
                  </a:rPr>
                  <a:t>Vout3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A2711429-AA60-26F3-7296-A8AF6E0C103F}"/>
                  </a:ext>
                </a:extLst>
              </p:cNvPr>
              <p:cNvSpPr txBox="1"/>
              <p:nvPr/>
            </p:nvSpPr>
            <p:spPr>
              <a:xfrm>
                <a:off x="1875767" y="2425545"/>
                <a:ext cx="29985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800" dirty="0">
                    <a:latin typeface="+mn-ea"/>
                  </a:rPr>
                  <a:t>Vout4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846C2285-A8E9-CEB9-5DAC-4AD8648E895E}"/>
                  </a:ext>
                </a:extLst>
              </p:cNvPr>
              <p:cNvSpPr txBox="1"/>
              <p:nvPr/>
            </p:nvSpPr>
            <p:spPr>
              <a:xfrm>
                <a:off x="1875069" y="2535082"/>
                <a:ext cx="29985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800" dirty="0">
                    <a:latin typeface="+mn-ea"/>
                  </a:rPr>
                  <a:t>Vout5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A16DBC14-4481-B388-E195-4283374D4346}"/>
                  </a:ext>
                </a:extLst>
              </p:cNvPr>
              <p:cNvSpPr txBox="1"/>
              <p:nvPr/>
            </p:nvSpPr>
            <p:spPr>
              <a:xfrm>
                <a:off x="1871004" y="2649382"/>
                <a:ext cx="29985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800" dirty="0">
                    <a:latin typeface="+mn-ea"/>
                  </a:rPr>
                  <a:t>Vout6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F1E54BB8-7BD2-329A-4221-291999481618}"/>
                  </a:ext>
                </a:extLst>
              </p:cNvPr>
              <p:cNvSpPr txBox="1"/>
              <p:nvPr/>
            </p:nvSpPr>
            <p:spPr>
              <a:xfrm>
                <a:off x="1870306" y="2758919"/>
                <a:ext cx="29985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800" dirty="0">
                    <a:latin typeface="+mn-ea"/>
                  </a:rPr>
                  <a:t>Vout7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DEAB8323-1519-2890-F9AA-1B23A043AA30}"/>
                  </a:ext>
                </a:extLst>
              </p:cNvPr>
              <p:cNvSpPr txBox="1"/>
              <p:nvPr/>
            </p:nvSpPr>
            <p:spPr>
              <a:xfrm>
                <a:off x="1633025" y="2313915"/>
                <a:ext cx="22848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 err="1">
                    <a:latin typeface="+mn-ea"/>
                  </a:rPr>
                  <a:t>Vref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B89837F8-4B2F-8122-DE6F-5A9089C81792}"/>
                  </a:ext>
                </a:extLst>
              </p:cNvPr>
              <p:cNvSpPr txBox="1"/>
              <p:nvPr/>
            </p:nvSpPr>
            <p:spPr>
              <a:xfrm>
                <a:off x="1625573" y="2532999"/>
                <a:ext cx="22848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GAIN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9A62253D-6BCE-DD45-9C0E-53AA24C23E89}"/>
                  </a:ext>
                </a:extLst>
              </p:cNvPr>
              <p:cNvSpPr txBox="1"/>
              <p:nvPr/>
            </p:nvSpPr>
            <p:spPr>
              <a:xfrm>
                <a:off x="1607799" y="2893142"/>
                <a:ext cx="704622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(8ch, 16-bit DAC)</a:t>
                </a:r>
                <a:endParaRPr lang="ko-KR" altLang="en-US" sz="800" b="1" dirty="0">
                  <a:latin typeface="+mn-ea"/>
                </a:endParaRPr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7EAF596D-C416-CDBB-8781-6020295748C4}"/>
                  </a:ext>
                </a:extLst>
              </p:cNvPr>
              <p:cNvSpPr txBox="1"/>
              <p:nvPr/>
            </p:nvSpPr>
            <p:spPr>
              <a:xfrm>
                <a:off x="1631624" y="2002352"/>
                <a:ext cx="29985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RESET</a:t>
                </a:r>
                <a:endParaRPr lang="ko-KR" altLang="en-US" sz="800" dirty="0">
                  <a:latin typeface="+mn-ea"/>
                </a:endParaRPr>
              </a:p>
            </p:txBody>
          </p:sp>
        </p:grpSp>
        <p:cxnSp>
          <p:nvCxnSpPr>
            <p:cNvPr id="271" name="직선 연결선 270">
              <a:extLst>
                <a:ext uri="{FF2B5EF4-FFF2-40B4-BE49-F238E27FC236}">
                  <a16:creationId xmlns:a16="http://schemas.microsoft.com/office/drawing/2014/main" id="{FD54E2FC-ADF8-14F1-A12C-19F778DAF8CE}"/>
                </a:ext>
              </a:extLst>
            </p:cNvPr>
            <p:cNvCxnSpPr>
              <a:cxnSpLocks/>
            </p:cNvCxnSpPr>
            <p:nvPr/>
          </p:nvCxnSpPr>
          <p:spPr>
            <a:xfrm>
              <a:off x="3764280" y="4484921"/>
              <a:ext cx="31080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6" name="직선 연결선 275">
            <a:extLst>
              <a:ext uri="{FF2B5EF4-FFF2-40B4-BE49-F238E27FC236}">
                <a16:creationId xmlns:a16="http://schemas.microsoft.com/office/drawing/2014/main" id="{E67932B9-AE37-AAA1-BD6D-F9549649E8CA}"/>
              </a:ext>
            </a:extLst>
          </p:cNvPr>
          <p:cNvCxnSpPr>
            <a:cxnSpLocks/>
          </p:cNvCxnSpPr>
          <p:nvPr/>
        </p:nvCxnSpPr>
        <p:spPr>
          <a:xfrm>
            <a:off x="2865153" y="3162527"/>
            <a:ext cx="1069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타원 283">
            <a:extLst>
              <a:ext uri="{FF2B5EF4-FFF2-40B4-BE49-F238E27FC236}">
                <a16:creationId xmlns:a16="http://schemas.microsoft.com/office/drawing/2014/main" id="{C27435EC-776F-441C-F3C6-9D3BDBD2AA85}"/>
              </a:ext>
            </a:extLst>
          </p:cNvPr>
          <p:cNvSpPr/>
          <p:nvPr/>
        </p:nvSpPr>
        <p:spPr>
          <a:xfrm>
            <a:off x="2841151" y="214904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285" name="직선 화살표 연결선 284">
            <a:extLst>
              <a:ext uri="{FF2B5EF4-FFF2-40B4-BE49-F238E27FC236}">
                <a16:creationId xmlns:a16="http://schemas.microsoft.com/office/drawing/2014/main" id="{119DF108-4CB4-2FD4-AA2B-AE3BB5479B63}"/>
              </a:ext>
            </a:extLst>
          </p:cNvPr>
          <p:cNvCxnSpPr>
            <a:cxnSpLocks/>
          </p:cNvCxnSpPr>
          <p:nvPr/>
        </p:nvCxnSpPr>
        <p:spPr>
          <a:xfrm>
            <a:off x="2851769" y="3488871"/>
            <a:ext cx="11760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8" name="그림 577">
            <a:extLst>
              <a:ext uri="{FF2B5EF4-FFF2-40B4-BE49-F238E27FC236}">
                <a16:creationId xmlns:a16="http://schemas.microsoft.com/office/drawing/2014/main" id="{BB05A2FB-CBE4-A5D3-9B85-586B2E169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802600" y="3077320"/>
            <a:ext cx="1043525" cy="5786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616" name="직선 연결선 615">
            <a:extLst>
              <a:ext uri="{FF2B5EF4-FFF2-40B4-BE49-F238E27FC236}">
                <a16:creationId xmlns:a16="http://schemas.microsoft.com/office/drawing/2014/main" id="{33B0AE32-2C4C-8CE2-B5DE-C813EAC6DD3B}"/>
              </a:ext>
            </a:extLst>
          </p:cNvPr>
          <p:cNvCxnSpPr>
            <a:cxnSpLocks/>
          </p:cNvCxnSpPr>
          <p:nvPr/>
        </p:nvCxnSpPr>
        <p:spPr>
          <a:xfrm>
            <a:off x="3734380" y="3161969"/>
            <a:ext cx="17541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직선 연결선 619">
            <a:extLst>
              <a:ext uri="{FF2B5EF4-FFF2-40B4-BE49-F238E27FC236}">
                <a16:creationId xmlns:a16="http://schemas.microsoft.com/office/drawing/2014/main" id="{7D1FCEC4-1D43-7EB4-D188-475DAE7718B2}"/>
              </a:ext>
            </a:extLst>
          </p:cNvPr>
          <p:cNvCxnSpPr>
            <a:cxnSpLocks/>
          </p:cNvCxnSpPr>
          <p:nvPr/>
        </p:nvCxnSpPr>
        <p:spPr>
          <a:xfrm>
            <a:off x="6278871" y="3224240"/>
            <a:ext cx="8391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직선 연결선 620">
            <a:extLst>
              <a:ext uri="{FF2B5EF4-FFF2-40B4-BE49-F238E27FC236}">
                <a16:creationId xmlns:a16="http://schemas.microsoft.com/office/drawing/2014/main" id="{71207D80-EDCB-FB4A-6582-EDC6E423F66E}"/>
              </a:ext>
            </a:extLst>
          </p:cNvPr>
          <p:cNvCxnSpPr>
            <a:cxnSpLocks/>
          </p:cNvCxnSpPr>
          <p:nvPr/>
        </p:nvCxnSpPr>
        <p:spPr>
          <a:xfrm>
            <a:off x="4269581" y="4034275"/>
            <a:ext cx="11148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직선 연결선 621">
            <a:extLst>
              <a:ext uri="{FF2B5EF4-FFF2-40B4-BE49-F238E27FC236}">
                <a16:creationId xmlns:a16="http://schemas.microsoft.com/office/drawing/2014/main" id="{AE2F2AD2-79B9-BFDA-88BB-594E797B3E98}"/>
              </a:ext>
            </a:extLst>
          </p:cNvPr>
          <p:cNvCxnSpPr>
            <a:cxnSpLocks/>
          </p:cNvCxnSpPr>
          <p:nvPr/>
        </p:nvCxnSpPr>
        <p:spPr>
          <a:xfrm>
            <a:off x="3734380" y="3381554"/>
            <a:ext cx="459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직선 연결선 623">
            <a:extLst>
              <a:ext uri="{FF2B5EF4-FFF2-40B4-BE49-F238E27FC236}">
                <a16:creationId xmlns:a16="http://schemas.microsoft.com/office/drawing/2014/main" id="{8ECE8DEB-8AAA-C965-6039-E05631006BDE}"/>
              </a:ext>
            </a:extLst>
          </p:cNvPr>
          <p:cNvCxnSpPr>
            <a:cxnSpLocks/>
          </p:cNvCxnSpPr>
          <p:nvPr/>
        </p:nvCxnSpPr>
        <p:spPr>
          <a:xfrm flipV="1">
            <a:off x="4266439" y="3711538"/>
            <a:ext cx="0" cy="3276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6" name="그룹 625">
            <a:extLst>
              <a:ext uri="{FF2B5EF4-FFF2-40B4-BE49-F238E27FC236}">
                <a16:creationId xmlns:a16="http://schemas.microsoft.com/office/drawing/2014/main" id="{A494B5F2-3138-BA6F-F245-FBDF584F5A36}"/>
              </a:ext>
            </a:extLst>
          </p:cNvPr>
          <p:cNvGrpSpPr/>
          <p:nvPr/>
        </p:nvGrpSpPr>
        <p:grpSpPr>
          <a:xfrm rot="5400000">
            <a:off x="6656419" y="4736043"/>
            <a:ext cx="1361832" cy="401930"/>
            <a:chOff x="4551369" y="630030"/>
            <a:chExt cx="1361832" cy="401930"/>
          </a:xfrm>
        </p:grpSpPr>
        <p:pic>
          <p:nvPicPr>
            <p:cNvPr id="628" name="그림 627">
              <a:extLst>
                <a:ext uri="{FF2B5EF4-FFF2-40B4-BE49-F238E27FC236}">
                  <a16:creationId xmlns:a16="http://schemas.microsoft.com/office/drawing/2014/main" id="{37F9E556-BD3F-60A5-3DB4-1BFBCCD75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51369" y="630030"/>
              <a:ext cx="1361832" cy="401930"/>
            </a:xfrm>
            <a:prstGeom prst="rect">
              <a:avLst/>
            </a:prstGeom>
          </p:spPr>
        </p:pic>
        <p:sp>
          <p:nvSpPr>
            <p:cNvPr id="629" name="TextBox 628">
              <a:extLst>
                <a:ext uri="{FF2B5EF4-FFF2-40B4-BE49-F238E27FC236}">
                  <a16:creationId xmlns:a16="http://schemas.microsoft.com/office/drawing/2014/main" id="{E328C5BE-2C09-F051-D98A-6611D23E4525}"/>
                </a:ext>
              </a:extLst>
            </p:cNvPr>
            <p:cNvSpPr txBox="1"/>
            <p:nvPr/>
          </p:nvSpPr>
          <p:spPr>
            <a:xfrm>
              <a:off x="4834651" y="683111"/>
              <a:ext cx="41078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>
                  <a:solidFill>
                    <a:schemeClr val="bg1"/>
                  </a:solidFill>
                </a:rPr>
                <a:t>J33</a:t>
              </a:r>
              <a:endParaRPr lang="ko-KR" altLang="en-US" sz="9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630" name="직선 연결선 629">
            <a:extLst>
              <a:ext uri="{FF2B5EF4-FFF2-40B4-BE49-F238E27FC236}">
                <a16:creationId xmlns:a16="http://schemas.microsoft.com/office/drawing/2014/main" id="{2374A322-A16A-EA6E-39E9-1C29F1FC368E}"/>
              </a:ext>
            </a:extLst>
          </p:cNvPr>
          <p:cNvCxnSpPr>
            <a:cxnSpLocks/>
          </p:cNvCxnSpPr>
          <p:nvPr/>
        </p:nvCxnSpPr>
        <p:spPr>
          <a:xfrm>
            <a:off x="6291500" y="4382483"/>
            <a:ext cx="822676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직선 연결선 630">
            <a:extLst>
              <a:ext uri="{FF2B5EF4-FFF2-40B4-BE49-F238E27FC236}">
                <a16:creationId xmlns:a16="http://schemas.microsoft.com/office/drawing/2014/main" id="{7E6827DE-D839-1C72-996A-7CDA8E9A12DA}"/>
              </a:ext>
            </a:extLst>
          </p:cNvPr>
          <p:cNvCxnSpPr>
            <a:cxnSpLocks/>
          </p:cNvCxnSpPr>
          <p:nvPr/>
        </p:nvCxnSpPr>
        <p:spPr>
          <a:xfrm>
            <a:off x="6257925" y="3802911"/>
            <a:ext cx="5934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6" name="직선 연결선 655">
            <a:extLst>
              <a:ext uri="{FF2B5EF4-FFF2-40B4-BE49-F238E27FC236}">
                <a16:creationId xmlns:a16="http://schemas.microsoft.com/office/drawing/2014/main" id="{7AD96757-8811-84F3-CBB3-8F6092314995}"/>
              </a:ext>
            </a:extLst>
          </p:cNvPr>
          <p:cNvCxnSpPr>
            <a:cxnSpLocks/>
          </p:cNvCxnSpPr>
          <p:nvPr/>
        </p:nvCxnSpPr>
        <p:spPr>
          <a:xfrm flipV="1">
            <a:off x="6896144" y="1504950"/>
            <a:ext cx="0" cy="17200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7" name="타원 656">
            <a:extLst>
              <a:ext uri="{FF2B5EF4-FFF2-40B4-BE49-F238E27FC236}">
                <a16:creationId xmlns:a16="http://schemas.microsoft.com/office/drawing/2014/main" id="{FCAE0FC6-4483-0356-3F34-73BADDC316D2}"/>
              </a:ext>
            </a:extLst>
          </p:cNvPr>
          <p:cNvSpPr/>
          <p:nvPr/>
        </p:nvSpPr>
        <p:spPr>
          <a:xfrm>
            <a:off x="6876404" y="320077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E18E1084-D863-038E-1541-24E3C4DB54D8}"/>
              </a:ext>
            </a:extLst>
          </p:cNvPr>
          <p:cNvSpPr txBox="1"/>
          <p:nvPr/>
        </p:nvSpPr>
        <p:spPr>
          <a:xfrm>
            <a:off x="6326501" y="1664435"/>
            <a:ext cx="32081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+215V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659" name="직선 연결선 658">
            <a:extLst>
              <a:ext uri="{FF2B5EF4-FFF2-40B4-BE49-F238E27FC236}">
                <a16:creationId xmlns:a16="http://schemas.microsoft.com/office/drawing/2014/main" id="{3F9EB1AC-F17C-1714-E76B-53F63A9460C3}"/>
              </a:ext>
            </a:extLst>
          </p:cNvPr>
          <p:cNvCxnSpPr>
            <a:cxnSpLocks/>
          </p:cNvCxnSpPr>
          <p:nvPr/>
        </p:nvCxnSpPr>
        <p:spPr>
          <a:xfrm>
            <a:off x="6276514" y="4960475"/>
            <a:ext cx="847187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" name="직선 연결선 660">
            <a:extLst>
              <a:ext uri="{FF2B5EF4-FFF2-40B4-BE49-F238E27FC236}">
                <a16:creationId xmlns:a16="http://schemas.microsoft.com/office/drawing/2014/main" id="{7FF9961A-74C3-EA6D-CBAA-DFE102010FCA}"/>
              </a:ext>
            </a:extLst>
          </p:cNvPr>
          <p:cNvCxnSpPr>
            <a:cxnSpLocks/>
          </p:cNvCxnSpPr>
          <p:nvPr/>
        </p:nvCxnSpPr>
        <p:spPr>
          <a:xfrm>
            <a:off x="6849055" y="3498667"/>
            <a:ext cx="1619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8" name="타원 667">
            <a:extLst>
              <a:ext uri="{FF2B5EF4-FFF2-40B4-BE49-F238E27FC236}">
                <a16:creationId xmlns:a16="http://schemas.microsoft.com/office/drawing/2014/main" id="{31E7F0E9-EEA5-6CC3-5C36-A2C233BB4755}"/>
              </a:ext>
            </a:extLst>
          </p:cNvPr>
          <p:cNvSpPr/>
          <p:nvPr/>
        </p:nvSpPr>
        <p:spPr>
          <a:xfrm>
            <a:off x="6828141" y="347554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674" name="직선 연결선 673">
            <a:extLst>
              <a:ext uri="{FF2B5EF4-FFF2-40B4-BE49-F238E27FC236}">
                <a16:creationId xmlns:a16="http://schemas.microsoft.com/office/drawing/2014/main" id="{230C7CC9-8F4F-DCC6-76E5-77C5BF8FC884}"/>
              </a:ext>
            </a:extLst>
          </p:cNvPr>
          <p:cNvCxnSpPr>
            <a:cxnSpLocks/>
          </p:cNvCxnSpPr>
          <p:nvPr/>
        </p:nvCxnSpPr>
        <p:spPr>
          <a:xfrm>
            <a:off x="5959859" y="1504250"/>
            <a:ext cx="934369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8" name="타원 677">
            <a:extLst>
              <a:ext uri="{FF2B5EF4-FFF2-40B4-BE49-F238E27FC236}">
                <a16:creationId xmlns:a16="http://schemas.microsoft.com/office/drawing/2014/main" id="{DC66BAA9-5595-AC7C-08C2-600A3D70AA16}"/>
              </a:ext>
            </a:extLst>
          </p:cNvPr>
          <p:cNvSpPr/>
          <p:nvPr/>
        </p:nvSpPr>
        <p:spPr>
          <a:xfrm>
            <a:off x="6684601" y="551574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681" name="타원 680">
            <a:extLst>
              <a:ext uri="{FF2B5EF4-FFF2-40B4-BE49-F238E27FC236}">
                <a16:creationId xmlns:a16="http://schemas.microsoft.com/office/drawing/2014/main" id="{0FD47A25-1A88-30EF-881A-732411ED3259}"/>
              </a:ext>
            </a:extLst>
          </p:cNvPr>
          <p:cNvSpPr/>
          <p:nvPr/>
        </p:nvSpPr>
        <p:spPr>
          <a:xfrm>
            <a:off x="6729757" y="493868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691" name="직선 화살표 연결선 690">
            <a:extLst>
              <a:ext uri="{FF2B5EF4-FFF2-40B4-BE49-F238E27FC236}">
                <a16:creationId xmlns:a16="http://schemas.microsoft.com/office/drawing/2014/main" id="{424C343C-1CA3-B36A-DAF9-04CE8F298CA6}"/>
              </a:ext>
            </a:extLst>
          </p:cNvPr>
          <p:cNvCxnSpPr>
            <a:cxnSpLocks/>
          </p:cNvCxnSpPr>
          <p:nvPr/>
        </p:nvCxnSpPr>
        <p:spPr>
          <a:xfrm>
            <a:off x="5041431" y="1500170"/>
            <a:ext cx="187327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4" name="직선 연결선 693">
            <a:extLst>
              <a:ext uri="{FF2B5EF4-FFF2-40B4-BE49-F238E27FC236}">
                <a16:creationId xmlns:a16="http://schemas.microsoft.com/office/drawing/2014/main" id="{5FAAE982-A1DD-4F58-9A09-245A0FBEEC4A}"/>
              </a:ext>
            </a:extLst>
          </p:cNvPr>
          <p:cNvCxnSpPr>
            <a:cxnSpLocks/>
          </p:cNvCxnSpPr>
          <p:nvPr/>
        </p:nvCxnSpPr>
        <p:spPr>
          <a:xfrm flipV="1">
            <a:off x="5226107" y="1504950"/>
            <a:ext cx="0" cy="10327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5" name="타원 694">
            <a:extLst>
              <a:ext uri="{FF2B5EF4-FFF2-40B4-BE49-F238E27FC236}">
                <a16:creationId xmlns:a16="http://schemas.microsoft.com/office/drawing/2014/main" id="{7D979434-CF84-545D-A3FF-F142C2F1085B}"/>
              </a:ext>
            </a:extLst>
          </p:cNvPr>
          <p:cNvSpPr/>
          <p:nvPr/>
        </p:nvSpPr>
        <p:spPr>
          <a:xfrm>
            <a:off x="5203680" y="147897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702" name="타원 701">
            <a:extLst>
              <a:ext uri="{FF2B5EF4-FFF2-40B4-BE49-F238E27FC236}">
                <a16:creationId xmlns:a16="http://schemas.microsoft.com/office/drawing/2014/main" id="{2B46964B-672E-D5B6-6CF4-FF8AFD289B71}"/>
              </a:ext>
            </a:extLst>
          </p:cNvPr>
          <p:cNvSpPr/>
          <p:nvPr/>
        </p:nvSpPr>
        <p:spPr>
          <a:xfrm>
            <a:off x="5206062" y="199739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703" name="TextBox 702">
            <a:extLst>
              <a:ext uri="{FF2B5EF4-FFF2-40B4-BE49-F238E27FC236}">
                <a16:creationId xmlns:a16="http://schemas.microsoft.com/office/drawing/2014/main" id="{412DE788-273D-59B7-338F-4F022778FFF1}"/>
              </a:ext>
            </a:extLst>
          </p:cNvPr>
          <p:cNvSpPr txBox="1"/>
          <p:nvPr/>
        </p:nvSpPr>
        <p:spPr>
          <a:xfrm>
            <a:off x="5090644" y="1302449"/>
            <a:ext cx="20018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5V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04" name="직선 화살표 연결선 703">
            <a:extLst>
              <a:ext uri="{FF2B5EF4-FFF2-40B4-BE49-F238E27FC236}">
                <a16:creationId xmlns:a16="http://schemas.microsoft.com/office/drawing/2014/main" id="{D689FAC8-E79A-3565-21D7-0818051193BD}"/>
              </a:ext>
            </a:extLst>
          </p:cNvPr>
          <p:cNvCxnSpPr>
            <a:cxnSpLocks/>
          </p:cNvCxnSpPr>
          <p:nvPr/>
        </p:nvCxnSpPr>
        <p:spPr>
          <a:xfrm>
            <a:off x="5042226" y="1712003"/>
            <a:ext cx="100807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5" name="직선 연결선 704">
            <a:extLst>
              <a:ext uri="{FF2B5EF4-FFF2-40B4-BE49-F238E27FC236}">
                <a16:creationId xmlns:a16="http://schemas.microsoft.com/office/drawing/2014/main" id="{0C8BB5E8-BCEE-5662-1C30-941FD79C5F40}"/>
              </a:ext>
            </a:extLst>
          </p:cNvPr>
          <p:cNvCxnSpPr>
            <a:cxnSpLocks/>
          </p:cNvCxnSpPr>
          <p:nvPr/>
        </p:nvCxnSpPr>
        <p:spPr>
          <a:xfrm flipV="1">
            <a:off x="5142287" y="1709738"/>
            <a:ext cx="0" cy="10446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6" name="타원 705">
            <a:extLst>
              <a:ext uri="{FF2B5EF4-FFF2-40B4-BE49-F238E27FC236}">
                <a16:creationId xmlns:a16="http://schemas.microsoft.com/office/drawing/2014/main" id="{0ECF137B-B7E6-11DD-E8F6-42DE9641C171}"/>
              </a:ext>
            </a:extLst>
          </p:cNvPr>
          <p:cNvSpPr/>
          <p:nvPr/>
        </p:nvSpPr>
        <p:spPr>
          <a:xfrm>
            <a:off x="5122242" y="169088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707" name="타원 706">
            <a:extLst>
              <a:ext uri="{FF2B5EF4-FFF2-40B4-BE49-F238E27FC236}">
                <a16:creationId xmlns:a16="http://schemas.microsoft.com/office/drawing/2014/main" id="{2BC27573-9158-E699-174F-63AAC09FF164}"/>
              </a:ext>
            </a:extLst>
          </p:cNvPr>
          <p:cNvSpPr/>
          <p:nvPr/>
        </p:nvSpPr>
        <p:spPr>
          <a:xfrm>
            <a:off x="5119860" y="220533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grpSp>
        <p:nvGrpSpPr>
          <p:cNvPr id="708" name="그룹 707">
            <a:extLst>
              <a:ext uri="{FF2B5EF4-FFF2-40B4-BE49-F238E27FC236}">
                <a16:creationId xmlns:a16="http://schemas.microsoft.com/office/drawing/2014/main" id="{12AF648E-4646-B1CF-3727-3D917B418FAE}"/>
              </a:ext>
            </a:extLst>
          </p:cNvPr>
          <p:cNvGrpSpPr/>
          <p:nvPr/>
        </p:nvGrpSpPr>
        <p:grpSpPr>
          <a:xfrm>
            <a:off x="4640653" y="1360017"/>
            <a:ext cx="449003" cy="409049"/>
            <a:chOff x="1723280" y="1971282"/>
            <a:chExt cx="449003" cy="409049"/>
          </a:xfrm>
        </p:grpSpPr>
        <p:sp>
          <p:nvSpPr>
            <p:cNvPr id="710" name="직사각형 709">
              <a:extLst>
                <a:ext uri="{FF2B5EF4-FFF2-40B4-BE49-F238E27FC236}">
                  <a16:creationId xmlns:a16="http://schemas.microsoft.com/office/drawing/2014/main" id="{F92E07C6-DD28-BB5F-0C49-D90C648069A2}"/>
                </a:ext>
              </a:extLst>
            </p:cNvPr>
            <p:cNvSpPr/>
            <p:nvPr/>
          </p:nvSpPr>
          <p:spPr>
            <a:xfrm>
              <a:off x="1727979" y="2063615"/>
              <a:ext cx="394298" cy="31671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713" name="TextBox 712">
              <a:extLst>
                <a:ext uri="{FF2B5EF4-FFF2-40B4-BE49-F238E27FC236}">
                  <a16:creationId xmlns:a16="http://schemas.microsoft.com/office/drawing/2014/main" id="{8339FB5D-BCA9-43D0-23F1-944C51E7CB4F}"/>
                </a:ext>
              </a:extLst>
            </p:cNvPr>
            <p:cNvSpPr txBox="1"/>
            <p:nvPr/>
          </p:nvSpPr>
          <p:spPr>
            <a:xfrm>
              <a:off x="1723280" y="1971282"/>
              <a:ext cx="44900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>
                  <a:latin typeface="+mn-ea"/>
                </a:rPr>
                <a:t>PCA9306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715" name="TextBox 714">
              <a:extLst>
                <a:ext uri="{FF2B5EF4-FFF2-40B4-BE49-F238E27FC236}">
                  <a16:creationId xmlns:a16="http://schemas.microsoft.com/office/drawing/2014/main" id="{5E55A4D5-4712-F5FF-B21F-5870D19102AA}"/>
                </a:ext>
              </a:extLst>
            </p:cNvPr>
            <p:cNvSpPr txBox="1"/>
            <p:nvPr/>
          </p:nvSpPr>
          <p:spPr>
            <a:xfrm>
              <a:off x="1749650" y="2061218"/>
              <a:ext cx="13310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V1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16" name="TextBox 715">
              <a:extLst>
                <a:ext uri="{FF2B5EF4-FFF2-40B4-BE49-F238E27FC236}">
                  <a16:creationId xmlns:a16="http://schemas.microsoft.com/office/drawing/2014/main" id="{91CECC26-7714-B7B7-A255-3FFBF575F5BC}"/>
                </a:ext>
              </a:extLst>
            </p:cNvPr>
            <p:cNvSpPr txBox="1"/>
            <p:nvPr/>
          </p:nvSpPr>
          <p:spPr>
            <a:xfrm>
              <a:off x="1749650" y="2274770"/>
              <a:ext cx="20216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I2C1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17" name="TextBox 716">
              <a:extLst>
                <a:ext uri="{FF2B5EF4-FFF2-40B4-BE49-F238E27FC236}">
                  <a16:creationId xmlns:a16="http://schemas.microsoft.com/office/drawing/2014/main" id="{4D870A60-CEAD-8BEE-393E-B3F43F0A786E}"/>
                </a:ext>
              </a:extLst>
            </p:cNvPr>
            <p:cNvSpPr txBox="1"/>
            <p:nvPr/>
          </p:nvSpPr>
          <p:spPr>
            <a:xfrm>
              <a:off x="1956579" y="2061218"/>
              <a:ext cx="15306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V2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18" name="TextBox 717">
              <a:extLst>
                <a:ext uri="{FF2B5EF4-FFF2-40B4-BE49-F238E27FC236}">
                  <a16:creationId xmlns:a16="http://schemas.microsoft.com/office/drawing/2014/main" id="{856B19DC-1341-A0B4-A5C4-CE4D75B9F1F3}"/>
                </a:ext>
              </a:extLst>
            </p:cNvPr>
            <p:cNvSpPr txBox="1"/>
            <p:nvPr/>
          </p:nvSpPr>
          <p:spPr>
            <a:xfrm>
              <a:off x="1892285" y="2274770"/>
              <a:ext cx="2173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I2C2</a:t>
              </a:r>
              <a:endParaRPr lang="ko-KR" altLang="en-US" sz="600" dirty="0">
                <a:latin typeface="+mn-ea"/>
              </a:endParaRPr>
            </a:p>
          </p:txBody>
        </p:sp>
      </p:grpSp>
      <p:cxnSp>
        <p:nvCxnSpPr>
          <p:cNvPr id="719" name="직선 화살표 연결선 718">
            <a:extLst>
              <a:ext uri="{FF2B5EF4-FFF2-40B4-BE49-F238E27FC236}">
                <a16:creationId xmlns:a16="http://schemas.microsoft.com/office/drawing/2014/main" id="{903FA435-4C33-F859-F497-44FD1C9BD3AA}"/>
              </a:ext>
            </a:extLst>
          </p:cNvPr>
          <p:cNvCxnSpPr>
            <a:cxnSpLocks/>
          </p:cNvCxnSpPr>
          <p:nvPr/>
        </p:nvCxnSpPr>
        <p:spPr>
          <a:xfrm>
            <a:off x="4367213" y="1491947"/>
            <a:ext cx="27048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1" name="직선 연결선 720">
            <a:extLst>
              <a:ext uri="{FF2B5EF4-FFF2-40B4-BE49-F238E27FC236}">
                <a16:creationId xmlns:a16="http://schemas.microsoft.com/office/drawing/2014/main" id="{0413A0C5-E1D7-8BD9-50B6-469A5DF10E33}"/>
              </a:ext>
            </a:extLst>
          </p:cNvPr>
          <p:cNvCxnSpPr>
            <a:cxnSpLocks/>
          </p:cNvCxnSpPr>
          <p:nvPr/>
        </p:nvCxnSpPr>
        <p:spPr>
          <a:xfrm>
            <a:off x="4195763" y="4901854"/>
            <a:ext cx="999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3" name="그룹 722">
            <a:extLst>
              <a:ext uri="{FF2B5EF4-FFF2-40B4-BE49-F238E27FC236}">
                <a16:creationId xmlns:a16="http://schemas.microsoft.com/office/drawing/2014/main" id="{BDC50EB7-C62E-FA0C-E7C5-8F4BA5EF5F09}"/>
              </a:ext>
            </a:extLst>
          </p:cNvPr>
          <p:cNvGrpSpPr/>
          <p:nvPr/>
        </p:nvGrpSpPr>
        <p:grpSpPr>
          <a:xfrm>
            <a:off x="5145414" y="2399242"/>
            <a:ext cx="895344" cy="412297"/>
            <a:chOff x="8382000" y="2002289"/>
            <a:chExt cx="895344" cy="412297"/>
          </a:xfrm>
        </p:grpSpPr>
        <p:sp>
          <p:nvSpPr>
            <p:cNvPr id="724" name="직사각형 723">
              <a:extLst>
                <a:ext uri="{FF2B5EF4-FFF2-40B4-BE49-F238E27FC236}">
                  <a16:creationId xmlns:a16="http://schemas.microsoft.com/office/drawing/2014/main" id="{CF850936-1178-DD54-AFF8-6420A75DE82C}"/>
                </a:ext>
              </a:extLst>
            </p:cNvPr>
            <p:cNvSpPr/>
            <p:nvPr/>
          </p:nvSpPr>
          <p:spPr>
            <a:xfrm>
              <a:off x="8578906" y="2095500"/>
              <a:ext cx="538902" cy="31908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725" name="TextBox 724">
              <a:extLst>
                <a:ext uri="{FF2B5EF4-FFF2-40B4-BE49-F238E27FC236}">
                  <a16:creationId xmlns:a16="http://schemas.microsoft.com/office/drawing/2014/main" id="{999D2EB4-F0E1-41A5-7A6A-45972376DADB}"/>
                </a:ext>
              </a:extLst>
            </p:cNvPr>
            <p:cNvSpPr txBox="1"/>
            <p:nvPr/>
          </p:nvSpPr>
          <p:spPr>
            <a:xfrm>
              <a:off x="8588429" y="2002289"/>
              <a:ext cx="68891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>
                  <a:latin typeface="+mn-ea"/>
                </a:rPr>
                <a:t>MCP3424</a:t>
              </a:r>
              <a:r>
                <a:rPr lang="en-US" altLang="ko-KR" sz="600" dirty="0">
                  <a:latin typeface="+mn-ea"/>
                </a:rPr>
                <a:t>(4ch ADC)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726" name="TextBox 725">
              <a:extLst>
                <a:ext uri="{FF2B5EF4-FFF2-40B4-BE49-F238E27FC236}">
                  <a16:creationId xmlns:a16="http://schemas.microsoft.com/office/drawing/2014/main" id="{3FEA0E3D-08E9-3508-1967-B398D3163013}"/>
                </a:ext>
              </a:extLst>
            </p:cNvPr>
            <p:cNvSpPr txBox="1"/>
            <p:nvPr/>
          </p:nvSpPr>
          <p:spPr>
            <a:xfrm>
              <a:off x="8606999" y="2099989"/>
              <a:ext cx="22432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 err="1">
                  <a:latin typeface="+mn-ea"/>
                </a:rPr>
                <a:t>Vdd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27" name="TextBox 726">
              <a:extLst>
                <a:ext uri="{FF2B5EF4-FFF2-40B4-BE49-F238E27FC236}">
                  <a16:creationId xmlns:a16="http://schemas.microsoft.com/office/drawing/2014/main" id="{38FE7F89-8B5D-8784-BB53-9ED73A3070ED}"/>
                </a:ext>
              </a:extLst>
            </p:cNvPr>
            <p:cNvSpPr txBox="1"/>
            <p:nvPr/>
          </p:nvSpPr>
          <p:spPr>
            <a:xfrm>
              <a:off x="8607997" y="2306215"/>
              <a:ext cx="17041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I2C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28" name="TextBox 727">
              <a:extLst>
                <a:ext uri="{FF2B5EF4-FFF2-40B4-BE49-F238E27FC236}">
                  <a16:creationId xmlns:a16="http://schemas.microsoft.com/office/drawing/2014/main" id="{0A2D33B3-7208-1433-9654-5A0F5FD9E21C}"/>
                </a:ext>
              </a:extLst>
            </p:cNvPr>
            <p:cNvSpPr txBox="1"/>
            <p:nvPr/>
          </p:nvSpPr>
          <p:spPr>
            <a:xfrm>
              <a:off x="8828993" y="2102222"/>
              <a:ext cx="26426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29" name="TextBox 728">
              <a:extLst>
                <a:ext uri="{FF2B5EF4-FFF2-40B4-BE49-F238E27FC236}">
                  <a16:creationId xmlns:a16="http://schemas.microsoft.com/office/drawing/2014/main" id="{F4C12CDB-D815-1F01-8B47-A1F161DD51D6}"/>
                </a:ext>
              </a:extLst>
            </p:cNvPr>
            <p:cNvSpPr txBox="1"/>
            <p:nvPr/>
          </p:nvSpPr>
          <p:spPr>
            <a:xfrm>
              <a:off x="8845606" y="2176042"/>
              <a:ext cx="24765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CH2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30" name="TextBox 729">
              <a:extLst>
                <a:ext uri="{FF2B5EF4-FFF2-40B4-BE49-F238E27FC236}">
                  <a16:creationId xmlns:a16="http://schemas.microsoft.com/office/drawing/2014/main" id="{DC6A93A7-AA25-8BAD-0931-E825C49F74CB}"/>
                </a:ext>
              </a:extLst>
            </p:cNvPr>
            <p:cNvSpPr txBox="1"/>
            <p:nvPr/>
          </p:nvSpPr>
          <p:spPr>
            <a:xfrm>
              <a:off x="8858618" y="2247475"/>
              <a:ext cx="2354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CH3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31" name="TextBox 730">
              <a:extLst>
                <a:ext uri="{FF2B5EF4-FFF2-40B4-BE49-F238E27FC236}">
                  <a16:creationId xmlns:a16="http://schemas.microsoft.com/office/drawing/2014/main" id="{B3FD0662-FEF9-91A9-5944-2DB067AA06E4}"/>
                </a:ext>
              </a:extLst>
            </p:cNvPr>
            <p:cNvSpPr txBox="1"/>
            <p:nvPr/>
          </p:nvSpPr>
          <p:spPr>
            <a:xfrm>
              <a:off x="8881547" y="2314150"/>
              <a:ext cx="21154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CH4</a:t>
              </a:r>
              <a:endParaRPr lang="ko-KR" altLang="en-US" sz="600" dirty="0">
                <a:latin typeface="+mn-ea"/>
              </a:endParaRPr>
            </a:p>
          </p:txBody>
        </p:sp>
        <p:cxnSp>
          <p:nvCxnSpPr>
            <p:cNvPr id="732" name="직선 연결선 731">
              <a:extLst>
                <a:ext uri="{FF2B5EF4-FFF2-40B4-BE49-F238E27FC236}">
                  <a16:creationId xmlns:a16="http://schemas.microsoft.com/office/drawing/2014/main" id="{A8DE838F-DF82-F07A-329A-18CA86615710}"/>
                </a:ext>
              </a:extLst>
            </p:cNvPr>
            <p:cNvCxnSpPr>
              <a:cxnSpLocks/>
            </p:cNvCxnSpPr>
            <p:nvPr/>
          </p:nvCxnSpPr>
          <p:spPr>
            <a:xfrm>
              <a:off x="9121253" y="2288656"/>
              <a:ext cx="8227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직선 연결선 732">
              <a:extLst>
                <a:ext uri="{FF2B5EF4-FFF2-40B4-BE49-F238E27FC236}">
                  <a16:creationId xmlns:a16="http://schemas.microsoft.com/office/drawing/2014/main" id="{0152F840-FD03-3973-B9F9-A7E48560865C}"/>
                </a:ext>
              </a:extLst>
            </p:cNvPr>
            <p:cNvCxnSpPr>
              <a:cxnSpLocks/>
            </p:cNvCxnSpPr>
            <p:nvPr/>
          </p:nvCxnSpPr>
          <p:spPr>
            <a:xfrm>
              <a:off x="9123075" y="2359296"/>
              <a:ext cx="780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직선 화살표 연결선 733">
              <a:extLst>
                <a:ext uri="{FF2B5EF4-FFF2-40B4-BE49-F238E27FC236}">
                  <a16:creationId xmlns:a16="http://schemas.microsoft.com/office/drawing/2014/main" id="{A21A551A-08DA-F32F-0E47-81AA5BD2EF5A}"/>
                </a:ext>
              </a:extLst>
            </p:cNvPr>
            <p:cNvCxnSpPr>
              <a:cxnSpLocks/>
            </p:cNvCxnSpPr>
            <p:nvPr/>
          </p:nvCxnSpPr>
          <p:spPr>
            <a:xfrm>
              <a:off x="8460581" y="2140676"/>
              <a:ext cx="1153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직선 화살표 연결선 734">
              <a:extLst>
                <a:ext uri="{FF2B5EF4-FFF2-40B4-BE49-F238E27FC236}">
                  <a16:creationId xmlns:a16="http://schemas.microsoft.com/office/drawing/2014/main" id="{C7C0B1BC-FCC1-3FD0-CC8F-DAAA99EC64B1}"/>
                </a:ext>
              </a:extLst>
            </p:cNvPr>
            <p:cNvCxnSpPr>
              <a:cxnSpLocks/>
            </p:cNvCxnSpPr>
            <p:nvPr/>
          </p:nvCxnSpPr>
          <p:spPr>
            <a:xfrm>
              <a:off x="8382000" y="2355253"/>
              <a:ext cx="19288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직선 연결선 735">
              <a:extLst>
                <a:ext uri="{FF2B5EF4-FFF2-40B4-BE49-F238E27FC236}">
                  <a16:creationId xmlns:a16="http://schemas.microsoft.com/office/drawing/2014/main" id="{C4D51F87-9E53-8CA6-4580-10EEDFD982AA}"/>
                </a:ext>
              </a:extLst>
            </p:cNvPr>
            <p:cNvCxnSpPr>
              <a:cxnSpLocks/>
            </p:cNvCxnSpPr>
            <p:nvPr/>
          </p:nvCxnSpPr>
          <p:spPr>
            <a:xfrm>
              <a:off x="9126015" y="2219599"/>
              <a:ext cx="727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직선 연결선 736">
              <a:extLst>
                <a:ext uri="{FF2B5EF4-FFF2-40B4-BE49-F238E27FC236}">
                  <a16:creationId xmlns:a16="http://schemas.microsoft.com/office/drawing/2014/main" id="{FE3EAB3C-9E7D-F52E-658B-3859BBDCF796}"/>
                </a:ext>
              </a:extLst>
            </p:cNvPr>
            <p:cNvCxnSpPr>
              <a:cxnSpLocks/>
            </p:cNvCxnSpPr>
            <p:nvPr/>
          </p:nvCxnSpPr>
          <p:spPr>
            <a:xfrm>
              <a:off x="9128396" y="2148162"/>
              <a:ext cx="703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8" name="그룹 737">
            <a:extLst>
              <a:ext uri="{FF2B5EF4-FFF2-40B4-BE49-F238E27FC236}">
                <a16:creationId xmlns:a16="http://schemas.microsoft.com/office/drawing/2014/main" id="{C99FB612-736D-721D-D20B-373760A5C4E3}"/>
              </a:ext>
            </a:extLst>
          </p:cNvPr>
          <p:cNvGrpSpPr/>
          <p:nvPr/>
        </p:nvGrpSpPr>
        <p:grpSpPr>
          <a:xfrm>
            <a:off x="5150177" y="1880121"/>
            <a:ext cx="895344" cy="412297"/>
            <a:chOff x="8382000" y="2002289"/>
            <a:chExt cx="895344" cy="412297"/>
          </a:xfrm>
        </p:grpSpPr>
        <p:sp>
          <p:nvSpPr>
            <p:cNvPr id="739" name="직사각형 738">
              <a:extLst>
                <a:ext uri="{FF2B5EF4-FFF2-40B4-BE49-F238E27FC236}">
                  <a16:creationId xmlns:a16="http://schemas.microsoft.com/office/drawing/2014/main" id="{7FC7AD73-4B3F-D028-8C80-CFD8F4540249}"/>
                </a:ext>
              </a:extLst>
            </p:cNvPr>
            <p:cNvSpPr/>
            <p:nvPr/>
          </p:nvSpPr>
          <p:spPr>
            <a:xfrm>
              <a:off x="8578906" y="2095500"/>
              <a:ext cx="538902" cy="31908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740" name="TextBox 739">
              <a:extLst>
                <a:ext uri="{FF2B5EF4-FFF2-40B4-BE49-F238E27FC236}">
                  <a16:creationId xmlns:a16="http://schemas.microsoft.com/office/drawing/2014/main" id="{B97651FC-4DCA-1619-19AD-07D6F7AF61BF}"/>
                </a:ext>
              </a:extLst>
            </p:cNvPr>
            <p:cNvSpPr txBox="1"/>
            <p:nvPr/>
          </p:nvSpPr>
          <p:spPr>
            <a:xfrm>
              <a:off x="8588429" y="2002289"/>
              <a:ext cx="68891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>
                  <a:latin typeface="+mn-ea"/>
                </a:rPr>
                <a:t>MCP3424</a:t>
              </a:r>
              <a:r>
                <a:rPr lang="en-US" altLang="ko-KR" sz="600" dirty="0">
                  <a:latin typeface="+mn-ea"/>
                </a:rPr>
                <a:t>(4ch ADC)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741" name="TextBox 740">
              <a:extLst>
                <a:ext uri="{FF2B5EF4-FFF2-40B4-BE49-F238E27FC236}">
                  <a16:creationId xmlns:a16="http://schemas.microsoft.com/office/drawing/2014/main" id="{196C48B9-A7BC-3122-10B4-EDC283286B9C}"/>
                </a:ext>
              </a:extLst>
            </p:cNvPr>
            <p:cNvSpPr txBox="1"/>
            <p:nvPr/>
          </p:nvSpPr>
          <p:spPr>
            <a:xfrm>
              <a:off x="8606999" y="2099989"/>
              <a:ext cx="22432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 err="1">
                  <a:latin typeface="+mn-ea"/>
                </a:rPr>
                <a:t>Vdd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42" name="TextBox 741">
              <a:extLst>
                <a:ext uri="{FF2B5EF4-FFF2-40B4-BE49-F238E27FC236}">
                  <a16:creationId xmlns:a16="http://schemas.microsoft.com/office/drawing/2014/main" id="{ED5057A9-B5FB-C53A-1699-3579DFBE5CA3}"/>
                </a:ext>
              </a:extLst>
            </p:cNvPr>
            <p:cNvSpPr txBox="1"/>
            <p:nvPr/>
          </p:nvSpPr>
          <p:spPr>
            <a:xfrm>
              <a:off x="8607997" y="2306215"/>
              <a:ext cx="17041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I2C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43" name="TextBox 742">
              <a:extLst>
                <a:ext uri="{FF2B5EF4-FFF2-40B4-BE49-F238E27FC236}">
                  <a16:creationId xmlns:a16="http://schemas.microsoft.com/office/drawing/2014/main" id="{0FE805C3-EFCA-AC0C-85FB-36FDCED9C75E}"/>
                </a:ext>
              </a:extLst>
            </p:cNvPr>
            <p:cNvSpPr txBox="1"/>
            <p:nvPr/>
          </p:nvSpPr>
          <p:spPr>
            <a:xfrm>
              <a:off x="8828993" y="2102222"/>
              <a:ext cx="26426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44" name="TextBox 743">
              <a:extLst>
                <a:ext uri="{FF2B5EF4-FFF2-40B4-BE49-F238E27FC236}">
                  <a16:creationId xmlns:a16="http://schemas.microsoft.com/office/drawing/2014/main" id="{DB535277-F543-7489-1931-440D761E03DE}"/>
                </a:ext>
              </a:extLst>
            </p:cNvPr>
            <p:cNvSpPr txBox="1"/>
            <p:nvPr/>
          </p:nvSpPr>
          <p:spPr>
            <a:xfrm>
              <a:off x="8845606" y="2176042"/>
              <a:ext cx="24765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CH2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45" name="TextBox 744">
              <a:extLst>
                <a:ext uri="{FF2B5EF4-FFF2-40B4-BE49-F238E27FC236}">
                  <a16:creationId xmlns:a16="http://schemas.microsoft.com/office/drawing/2014/main" id="{E9B29E5B-0B07-F08F-6675-5ED95F9D1888}"/>
                </a:ext>
              </a:extLst>
            </p:cNvPr>
            <p:cNvSpPr txBox="1"/>
            <p:nvPr/>
          </p:nvSpPr>
          <p:spPr>
            <a:xfrm>
              <a:off x="8858618" y="2247475"/>
              <a:ext cx="2354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CH3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46" name="TextBox 745">
              <a:extLst>
                <a:ext uri="{FF2B5EF4-FFF2-40B4-BE49-F238E27FC236}">
                  <a16:creationId xmlns:a16="http://schemas.microsoft.com/office/drawing/2014/main" id="{E32F911A-108A-CE54-B89C-6E48C120A683}"/>
                </a:ext>
              </a:extLst>
            </p:cNvPr>
            <p:cNvSpPr txBox="1"/>
            <p:nvPr/>
          </p:nvSpPr>
          <p:spPr>
            <a:xfrm>
              <a:off x="8881547" y="2314150"/>
              <a:ext cx="21154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CH4</a:t>
              </a:r>
              <a:endParaRPr lang="ko-KR" altLang="en-US" sz="600" dirty="0">
                <a:latin typeface="+mn-ea"/>
              </a:endParaRPr>
            </a:p>
          </p:txBody>
        </p:sp>
        <p:cxnSp>
          <p:nvCxnSpPr>
            <p:cNvPr id="747" name="직선 연결선 746">
              <a:extLst>
                <a:ext uri="{FF2B5EF4-FFF2-40B4-BE49-F238E27FC236}">
                  <a16:creationId xmlns:a16="http://schemas.microsoft.com/office/drawing/2014/main" id="{8F857CA8-FA0D-F575-45FE-A16E4409854D}"/>
                </a:ext>
              </a:extLst>
            </p:cNvPr>
            <p:cNvCxnSpPr>
              <a:cxnSpLocks/>
            </p:cNvCxnSpPr>
            <p:nvPr/>
          </p:nvCxnSpPr>
          <p:spPr>
            <a:xfrm>
              <a:off x="9121253" y="2288656"/>
              <a:ext cx="8227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직선 연결선 747">
              <a:extLst>
                <a:ext uri="{FF2B5EF4-FFF2-40B4-BE49-F238E27FC236}">
                  <a16:creationId xmlns:a16="http://schemas.microsoft.com/office/drawing/2014/main" id="{A0D68911-A840-761C-BC65-FD2E0E51036B}"/>
                </a:ext>
              </a:extLst>
            </p:cNvPr>
            <p:cNvCxnSpPr>
              <a:cxnSpLocks/>
            </p:cNvCxnSpPr>
            <p:nvPr/>
          </p:nvCxnSpPr>
          <p:spPr>
            <a:xfrm>
              <a:off x="9123075" y="2359296"/>
              <a:ext cx="780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직선 화살표 연결선 748">
              <a:extLst>
                <a:ext uri="{FF2B5EF4-FFF2-40B4-BE49-F238E27FC236}">
                  <a16:creationId xmlns:a16="http://schemas.microsoft.com/office/drawing/2014/main" id="{224C929D-A3E1-62FE-9899-72CF6818A3D7}"/>
                </a:ext>
              </a:extLst>
            </p:cNvPr>
            <p:cNvCxnSpPr>
              <a:cxnSpLocks/>
            </p:cNvCxnSpPr>
            <p:nvPr/>
          </p:nvCxnSpPr>
          <p:spPr>
            <a:xfrm>
              <a:off x="8460581" y="2140676"/>
              <a:ext cx="1153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직선 화살표 연결선 749">
              <a:extLst>
                <a:ext uri="{FF2B5EF4-FFF2-40B4-BE49-F238E27FC236}">
                  <a16:creationId xmlns:a16="http://schemas.microsoft.com/office/drawing/2014/main" id="{8BDFFBE1-16F2-5435-B1E3-25D44945BB28}"/>
                </a:ext>
              </a:extLst>
            </p:cNvPr>
            <p:cNvCxnSpPr>
              <a:cxnSpLocks/>
            </p:cNvCxnSpPr>
            <p:nvPr/>
          </p:nvCxnSpPr>
          <p:spPr>
            <a:xfrm>
              <a:off x="8382000" y="2355253"/>
              <a:ext cx="19288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직선 연결선 750">
              <a:extLst>
                <a:ext uri="{FF2B5EF4-FFF2-40B4-BE49-F238E27FC236}">
                  <a16:creationId xmlns:a16="http://schemas.microsoft.com/office/drawing/2014/main" id="{B551C245-B5CE-A910-9AC0-0660B99BC09E}"/>
                </a:ext>
              </a:extLst>
            </p:cNvPr>
            <p:cNvCxnSpPr>
              <a:cxnSpLocks/>
            </p:cNvCxnSpPr>
            <p:nvPr/>
          </p:nvCxnSpPr>
          <p:spPr>
            <a:xfrm>
              <a:off x="9126015" y="2219599"/>
              <a:ext cx="727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직선 연결선 751">
              <a:extLst>
                <a:ext uri="{FF2B5EF4-FFF2-40B4-BE49-F238E27FC236}">
                  <a16:creationId xmlns:a16="http://schemas.microsoft.com/office/drawing/2014/main" id="{53D92F7B-C825-5664-1E51-521324F01A82}"/>
                </a:ext>
              </a:extLst>
            </p:cNvPr>
            <p:cNvCxnSpPr>
              <a:cxnSpLocks/>
            </p:cNvCxnSpPr>
            <p:nvPr/>
          </p:nvCxnSpPr>
          <p:spPr>
            <a:xfrm>
              <a:off x="9128396" y="2148162"/>
              <a:ext cx="703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3" name="그룹 752">
            <a:extLst>
              <a:ext uri="{FF2B5EF4-FFF2-40B4-BE49-F238E27FC236}">
                <a16:creationId xmlns:a16="http://schemas.microsoft.com/office/drawing/2014/main" id="{6F01F3B3-E767-A34D-3C53-ACA88B16DB80}"/>
              </a:ext>
            </a:extLst>
          </p:cNvPr>
          <p:cNvGrpSpPr/>
          <p:nvPr/>
        </p:nvGrpSpPr>
        <p:grpSpPr>
          <a:xfrm>
            <a:off x="5152559" y="1356295"/>
            <a:ext cx="895344" cy="414259"/>
            <a:chOff x="8382000" y="2000327"/>
            <a:chExt cx="895344" cy="414259"/>
          </a:xfrm>
        </p:grpSpPr>
        <p:sp>
          <p:nvSpPr>
            <p:cNvPr id="754" name="직사각형 753">
              <a:extLst>
                <a:ext uri="{FF2B5EF4-FFF2-40B4-BE49-F238E27FC236}">
                  <a16:creationId xmlns:a16="http://schemas.microsoft.com/office/drawing/2014/main" id="{5977966E-2E93-2927-6327-1A36A99ED7F4}"/>
                </a:ext>
              </a:extLst>
            </p:cNvPr>
            <p:cNvSpPr/>
            <p:nvPr/>
          </p:nvSpPr>
          <p:spPr>
            <a:xfrm>
              <a:off x="8578906" y="2095500"/>
              <a:ext cx="538902" cy="31908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755" name="TextBox 754">
              <a:extLst>
                <a:ext uri="{FF2B5EF4-FFF2-40B4-BE49-F238E27FC236}">
                  <a16:creationId xmlns:a16="http://schemas.microsoft.com/office/drawing/2014/main" id="{5565862D-8306-9E2E-8BE7-9F5857B5229A}"/>
                </a:ext>
              </a:extLst>
            </p:cNvPr>
            <p:cNvSpPr txBox="1"/>
            <p:nvPr/>
          </p:nvSpPr>
          <p:spPr>
            <a:xfrm>
              <a:off x="8588429" y="2000327"/>
              <a:ext cx="68891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>
                  <a:latin typeface="+mn-ea"/>
                </a:rPr>
                <a:t>MCP3424</a:t>
              </a:r>
              <a:r>
                <a:rPr lang="en-US" altLang="ko-KR" sz="600" dirty="0">
                  <a:latin typeface="+mn-ea"/>
                </a:rPr>
                <a:t>(4ch ADC)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756" name="TextBox 755">
              <a:extLst>
                <a:ext uri="{FF2B5EF4-FFF2-40B4-BE49-F238E27FC236}">
                  <a16:creationId xmlns:a16="http://schemas.microsoft.com/office/drawing/2014/main" id="{86D34D37-FCE3-761E-D885-EFB4743B4D5A}"/>
                </a:ext>
              </a:extLst>
            </p:cNvPr>
            <p:cNvSpPr txBox="1"/>
            <p:nvPr/>
          </p:nvSpPr>
          <p:spPr>
            <a:xfrm>
              <a:off x="8606999" y="2099989"/>
              <a:ext cx="22432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 err="1">
                  <a:latin typeface="+mn-ea"/>
                </a:rPr>
                <a:t>Vdd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57" name="TextBox 756">
              <a:extLst>
                <a:ext uri="{FF2B5EF4-FFF2-40B4-BE49-F238E27FC236}">
                  <a16:creationId xmlns:a16="http://schemas.microsoft.com/office/drawing/2014/main" id="{CF95F389-30D1-685C-0ABF-9FD88A7E7DF2}"/>
                </a:ext>
              </a:extLst>
            </p:cNvPr>
            <p:cNvSpPr txBox="1"/>
            <p:nvPr/>
          </p:nvSpPr>
          <p:spPr>
            <a:xfrm>
              <a:off x="8607997" y="2306215"/>
              <a:ext cx="17041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I2C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58" name="TextBox 757">
              <a:extLst>
                <a:ext uri="{FF2B5EF4-FFF2-40B4-BE49-F238E27FC236}">
                  <a16:creationId xmlns:a16="http://schemas.microsoft.com/office/drawing/2014/main" id="{302A9EED-4AE1-88F8-C661-FEE0BB44DC20}"/>
                </a:ext>
              </a:extLst>
            </p:cNvPr>
            <p:cNvSpPr txBox="1"/>
            <p:nvPr/>
          </p:nvSpPr>
          <p:spPr>
            <a:xfrm>
              <a:off x="8828993" y="2102222"/>
              <a:ext cx="26426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59" name="TextBox 758">
              <a:extLst>
                <a:ext uri="{FF2B5EF4-FFF2-40B4-BE49-F238E27FC236}">
                  <a16:creationId xmlns:a16="http://schemas.microsoft.com/office/drawing/2014/main" id="{C7C90489-082B-F28E-EA5C-C1BD4E77C8F8}"/>
                </a:ext>
              </a:extLst>
            </p:cNvPr>
            <p:cNvSpPr txBox="1"/>
            <p:nvPr/>
          </p:nvSpPr>
          <p:spPr>
            <a:xfrm>
              <a:off x="8845606" y="2176042"/>
              <a:ext cx="24765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CH2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60" name="TextBox 759">
              <a:extLst>
                <a:ext uri="{FF2B5EF4-FFF2-40B4-BE49-F238E27FC236}">
                  <a16:creationId xmlns:a16="http://schemas.microsoft.com/office/drawing/2014/main" id="{60B4C5AE-FDE8-1C87-0D85-DB0306E931BD}"/>
                </a:ext>
              </a:extLst>
            </p:cNvPr>
            <p:cNvSpPr txBox="1"/>
            <p:nvPr/>
          </p:nvSpPr>
          <p:spPr>
            <a:xfrm>
              <a:off x="8858618" y="2247475"/>
              <a:ext cx="2354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CH3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61" name="TextBox 760">
              <a:extLst>
                <a:ext uri="{FF2B5EF4-FFF2-40B4-BE49-F238E27FC236}">
                  <a16:creationId xmlns:a16="http://schemas.microsoft.com/office/drawing/2014/main" id="{D6C2BAF6-356F-11C0-F893-48CE6E2B2940}"/>
                </a:ext>
              </a:extLst>
            </p:cNvPr>
            <p:cNvSpPr txBox="1"/>
            <p:nvPr/>
          </p:nvSpPr>
          <p:spPr>
            <a:xfrm>
              <a:off x="8881547" y="2314150"/>
              <a:ext cx="21154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CH4</a:t>
              </a:r>
              <a:endParaRPr lang="ko-KR" altLang="en-US" sz="600" dirty="0">
                <a:latin typeface="+mn-ea"/>
              </a:endParaRPr>
            </a:p>
          </p:txBody>
        </p:sp>
        <p:cxnSp>
          <p:nvCxnSpPr>
            <p:cNvPr id="762" name="직선 연결선 761">
              <a:extLst>
                <a:ext uri="{FF2B5EF4-FFF2-40B4-BE49-F238E27FC236}">
                  <a16:creationId xmlns:a16="http://schemas.microsoft.com/office/drawing/2014/main" id="{34395C6D-D51C-8213-0D11-BEEB0BCC35F4}"/>
                </a:ext>
              </a:extLst>
            </p:cNvPr>
            <p:cNvCxnSpPr>
              <a:cxnSpLocks/>
            </p:cNvCxnSpPr>
            <p:nvPr/>
          </p:nvCxnSpPr>
          <p:spPr>
            <a:xfrm>
              <a:off x="9121253" y="2288656"/>
              <a:ext cx="8227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직선 연결선 762">
              <a:extLst>
                <a:ext uri="{FF2B5EF4-FFF2-40B4-BE49-F238E27FC236}">
                  <a16:creationId xmlns:a16="http://schemas.microsoft.com/office/drawing/2014/main" id="{18A363D4-8CF2-A305-C4A7-BAFDE9E6F87A}"/>
                </a:ext>
              </a:extLst>
            </p:cNvPr>
            <p:cNvCxnSpPr>
              <a:cxnSpLocks/>
            </p:cNvCxnSpPr>
            <p:nvPr/>
          </p:nvCxnSpPr>
          <p:spPr>
            <a:xfrm>
              <a:off x="9123075" y="2359296"/>
              <a:ext cx="780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직선 화살표 연결선 763">
              <a:extLst>
                <a:ext uri="{FF2B5EF4-FFF2-40B4-BE49-F238E27FC236}">
                  <a16:creationId xmlns:a16="http://schemas.microsoft.com/office/drawing/2014/main" id="{DF53E150-5A18-0FB2-40F7-A7A24586B2F2}"/>
                </a:ext>
              </a:extLst>
            </p:cNvPr>
            <p:cNvCxnSpPr>
              <a:cxnSpLocks/>
            </p:cNvCxnSpPr>
            <p:nvPr/>
          </p:nvCxnSpPr>
          <p:spPr>
            <a:xfrm>
              <a:off x="8460581" y="2140676"/>
              <a:ext cx="1153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직선 화살표 연결선 764">
              <a:extLst>
                <a:ext uri="{FF2B5EF4-FFF2-40B4-BE49-F238E27FC236}">
                  <a16:creationId xmlns:a16="http://schemas.microsoft.com/office/drawing/2014/main" id="{7393B20E-B048-AEBC-7CA1-1260F6E44D0B}"/>
                </a:ext>
              </a:extLst>
            </p:cNvPr>
            <p:cNvCxnSpPr>
              <a:cxnSpLocks/>
            </p:cNvCxnSpPr>
            <p:nvPr/>
          </p:nvCxnSpPr>
          <p:spPr>
            <a:xfrm>
              <a:off x="8382000" y="2355253"/>
              <a:ext cx="19288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직선 연결선 765">
              <a:extLst>
                <a:ext uri="{FF2B5EF4-FFF2-40B4-BE49-F238E27FC236}">
                  <a16:creationId xmlns:a16="http://schemas.microsoft.com/office/drawing/2014/main" id="{E163ACD7-6632-4D10-0BE5-5ACA7D05CF8D}"/>
                </a:ext>
              </a:extLst>
            </p:cNvPr>
            <p:cNvCxnSpPr>
              <a:cxnSpLocks/>
            </p:cNvCxnSpPr>
            <p:nvPr/>
          </p:nvCxnSpPr>
          <p:spPr>
            <a:xfrm>
              <a:off x="9126015" y="2219599"/>
              <a:ext cx="727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직선 연결선 766">
              <a:extLst>
                <a:ext uri="{FF2B5EF4-FFF2-40B4-BE49-F238E27FC236}">
                  <a16:creationId xmlns:a16="http://schemas.microsoft.com/office/drawing/2014/main" id="{A66ECF63-0E54-30DA-A8C1-E24D2D9FA202}"/>
                </a:ext>
              </a:extLst>
            </p:cNvPr>
            <p:cNvCxnSpPr>
              <a:cxnSpLocks/>
            </p:cNvCxnSpPr>
            <p:nvPr/>
          </p:nvCxnSpPr>
          <p:spPr>
            <a:xfrm>
              <a:off x="9128396" y="2148162"/>
              <a:ext cx="703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8" name="그룹 797">
            <a:extLst>
              <a:ext uri="{FF2B5EF4-FFF2-40B4-BE49-F238E27FC236}">
                <a16:creationId xmlns:a16="http://schemas.microsoft.com/office/drawing/2014/main" id="{CD2C5E50-7FB1-6D20-D169-DAD7C902217C}"/>
              </a:ext>
            </a:extLst>
          </p:cNvPr>
          <p:cNvGrpSpPr/>
          <p:nvPr/>
        </p:nvGrpSpPr>
        <p:grpSpPr>
          <a:xfrm>
            <a:off x="5188258" y="4158616"/>
            <a:ext cx="1102518" cy="578383"/>
            <a:chOff x="8276292" y="2710908"/>
            <a:chExt cx="1102518" cy="578383"/>
          </a:xfrm>
        </p:grpSpPr>
        <p:sp>
          <p:nvSpPr>
            <p:cNvPr id="799" name="TextBox 798">
              <a:extLst>
                <a:ext uri="{FF2B5EF4-FFF2-40B4-BE49-F238E27FC236}">
                  <a16:creationId xmlns:a16="http://schemas.microsoft.com/office/drawing/2014/main" id="{15AF4C34-4320-8BC7-9D1A-B2A3A5044F69}"/>
                </a:ext>
              </a:extLst>
            </p:cNvPr>
            <p:cNvSpPr txBox="1"/>
            <p:nvPr/>
          </p:nvSpPr>
          <p:spPr>
            <a:xfrm>
              <a:off x="8296277" y="2747141"/>
              <a:ext cx="55865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n-ea"/>
                </a:rPr>
                <a:t>ADHV4702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800" name="그룹 799">
              <a:extLst>
                <a:ext uri="{FF2B5EF4-FFF2-40B4-BE49-F238E27FC236}">
                  <a16:creationId xmlns:a16="http://schemas.microsoft.com/office/drawing/2014/main" id="{4C813D01-C662-7C56-66E4-620D5BEE5CB4}"/>
                </a:ext>
              </a:extLst>
            </p:cNvPr>
            <p:cNvGrpSpPr/>
            <p:nvPr/>
          </p:nvGrpSpPr>
          <p:grpSpPr>
            <a:xfrm>
              <a:off x="8850646" y="2757688"/>
              <a:ext cx="306708" cy="355781"/>
              <a:chOff x="7030784" y="3002746"/>
              <a:chExt cx="306708" cy="355781"/>
            </a:xfrm>
          </p:grpSpPr>
          <p:sp>
            <p:nvSpPr>
              <p:cNvPr id="830" name="이등변 삼각형 829">
                <a:extLst>
                  <a:ext uri="{FF2B5EF4-FFF2-40B4-BE49-F238E27FC236}">
                    <a16:creationId xmlns:a16="http://schemas.microsoft.com/office/drawing/2014/main" id="{853119E6-2EAE-3442-A946-AD53C00E43BD}"/>
                  </a:ext>
                </a:extLst>
              </p:cNvPr>
              <p:cNvSpPr/>
              <p:nvPr/>
            </p:nvSpPr>
            <p:spPr>
              <a:xfrm rot="5400000">
                <a:off x="7006247" y="3027283"/>
                <a:ext cx="355781" cy="306708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831" name="TextBox 830">
                <a:extLst>
                  <a:ext uri="{FF2B5EF4-FFF2-40B4-BE49-F238E27FC236}">
                    <a16:creationId xmlns:a16="http://schemas.microsoft.com/office/drawing/2014/main" id="{176ABA4A-3B08-5713-7166-F3DF4ED6F4B8}"/>
                  </a:ext>
                </a:extLst>
              </p:cNvPr>
              <p:cNvSpPr txBox="1"/>
              <p:nvPr/>
            </p:nvSpPr>
            <p:spPr>
              <a:xfrm>
                <a:off x="7043118" y="3048063"/>
                <a:ext cx="143202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+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832" name="TextBox 831">
                <a:extLst>
                  <a:ext uri="{FF2B5EF4-FFF2-40B4-BE49-F238E27FC236}">
                    <a16:creationId xmlns:a16="http://schemas.microsoft.com/office/drawing/2014/main" id="{B414F5DF-FCD8-D58C-78DA-0EB6C63CA17E}"/>
                  </a:ext>
                </a:extLst>
              </p:cNvPr>
              <p:cNvSpPr txBox="1"/>
              <p:nvPr/>
            </p:nvSpPr>
            <p:spPr>
              <a:xfrm>
                <a:off x="7060697" y="3194511"/>
                <a:ext cx="11427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-</a:t>
                </a:r>
                <a:endParaRPr lang="ko-KR" altLang="en-US" sz="800" dirty="0">
                  <a:latin typeface="+mn-ea"/>
                </a:endParaRPr>
              </a:p>
            </p:txBody>
          </p:sp>
        </p:grpSp>
        <p:cxnSp>
          <p:nvCxnSpPr>
            <p:cNvPr id="801" name="직선 연결선 800">
              <a:extLst>
                <a:ext uri="{FF2B5EF4-FFF2-40B4-BE49-F238E27FC236}">
                  <a16:creationId xmlns:a16="http://schemas.microsoft.com/office/drawing/2014/main" id="{B613B49D-C09C-1521-D67A-1B3A740C7374}"/>
                </a:ext>
              </a:extLst>
            </p:cNvPr>
            <p:cNvCxnSpPr>
              <a:cxnSpLocks/>
            </p:cNvCxnSpPr>
            <p:nvPr/>
          </p:nvCxnSpPr>
          <p:spPr>
            <a:xfrm>
              <a:off x="8998992" y="2777583"/>
              <a:ext cx="0" cy="601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직선 연결선 801">
              <a:extLst>
                <a:ext uri="{FF2B5EF4-FFF2-40B4-BE49-F238E27FC236}">
                  <a16:creationId xmlns:a16="http://schemas.microsoft.com/office/drawing/2014/main" id="{6CCD0788-1FA4-648B-B051-5E0B58B4A1C4}"/>
                </a:ext>
              </a:extLst>
            </p:cNvPr>
            <p:cNvCxnSpPr>
              <a:cxnSpLocks/>
            </p:cNvCxnSpPr>
            <p:nvPr/>
          </p:nvCxnSpPr>
          <p:spPr>
            <a:xfrm>
              <a:off x="9006136" y="3027444"/>
              <a:ext cx="0" cy="620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3" name="TextBox 802">
              <a:extLst>
                <a:ext uri="{FF2B5EF4-FFF2-40B4-BE49-F238E27FC236}">
                  <a16:creationId xmlns:a16="http://schemas.microsoft.com/office/drawing/2014/main" id="{8F2C3F0F-329B-CCAE-C3C3-35066F67887D}"/>
                </a:ext>
              </a:extLst>
            </p:cNvPr>
            <p:cNvSpPr txBox="1"/>
            <p:nvPr/>
          </p:nvSpPr>
          <p:spPr>
            <a:xfrm>
              <a:off x="9017445" y="2759079"/>
              <a:ext cx="26943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+110V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804" name="TextBox 803">
              <a:extLst>
                <a:ext uri="{FF2B5EF4-FFF2-40B4-BE49-F238E27FC236}">
                  <a16:creationId xmlns:a16="http://schemas.microsoft.com/office/drawing/2014/main" id="{C98DA868-4BB4-A9E8-A5E5-2798874D000B}"/>
                </a:ext>
              </a:extLst>
            </p:cNvPr>
            <p:cNvSpPr txBox="1"/>
            <p:nvPr/>
          </p:nvSpPr>
          <p:spPr>
            <a:xfrm>
              <a:off x="9028584" y="3013629"/>
              <a:ext cx="26543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-110V</a:t>
              </a:r>
              <a:endParaRPr lang="ko-KR" altLang="en-US" sz="600" dirty="0">
                <a:latin typeface="+mn-ea"/>
              </a:endParaRPr>
            </a:p>
          </p:txBody>
        </p:sp>
        <p:cxnSp>
          <p:nvCxnSpPr>
            <p:cNvPr id="807" name="직선 연결선 806">
              <a:extLst>
                <a:ext uri="{FF2B5EF4-FFF2-40B4-BE49-F238E27FC236}">
                  <a16:creationId xmlns:a16="http://schemas.microsoft.com/office/drawing/2014/main" id="{20F27D16-48E8-8722-72EE-F724F45B6C75}"/>
                </a:ext>
              </a:extLst>
            </p:cNvPr>
            <p:cNvCxnSpPr>
              <a:cxnSpLocks/>
            </p:cNvCxnSpPr>
            <p:nvPr/>
          </p:nvCxnSpPr>
          <p:spPr>
            <a:xfrm>
              <a:off x="8469984" y="3163625"/>
              <a:ext cx="7921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8" name="직사각형 807">
              <a:extLst>
                <a:ext uri="{FF2B5EF4-FFF2-40B4-BE49-F238E27FC236}">
                  <a16:creationId xmlns:a16="http://schemas.microsoft.com/office/drawing/2014/main" id="{FE8FAA21-95C3-1F69-0A65-9ACC7B2869F7}"/>
                </a:ext>
              </a:extLst>
            </p:cNvPr>
            <p:cNvSpPr/>
            <p:nvPr/>
          </p:nvSpPr>
          <p:spPr>
            <a:xfrm rot="10800000">
              <a:off x="8562034" y="3125789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813" name="직사각형 812">
              <a:extLst>
                <a:ext uri="{FF2B5EF4-FFF2-40B4-BE49-F238E27FC236}">
                  <a16:creationId xmlns:a16="http://schemas.microsoft.com/office/drawing/2014/main" id="{B2CFFD8D-483B-7BB0-8071-69F51EEBA0FB}"/>
                </a:ext>
              </a:extLst>
            </p:cNvPr>
            <p:cNvSpPr/>
            <p:nvPr/>
          </p:nvSpPr>
          <p:spPr>
            <a:xfrm rot="10800000">
              <a:off x="8958909" y="3126191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cxnSp>
          <p:nvCxnSpPr>
            <p:cNvPr id="814" name="직선 연결선 813">
              <a:extLst>
                <a:ext uri="{FF2B5EF4-FFF2-40B4-BE49-F238E27FC236}">
                  <a16:creationId xmlns:a16="http://schemas.microsoft.com/office/drawing/2014/main" id="{3FC44006-262A-1045-AF8A-DB9FFD28D9F9}"/>
                </a:ext>
              </a:extLst>
            </p:cNvPr>
            <p:cNvCxnSpPr>
              <a:cxnSpLocks/>
            </p:cNvCxnSpPr>
            <p:nvPr/>
          </p:nvCxnSpPr>
          <p:spPr>
            <a:xfrm>
              <a:off x="9259352" y="2934931"/>
              <a:ext cx="0" cy="22980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직선 연결선 814">
              <a:extLst>
                <a:ext uri="{FF2B5EF4-FFF2-40B4-BE49-F238E27FC236}">
                  <a16:creationId xmlns:a16="http://schemas.microsoft.com/office/drawing/2014/main" id="{F537242D-9F32-EFC5-B156-899C6F499F75}"/>
                </a:ext>
              </a:extLst>
            </p:cNvPr>
            <p:cNvCxnSpPr>
              <a:cxnSpLocks/>
            </p:cNvCxnSpPr>
            <p:nvPr/>
          </p:nvCxnSpPr>
          <p:spPr>
            <a:xfrm>
              <a:off x="9159875" y="2934137"/>
              <a:ext cx="21893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직선 연결선 815">
              <a:extLst>
                <a:ext uri="{FF2B5EF4-FFF2-40B4-BE49-F238E27FC236}">
                  <a16:creationId xmlns:a16="http://schemas.microsoft.com/office/drawing/2014/main" id="{E2138326-0DEC-3801-7106-8F8BB961D16F}"/>
                </a:ext>
              </a:extLst>
            </p:cNvPr>
            <p:cNvCxnSpPr>
              <a:cxnSpLocks/>
            </p:cNvCxnSpPr>
            <p:nvPr/>
          </p:nvCxnSpPr>
          <p:spPr>
            <a:xfrm>
              <a:off x="8785483" y="3025775"/>
              <a:ext cx="0" cy="1389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직선 연결선 816">
              <a:extLst>
                <a:ext uri="{FF2B5EF4-FFF2-40B4-BE49-F238E27FC236}">
                  <a16:creationId xmlns:a16="http://schemas.microsoft.com/office/drawing/2014/main" id="{50EC14F5-46AF-7E29-1069-FFC787F66930}"/>
                </a:ext>
              </a:extLst>
            </p:cNvPr>
            <p:cNvCxnSpPr>
              <a:cxnSpLocks/>
            </p:cNvCxnSpPr>
            <p:nvPr/>
          </p:nvCxnSpPr>
          <p:spPr>
            <a:xfrm>
              <a:off x="8782050" y="3021796"/>
              <a:ext cx="635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직선 연결선 817">
              <a:extLst>
                <a:ext uri="{FF2B5EF4-FFF2-40B4-BE49-F238E27FC236}">
                  <a16:creationId xmlns:a16="http://schemas.microsoft.com/office/drawing/2014/main" id="{CACC509D-C877-C27E-44EF-0A9ACB111E30}"/>
                </a:ext>
              </a:extLst>
            </p:cNvPr>
            <p:cNvCxnSpPr>
              <a:cxnSpLocks/>
            </p:cNvCxnSpPr>
            <p:nvPr/>
          </p:nvCxnSpPr>
          <p:spPr>
            <a:xfrm>
              <a:off x="8276292" y="2873112"/>
              <a:ext cx="57243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0" name="타원 819">
              <a:extLst>
                <a:ext uri="{FF2B5EF4-FFF2-40B4-BE49-F238E27FC236}">
                  <a16:creationId xmlns:a16="http://schemas.microsoft.com/office/drawing/2014/main" id="{D2016769-24FD-7B60-E145-2327E39F4BA7}"/>
                </a:ext>
              </a:extLst>
            </p:cNvPr>
            <p:cNvSpPr/>
            <p:nvPr/>
          </p:nvSpPr>
          <p:spPr>
            <a:xfrm>
              <a:off x="9234966" y="291186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821" name="타원 820">
              <a:extLst>
                <a:ext uri="{FF2B5EF4-FFF2-40B4-BE49-F238E27FC236}">
                  <a16:creationId xmlns:a16="http://schemas.microsoft.com/office/drawing/2014/main" id="{9E72FD39-545A-B8AA-01C2-2162CBBF7230}"/>
                </a:ext>
              </a:extLst>
            </p:cNvPr>
            <p:cNvSpPr/>
            <p:nvPr/>
          </p:nvSpPr>
          <p:spPr>
            <a:xfrm>
              <a:off x="8762686" y="314186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822" name="TextBox 821">
              <a:extLst>
                <a:ext uri="{FF2B5EF4-FFF2-40B4-BE49-F238E27FC236}">
                  <a16:creationId xmlns:a16="http://schemas.microsoft.com/office/drawing/2014/main" id="{9E09CCC9-57C3-C73F-0026-619D4915DF3C}"/>
                </a:ext>
              </a:extLst>
            </p:cNvPr>
            <p:cNvSpPr txBox="1"/>
            <p:nvPr/>
          </p:nvSpPr>
          <p:spPr>
            <a:xfrm>
              <a:off x="8575333" y="3196958"/>
              <a:ext cx="20672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2K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823" name="TextBox 822">
              <a:extLst>
                <a:ext uri="{FF2B5EF4-FFF2-40B4-BE49-F238E27FC236}">
                  <a16:creationId xmlns:a16="http://schemas.microsoft.com/office/drawing/2014/main" id="{F47222CE-D58C-160F-B5EB-9368391BBF15}"/>
                </a:ext>
              </a:extLst>
            </p:cNvPr>
            <p:cNvSpPr txBox="1"/>
            <p:nvPr/>
          </p:nvSpPr>
          <p:spPr>
            <a:xfrm>
              <a:off x="8951570" y="3196958"/>
              <a:ext cx="20672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100K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825" name="TextBox 824">
              <a:extLst>
                <a:ext uri="{FF2B5EF4-FFF2-40B4-BE49-F238E27FC236}">
                  <a16:creationId xmlns:a16="http://schemas.microsoft.com/office/drawing/2014/main" id="{015C5552-0244-FAE2-275A-D5EAA0736E90}"/>
                </a:ext>
              </a:extLst>
            </p:cNvPr>
            <p:cNvSpPr txBox="1"/>
            <p:nvPr/>
          </p:nvSpPr>
          <p:spPr>
            <a:xfrm>
              <a:off x="8316454" y="2898820"/>
              <a:ext cx="533206" cy="769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00" dirty="0">
                  <a:solidFill>
                    <a:srgbClr val="0070C0"/>
                  </a:solidFill>
                  <a:latin typeface="+mn-ea"/>
                </a:rPr>
                <a:t>Vo=51(2.048-V1)</a:t>
              </a:r>
              <a:endParaRPr lang="ko-KR" altLang="en-US" sz="5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828" name="직사각형 827">
              <a:extLst>
                <a:ext uri="{FF2B5EF4-FFF2-40B4-BE49-F238E27FC236}">
                  <a16:creationId xmlns:a16="http://schemas.microsoft.com/office/drawing/2014/main" id="{56437813-A195-72B5-F02B-20315F0A640D}"/>
                </a:ext>
              </a:extLst>
            </p:cNvPr>
            <p:cNvSpPr/>
            <p:nvPr/>
          </p:nvSpPr>
          <p:spPr>
            <a:xfrm>
              <a:off x="8276293" y="2710908"/>
              <a:ext cx="1052512" cy="577656"/>
            </a:xfrm>
            <a:prstGeom prst="rect">
              <a:avLst/>
            </a:prstGeom>
            <a:noFill/>
            <a:ln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833" name="그룹 832">
            <a:extLst>
              <a:ext uri="{FF2B5EF4-FFF2-40B4-BE49-F238E27FC236}">
                <a16:creationId xmlns:a16="http://schemas.microsoft.com/office/drawing/2014/main" id="{64CF05B5-EF94-7974-11DD-CE28A80E268D}"/>
              </a:ext>
            </a:extLst>
          </p:cNvPr>
          <p:cNvGrpSpPr/>
          <p:nvPr/>
        </p:nvGrpSpPr>
        <p:grpSpPr>
          <a:xfrm>
            <a:off x="5188258" y="3580037"/>
            <a:ext cx="1102518" cy="578383"/>
            <a:chOff x="8276292" y="2710908"/>
            <a:chExt cx="1102518" cy="578383"/>
          </a:xfrm>
        </p:grpSpPr>
        <p:sp>
          <p:nvSpPr>
            <p:cNvPr id="834" name="TextBox 833">
              <a:extLst>
                <a:ext uri="{FF2B5EF4-FFF2-40B4-BE49-F238E27FC236}">
                  <a16:creationId xmlns:a16="http://schemas.microsoft.com/office/drawing/2014/main" id="{2BF01D90-B305-E021-117A-4AF19902E0D8}"/>
                </a:ext>
              </a:extLst>
            </p:cNvPr>
            <p:cNvSpPr txBox="1"/>
            <p:nvPr/>
          </p:nvSpPr>
          <p:spPr>
            <a:xfrm>
              <a:off x="8296277" y="2747141"/>
              <a:ext cx="55865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n-ea"/>
                </a:rPr>
                <a:t>ADHV4702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835" name="그룹 834">
              <a:extLst>
                <a:ext uri="{FF2B5EF4-FFF2-40B4-BE49-F238E27FC236}">
                  <a16:creationId xmlns:a16="http://schemas.microsoft.com/office/drawing/2014/main" id="{4BCEE8E8-57BC-5D56-B2A1-E3D703439BC6}"/>
                </a:ext>
              </a:extLst>
            </p:cNvPr>
            <p:cNvGrpSpPr/>
            <p:nvPr/>
          </p:nvGrpSpPr>
          <p:grpSpPr>
            <a:xfrm>
              <a:off x="8850646" y="2757688"/>
              <a:ext cx="306708" cy="355781"/>
              <a:chOff x="7030784" y="3002746"/>
              <a:chExt cx="306708" cy="355781"/>
            </a:xfrm>
          </p:grpSpPr>
          <p:sp>
            <p:nvSpPr>
              <p:cNvPr id="857" name="이등변 삼각형 856">
                <a:extLst>
                  <a:ext uri="{FF2B5EF4-FFF2-40B4-BE49-F238E27FC236}">
                    <a16:creationId xmlns:a16="http://schemas.microsoft.com/office/drawing/2014/main" id="{A885D982-4820-8626-3A62-24DF502A1BFD}"/>
                  </a:ext>
                </a:extLst>
              </p:cNvPr>
              <p:cNvSpPr/>
              <p:nvPr/>
            </p:nvSpPr>
            <p:spPr>
              <a:xfrm rot="5400000">
                <a:off x="7006247" y="3027283"/>
                <a:ext cx="355781" cy="306708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859" name="TextBox 858">
                <a:extLst>
                  <a:ext uri="{FF2B5EF4-FFF2-40B4-BE49-F238E27FC236}">
                    <a16:creationId xmlns:a16="http://schemas.microsoft.com/office/drawing/2014/main" id="{A61D4BD7-773C-23F1-22B9-4A6036B2D032}"/>
                  </a:ext>
                </a:extLst>
              </p:cNvPr>
              <p:cNvSpPr txBox="1"/>
              <p:nvPr/>
            </p:nvSpPr>
            <p:spPr>
              <a:xfrm>
                <a:off x="7043118" y="3048063"/>
                <a:ext cx="143202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+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864" name="TextBox 863">
                <a:extLst>
                  <a:ext uri="{FF2B5EF4-FFF2-40B4-BE49-F238E27FC236}">
                    <a16:creationId xmlns:a16="http://schemas.microsoft.com/office/drawing/2014/main" id="{D8E3A87E-5C15-8A6A-75A8-BB955FE574EC}"/>
                  </a:ext>
                </a:extLst>
              </p:cNvPr>
              <p:cNvSpPr txBox="1"/>
              <p:nvPr/>
            </p:nvSpPr>
            <p:spPr>
              <a:xfrm>
                <a:off x="7060697" y="3194511"/>
                <a:ext cx="11427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-</a:t>
                </a:r>
                <a:endParaRPr lang="ko-KR" altLang="en-US" sz="800" dirty="0">
                  <a:latin typeface="+mn-ea"/>
                </a:endParaRPr>
              </a:p>
            </p:txBody>
          </p:sp>
        </p:grpSp>
        <p:cxnSp>
          <p:nvCxnSpPr>
            <p:cNvPr id="836" name="직선 연결선 835">
              <a:extLst>
                <a:ext uri="{FF2B5EF4-FFF2-40B4-BE49-F238E27FC236}">
                  <a16:creationId xmlns:a16="http://schemas.microsoft.com/office/drawing/2014/main" id="{E595F825-825C-F542-7933-6EECAE49F69B}"/>
                </a:ext>
              </a:extLst>
            </p:cNvPr>
            <p:cNvCxnSpPr>
              <a:cxnSpLocks/>
            </p:cNvCxnSpPr>
            <p:nvPr/>
          </p:nvCxnSpPr>
          <p:spPr>
            <a:xfrm>
              <a:off x="8998992" y="2777583"/>
              <a:ext cx="0" cy="601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직선 연결선 836">
              <a:extLst>
                <a:ext uri="{FF2B5EF4-FFF2-40B4-BE49-F238E27FC236}">
                  <a16:creationId xmlns:a16="http://schemas.microsoft.com/office/drawing/2014/main" id="{D90612B3-E054-5031-4736-A20537DE72DC}"/>
                </a:ext>
              </a:extLst>
            </p:cNvPr>
            <p:cNvCxnSpPr>
              <a:cxnSpLocks/>
            </p:cNvCxnSpPr>
            <p:nvPr/>
          </p:nvCxnSpPr>
          <p:spPr>
            <a:xfrm>
              <a:off x="9006136" y="3027444"/>
              <a:ext cx="0" cy="620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8" name="TextBox 837">
              <a:extLst>
                <a:ext uri="{FF2B5EF4-FFF2-40B4-BE49-F238E27FC236}">
                  <a16:creationId xmlns:a16="http://schemas.microsoft.com/office/drawing/2014/main" id="{6AC3954C-4A1F-140E-3836-3ED25B0B6D62}"/>
                </a:ext>
              </a:extLst>
            </p:cNvPr>
            <p:cNvSpPr txBox="1"/>
            <p:nvPr/>
          </p:nvSpPr>
          <p:spPr>
            <a:xfrm>
              <a:off x="9017445" y="2759079"/>
              <a:ext cx="26943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+110V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839" name="TextBox 838">
              <a:extLst>
                <a:ext uri="{FF2B5EF4-FFF2-40B4-BE49-F238E27FC236}">
                  <a16:creationId xmlns:a16="http://schemas.microsoft.com/office/drawing/2014/main" id="{CCAA01BB-C52F-B9BF-EF0C-E2F178E660ED}"/>
                </a:ext>
              </a:extLst>
            </p:cNvPr>
            <p:cNvSpPr txBox="1"/>
            <p:nvPr/>
          </p:nvSpPr>
          <p:spPr>
            <a:xfrm>
              <a:off x="9028584" y="3013629"/>
              <a:ext cx="26543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-110V</a:t>
              </a:r>
              <a:endParaRPr lang="ko-KR" altLang="en-US" sz="600" dirty="0">
                <a:latin typeface="+mn-ea"/>
              </a:endParaRPr>
            </a:p>
          </p:txBody>
        </p:sp>
        <p:cxnSp>
          <p:nvCxnSpPr>
            <p:cNvPr id="840" name="직선 연결선 839">
              <a:extLst>
                <a:ext uri="{FF2B5EF4-FFF2-40B4-BE49-F238E27FC236}">
                  <a16:creationId xmlns:a16="http://schemas.microsoft.com/office/drawing/2014/main" id="{A7C346EF-0059-9846-4A0B-7ECF3C994BC1}"/>
                </a:ext>
              </a:extLst>
            </p:cNvPr>
            <p:cNvCxnSpPr>
              <a:cxnSpLocks/>
            </p:cNvCxnSpPr>
            <p:nvPr/>
          </p:nvCxnSpPr>
          <p:spPr>
            <a:xfrm>
              <a:off x="8469984" y="3163625"/>
              <a:ext cx="7921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1" name="직사각형 840">
              <a:extLst>
                <a:ext uri="{FF2B5EF4-FFF2-40B4-BE49-F238E27FC236}">
                  <a16:creationId xmlns:a16="http://schemas.microsoft.com/office/drawing/2014/main" id="{359D7657-25AA-4DA7-D353-39B506888679}"/>
                </a:ext>
              </a:extLst>
            </p:cNvPr>
            <p:cNvSpPr/>
            <p:nvPr/>
          </p:nvSpPr>
          <p:spPr>
            <a:xfrm rot="10800000">
              <a:off x="8562034" y="3125789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842" name="직사각형 841">
              <a:extLst>
                <a:ext uri="{FF2B5EF4-FFF2-40B4-BE49-F238E27FC236}">
                  <a16:creationId xmlns:a16="http://schemas.microsoft.com/office/drawing/2014/main" id="{2A058FE0-6CCA-5DB1-06D1-A9ADC2EF183D}"/>
                </a:ext>
              </a:extLst>
            </p:cNvPr>
            <p:cNvSpPr/>
            <p:nvPr/>
          </p:nvSpPr>
          <p:spPr>
            <a:xfrm rot="10800000">
              <a:off x="8958909" y="3126191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cxnSp>
          <p:nvCxnSpPr>
            <p:cNvPr id="843" name="직선 연결선 842">
              <a:extLst>
                <a:ext uri="{FF2B5EF4-FFF2-40B4-BE49-F238E27FC236}">
                  <a16:creationId xmlns:a16="http://schemas.microsoft.com/office/drawing/2014/main" id="{B892866E-5384-7949-8E0C-86A743A62AD2}"/>
                </a:ext>
              </a:extLst>
            </p:cNvPr>
            <p:cNvCxnSpPr>
              <a:cxnSpLocks/>
            </p:cNvCxnSpPr>
            <p:nvPr/>
          </p:nvCxnSpPr>
          <p:spPr>
            <a:xfrm>
              <a:off x="9259352" y="2934931"/>
              <a:ext cx="0" cy="22980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직선 연결선 843">
              <a:extLst>
                <a:ext uri="{FF2B5EF4-FFF2-40B4-BE49-F238E27FC236}">
                  <a16:creationId xmlns:a16="http://schemas.microsoft.com/office/drawing/2014/main" id="{D51C300D-9BED-5058-E2FF-ABFFC1E07C5B}"/>
                </a:ext>
              </a:extLst>
            </p:cNvPr>
            <p:cNvCxnSpPr>
              <a:cxnSpLocks/>
            </p:cNvCxnSpPr>
            <p:nvPr/>
          </p:nvCxnSpPr>
          <p:spPr>
            <a:xfrm>
              <a:off x="9159875" y="2934137"/>
              <a:ext cx="21893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직선 연결선 844">
              <a:extLst>
                <a:ext uri="{FF2B5EF4-FFF2-40B4-BE49-F238E27FC236}">
                  <a16:creationId xmlns:a16="http://schemas.microsoft.com/office/drawing/2014/main" id="{1A57F821-3FFC-39A9-28CB-1F5DAC6A6EB9}"/>
                </a:ext>
              </a:extLst>
            </p:cNvPr>
            <p:cNvCxnSpPr>
              <a:cxnSpLocks/>
            </p:cNvCxnSpPr>
            <p:nvPr/>
          </p:nvCxnSpPr>
          <p:spPr>
            <a:xfrm>
              <a:off x="8785483" y="3025775"/>
              <a:ext cx="0" cy="1389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6" name="직선 연결선 845">
              <a:extLst>
                <a:ext uri="{FF2B5EF4-FFF2-40B4-BE49-F238E27FC236}">
                  <a16:creationId xmlns:a16="http://schemas.microsoft.com/office/drawing/2014/main" id="{73D47696-568C-EDEF-B499-906D2ED0AE59}"/>
                </a:ext>
              </a:extLst>
            </p:cNvPr>
            <p:cNvCxnSpPr>
              <a:cxnSpLocks/>
            </p:cNvCxnSpPr>
            <p:nvPr/>
          </p:nvCxnSpPr>
          <p:spPr>
            <a:xfrm>
              <a:off x="8782050" y="3021796"/>
              <a:ext cx="635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7" name="직선 연결선 846">
              <a:extLst>
                <a:ext uri="{FF2B5EF4-FFF2-40B4-BE49-F238E27FC236}">
                  <a16:creationId xmlns:a16="http://schemas.microsoft.com/office/drawing/2014/main" id="{070ED85A-6BC4-595F-089C-0C4479D7D85B}"/>
                </a:ext>
              </a:extLst>
            </p:cNvPr>
            <p:cNvCxnSpPr>
              <a:cxnSpLocks/>
            </p:cNvCxnSpPr>
            <p:nvPr/>
          </p:nvCxnSpPr>
          <p:spPr>
            <a:xfrm>
              <a:off x="8276292" y="2873112"/>
              <a:ext cx="57243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8" name="타원 847">
              <a:extLst>
                <a:ext uri="{FF2B5EF4-FFF2-40B4-BE49-F238E27FC236}">
                  <a16:creationId xmlns:a16="http://schemas.microsoft.com/office/drawing/2014/main" id="{C2719288-FD89-DCD8-D4F6-94EE49F6E14A}"/>
                </a:ext>
              </a:extLst>
            </p:cNvPr>
            <p:cNvSpPr/>
            <p:nvPr/>
          </p:nvSpPr>
          <p:spPr>
            <a:xfrm>
              <a:off x="9234966" y="291186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849" name="타원 848">
              <a:extLst>
                <a:ext uri="{FF2B5EF4-FFF2-40B4-BE49-F238E27FC236}">
                  <a16:creationId xmlns:a16="http://schemas.microsoft.com/office/drawing/2014/main" id="{72984F58-4967-5C3B-783B-EE9D3DC07537}"/>
                </a:ext>
              </a:extLst>
            </p:cNvPr>
            <p:cNvSpPr/>
            <p:nvPr/>
          </p:nvSpPr>
          <p:spPr>
            <a:xfrm>
              <a:off x="8762686" y="314186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850" name="TextBox 849">
              <a:extLst>
                <a:ext uri="{FF2B5EF4-FFF2-40B4-BE49-F238E27FC236}">
                  <a16:creationId xmlns:a16="http://schemas.microsoft.com/office/drawing/2014/main" id="{F625954D-E601-6076-46B1-2A5B57233779}"/>
                </a:ext>
              </a:extLst>
            </p:cNvPr>
            <p:cNvSpPr txBox="1"/>
            <p:nvPr/>
          </p:nvSpPr>
          <p:spPr>
            <a:xfrm>
              <a:off x="8575333" y="3196958"/>
              <a:ext cx="20672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2K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851" name="TextBox 850">
              <a:extLst>
                <a:ext uri="{FF2B5EF4-FFF2-40B4-BE49-F238E27FC236}">
                  <a16:creationId xmlns:a16="http://schemas.microsoft.com/office/drawing/2014/main" id="{B08A678A-D2CB-F54D-5935-4BD288DF1F40}"/>
                </a:ext>
              </a:extLst>
            </p:cNvPr>
            <p:cNvSpPr txBox="1"/>
            <p:nvPr/>
          </p:nvSpPr>
          <p:spPr>
            <a:xfrm>
              <a:off x="8951570" y="3196958"/>
              <a:ext cx="20672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100K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852" name="TextBox 851">
              <a:extLst>
                <a:ext uri="{FF2B5EF4-FFF2-40B4-BE49-F238E27FC236}">
                  <a16:creationId xmlns:a16="http://schemas.microsoft.com/office/drawing/2014/main" id="{A2E8C1FC-2FB2-DF63-0121-1528EF5E8E6D}"/>
                </a:ext>
              </a:extLst>
            </p:cNvPr>
            <p:cNvSpPr txBox="1"/>
            <p:nvPr/>
          </p:nvSpPr>
          <p:spPr>
            <a:xfrm>
              <a:off x="8311919" y="2892494"/>
              <a:ext cx="562121" cy="769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00" dirty="0">
                  <a:solidFill>
                    <a:srgbClr val="0070C0"/>
                  </a:solidFill>
                  <a:latin typeface="+mn-ea"/>
                </a:rPr>
                <a:t>Vo=51(2.048-V1)</a:t>
              </a:r>
              <a:endParaRPr lang="ko-KR" altLang="en-US" sz="5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855" name="직사각형 854">
              <a:extLst>
                <a:ext uri="{FF2B5EF4-FFF2-40B4-BE49-F238E27FC236}">
                  <a16:creationId xmlns:a16="http://schemas.microsoft.com/office/drawing/2014/main" id="{87ED58AC-E902-5B0E-9349-68DAA639F667}"/>
                </a:ext>
              </a:extLst>
            </p:cNvPr>
            <p:cNvSpPr/>
            <p:nvPr/>
          </p:nvSpPr>
          <p:spPr>
            <a:xfrm>
              <a:off x="8276293" y="2710908"/>
              <a:ext cx="1052512" cy="577656"/>
            </a:xfrm>
            <a:prstGeom prst="rect">
              <a:avLst/>
            </a:prstGeom>
            <a:noFill/>
            <a:ln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sp>
        <p:nvSpPr>
          <p:cNvPr id="909" name="TextBox 908">
            <a:extLst>
              <a:ext uri="{FF2B5EF4-FFF2-40B4-BE49-F238E27FC236}">
                <a16:creationId xmlns:a16="http://schemas.microsoft.com/office/drawing/2014/main" id="{44173556-179B-5A60-547E-F78DD6337F63}"/>
              </a:ext>
            </a:extLst>
          </p:cNvPr>
          <p:cNvSpPr txBox="1"/>
          <p:nvPr/>
        </p:nvSpPr>
        <p:spPr>
          <a:xfrm>
            <a:off x="3769385" y="3067768"/>
            <a:ext cx="29691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QDCC+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910" name="TextBox 909">
            <a:extLst>
              <a:ext uri="{FF2B5EF4-FFF2-40B4-BE49-F238E27FC236}">
                <a16:creationId xmlns:a16="http://schemas.microsoft.com/office/drawing/2014/main" id="{73608222-81C6-15D2-6A5C-56BB7B119AE9}"/>
              </a:ext>
            </a:extLst>
          </p:cNvPr>
          <p:cNvSpPr txBox="1"/>
          <p:nvPr/>
        </p:nvSpPr>
        <p:spPr>
          <a:xfrm>
            <a:off x="3785474" y="3286843"/>
            <a:ext cx="485771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IONBOX_DCC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911" name="직선 연결선 910">
            <a:extLst>
              <a:ext uri="{FF2B5EF4-FFF2-40B4-BE49-F238E27FC236}">
                <a16:creationId xmlns:a16="http://schemas.microsoft.com/office/drawing/2014/main" id="{293F75A6-9F29-7E8D-1FCF-97FFEAC2F650}"/>
              </a:ext>
            </a:extLst>
          </p:cNvPr>
          <p:cNvCxnSpPr>
            <a:cxnSpLocks/>
          </p:cNvCxnSpPr>
          <p:nvPr/>
        </p:nvCxnSpPr>
        <p:spPr>
          <a:xfrm>
            <a:off x="3730625" y="3495854"/>
            <a:ext cx="4222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7" name="TextBox 916">
            <a:extLst>
              <a:ext uri="{FF2B5EF4-FFF2-40B4-BE49-F238E27FC236}">
                <a16:creationId xmlns:a16="http://schemas.microsoft.com/office/drawing/2014/main" id="{0657BB75-F84A-31B7-8BFF-841A983EC509}"/>
              </a:ext>
            </a:extLst>
          </p:cNvPr>
          <p:cNvSpPr txBox="1"/>
          <p:nvPr/>
        </p:nvSpPr>
        <p:spPr>
          <a:xfrm>
            <a:off x="3780865" y="3401143"/>
            <a:ext cx="38791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LENS_DCC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921" name="직선 연결선 920">
            <a:extLst>
              <a:ext uri="{FF2B5EF4-FFF2-40B4-BE49-F238E27FC236}">
                <a16:creationId xmlns:a16="http://schemas.microsoft.com/office/drawing/2014/main" id="{BE56A810-2C6F-C2DA-DA5A-3FE36AAA9937}"/>
              </a:ext>
            </a:extLst>
          </p:cNvPr>
          <p:cNvCxnSpPr>
            <a:cxnSpLocks/>
          </p:cNvCxnSpPr>
          <p:nvPr/>
        </p:nvCxnSpPr>
        <p:spPr>
          <a:xfrm>
            <a:off x="3739771" y="3603169"/>
            <a:ext cx="4863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2" name="직선 연결선 921">
            <a:extLst>
              <a:ext uri="{FF2B5EF4-FFF2-40B4-BE49-F238E27FC236}">
                <a16:creationId xmlns:a16="http://schemas.microsoft.com/office/drawing/2014/main" id="{9AC049C1-58BC-0E04-11BE-B5AA31549681}"/>
              </a:ext>
            </a:extLst>
          </p:cNvPr>
          <p:cNvCxnSpPr>
            <a:cxnSpLocks/>
          </p:cNvCxnSpPr>
          <p:nvPr/>
        </p:nvCxnSpPr>
        <p:spPr>
          <a:xfrm>
            <a:off x="3742470" y="3711754"/>
            <a:ext cx="5271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3" name="직선 연결선 922">
            <a:extLst>
              <a:ext uri="{FF2B5EF4-FFF2-40B4-BE49-F238E27FC236}">
                <a16:creationId xmlns:a16="http://schemas.microsoft.com/office/drawing/2014/main" id="{AE45C673-02D2-C13E-514B-05469AF2D651}"/>
              </a:ext>
            </a:extLst>
          </p:cNvPr>
          <p:cNvCxnSpPr>
            <a:cxnSpLocks/>
          </p:cNvCxnSpPr>
          <p:nvPr/>
        </p:nvCxnSpPr>
        <p:spPr>
          <a:xfrm>
            <a:off x="3732945" y="3829229"/>
            <a:ext cx="940370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4" name="직선 연결선 923">
            <a:extLst>
              <a:ext uri="{FF2B5EF4-FFF2-40B4-BE49-F238E27FC236}">
                <a16:creationId xmlns:a16="http://schemas.microsoft.com/office/drawing/2014/main" id="{7CEC0312-D774-6E28-8394-A7D8B7CE569E}"/>
              </a:ext>
            </a:extLst>
          </p:cNvPr>
          <p:cNvCxnSpPr>
            <a:cxnSpLocks/>
          </p:cNvCxnSpPr>
          <p:nvPr/>
        </p:nvCxnSpPr>
        <p:spPr>
          <a:xfrm>
            <a:off x="3750380" y="3930829"/>
            <a:ext cx="364420" cy="0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8" name="TextBox 927">
            <a:extLst>
              <a:ext uri="{FF2B5EF4-FFF2-40B4-BE49-F238E27FC236}">
                <a16:creationId xmlns:a16="http://schemas.microsoft.com/office/drawing/2014/main" id="{529102C7-E19C-7A13-DA7E-20BA13A06B37}"/>
              </a:ext>
            </a:extLst>
          </p:cNvPr>
          <p:cNvSpPr txBox="1"/>
          <p:nvPr/>
        </p:nvSpPr>
        <p:spPr>
          <a:xfrm>
            <a:off x="3775165" y="3174133"/>
            <a:ext cx="48577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FILN_REF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933" name="TextBox 932">
            <a:extLst>
              <a:ext uri="{FF2B5EF4-FFF2-40B4-BE49-F238E27FC236}">
                <a16:creationId xmlns:a16="http://schemas.microsoft.com/office/drawing/2014/main" id="{4D5E7E06-F0F7-A706-FCE4-8441E1240A76}"/>
              </a:ext>
            </a:extLst>
          </p:cNvPr>
          <p:cNvSpPr txBox="1"/>
          <p:nvPr/>
        </p:nvSpPr>
        <p:spPr>
          <a:xfrm>
            <a:off x="3779929" y="3513859"/>
            <a:ext cx="48577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FIL_OFFSETC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934" name="TextBox 933">
            <a:extLst>
              <a:ext uri="{FF2B5EF4-FFF2-40B4-BE49-F238E27FC236}">
                <a16:creationId xmlns:a16="http://schemas.microsoft.com/office/drawing/2014/main" id="{1759AE6D-5623-EEF2-62B8-E261C29B3799}"/>
              </a:ext>
            </a:extLst>
          </p:cNvPr>
          <p:cNvSpPr txBox="1"/>
          <p:nvPr/>
        </p:nvSpPr>
        <p:spPr>
          <a:xfrm>
            <a:off x="3768156" y="3623393"/>
            <a:ext cx="27295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QDCC- 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935" name="TextBox 934">
            <a:extLst>
              <a:ext uri="{FF2B5EF4-FFF2-40B4-BE49-F238E27FC236}">
                <a16:creationId xmlns:a16="http://schemas.microsoft.com/office/drawing/2014/main" id="{DBC36F0E-FE05-5BF9-6DED-F9C66C220CB0}"/>
              </a:ext>
            </a:extLst>
          </p:cNvPr>
          <p:cNvSpPr txBox="1"/>
          <p:nvPr/>
        </p:nvSpPr>
        <p:spPr>
          <a:xfrm>
            <a:off x="3766751" y="3732930"/>
            <a:ext cx="45701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</a:rPr>
              <a:t>QDCN_REF</a:t>
            </a:r>
            <a:endParaRPr lang="ko-KR" altLang="en-US" sz="600" dirty="0">
              <a:solidFill>
                <a:schemeClr val="accent1">
                  <a:lumMod val="60000"/>
                  <a:lumOff val="40000"/>
                </a:schemeClr>
              </a:solidFill>
              <a:latin typeface="+mn-ea"/>
            </a:endParaRPr>
          </a:p>
        </p:txBody>
      </p:sp>
      <p:sp>
        <p:nvSpPr>
          <p:cNvPr id="936" name="TextBox 935">
            <a:extLst>
              <a:ext uri="{FF2B5EF4-FFF2-40B4-BE49-F238E27FC236}">
                <a16:creationId xmlns:a16="http://schemas.microsoft.com/office/drawing/2014/main" id="{829357DC-9E9C-C426-F3F7-BD3F2AB79F04}"/>
              </a:ext>
            </a:extLst>
          </p:cNvPr>
          <p:cNvSpPr txBox="1"/>
          <p:nvPr/>
        </p:nvSpPr>
        <p:spPr>
          <a:xfrm>
            <a:off x="3543229" y="4654307"/>
            <a:ext cx="52536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DAC_VREF_ADJ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938" name="TextBox 937">
            <a:extLst>
              <a:ext uri="{FF2B5EF4-FFF2-40B4-BE49-F238E27FC236}">
                <a16:creationId xmlns:a16="http://schemas.microsoft.com/office/drawing/2014/main" id="{EF327EB9-4E20-AC64-0BDC-D4E0A416FF01}"/>
              </a:ext>
            </a:extLst>
          </p:cNvPr>
          <p:cNvSpPr txBox="1"/>
          <p:nvPr/>
        </p:nvSpPr>
        <p:spPr>
          <a:xfrm>
            <a:off x="6266669" y="3129692"/>
            <a:ext cx="33385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Q_DC+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913" name="그룹 912">
            <a:extLst>
              <a:ext uri="{FF2B5EF4-FFF2-40B4-BE49-F238E27FC236}">
                <a16:creationId xmlns:a16="http://schemas.microsoft.com/office/drawing/2014/main" id="{DB2C6E87-598D-EBD7-9919-568A63D79C53}"/>
              </a:ext>
            </a:extLst>
          </p:cNvPr>
          <p:cNvGrpSpPr/>
          <p:nvPr/>
        </p:nvGrpSpPr>
        <p:grpSpPr>
          <a:xfrm>
            <a:off x="4351338" y="3521078"/>
            <a:ext cx="853562" cy="414525"/>
            <a:chOff x="4535207" y="5591176"/>
            <a:chExt cx="853562" cy="414525"/>
          </a:xfrm>
        </p:grpSpPr>
        <p:sp>
          <p:nvSpPr>
            <p:cNvPr id="648" name="TextBox 647">
              <a:extLst>
                <a:ext uri="{FF2B5EF4-FFF2-40B4-BE49-F238E27FC236}">
                  <a16:creationId xmlns:a16="http://schemas.microsoft.com/office/drawing/2014/main" id="{635F9E78-9C73-100D-313D-ACAEB9CF140E}"/>
                </a:ext>
              </a:extLst>
            </p:cNvPr>
            <p:cNvSpPr txBox="1"/>
            <p:nvPr/>
          </p:nvSpPr>
          <p:spPr>
            <a:xfrm>
              <a:off x="4844042" y="5764805"/>
              <a:ext cx="3899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n-ea"/>
                </a:rPr>
                <a:t>OP2177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649" name="그룹 648">
              <a:extLst>
                <a:ext uri="{FF2B5EF4-FFF2-40B4-BE49-F238E27FC236}">
                  <a16:creationId xmlns:a16="http://schemas.microsoft.com/office/drawing/2014/main" id="{509C5B0B-2F24-6960-DCAE-DC35716E7A8C}"/>
                </a:ext>
              </a:extLst>
            </p:cNvPr>
            <p:cNvGrpSpPr/>
            <p:nvPr/>
          </p:nvGrpSpPr>
          <p:grpSpPr>
            <a:xfrm>
              <a:off x="4953275" y="5648391"/>
              <a:ext cx="283142" cy="328447"/>
              <a:chOff x="7030784" y="3002746"/>
              <a:chExt cx="333378" cy="386718"/>
            </a:xfrm>
          </p:grpSpPr>
          <p:sp>
            <p:nvSpPr>
              <p:cNvPr id="652" name="이등변 삼각형 651">
                <a:extLst>
                  <a:ext uri="{FF2B5EF4-FFF2-40B4-BE49-F238E27FC236}">
                    <a16:creationId xmlns:a16="http://schemas.microsoft.com/office/drawing/2014/main" id="{4A873F7B-0314-DBE4-B201-F6D49CEECB04}"/>
                  </a:ext>
                </a:extLst>
              </p:cNvPr>
              <p:cNvSpPr/>
              <p:nvPr/>
            </p:nvSpPr>
            <p:spPr>
              <a:xfrm rot="5400000">
                <a:off x="7004114" y="3029416"/>
                <a:ext cx="386718" cy="333378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653" name="TextBox 652">
                <a:extLst>
                  <a:ext uri="{FF2B5EF4-FFF2-40B4-BE49-F238E27FC236}">
                    <a16:creationId xmlns:a16="http://schemas.microsoft.com/office/drawing/2014/main" id="{B4F102CF-DE71-A554-996F-B947C05E1B1C}"/>
                  </a:ext>
                </a:extLst>
              </p:cNvPr>
              <p:cNvSpPr txBox="1"/>
              <p:nvPr/>
            </p:nvSpPr>
            <p:spPr>
              <a:xfrm>
                <a:off x="7059785" y="3045682"/>
                <a:ext cx="143202" cy="1449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-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654" name="TextBox 653">
                <a:extLst>
                  <a:ext uri="{FF2B5EF4-FFF2-40B4-BE49-F238E27FC236}">
                    <a16:creationId xmlns:a16="http://schemas.microsoft.com/office/drawing/2014/main" id="{AA02FFD2-01F5-5554-9D67-FDCBFE1C1FB0}"/>
                  </a:ext>
                </a:extLst>
              </p:cNvPr>
              <p:cNvSpPr txBox="1"/>
              <p:nvPr/>
            </p:nvSpPr>
            <p:spPr>
              <a:xfrm>
                <a:off x="7048903" y="3186101"/>
                <a:ext cx="114280" cy="1449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+</a:t>
                </a:r>
                <a:endParaRPr lang="ko-KR" altLang="en-US" sz="800" dirty="0">
                  <a:latin typeface="+mn-ea"/>
                </a:endParaRPr>
              </a:p>
            </p:txBody>
          </p:sp>
        </p:grpSp>
        <p:cxnSp>
          <p:nvCxnSpPr>
            <p:cNvPr id="650" name="직선 연결선 649">
              <a:extLst>
                <a:ext uri="{FF2B5EF4-FFF2-40B4-BE49-F238E27FC236}">
                  <a16:creationId xmlns:a16="http://schemas.microsoft.com/office/drawing/2014/main" id="{4E4DBD4C-67EE-92FF-54F0-476CFDD483CA}"/>
                </a:ext>
              </a:extLst>
            </p:cNvPr>
            <p:cNvCxnSpPr>
              <a:cxnSpLocks/>
            </p:cNvCxnSpPr>
            <p:nvPr/>
          </p:nvCxnSpPr>
          <p:spPr>
            <a:xfrm>
              <a:off x="5099492" y="5683490"/>
              <a:ext cx="0" cy="511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직선 연결선 650">
              <a:extLst>
                <a:ext uri="{FF2B5EF4-FFF2-40B4-BE49-F238E27FC236}">
                  <a16:creationId xmlns:a16="http://schemas.microsoft.com/office/drawing/2014/main" id="{8108E1F6-BCE8-AF3A-07C9-AFD2E488AA66}"/>
                </a:ext>
              </a:extLst>
            </p:cNvPr>
            <p:cNvCxnSpPr>
              <a:cxnSpLocks/>
            </p:cNvCxnSpPr>
            <p:nvPr/>
          </p:nvCxnSpPr>
          <p:spPr>
            <a:xfrm>
              <a:off x="5099492" y="5889635"/>
              <a:ext cx="0" cy="527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E862CC84-F1BF-423F-60E2-878D5C12F2AD}"/>
                </a:ext>
              </a:extLst>
            </p:cNvPr>
            <p:cNvCxnSpPr>
              <a:cxnSpLocks/>
            </p:cNvCxnSpPr>
            <p:nvPr/>
          </p:nvCxnSpPr>
          <p:spPr>
            <a:xfrm>
              <a:off x="4879181" y="5750370"/>
              <a:ext cx="696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560C8A4E-4BA2-5A10-F5C0-C19B5D59142B}"/>
                </a:ext>
              </a:extLst>
            </p:cNvPr>
            <p:cNvCxnSpPr>
              <a:cxnSpLocks/>
            </p:cNvCxnSpPr>
            <p:nvPr/>
          </p:nvCxnSpPr>
          <p:spPr>
            <a:xfrm>
              <a:off x="5236883" y="5812283"/>
              <a:ext cx="15188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5E13F12-4521-E28F-054B-8FD99FFB5B46}"/>
                </a:ext>
              </a:extLst>
            </p:cNvPr>
            <p:cNvCxnSpPr>
              <a:cxnSpLocks/>
            </p:cNvCxnSpPr>
            <p:nvPr/>
          </p:nvCxnSpPr>
          <p:spPr>
            <a:xfrm>
              <a:off x="4874419" y="5593207"/>
              <a:ext cx="4357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F4FCAB9D-1FBB-9E89-553A-86327280BA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6766" y="5595938"/>
              <a:ext cx="0" cy="2190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4D8AD58E-C7A8-9150-1A99-CEABB31D85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5759" y="5591176"/>
              <a:ext cx="0" cy="1619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F165D373-4164-9A37-16E9-AFA8CB383031}"/>
                </a:ext>
              </a:extLst>
            </p:cNvPr>
            <p:cNvSpPr/>
            <p:nvPr/>
          </p:nvSpPr>
          <p:spPr>
            <a:xfrm>
              <a:off x="5286049" y="579197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cxnSp>
          <p:nvCxnSpPr>
            <p:cNvPr id="901" name="직선 연결선 900">
              <a:extLst>
                <a:ext uri="{FF2B5EF4-FFF2-40B4-BE49-F238E27FC236}">
                  <a16:creationId xmlns:a16="http://schemas.microsoft.com/office/drawing/2014/main" id="{552639DD-E998-FBAD-7D6C-67113A17F7EB}"/>
                </a:ext>
              </a:extLst>
            </p:cNvPr>
            <p:cNvCxnSpPr>
              <a:cxnSpLocks/>
            </p:cNvCxnSpPr>
            <p:nvPr/>
          </p:nvCxnSpPr>
          <p:spPr>
            <a:xfrm>
              <a:off x="4881562" y="5871813"/>
              <a:ext cx="696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3" name="TextBox 902">
              <a:extLst>
                <a:ext uri="{FF2B5EF4-FFF2-40B4-BE49-F238E27FC236}">
                  <a16:creationId xmlns:a16="http://schemas.microsoft.com/office/drawing/2014/main" id="{8EE4B51E-F4D9-DEA8-1874-D06238BF4830}"/>
                </a:ext>
              </a:extLst>
            </p:cNvPr>
            <p:cNvSpPr txBox="1"/>
            <p:nvPr/>
          </p:nvSpPr>
          <p:spPr>
            <a:xfrm>
              <a:off x="4535207" y="5716518"/>
              <a:ext cx="41433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solidFill>
                    <a:srgbClr val="0070C0"/>
                  </a:solidFill>
                  <a:latin typeface="+mn-ea"/>
                </a:rPr>
                <a:t>VREF_2048 or </a:t>
              </a:r>
              <a:r>
                <a:rPr lang="en-US" altLang="ko-KR" sz="6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n-ea"/>
                </a:rPr>
                <a:t>QDCN_REF</a:t>
              </a:r>
              <a:endParaRPr lang="ko-KR" altLang="en-US" sz="6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</a:endParaRPr>
            </a:p>
          </p:txBody>
        </p:sp>
        <p:sp>
          <p:nvSpPr>
            <p:cNvPr id="907" name="TextBox 906">
              <a:extLst>
                <a:ext uri="{FF2B5EF4-FFF2-40B4-BE49-F238E27FC236}">
                  <a16:creationId xmlns:a16="http://schemas.microsoft.com/office/drawing/2014/main" id="{71963BB9-CA0A-3FA2-E79C-3BC2ECD900CB}"/>
                </a:ext>
              </a:extLst>
            </p:cNvPr>
            <p:cNvSpPr txBox="1"/>
            <p:nvPr/>
          </p:nvSpPr>
          <p:spPr>
            <a:xfrm>
              <a:off x="5112619" y="5608568"/>
              <a:ext cx="17768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5V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912" name="TextBox 911">
              <a:extLst>
                <a:ext uri="{FF2B5EF4-FFF2-40B4-BE49-F238E27FC236}">
                  <a16:creationId xmlns:a16="http://schemas.microsoft.com/office/drawing/2014/main" id="{ECCB8BE2-03FE-0198-5E67-84047090E9DB}"/>
                </a:ext>
              </a:extLst>
            </p:cNvPr>
            <p:cNvSpPr txBox="1"/>
            <p:nvPr/>
          </p:nvSpPr>
          <p:spPr>
            <a:xfrm>
              <a:off x="5112619" y="5913368"/>
              <a:ext cx="17768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0V</a:t>
              </a:r>
              <a:endParaRPr lang="ko-KR" altLang="en-US" sz="600" dirty="0">
                <a:latin typeface="+mn-ea"/>
              </a:endParaRP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EC7EFF7E-3236-CCB5-A257-0BDE5D6CA8D4}"/>
              </a:ext>
            </a:extLst>
          </p:cNvPr>
          <p:cNvGrpSpPr/>
          <p:nvPr/>
        </p:nvGrpSpPr>
        <p:grpSpPr>
          <a:xfrm>
            <a:off x="5188259" y="3001529"/>
            <a:ext cx="1102518" cy="578383"/>
            <a:chOff x="5956021" y="3890526"/>
            <a:chExt cx="1102518" cy="578383"/>
          </a:xfrm>
        </p:grpSpPr>
        <p:grpSp>
          <p:nvGrpSpPr>
            <p:cNvPr id="866" name="그룹 865">
              <a:extLst>
                <a:ext uri="{FF2B5EF4-FFF2-40B4-BE49-F238E27FC236}">
                  <a16:creationId xmlns:a16="http://schemas.microsoft.com/office/drawing/2014/main" id="{F1B2275C-0800-E6D0-3189-A77E8B16EC5E}"/>
                </a:ext>
              </a:extLst>
            </p:cNvPr>
            <p:cNvGrpSpPr/>
            <p:nvPr/>
          </p:nvGrpSpPr>
          <p:grpSpPr>
            <a:xfrm>
              <a:off x="5956021" y="3890526"/>
              <a:ext cx="1102518" cy="578383"/>
              <a:chOff x="8276292" y="2710908"/>
              <a:chExt cx="1102518" cy="578383"/>
            </a:xfrm>
          </p:grpSpPr>
          <p:sp>
            <p:nvSpPr>
              <p:cNvPr id="867" name="TextBox 866">
                <a:extLst>
                  <a:ext uri="{FF2B5EF4-FFF2-40B4-BE49-F238E27FC236}">
                    <a16:creationId xmlns:a16="http://schemas.microsoft.com/office/drawing/2014/main" id="{91ECEC8E-777C-E01A-9A89-1C87B3BFB6E2}"/>
                  </a:ext>
                </a:extLst>
              </p:cNvPr>
              <p:cNvSpPr txBox="1"/>
              <p:nvPr/>
            </p:nvSpPr>
            <p:spPr>
              <a:xfrm>
                <a:off x="8296277" y="2747141"/>
                <a:ext cx="55865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600" b="1" dirty="0">
                    <a:latin typeface="+mn-ea"/>
                  </a:rPr>
                  <a:t>ADHV4702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868" name="그룹 867">
                <a:extLst>
                  <a:ext uri="{FF2B5EF4-FFF2-40B4-BE49-F238E27FC236}">
                    <a16:creationId xmlns:a16="http://schemas.microsoft.com/office/drawing/2014/main" id="{99FC641D-ABFD-790A-D8F2-85C4334A7AA7}"/>
                  </a:ext>
                </a:extLst>
              </p:cNvPr>
              <p:cNvGrpSpPr/>
              <p:nvPr/>
            </p:nvGrpSpPr>
            <p:grpSpPr>
              <a:xfrm>
                <a:off x="8850646" y="2757688"/>
                <a:ext cx="306708" cy="355781"/>
                <a:chOff x="7030784" y="3002746"/>
                <a:chExt cx="306708" cy="355781"/>
              </a:xfrm>
            </p:grpSpPr>
            <p:sp>
              <p:nvSpPr>
                <p:cNvPr id="905" name="이등변 삼각형 904">
                  <a:extLst>
                    <a:ext uri="{FF2B5EF4-FFF2-40B4-BE49-F238E27FC236}">
                      <a16:creationId xmlns:a16="http://schemas.microsoft.com/office/drawing/2014/main" id="{F71F5CB4-7793-9859-49D5-E494D1950E53}"/>
                    </a:ext>
                  </a:extLst>
                </p:cNvPr>
                <p:cNvSpPr/>
                <p:nvPr/>
              </p:nvSpPr>
              <p:spPr>
                <a:xfrm rot="5400000">
                  <a:off x="7006247" y="3027283"/>
                  <a:ext cx="355781" cy="306708"/>
                </a:xfrm>
                <a:prstGeom prst="triangl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latin typeface="+mn-ea"/>
                  </a:endParaRPr>
                </a:p>
              </p:txBody>
            </p:sp>
            <p:sp>
              <p:nvSpPr>
                <p:cNvPr id="906" name="TextBox 905">
                  <a:extLst>
                    <a:ext uri="{FF2B5EF4-FFF2-40B4-BE49-F238E27FC236}">
                      <a16:creationId xmlns:a16="http://schemas.microsoft.com/office/drawing/2014/main" id="{B438EE42-A2ED-1655-3F1A-BBF196C246CC}"/>
                    </a:ext>
                  </a:extLst>
                </p:cNvPr>
                <p:cNvSpPr txBox="1"/>
                <p:nvPr/>
              </p:nvSpPr>
              <p:spPr>
                <a:xfrm>
                  <a:off x="7043118" y="3048063"/>
                  <a:ext cx="143202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800" dirty="0">
                      <a:latin typeface="+mn-ea"/>
                    </a:rPr>
                    <a:t>+</a:t>
                  </a:r>
                  <a:endParaRPr lang="ko-KR" altLang="en-US" sz="800" dirty="0">
                    <a:latin typeface="+mn-ea"/>
                  </a:endParaRPr>
                </a:p>
              </p:txBody>
            </p:sp>
            <p:sp>
              <p:nvSpPr>
                <p:cNvPr id="908" name="TextBox 907">
                  <a:extLst>
                    <a:ext uri="{FF2B5EF4-FFF2-40B4-BE49-F238E27FC236}">
                      <a16:creationId xmlns:a16="http://schemas.microsoft.com/office/drawing/2014/main" id="{7F28CC5D-2B4E-0D20-09F7-3F78D8F098D7}"/>
                    </a:ext>
                  </a:extLst>
                </p:cNvPr>
                <p:cNvSpPr txBox="1"/>
                <p:nvPr/>
              </p:nvSpPr>
              <p:spPr>
                <a:xfrm>
                  <a:off x="7060697" y="3194511"/>
                  <a:ext cx="114279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800" dirty="0">
                      <a:latin typeface="+mn-ea"/>
                    </a:rPr>
                    <a:t>-</a:t>
                  </a:r>
                  <a:endParaRPr lang="ko-KR" altLang="en-US" sz="800" dirty="0">
                    <a:latin typeface="+mn-ea"/>
                  </a:endParaRPr>
                </a:p>
              </p:txBody>
            </p:sp>
          </p:grpSp>
          <p:cxnSp>
            <p:nvCxnSpPr>
              <p:cNvPr id="870" name="직선 연결선 869">
                <a:extLst>
                  <a:ext uri="{FF2B5EF4-FFF2-40B4-BE49-F238E27FC236}">
                    <a16:creationId xmlns:a16="http://schemas.microsoft.com/office/drawing/2014/main" id="{80F2E407-5706-168D-2D75-34A562C3F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98992" y="2777583"/>
                <a:ext cx="0" cy="6018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1" name="직선 연결선 870">
                <a:extLst>
                  <a:ext uri="{FF2B5EF4-FFF2-40B4-BE49-F238E27FC236}">
                    <a16:creationId xmlns:a16="http://schemas.microsoft.com/office/drawing/2014/main" id="{F9CD241C-D47E-5B59-30CC-D3913D3176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06136" y="3027444"/>
                <a:ext cx="0" cy="6208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2" name="TextBox 871">
                <a:extLst>
                  <a:ext uri="{FF2B5EF4-FFF2-40B4-BE49-F238E27FC236}">
                    <a16:creationId xmlns:a16="http://schemas.microsoft.com/office/drawing/2014/main" id="{FA78D586-3DBF-D6B6-5FC0-DE8781EEF568}"/>
                  </a:ext>
                </a:extLst>
              </p:cNvPr>
              <p:cNvSpPr txBox="1"/>
              <p:nvPr/>
            </p:nvSpPr>
            <p:spPr>
              <a:xfrm>
                <a:off x="9017445" y="2759079"/>
                <a:ext cx="269431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+215V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876" name="TextBox 875">
                <a:extLst>
                  <a:ext uri="{FF2B5EF4-FFF2-40B4-BE49-F238E27FC236}">
                    <a16:creationId xmlns:a16="http://schemas.microsoft.com/office/drawing/2014/main" id="{3EFFA3B3-D311-7167-DE9B-7C1E4B0536FF}"/>
                  </a:ext>
                </a:extLst>
              </p:cNvPr>
              <p:cNvSpPr txBox="1"/>
              <p:nvPr/>
            </p:nvSpPr>
            <p:spPr>
              <a:xfrm>
                <a:off x="9028584" y="3013629"/>
                <a:ext cx="265436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-5V</a:t>
                </a:r>
                <a:endParaRPr lang="ko-KR" altLang="en-US" sz="600" dirty="0">
                  <a:latin typeface="+mn-ea"/>
                </a:endParaRPr>
              </a:p>
            </p:txBody>
          </p:sp>
          <p:cxnSp>
            <p:nvCxnSpPr>
              <p:cNvPr id="877" name="직선 연결선 876">
                <a:extLst>
                  <a:ext uri="{FF2B5EF4-FFF2-40B4-BE49-F238E27FC236}">
                    <a16:creationId xmlns:a16="http://schemas.microsoft.com/office/drawing/2014/main" id="{189FD85F-72B4-5304-C7AB-64C09B5157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9984" y="3163625"/>
                <a:ext cx="79214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8" name="직사각형 877">
                <a:extLst>
                  <a:ext uri="{FF2B5EF4-FFF2-40B4-BE49-F238E27FC236}">
                    <a16:creationId xmlns:a16="http://schemas.microsoft.com/office/drawing/2014/main" id="{C08FA405-DFC5-23E0-8DE9-B72A12CD5BBD}"/>
                  </a:ext>
                </a:extLst>
              </p:cNvPr>
              <p:cNvSpPr/>
              <p:nvPr/>
            </p:nvSpPr>
            <p:spPr>
              <a:xfrm rot="10800000">
                <a:off x="8562034" y="3125789"/>
                <a:ext cx="148730" cy="7486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880" name="직사각형 879">
                <a:extLst>
                  <a:ext uri="{FF2B5EF4-FFF2-40B4-BE49-F238E27FC236}">
                    <a16:creationId xmlns:a16="http://schemas.microsoft.com/office/drawing/2014/main" id="{87C7C383-BE7C-FEF6-9A34-DE247C7BF39A}"/>
                  </a:ext>
                </a:extLst>
              </p:cNvPr>
              <p:cNvSpPr/>
              <p:nvPr/>
            </p:nvSpPr>
            <p:spPr>
              <a:xfrm rot="10800000">
                <a:off x="8958909" y="3126191"/>
                <a:ext cx="148730" cy="7486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cxnSp>
            <p:nvCxnSpPr>
              <p:cNvPr id="881" name="직선 연결선 880">
                <a:extLst>
                  <a:ext uri="{FF2B5EF4-FFF2-40B4-BE49-F238E27FC236}">
                    <a16:creationId xmlns:a16="http://schemas.microsoft.com/office/drawing/2014/main" id="{300DE285-0437-0F23-4557-566B4EAA4F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59352" y="2934931"/>
                <a:ext cx="0" cy="22980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2" name="직선 연결선 881">
                <a:extLst>
                  <a:ext uri="{FF2B5EF4-FFF2-40B4-BE49-F238E27FC236}">
                    <a16:creationId xmlns:a16="http://schemas.microsoft.com/office/drawing/2014/main" id="{581AEC9F-0DD2-ADA1-46B8-72865214C0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59875" y="2934137"/>
                <a:ext cx="21893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6" name="직선 연결선 885">
                <a:extLst>
                  <a:ext uri="{FF2B5EF4-FFF2-40B4-BE49-F238E27FC236}">
                    <a16:creationId xmlns:a16="http://schemas.microsoft.com/office/drawing/2014/main" id="{812A02DF-C143-A66B-C853-0DF4F19FC7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85483" y="3025775"/>
                <a:ext cx="0" cy="13896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7" name="직선 연결선 886">
                <a:extLst>
                  <a:ext uri="{FF2B5EF4-FFF2-40B4-BE49-F238E27FC236}">
                    <a16:creationId xmlns:a16="http://schemas.microsoft.com/office/drawing/2014/main" id="{D868498B-E86C-2F0F-4176-B85132B7B4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82050" y="3021796"/>
                <a:ext cx="635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8" name="직선 연결선 887">
                <a:extLst>
                  <a:ext uri="{FF2B5EF4-FFF2-40B4-BE49-F238E27FC236}">
                    <a16:creationId xmlns:a16="http://schemas.microsoft.com/office/drawing/2014/main" id="{0C4AB4CD-B5E4-3640-554E-536A646E3B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76292" y="2873112"/>
                <a:ext cx="57243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1" name="타원 890">
                <a:extLst>
                  <a:ext uri="{FF2B5EF4-FFF2-40B4-BE49-F238E27FC236}">
                    <a16:creationId xmlns:a16="http://schemas.microsoft.com/office/drawing/2014/main" id="{CB6D0263-7AF6-895C-A449-8DB547E86CA4}"/>
                  </a:ext>
                </a:extLst>
              </p:cNvPr>
              <p:cNvSpPr/>
              <p:nvPr/>
            </p:nvSpPr>
            <p:spPr>
              <a:xfrm>
                <a:off x="9234966" y="2911860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893" name="타원 892">
                <a:extLst>
                  <a:ext uri="{FF2B5EF4-FFF2-40B4-BE49-F238E27FC236}">
                    <a16:creationId xmlns:a16="http://schemas.microsoft.com/office/drawing/2014/main" id="{C23796E5-B767-07CC-4DB6-09E5F2BEAEC0}"/>
                  </a:ext>
                </a:extLst>
              </p:cNvPr>
              <p:cNvSpPr/>
              <p:nvPr/>
            </p:nvSpPr>
            <p:spPr>
              <a:xfrm>
                <a:off x="8762686" y="3141866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894" name="TextBox 893">
                <a:extLst>
                  <a:ext uri="{FF2B5EF4-FFF2-40B4-BE49-F238E27FC236}">
                    <a16:creationId xmlns:a16="http://schemas.microsoft.com/office/drawing/2014/main" id="{4917A927-B121-DAB8-2158-662299679D7E}"/>
                  </a:ext>
                </a:extLst>
              </p:cNvPr>
              <p:cNvSpPr txBox="1"/>
              <p:nvPr/>
            </p:nvSpPr>
            <p:spPr>
              <a:xfrm>
                <a:off x="8575333" y="3196958"/>
                <a:ext cx="20672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2K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896" name="TextBox 895">
                <a:extLst>
                  <a:ext uri="{FF2B5EF4-FFF2-40B4-BE49-F238E27FC236}">
                    <a16:creationId xmlns:a16="http://schemas.microsoft.com/office/drawing/2014/main" id="{8A221260-6D84-BA8C-9531-FF7CF779F8ED}"/>
                  </a:ext>
                </a:extLst>
              </p:cNvPr>
              <p:cNvSpPr txBox="1"/>
              <p:nvPr/>
            </p:nvSpPr>
            <p:spPr>
              <a:xfrm>
                <a:off x="8951570" y="3196958"/>
                <a:ext cx="20672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100K</a:t>
                </a:r>
                <a:endParaRPr lang="ko-KR" altLang="en-US" sz="600" dirty="0">
                  <a:latin typeface="+mn-ea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7" name="TextBox 896">
                    <a:extLst>
                      <a:ext uri="{FF2B5EF4-FFF2-40B4-BE49-F238E27FC236}">
                        <a16:creationId xmlns:a16="http://schemas.microsoft.com/office/drawing/2014/main" id="{6DF64CC8-9101-72EF-A734-B7DB71302A41}"/>
                      </a:ext>
                    </a:extLst>
                  </p:cNvPr>
                  <p:cNvSpPr txBox="1"/>
                  <p:nvPr/>
                </p:nvSpPr>
                <p:spPr>
                  <a:xfrm>
                    <a:off x="8330743" y="2890680"/>
                    <a:ext cx="447815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solidFill>
                          <a:srgbClr val="0070C0"/>
                        </a:solidFill>
                        <a:latin typeface="+mn-ea"/>
                      </a:rPr>
                      <a:t>Vo=51</a:t>
                    </a:r>
                    <a14:m>
                      <m:oMath xmlns:m="http://schemas.openxmlformats.org/officeDocument/2006/math">
                        <m:r>
                          <a:rPr lang="en-US" altLang="ko-KR" sz="6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oMath>
                    </a14:m>
                    <a:r>
                      <a:rPr lang="en-US" altLang="ko-KR" sz="6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V1</a:t>
                    </a:r>
                    <a:endParaRPr lang="ko-KR" altLang="en-US" sz="600" dirty="0">
                      <a:solidFill>
                        <a:srgbClr val="0070C0"/>
                      </a:solidFill>
                      <a:latin typeface="+mn-ea"/>
                    </a:endParaRPr>
                  </a:p>
                </p:txBody>
              </p:sp>
            </mc:Choice>
            <mc:Fallback xmlns="">
              <p:sp>
                <p:nvSpPr>
                  <p:cNvPr id="897" name="TextBox 896">
                    <a:extLst>
                      <a:ext uri="{FF2B5EF4-FFF2-40B4-BE49-F238E27FC236}">
                        <a16:creationId xmlns:a16="http://schemas.microsoft.com/office/drawing/2014/main" id="{6DF64CC8-9101-72EF-A734-B7DB71302A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30743" y="2890680"/>
                    <a:ext cx="447815" cy="9233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0959" t="-40000" b="-53333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00" name="직사각형 899">
                <a:extLst>
                  <a:ext uri="{FF2B5EF4-FFF2-40B4-BE49-F238E27FC236}">
                    <a16:creationId xmlns:a16="http://schemas.microsoft.com/office/drawing/2014/main" id="{7CA16AE1-8908-42B8-B7AA-0F39C6FE6E52}"/>
                  </a:ext>
                </a:extLst>
              </p:cNvPr>
              <p:cNvSpPr/>
              <p:nvPr/>
            </p:nvSpPr>
            <p:spPr>
              <a:xfrm>
                <a:off x="8276293" y="2710908"/>
                <a:ext cx="1052512" cy="577656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</p:grpSp>
        <p:grpSp>
          <p:nvGrpSpPr>
            <p:cNvPr id="919" name="그룹 918">
              <a:extLst>
                <a:ext uri="{FF2B5EF4-FFF2-40B4-BE49-F238E27FC236}">
                  <a16:creationId xmlns:a16="http://schemas.microsoft.com/office/drawing/2014/main" id="{8264E470-DB42-4332-BF02-ADFB22D84BE8}"/>
                </a:ext>
              </a:extLst>
            </p:cNvPr>
            <p:cNvGrpSpPr/>
            <p:nvPr/>
          </p:nvGrpSpPr>
          <p:grpSpPr>
            <a:xfrm>
              <a:off x="6063901" y="4344113"/>
              <a:ext cx="136663" cy="106468"/>
              <a:chOff x="2581137" y="2065628"/>
              <a:chExt cx="136663" cy="106468"/>
            </a:xfrm>
          </p:grpSpPr>
          <p:cxnSp>
            <p:nvCxnSpPr>
              <p:cNvPr id="920" name="직선 연결선 919">
                <a:extLst>
                  <a:ext uri="{FF2B5EF4-FFF2-40B4-BE49-F238E27FC236}">
                    <a16:creationId xmlns:a16="http://schemas.microsoft.com/office/drawing/2014/main" id="{0BD06160-E0A6-950F-D259-685F468B13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1273" y="2065628"/>
                <a:ext cx="0" cy="5628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5" name="직선 연결선 924">
                <a:extLst>
                  <a:ext uri="{FF2B5EF4-FFF2-40B4-BE49-F238E27FC236}">
                    <a16:creationId xmlns:a16="http://schemas.microsoft.com/office/drawing/2014/main" id="{AA372A4E-14BE-400D-3C9A-CA05A2746B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99189" y="2121909"/>
                <a:ext cx="11861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6" name="직선 연결선 925">
                <a:extLst>
                  <a:ext uri="{FF2B5EF4-FFF2-40B4-BE49-F238E27FC236}">
                    <a16:creationId xmlns:a16="http://schemas.microsoft.com/office/drawing/2014/main" id="{D9A36660-4766-13FD-D25A-73357CF07A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22400" y="2121909"/>
                <a:ext cx="49414" cy="494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7" name="직선 연결선 926">
                <a:extLst>
                  <a:ext uri="{FF2B5EF4-FFF2-40B4-BE49-F238E27FC236}">
                    <a16:creationId xmlns:a16="http://schemas.microsoft.com/office/drawing/2014/main" id="{ECBF8AAE-8BC4-E619-8A36-674D5B1487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61263" y="2121910"/>
                <a:ext cx="50186" cy="5018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9" name="직선 연결선 928">
                <a:extLst>
                  <a:ext uri="{FF2B5EF4-FFF2-40B4-BE49-F238E27FC236}">
                    <a16:creationId xmlns:a16="http://schemas.microsoft.com/office/drawing/2014/main" id="{F8EB41AD-FDF2-9FC2-B49F-632CD75646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81137" y="2121909"/>
                <a:ext cx="49602" cy="4960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41" name="TextBox 940">
            <a:extLst>
              <a:ext uri="{FF2B5EF4-FFF2-40B4-BE49-F238E27FC236}">
                <a16:creationId xmlns:a16="http://schemas.microsoft.com/office/drawing/2014/main" id="{7295C04A-9A20-71BC-F223-94DA192012E3}"/>
              </a:ext>
            </a:extLst>
          </p:cNvPr>
          <p:cNvSpPr txBox="1"/>
          <p:nvPr/>
        </p:nvSpPr>
        <p:spPr>
          <a:xfrm>
            <a:off x="6266669" y="3705871"/>
            <a:ext cx="33385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Q_DC-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946" name="그룹 945">
            <a:extLst>
              <a:ext uri="{FF2B5EF4-FFF2-40B4-BE49-F238E27FC236}">
                <a16:creationId xmlns:a16="http://schemas.microsoft.com/office/drawing/2014/main" id="{87A0EA51-1081-F843-3019-39562A57E029}"/>
              </a:ext>
            </a:extLst>
          </p:cNvPr>
          <p:cNvGrpSpPr/>
          <p:nvPr/>
        </p:nvGrpSpPr>
        <p:grpSpPr>
          <a:xfrm>
            <a:off x="4333414" y="4102103"/>
            <a:ext cx="866724" cy="504488"/>
            <a:chOff x="4522045" y="5591176"/>
            <a:chExt cx="866724" cy="504488"/>
          </a:xfrm>
        </p:grpSpPr>
        <p:sp>
          <p:nvSpPr>
            <p:cNvPr id="947" name="TextBox 946">
              <a:extLst>
                <a:ext uri="{FF2B5EF4-FFF2-40B4-BE49-F238E27FC236}">
                  <a16:creationId xmlns:a16="http://schemas.microsoft.com/office/drawing/2014/main" id="{539AA42E-8A66-7844-775B-250EAD5C91F7}"/>
                </a:ext>
              </a:extLst>
            </p:cNvPr>
            <p:cNvSpPr txBox="1"/>
            <p:nvPr/>
          </p:nvSpPr>
          <p:spPr>
            <a:xfrm>
              <a:off x="4844042" y="5764805"/>
              <a:ext cx="3899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n-ea"/>
                </a:rPr>
                <a:t>OP2177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948" name="그룹 947">
              <a:extLst>
                <a:ext uri="{FF2B5EF4-FFF2-40B4-BE49-F238E27FC236}">
                  <a16:creationId xmlns:a16="http://schemas.microsoft.com/office/drawing/2014/main" id="{2DCEAA81-F31E-678F-8009-6E0BAA503D80}"/>
                </a:ext>
              </a:extLst>
            </p:cNvPr>
            <p:cNvGrpSpPr/>
            <p:nvPr/>
          </p:nvGrpSpPr>
          <p:grpSpPr>
            <a:xfrm>
              <a:off x="4953275" y="5648391"/>
              <a:ext cx="283142" cy="328447"/>
              <a:chOff x="7030784" y="3002746"/>
              <a:chExt cx="333378" cy="386718"/>
            </a:xfrm>
          </p:grpSpPr>
          <p:sp>
            <p:nvSpPr>
              <p:cNvPr id="75" name="이등변 삼각형 74">
                <a:extLst>
                  <a:ext uri="{FF2B5EF4-FFF2-40B4-BE49-F238E27FC236}">
                    <a16:creationId xmlns:a16="http://schemas.microsoft.com/office/drawing/2014/main" id="{F2DD9532-FA39-6963-82FC-485207E166B3}"/>
                  </a:ext>
                </a:extLst>
              </p:cNvPr>
              <p:cNvSpPr/>
              <p:nvPr/>
            </p:nvSpPr>
            <p:spPr>
              <a:xfrm rot="5400000">
                <a:off x="7004114" y="3029416"/>
                <a:ext cx="386718" cy="333378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4D38D12-1C0D-E801-44FB-2E74EC1BC1A7}"/>
                  </a:ext>
                </a:extLst>
              </p:cNvPr>
              <p:cNvSpPr txBox="1"/>
              <p:nvPr/>
            </p:nvSpPr>
            <p:spPr>
              <a:xfrm>
                <a:off x="7059785" y="3045682"/>
                <a:ext cx="143202" cy="1449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-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22022F4B-3C97-80A9-E0B2-3E9AC7B34887}"/>
                  </a:ext>
                </a:extLst>
              </p:cNvPr>
              <p:cNvSpPr txBox="1"/>
              <p:nvPr/>
            </p:nvSpPr>
            <p:spPr>
              <a:xfrm>
                <a:off x="7048903" y="3186101"/>
                <a:ext cx="114280" cy="1449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+</a:t>
                </a:r>
                <a:endParaRPr lang="ko-KR" altLang="en-US" sz="800" dirty="0">
                  <a:latin typeface="+mn-ea"/>
                </a:endParaRPr>
              </a:p>
            </p:txBody>
          </p:sp>
        </p:grpSp>
        <p:cxnSp>
          <p:nvCxnSpPr>
            <p:cNvPr id="949" name="직선 연결선 948">
              <a:extLst>
                <a:ext uri="{FF2B5EF4-FFF2-40B4-BE49-F238E27FC236}">
                  <a16:creationId xmlns:a16="http://schemas.microsoft.com/office/drawing/2014/main" id="{194C0FC0-1D9F-C3BA-C9A1-6C38BD567E0F}"/>
                </a:ext>
              </a:extLst>
            </p:cNvPr>
            <p:cNvCxnSpPr>
              <a:cxnSpLocks/>
            </p:cNvCxnSpPr>
            <p:nvPr/>
          </p:nvCxnSpPr>
          <p:spPr>
            <a:xfrm>
              <a:off x="5099492" y="5683490"/>
              <a:ext cx="0" cy="511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직선 연결선 949">
              <a:extLst>
                <a:ext uri="{FF2B5EF4-FFF2-40B4-BE49-F238E27FC236}">
                  <a16:creationId xmlns:a16="http://schemas.microsoft.com/office/drawing/2014/main" id="{CE98D54E-9503-D7DF-2B38-2E9525F42246}"/>
                </a:ext>
              </a:extLst>
            </p:cNvPr>
            <p:cNvCxnSpPr>
              <a:cxnSpLocks/>
            </p:cNvCxnSpPr>
            <p:nvPr/>
          </p:nvCxnSpPr>
          <p:spPr>
            <a:xfrm>
              <a:off x="5099492" y="5889635"/>
              <a:ext cx="0" cy="527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직선 연결선 950">
              <a:extLst>
                <a:ext uri="{FF2B5EF4-FFF2-40B4-BE49-F238E27FC236}">
                  <a16:creationId xmlns:a16="http://schemas.microsoft.com/office/drawing/2014/main" id="{FA09A679-22C5-6D31-0EB8-FECD8A4D74E1}"/>
                </a:ext>
              </a:extLst>
            </p:cNvPr>
            <p:cNvCxnSpPr>
              <a:cxnSpLocks/>
            </p:cNvCxnSpPr>
            <p:nvPr/>
          </p:nvCxnSpPr>
          <p:spPr>
            <a:xfrm>
              <a:off x="4879181" y="5750370"/>
              <a:ext cx="696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직선 연결선 951">
              <a:extLst>
                <a:ext uri="{FF2B5EF4-FFF2-40B4-BE49-F238E27FC236}">
                  <a16:creationId xmlns:a16="http://schemas.microsoft.com/office/drawing/2014/main" id="{D95B2F8A-2490-89CC-DAE0-6881D14E6708}"/>
                </a:ext>
              </a:extLst>
            </p:cNvPr>
            <p:cNvCxnSpPr>
              <a:cxnSpLocks/>
            </p:cNvCxnSpPr>
            <p:nvPr/>
          </p:nvCxnSpPr>
          <p:spPr>
            <a:xfrm>
              <a:off x="5236883" y="5812283"/>
              <a:ext cx="15188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직선 연결선 952">
              <a:extLst>
                <a:ext uri="{FF2B5EF4-FFF2-40B4-BE49-F238E27FC236}">
                  <a16:creationId xmlns:a16="http://schemas.microsoft.com/office/drawing/2014/main" id="{F83452DA-79AA-0CAF-FB0A-B02B99C0BC37}"/>
                </a:ext>
              </a:extLst>
            </p:cNvPr>
            <p:cNvCxnSpPr>
              <a:cxnSpLocks/>
            </p:cNvCxnSpPr>
            <p:nvPr/>
          </p:nvCxnSpPr>
          <p:spPr>
            <a:xfrm>
              <a:off x="4874419" y="5593207"/>
              <a:ext cx="4357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4" name="직선 연결선 953">
              <a:extLst>
                <a:ext uri="{FF2B5EF4-FFF2-40B4-BE49-F238E27FC236}">
                  <a16:creationId xmlns:a16="http://schemas.microsoft.com/office/drawing/2014/main" id="{6F959789-528E-4E64-4316-DF9B6322AA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6766" y="5595938"/>
              <a:ext cx="0" cy="2190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5" name="직선 연결선 954">
              <a:extLst>
                <a:ext uri="{FF2B5EF4-FFF2-40B4-BE49-F238E27FC236}">
                  <a16:creationId xmlns:a16="http://schemas.microsoft.com/office/drawing/2014/main" id="{4F087C36-38F7-0A33-549F-D246B06B35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5759" y="5591176"/>
              <a:ext cx="0" cy="1619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6" name="타원 955">
              <a:extLst>
                <a:ext uri="{FF2B5EF4-FFF2-40B4-BE49-F238E27FC236}">
                  <a16:creationId xmlns:a16="http://schemas.microsoft.com/office/drawing/2014/main" id="{37E46BA9-63CC-E65F-5C8F-B58E7B65919B}"/>
                </a:ext>
              </a:extLst>
            </p:cNvPr>
            <p:cNvSpPr/>
            <p:nvPr/>
          </p:nvSpPr>
          <p:spPr>
            <a:xfrm>
              <a:off x="5286049" y="579197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cxnSp>
          <p:nvCxnSpPr>
            <p:cNvPr id="957" name="직선 연결선 956">
              <a:extLst>
                <a:ext uri="{FF2B5EF4-FFF2-40B4-BE49-F238E27FC236}">
                  <a16:creationId xmlns:a16="http://schemas.microsoft.com/office/drawing/2014/main" id="{E608107E-FFBF-42D3-13E5-3C42F185117D}"/>
                </a:ext>
              </a:extLst>
            </p:cNvPr>
            <p:cNvCxnSpPr>
              <a:cxnSpLocks/>
            </p:cNvCxnSpPr>
            <p:nvPr/>
          </p:nvCxnSpPr>
          <p:spPr>
            <a:xfrm>
              <a:off x="4881562" y="5871813"/>
              <a:ext cx="696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8" name="TextBox 957">
              <a:extLst>
                <a:ext uri="{FF2B5EF4-FFF2-40B4-BE49-F238E27FC236}">
                  <a16:creationId xmlns:a16="http://schemas.microsoft.com/office/drawing/2014/main" id="{B725CF5E-D38C-CFD0-9B0B-3586C499003F}"/>
                </a:ext>
              </a:extLst>
            </p:cNvPr>
            <p:cNvSpPr txBox="1"/>
            <p:nvPr/>
          </p:nvSpPr>
          <p:spPr>
            <a:xfrm>
              <a:off x="4522045" y="5818665"/>
              <a:ext cx="394234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solidFill>
                    <a:srgbClr val="0070C0"/>
                  </a:solidFill>
                  <a:latin typeface="+mn-ea"/>
                </a:rPr>
                <a:t>VREF_2048or </a:t>
              </a:r>
              <a:r>
                <a:rPr lang="en-US" altLang="ko-KR" sz="60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+mn-ea"/>
                </a:rPr>
                <a:t>FILN_REF</a:t>
              </a:r>
              <a:endParaRPr lang="ko-KR" altLang="en-US" sz="600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</a:endParaRPr>
            </a:p>
          </p:txBody>
        </p:sp>
        <p:sp>
          <p:nvSpPr>
            <p:cNvPr id="959" name="TextBox 958">
              <a:extLst>
                <a:ext uri="{FF2B5EF4-FFF2-40B4-BE49-F238E27FC236}">
                  <a16:creationId xmlns:a16="http://schemas.microsoft.com/office/drawing/2014/main" id="{DC1F2AD1-2598-1CD8-B981-817CDB07496C}"/>
                </a:ext>
              </a:extLst>
            </p:cNvPr>
            <p:cNvSpPr txBox="1"/>
            <p:nvPr/>
          </p:nvSpPr>
          <p:spPr>
            <a:xfrm>
              <a:off x="5112619" y="5608568"/>
              <a:ext cx="17768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5V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7D3A8BB-E0C7-8C89-3241-A85DF5ECF8A1}"/>
                </a:ext>
              </a:extLst>
            </p:cNvPr>
            <p:cNvSpPr txBox="1"/>
            <p:nvPr/>
          </p:nvSpPr>
          <p:spPr>
            <a:xfrm>
              <a:off x="5112619" y="5913368"/>
              <a:ext cx="17768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0V</a:t>
              </a:r>
              <a:endParaRPr lang="ko-KR" altLang="en-US" sz="600" dirty="0">
                <a:latin typeface="+mn-ea"/>
              </a:endParaRPr>
            </a:p>
          </p:txBody>
        </p:sp>
      </p:grp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1CED0D60-0ACE-2C7F-CFF1-44DC09900163}"/>
              </a:ext>
            </a:extLst>
          </p:cNvPr>
          <p:cNvCxnSpPr>
            <a:cxnSpLocks/>
          </p:cNvCxnSpPr>
          <p:nvPr/>
        </p:nvCxnSpPr>
        <p:spPr>
          <a:xfrm flipV="1">
            <a:off x="4230198" y="3607997"/>
            <a:ext cx="0" cy="10087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85CFD4DD-75DE-3EA5-63FA-368A531DD54F}"/>
              </a:ext>
            </a:extLst>
          </p:cNvPr>
          <p:cNvCxnSpPr>
            <a:cxnSpLocks/>
          </p:cNvCxnSpPr>
          <p:nvPr/>
        </p:nvCxnSpPr>
        <p:spPr>
          <a:xfrm>
            <a:off x="4223770" y="4612919"/>
            <a:ext cx="11559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8A86A7C4-E955-D697-13DE-D5C2B3613710}"/>
              </a:ext>
            </a:extLst>
          </p:cNvPr>
          <p:cNvSpPr txBox="1"/>
          <p:nvPr/>
        </p:nvSpPr>
        <p:spPr>
          <a:xfrm>
            <a:off x="6266668" y="4282133"/>
            <a:ext cx="46988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FIL_OS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07EF5B79-DC06-972C-751F-F4E0C75924EE}"/>
              </a:ext>
            </a:extLst>
          </p:cNvPr>
          <p:cNvGrpSpPr/>
          <p:nvPr/>
        </p:nvGrpSpPr>
        <p:grpSpPr>
          <a:xfrm>
            <a:off x="5188258" y="4738047"/>
            <a:ext cx="1102518" cy="578383"/>
            <a:chOff x="5956020" y="5627044"/>
            <a:chExt cx="1102518" cy="578383"/>
          </a:xfrm>
        </p:grpSpPr>
        <p:grpSp>
          <p:nvGrpSpPr>
            <p:cNvPr id="768" name="그룹 767">
              <a:extLst>
                <a:ext uri="{FF2B5EF4-FFF2-40B4-BE49-F238E27FC236}">
                  <a16:creationId xmlns:a16="http://schemas.microsoft.com/office/drawing/2014/main" id="{27CCF5D7-DAB2-CA57-0A0B-D6DB2BA148F2}"/>
                </a:ext>
              </a:extLst>
            </p:cNvPr>
            <p:cNvGrpSpPr/>
            <p:nvPr/>
          </p:nvGrpSpPr>
          <p:grpSpPr>
            <a:xfrm>
              <a:off x="5956020" y="5627044"/>
              <a:ext cx="1102518" cy="578383"/>
              <a:chOff x="8276292" y="2710908"/>
              <a:chExt cx="1102518" cy="578383"/>
            </a:xfrm>
          </p:grpSpPr>
          <p:sp>
            <p:nvSpPr>
              <p:cNvPr id="770" name="TextBox 769">
                <a:extLst>
                  <a:ext uri="{FF2B5EF4-FFF2-40B4-BE49-F238E27FC236}">
                    <a16:creationId xmlns:a16="http://schemas.microsoft.com/office/drawing/2014/main" id="{D31FCE8C-E107-D506-00DA-0D3A1C61D8D7}"/>
                  </a:ext>
                </a:extLst>
              </p:cNvPr>
              <p:cNvSpPr txBox="1"/>
              <p:nvPr/>
            </p:nvSpPr>
            <p:spPr>
              <a:xfrm>
                <a:off x="8296277" y="2747141"/>
                <a:ext cx="55865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600" b="1" dirty="0">
                    <a:latin typeface="+mn-ea"/>
                  </a:rPr>
                  <a:t>ADHV4702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771" name="그룹 770">
                <a:extLst>
                  <a:ext uri="{FF2B5EF4-FFF2-40B4-BE49-F238E27FC236}">
                    <a16:creationId xmlns:a16="http://schemas.microsoft.com/office/drawing/2014/main" id="{440B6AA7-62D7-05E1-6260-161565B016D5}"/>
                  </a:ext>
                </a:extLst>
              </p:cNvPr>
              <p:cNvGrpSpPr/>
              <p:nvPr/>
            </p:nvGrpSpPr>
            <p:grpSpPr>
              <a:xfrm>
                <a:off x="8850646" y="2757688"/>
                <a:ext cx="306708" cy="355781"/>
                <a:chOff x="7030784" y="3002746"/>
                <a:chExt cx="306708" cy="355781"/>
              </a:xfrm>
            </p:grpSpPr>
            <p:sp>
              <p:nvSpPr>
                <p:cNvPr id="795" name="이등변 삼각형 794">
                  <a:extLst>
                    <a:ext uri="{FF2B5EF4-FFF2-40B4-BE49-F238E27FC236}">
                      <a16:creationId xmlns:a16="http://schemas.microsoft.com/office/drawing/2014/main" id="{347D57CF-CE04-E5CD-3AD0-8DFF8CAEBE27}"/>
                    </a:ext>
                  </a:extLst>
                </p:cNvPr>
                <p:cNvSpPr/>
                <p:nvPr/>
              </p:nvSpPr>
              <p:spPr>
                <a:xfrm rot="5400000">
                  <a:off x="7006247" y="3027283"/>
                  <a:ext cx="355781" cy="306708"/>
                </a:xfrm>
                <a:prstGeom prst="triangl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latin typeface="+mn-ea"/>
                  </a:endParaRPr>
                </a:p>
              </p:txBody>
            </p:sp>
            <p:sp>
              <p:nvSpPr>
                <p:cNvPr id="796" name="TextBox 795">
                  <a:extLst>
                    <a:ext uri="{FF2B5EF4-FFF2-40B4-BE49-F238E27FC236}">
                      <a16:creationId xmlns:a16="http://schemas.microsoft.com/office/drawing/2014/main" id="{CF5A1AD0-7BCC-E3F7-A3BF-200D6B56B146}"/>
                    </a:ext>
                  </a:extLst>
                </p:cNvPr>
                <p:cNvSpPr txBox="1"/>
                <p:nvPr/>
              </p:nvSpPr>
              <p:spPr>
                <a:xfrm>
                  <a:off x="7043118" y="3048063"/>
                  <a:ext cx="143202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800" dirty="0">
                      <a:latin typeface="+mn-ea"/>
                    </a:rPr>
                    <a:t>+</a:t>
                  </a:r>
                  <a:endParaRPr lang="ko-KR" altLang="en-US" sz="800" dirty="0">
                    <a:latin typeface="+mn-ea"/>
                  </a:endParaRPr>
                </a:p>
              </p:txBody>
            </p:sp>
            <p:sp>
              <p:nvSpPr>
                <p:cNvPr id="797" name="TextBox 796">
                  <a:extLst>
                    <a:ext uri="{FF2B5EF4-FFF2-40B4-BE49-F238E27FC236}">
                      <a16:creationId xmlns:a16="http://schemas.microsoft.com/office/drawing/2014/main" id="{6AEE9D3E-A36B-684E-2D8E-643F81335504}"/>
                    </a:ext>
                  </a:extLst>
                </p:cNvPr>
                <p:cNvSpPr txBox="1"/>
                <p:nvPr/>
              </p:nvSpPr>
              <p:spPr>
                <a:xfrm>
                  <a:off x="7060697" y="3194511"/>
                  <a:ext cx="114279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800" dirty="0">
                      <a:latin typeface="+mn-ea"/>
                    </a:rPr>
                    <a:t>-</a:t>
                  </a:r>
                  <a:endParaRPr lang="ko-KR" altLang="en-US" sz="800" dirty="0">
                    <a:latin typeface="+mn-ea"/>
                  </a:endParaRPr>
                </a:p>
              </p:txBody>
            </p:sp>
          </p:grpSp>
          <p:cxnSp>
            <p:nvCxnSpPr>
              <p:cNvPr id="773" name="직선 연결선 772">
                <a:extLst>
                  <a:ext uri="{FF2B5EF4-FFF2-40B4-BE49-F238E27FC236}">
                    <a16:creationId xmlns:a16="http://schemas.microsoft.com/office/drawing/2014/main" id="{5D9B69C9-1E72-351D-1FD8-14DC3E9274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98992" y="2777583"/>
                <a:ext cx="0" cy="6018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4" name="직선 연결선 773">
                <a:extLst>
                  <a:ext uri="{FF2B5EF4-FFF2-40B4-BE49-F238E27FC236}">
                    <a16:creationId xmlns:a16="http://schemas.microsoft.com/office/drawing/2014/main" id="{835B26DB-3F94-C43B-DE03-DA78E774FB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06136" y="3027444"/>
                <a:ext cx="0" cy="6208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5" name="TextBox 774">
                <a:extLst>
                  <a:ext uri="{FF2B5EF4-FFF2-40B4-BE49-F238E27FC236}">
                    <a16:creationId xmlns:a16="http://schemas.microsoft.com/office/drawing/2014/main" id="{EB17519B-20F8-D4EE-0774-FCF9E857C3BD}"/>
                  </a:ext>
                </a:extLst>
              </p:cNvPr>
              <p:cNvSpPr txBox="1"/>
              <p:nvPr/>
            </p:nvSpPr>
            <p:spPr>
              <a:xfrm>
                <a:off x="9017445" y="2759079"/>
                <a:ext cx="269431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+110V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777" name="TextBox 776">
                <a:extLst>
                  <a:ext uri="{FF2B5EF4-FFF2-40B4-BE49-F238E27FC236}">
                    <a16:creationId xmlns:a16="http://schemas.microsoft.com/office/drawing/2014/main" id="{A2295A3B-E8CB-13AC-3D30-292A369E82C4}"/>
                  </a:ext>
                </a:extLst>
              </p:cNvPr>
              <p:cNvSpPr txBox="1"/>
              <p:nvPr/>
            </p:nvSpPr>
            <p:spPr>
              <a:xfrm>
                <a:off x="9028584" y="3013629"/>
                <a:ext cx="265436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-5V</a:t>
                </a:r>
                <a:endParaRPr lang="ko-KR" altLang="en-US" sz="600" dirty="0">
                  <a:latin typeface="+mn-ea"/>
                </a:endParaRPr>
              </a:p>
            </p:txBody>
          </p:sp>
          <p:cxnSp>
            <p:nvCxnSpPr>
              <p:cNvPr id="778" name="직선 연결선 777">
                <a:extLst>
                  <a:ext uri="{FF2B5EF4-FFF2-40B4-BE49-F238E27FC236}">
                    <a16:creationId xmlns:a16="http://schemas.microsoft.com/office/drawing/2014/main" id="{6A241ADC-D578-1D08-3BF2-6170A9C459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9984" y="3163625"/>
                <a:ext cx="79214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9" name="직사각형 778">
                <a:extLst>
                  <a:ext uri="{FF2B5EF4-FFF2-40B4-BE49-F238E27FC236}">
                    <a16:creationId xmlns:a16="http://schemas.microsoft.com/office/drawing/2014/main" id="{78EB8718-A0DA-5292-ECF1-346087252FEC}"/>
                  </a:ext>
                </a:extLst>
              </p:cNvPr>
              <p:cNvSpPr/>
              <p:nvPr/>
            </p:nvSpPr>
            <p:spPr>
              <a:xfrm rot="10800000">
                <a:off x="8562034" y="3125789"/>
                <a:ext cx="148730" cy="7486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780" name="직사각형 779">
                <a:extLst>
                  <a:ext uri="{FF2B5EF4-FFF2-40B4-BE49-F238E27FC236}">
                    <a16:creationId xmlns:a16="http://schemas.microsoft.com/office/drawing/2014/main" id="{B2F26ACE-F871-08CB-E6E5-A84AEB292A3B}"/>
                  </a:ext>
                </a:extLst>
              </p:cNvPr>
              <p:cNvSpPr/>
              <p:nvPr/>
            </p:nvSpPr>
            <p:spPr>
              <a:xfrm rot="10800000">
                <a:off x="8958909" y="3126191"/>
                <a:ext cx="148730" cy="7486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cxnSp>
            <p:nvCxnSpPr>
              <p:cNvPr id="781" name="직선 연결선 780">
                <a:extLst>
                  <a:ext uri="{FF2B5EF4-FFF2-40B4-BE49-F238E27FC236}">
                    <a16:creationId xmlns:a16="http://schemas.microsoft.com/office/drawing/2014/main" id="{507A0143-3C33-D615-2865-33C17C57EA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59352" y="2934931"/>
                <a:ext cx="0" cy="22980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2" name="직선 연결선 781">
                <a:extLst>
                  <a:ext uri="{FF2B5EF4-FFF2-40B4-BE49-F238E27FC236}">
                    <a16:creationId xmlns:a16="http://schemas.microsoft.com/office/drawing/2014/main" id="{083D4246-F191-B09C-4F41-0D9B20D284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59875" y="2934137"/>
                <a:ext cx="21893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3" name="직선 연결선 782">
                <a:extLst>
                  <a:ext uri="{FF2B5EF4-FFF2-40B4-BE49-F238E27FC236}">
                    <a16:creationId xmlns:a16="http://schemas.microsoft.com/office/drawing/2014/main" id="{6CCDB0FC-270E-4FB2-030E-AEFD21EA91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85483" y="3025775"/>
                <a:ext cx="0" cy="13896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4" name="직선 연결선 783">
                <a:extLst>
                  <a:ext uri="{FF2B5EF4-FFF2-40B4-BE49-F238E27FC236}">
                    <a16:creationId xmlns:a16="http://schemas.microsoft.com/office/drawing/2014/main" id="{73FC4DD8-93BA-485F-6AE4-157393CD88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82050" y="3021796"/>
                <a:ext cx="635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5" name="직선 연결선 784">
                <a:extLst>
                  <a:ext uri="{FF2B5EF4-FFF2-40B4-BE49-F238E27FC236}">
                    <a16:creationId xmlns:a16="http://schemas.microsoft.com/office/drawing/2014/main" id="{9719414A-7018-24A1-62E1-037EE5047D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76292" y="2873112"/>
                <a:ext cx="57243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6" name="타원 785">
                <a:extLst>
                  <a:ext uri="{FF2B5EF4-FFF2-40B4-BE49-F238E27FC236}">
                    <a16:creationId xmlns:a16="http://schemas.microsoft.com/office/drawing/2014/main" id="{C76C4800-3AA7-9973-F1BE-D4822D31EE9F}"/>
                  </a:ext>
                </a:extLst>
              </p:cNvPr>
              <p:cNvSpPr/>
              <p:nvPr/>
            </p:nvSpPr>
            <p:spPr>
              <a:xfrm>
                <a:off x="9234966" y="2911860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787" name="타원 786">
                <a:extLst>
                  <a:ext uri="{FF2B5EF4-FFF2-40B4-BE49-F238E27FC236}">
                    <a16:creationId xmlns:a16="http://schemas.microsoft.com/office/drawing/2014/main" id="{5A83B426-E57E-73A4-91C2-8EEA7E38E797}"/>
                  </a:ext>
                </a:extLst>
              </p:cNvPr>
              <p:cNvSpPr/>
              <p:nvPr/>
            </p:nvSpPr>
            <p:spPr>
              <a:xfrm>
                <a:off x="8762686" y="3141866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788" name="TextBox 787">
                <a:extLst>
                  <a:ext uri="{FF2B5EF4-FFF2-40B4-BE49-F238E27FC236}">
                    <a16:creationId xmlns:a16="http://schemas.microsoft.com/office/drawing/2014/main" id="{2F765E85-AAEA-9959-B7BF-2091BF899FBE}"/>
                  </a:ext>
                </a:extLst>
              </p:cNvPr>
              <p:cNvSpPr txBox="1"/>
              <p:nvPr/>
            </p:nvSpPr>
            <p:spPr>
              <a:xfrm>
                <a:off x="8575333" y="3196958"/>
                <a:ext cx="20672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4K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789" name="TextBox 788">
                <a:extLst>
                  <a:ext uri="{FF2B5EF4-FFF2-40B4-BE49-F238E27FC236}">
                    <a16:creationId xmlns:a16="http://schemas.microsoft.com/office/drawing/2014/main" id="{E61B5E12-1E95-AC57-22D4-843B3E62EC90}"/>
                  </a:ext>
                </a:extLst>
              </p:cNvPr>
              <p:cNvSpPr txBox="1"/>
              <p:nvPr/>
            </p:nvSpPr>
            <p:spPr>
              <a:xfrm>
                <a:off x="8951570" y="3196958"/>
                <a:ext cx="20672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100K</a:t>
                </a:r>
                <a:endParaRPr lang="ko-KR" altLang="en-US" sz="600" dirty="0">
                  <a:latin typeface="+mn-ea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0" name="TextBox 789">
                    <a:extLst>
                      <a:ext uri="{FF2B5EF4-FFF2-40B4-BE49-F238E27FC236}">
                        <a16:creationId xmlns:a16="http://schemas.microsoft.com/office/drawing/2014/main" id="{9B4297C1-ACF6-563B-E1C7-433B748F8FDD}"/>
                      </a:ext>
                    </a:extLst>
                  </p:cNvPr>
                  <p:cNvSpPr txBox="1"/>
                  <p:nvPr/>
                </p:nvSpPr>
                <p:spPr>
                  <a:xfrm>
                    <a:off x="8325980" y="2922633"/>
                    <a:ext cx="409379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solidFill>
                          <a:srgbClr val="0070C0"/>
                        </a:solidFill>
                        <a:latin typeface="+mn-ea"/>
                      </a:rPr>
                      <a:t>Vo=26</a:t>
                    </a:r>
                    <a14:m>
                      <m:oMath xmlns:m="http://schemas.openxmlformats.org/officeDocument/2006/math">
                        <m:r>
                          <a:rPr lang="en-US" altLang="ko-KR" sz="6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oMath>
                    </a14:m>
                    <a:r>
                      <a:rPr lang="en-US" altLang="ko-KR" sz="600" dirty="0">
                        <a:solidFill>
                          <a:srgbClr val="0070C0"/>
                        </a:solidFill>
                        <a:latin typeface="+mn-ea"/>
                      </a:rPr>
                      <a:t>V1</a:t>
                    </a:r>
                    <a:endParaRPr lang="ko-KR" altLang="en-US" sz="600" dirty="0">
                      <a:solidFill>
                        <a:srgbClr val="0070C0"/>
                      </a:solidFill>
                      <a:latin typeface="+mn-ea"/>
                    </a:endParaRPr>
                  </a:p>
                </p:txBody>
              </p:sp>
            </mc:Choice>
            <mc:Fallback xmlns="">
              <p:sp>
                <p:nvSpPr>
                  <p:cNvPr id="790" name="TextBox 789">
                    <a:extLst>
                      <a:ext uri="{FF2B5EF4-FFF2-40B4-BE49-F238E27FC236}">
                        <a16:creationId xmlns:a16="http://schemas.microsoft.com/office/drawing/2014/main" id="{9B4297C1-ACF6-563B-E1C7-433B748F8F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5980" y="2922633"/>
                    <a:ext cx="409379" cy="92333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1940" t="-40000" b="-53333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93" name="직사각형 792">
                <a:extLst>
                  <a:ext uri="{FF2B5EF4-FFF2-40B4-BE49-F238E27FC236}">
                    <a16:creationId xmlns:a16="http://schemas.microsoft.com/office/drawing/2014/main" id="{95111C4C-178B-B47F-59D5-4D45FED3E5D3}"/>
                  </a:ext>
                </a:extLst>
              </p:cNvPr>
              <p:cNvSpPr/>
              <p:nvPr/>
            </p:nvSpPr>
            <p:spPr>
              <a:xfrm>
                <a:off x="8276293" y="2710908"/>
                <a:ext cx="1052512" cy="577656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</p:grp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A4393FEA-83F6-D0B8-0A7B-9AB2A8270F99}"/>
                </a:ext>
              </a:extLst>
            </p:cNvPr>
            <p:cNvGrpSpPr/>
            <p:nvPr/>
          </p:nvGrpSpPr>
          <p:grpSpPr>
            <a:xfrm>
              <a:off x="6063901" y="6077663"/>
              <a:ext cx="136663" cy="106468"/>
              <a:chOff x="2581137" y="2065628"/>
              <a:chExt cx="136663" cy="106468"/>
            </a:xfrm>
          </p:grpSpPr>
          <p:cxnSp>
            <p:nvCxnSpPr>
              <p:cNvPr id="100" name="직선 연결선 99">
                <a:extLst>
                  <a:ext uri="{FF2B5EF4-FFF2-40B4-BE49-F238E27FC236}">
                    <a16:creationId xmlns:a16="http://schemas.microsoft.com/office/drawing/2014/main" id="{61C66D72-2EEE-02CA-7A18-157A8616C4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1273" y="2065628"/>
                <a:ext cx="0" cy="5628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138AF96B-FC5B-0F81-6117-F05B9C8332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99189" y="2121909"/>
                <a:ext cx="11861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4C7CAE55-9FBC-E796-982D-8266BCF7FA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22400" y="2121909"/>
                <a:ext cx="49414" cy="494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BA8F97B9-8E5E-BE3B-C771-A466AF6048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61263" y="2121910"/>
                <a:ext cx="50186" cy="5018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736CADBD-C324-830F-0E20-1EC53BE950F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81137" y="2121909"/>
                <a:ext cx="49602" cy="4960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26AA9263-0A61-F86A-9FF0-4C1B5D324005}"/>
              </a:ext>
            </a:extLst>
          </p:cNvPr>
          <p:cNvCxnSpPr>
            <a:cxnSpLocks/>
          </p:cNvCxnSpPr>
          <p:nvPr/>
        </p:nvCxnSpPr>
        <p:spPr>
          <a:xfrm flipV="1">
            <a:off x="4190432" y="3380351"/>
            <a:ext cx="0" cy="15208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D5FF1B43-578C-8229-2935-E75318C8573B}"/>
              </a:ext>
            </a:extLst>
          </p:cNvPr>
          <p:cNvGrpSpPr/>
          <p:nvPr/>
        </p:nvGrpSpPr>
        <p:grpSpPr>
          <a:xfrm>
            <a:off x="5187966" y="5314310"/>
            <a:ext cx="1102518" cy="578383"/>
            <a:chOff x="5956020" y="5627044"/>
            <a:chExt cx="1102518" cy="578383"/>
          </a:xfrm>
        </p:grpSpPr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0B18D0EE-6B51-CFEC-DDF6-CE85B53C216B}"/>
                </a:ext>
              </a:extLst>
            </p:cNvPr>
            <p:cNvGrpSpPr/>
            <p:nvPr/>
          </p:nvGrpSpPr>
          <p:grpSpPr>
            <a:xfrm>
              <a:off x="5956020" y="5627044"/>
              <a:ext cx="1102518" cy="578383"/>
              <a:chOff x="8276292" y="2710908"/>
              <a:chExt cx="1102518" cy="578383"/>
            </a:xfrm>
          </p:grpSpPr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62DA2239-743E-82B4-8673-4EF83FD63038}"/>
                  </a:ext>
                </a:extLst>
              </p:cNvPr>
              <p:cNvSpPr txBox="1"/>
              <p:nvPr/>
            </p:nvSpPr>
            <p:spPr>
              <a:xfrm>
                <a:off x="8296277" y="2747141"/>
                <a:ext cx="558658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600" b="1" dirty="0">
                    <a:latin typeface="+mn-ea"/>
                  </a:rPr>
                  <a:t>ADHV4702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145" name="그룹 144">
                <a:extLst>
                  <a:ext uri="{FF2B5EF4-FFF2-40B4-BE49-F238E27FC236}">
                    <a16:creationId xmlns:a16="http://schemas.microsoft.com/office/drawing/2014/main" id="{9E2289A2-CC9C-AF2E-FA02-C4D5CE31CB78}"/>
                  </a:ext>
                </a:extLst>
              </p:cNvPr>
              <p:cNvGrpSpPr/>
              <p:nvPr/>
            </p:nvGrpSpPr>
            <p:grpSpPr>
              <a:xfrm>
                <a:off x="8850646" y="2757688"/>
                <a:ext cx="306708" cy="355781"/>
                <a:chOff x="7030784" y="3002746"/>
                <a:chExt cx="306708" cy="355781"/>
              </a:xfrm>
            </p:grpSpPr>
            <p:sp>
              <p:nvSpPr>
                <p:cNvPr id="172" name="이등변 삼각형 171">
                  <a:extLst>
                    <a:ext uri="{FF2B5EF4-FFF2-40B4-BE49-F238E27FC236}">
                      <a16:creationId xmlns:a16="http://schemas.microsoft.com/office/drawing/2014/main" id="{662EAC55-3FDA-3304-CF19-75B2F59F597E}"/>
                    </a:ext>
                  </a:extLst>
                </p:cNvPr>
                <p:cNvSpPr/>
                <p:nvPr/>
              </p:nvSpPr>
              <p:spPr>
                <a:xfrm rot="5400000">
                  <a:off x="7006247" y="3027283"/>
                  <a:ext cx="355781" cy="306708"/>
                </a:xfrm>
                <a:prstGeom prst="triangl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latin typeface="+mn-ea"/>
                  </a:endParaRPr>
                </a:p>
              </p:txBody>
            </p:sp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691CD363-1B9F-2A54-5761-3E7F5ABDF0B0}"/>
                    </a:ext>
                  </a:extLst>
                </p:cNvPr>
                <p:cNvSpPr txBox="1"/>
                <p:nvPr/>
              </p:nvSpPr>
              <p:spPr>
                <a:xfrm>
                  <a:off x="7043118" y="3048063"/>
                  <a:ext cx="143202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800" dirty="0">
                      <a:latin typeface="+mn-ea"/>
                    </a:rPr>
                    <a:t>+</a:t>
                  </a:r>
                  <a:endParaRPr lang="ko-KR" altLang="en-US" sz="800" dirty="0">
                    <a:latin typeface="+mn-ea"/>
                  </a:endParaRPr>
                </a:p>
              </p:txBody>
            </p:sp>
            <p:sp>
              <p:nvSpPr>
                <p:cNvPr id="186" name="TextBox 185">
                  <a:extLst>
                    <a:ext uri="{FF2B5EF4-FFF2-40B4-BE49-F238E27FC236}">
                      <a16:creationId xmlns:a16="http://schemas.microsoft.com/office/drawing/2014/main" id="{4ACFED37-0577-6B4E-F616-F763CE7B45B3}"/>
                    </a:ext>
                  </a:extLst>
                </p:cNvPr>
                <p:cNvSpPr txBox="1"/>
                <p:nvPr/>
              </p:nvSpPr>
              <p:spPr>
                <a:xfrm>
                  <a:off x="7060697" y="3194511"/>
                  <a:ext cx="114279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800" dirty="0">
                      <a:latin typeface="+mn-ea"/>
                    </a:rPr>
                    <a:t>-</a:t>
                  </a:r>
                  <a:endParaRPr lang="ko-KR" altLang="en-US" sz="800" dirty="0">
                    <a:latin typeface="+mn-ea"/>
                  </a:endParaRPr>
                </a:p>
              </p:txBody>
            </p:sp>
          </p:grpSp>
          <p:cxnSp>
            <p:nvCxnSpPr>
              <p:cNvPr id="147" name="직선 연결선 146">
                <a:extLst>
                  <a:ext uri="{FF2B5EF4-FFF2-40B4-BE49-F238E27FC236}">
                    <a16:creationId xmlns:a16="http://schemas.microsoft.com/office/drawing/2014/main" id="{8FC3488F-7814-AD9D-2B16-8807431EE6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98992" y="2777583"/>
                <a:ext cx="0" cy="6018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86522D2B-E1B3-8FAB-000F-4392317295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06136" y="3027444"/>
                <a:ext cx="0" cy="6208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CF061C56-A0B9-0ADB-065A-9B6240915A2B}"/>
                  </a:ext>
                </a:extLst>
              </p:cNvPr>
              <p:cNvSpPr txBox="1"/>
              <p:nvPr/>
            </p:nvSpPr>
            <p:spPr>
              <a:xfrm>
                <a:off x="9017445" y="2759079"/>
                <a:ext cx="269431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+110V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9BB8DF64-AECC-B93B-F844-DCDB694E8448}"/>
                  </a:ext>
                </a:extLst>
              </p:cNvPr>
              <p:cNvSpPr txBox="1"/>
              <p:nvPr/>
            </p:nvSpPr>
            <p:spPr>
              <a:xfrm>
                <a:off x="9028584" y="3013629"/>
                <a:ext cx="265436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-5V</a:t>
                </a:r>
                <a:endParaRPr lang="ko-KR" altLang="en-US" sz="600" dirty="0">
                  <a:latin typeface="+mn-ea"/>
                </a:endParaRPr>
              </a:p>
            </p:txBody>
          </p:sp>
          <p:cxnSp>
            <p:nvCxnSpPr>
              <p:cNvPr id="155" name="직선 연결선 154">
                <a:extLst>
                  <a:ext uri="{FF2B5EF4-FFF2-40B4-BE49-F238E27FC236}">
                    <a16:creationId xmlns:a16="http://schemas.microsoft.com/office/drawing/2014/main" id="{C9E49D01-B06C-9B49-87B5-099F0C940C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9984" y="3163625"/>
                <a:ext cx="79214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직사각형 156">
                <a:extLst>
                  <a:ext uri="{FF2B5EF4-FFF2-40B4-BE49-F238E27FC236}">
                    <a16:creationId xmlns:a16="http://schemas.microsoft.com/office/drawing/2014/main" id="{C33A395A-D050-E592-4A1C-5E293649879C}"/>
                  </a:ext>
                </a:extLst>
              </p:cNvPr>
              <p:cNvSpPr/>
              <p:nvPr/>
            </p:nvSpPr>
            <p:spPr>
              <a:xfrm rot="10800000">
                <a:off x="8562034" y="3125789"/>
                <a:ext cx="148730" cy="7486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159" name="직사각형 158">
                <a:extLst>
                  <a:ext uri="{FF2B5EF4-FFF2-40B4-BE49-F238E27FC236}">
                    <a16:creationId xmlns:a16="http://schemas.microsoft.com/office/drawing/2014/main" id="{8C3D3BFB-D1B8-8AF1-1CB0-5A7E4E50A68D}"/>
                  </a:ext>
                </a:extLst>
              </p:cNvPr>
              <p:cNvSpPr/>
              <p:nvPr/>
            </p:nvSpPr>
            <p:spPr>
              <a:xfrm rot="10800000">
                <a:off x="8958909" y="3126191"/>
                <a:ext cx="148730" cy="7486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cxnSp>
            <p:nvCxnSpPr>
              <p:cNvPr id="160" name="직선 연결선 159">
                <a:extLst>
                  <a:ext uri="{FF2B5EF4-FFF2-40B4-BE49-F238E27FC236}">
                    <a16:creationId xmlns:a16="http://schemas.microsoft.com/office/drawing/2014/main" id="{97961270-113C-0604-1BEB-85BDECDA69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59352" y="2934931"/>
                <a:ext cx="0" cy="22980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>
                <a:extLst>
                  <a:ext uri="{FF2B5EF4-FFF2-40B4-BE49-F238E27FC236}">
                    <a16:creationId xmlns:a16="http://schemas.microsoft.com/office/drawing/2014/main" id="{AD6E60A4-6977-6103-5C72-007730729C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59875" y="2934137"/>
                <a:ext cx="21893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직선 연결선 161">
                <a:extLst>
                  <a:ext uri="{FF2B5EF4-FFF2-40B4-BE49-F238E27FC236}">
                    <a16:creationId xmlns:a16="http://schemas.microsoft.com/office/drawing/2014/main" id="{B4A9AD01-8FA1-AC80-286B-921640461A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85483" y="3025775"/>
                <a:ext cx="0" cy="13896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>
                <a:extLst>
                  <a:ext uri="{FF2B5EF4-FFF2-40B4-BE49-F238E27FC236}">
                    <a16:creationId xmlns:a16="http://schemas.microsoft.com/office/drawing/2014/main" id="{8CF333C8-7232-1CC1-708E-60D5154F1E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82050" y="3021796"/>
                <a:ext cx="635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68EF442E-BF62-47B7-BEEE-88D107F3A8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76292" y="2873112"/>
                <a:ext cx="57243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6" name="타원 165">
                <a:extLst>
                  <a:ext uri="{FF2B5EF4-FFF2-40B4-BE49-F238E27FC236}">
                    <a16:creationId xmlns:a16="http://schemas.microsoft.com/office/drawing/2014/main" id="{9480E51D-9DB3-5D70-CAE7-ADFD92B02CB1}"/>
                  </a:ext>
                </a:extLst>
              </p:cNvPr>
              <p:cNvSpPr/>
              <p:nvPr/>
            </p:nvSpPr>
            <p:spPr>
              <a:xfrm>
                <a:off x="9234966" y="2911860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167" name="타원 166">
                <a:extLst>
                  <a:ext uri="{FF2B5EF4-FFF2-40B4-BE49-F238E27FC236}">
                    <a16:creationId xmlns:a16="http://schemas.microsoft.com/office/drawing/2014/main" id="{E1838F3F-BD6C-6154-74FB-59CC547569F4}"/>
                  </a:ext>
                </a:extLst>
              </p:cNvPr>
              <p:cNvSpPr/>
              <p:nvPr/>
            </p:nvSpPr>
            <p:spPr>
              <a:xfrm>
                <a:off x="8762686" y="3141866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65E0D6AE-954E-4BE4-BE08-D462177B9401}"/>
                  </a:ext>
                </a:extLst>
              </p:cNvPr>
              <p:cNvSpPr txBox="1"/>
              <p:nvPr/>
            </p:nvSpPr>
            <p:spPr>
              <a:xfrm>
                <a:off x="8575333" y="3196958"/>
                <a:ext cx="20672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4K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5BA1F773-6F8D-5AD0-0F19-C4AAA27EF54C}"/>
                  </a:ext>
                </a:extLst>
              </p:cNvPr>
              <p:cNvSpPr txBox="1"/>
              <p:nvPr/>
            </p:nvSpPr>
            <p:spPr>
              <a:xfrm>
                <a:off x="8951570" y="3196958"/>
                <a:ext cx="20672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100K</a:t>
                </a:r>
                <a:endParaRPr lang="ko-KR" altLang="en-US" sz="600" dirty="0">
                  <a:latin typeface="+mn-ea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0" name="TextBox 169">
                    <a:extLst>
                      <a:ext uri="{FF2B5EF4-FFF2-40B4-BE49-F238E27FC236}">
                        <a16:creationId xmlns:a16="http://schemas.microsoft.com/office/drawing/2014/main" id="{352ADD72-D40F-E0B7-DCB7-74CC9A93A28C}"/>
                      </a:ext>
                    </a:extLst>
                  </p:cNvPr>
                  <p:cNvSpPr txBox="1"/>
                  <p:nvPr/>
                </p:nvSpPr>
                <p:spPr>
                  <a:xfrm>
                    <a:off x="8325980" y="2922633"/>
                    <a:ext cx="409379" cy="9233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600" dirty="0">
                        <a:solidFill>
                          <a:srgbClr val="0070C0"/>
                        </a:solidFill>
                        <a:latin typeface="+mn-ea"/>
                      </a:rPr>
                      <a:t>Vo=26</a:t>
                    </a:r>
                    <a14:m>
                      <m:oMath xmlns:m="http://schemas.openxmlformats.org/officeDocument/2006/math">
                        <m:r>
                          <a:rPr lang="en-US" altLang="ko-KR" sz="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oMath>
                    </a14:m>
                    <a:r>
                      <a:rPr lang="en-US" altLang="ko-KR" sz="600" dirty="0">
                        <a:solidFill>
                          <a:srgbClr val="0070C0"/>
                        </a:solidFill>
                        <a:latin typeface="+mn-ea"/>
                      </a:rPr>
                      <a:t>V1</a:t>
                    </a:r>
                    <a:endParaRPr lang="ko-KR" altLang="en-US" sz="600" dirty="0">
                      <a:solidFill>
                        <a:srgbClr val="0070C0"/>
                      </a:solidFill>
                      <a:latin typeface="+mn-ea"/>
                    </a:endParaRPr>
                  </a:p>
                </p:txBody>
              </p:sp>
            </mc:Choice>
            <mc:Fallback xmlns="">
              <p:sp>
                <p:nvSpPr>
                  <p:cNvPr id="170" name="TextBox 169">
                    <a:extLst>
                      <a:ext uri="{FF2B5EF4-FFF2-40B4-BE49-F238E27FC236}">
                        <a16:creationId xmlns:a16="http://schemas.microsoft.com/office/drawing/2014/main" id="{352ADD72-D40F-E0B7-DCB7-74CC9A93A2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25980" y="2922633"/>
                    <a:ext cx="409379" cy="92333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1940" t="-40000" b="-53333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1" name="직사각형 170">
                <a:extLst>
                  <a:ext uri="{FF2B5EF4-FFF2-40B4-BE49-F238E27FC236}">
                    <a16:creationId xmlns:a16="http://schemas.microsoft.com/office/drawing/2014/main" id="{7AE41105-7990-C95D-BC23-63A72EB9F61A}"/>
                  </a:ext>
                </a:extLst>
              </p:cNvPr>
              <p:cNvSpPr/>
              <p:nvPr/>
            </p:nvSpPr>
            <p:spPr>
              <a:xfrm>
                <a:off x="8276293" y="2710908"/>
                <a:ext cx="1052512" cy="577656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</p:grpSp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1C026969-8125-0DB8-EC78-54DAA83E07BF}"/>
                </a:ext>
              </a:extLst>
            </p:cNvPr>
            <p:cNvGrpSpPr/>
            <p:nvPr/>
          </p:nvGrpSpPr>
          <p:grpSpPr>
            <a:xfrm>
              <a:off x="6063901" y="6077663"/>
              <a:ext cx="136663" cy="106468"/>
              <a:chOff x="2581137" y="2065628"/>
              <a:chExt cx="136663" cy="106468"/>
            </a:xfrm>
          </p:grpSpPr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768273E1-227C-D2A1-3C4A-11043360F5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1273" y="2065628"/>
                <a:ext cx="0" cy="5628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직선 연결선 136">
                <a:extLst>
                  <a:ext uri="{FF2B5EF4-FFF2-40B4-BE49-F238E27FC236}">
                    <a16:creationId xmlns:a16="http://schemas.microsoft.com/office/drawing/2014/main" id="{18E7EECA-C201-DA61-629A-B8E6D6AC3A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99189" y="2121909"/>
                <a:ext cx="11861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직선 연결선 138">
                <a:extLst>
                  <a:ext uri="{FF2B5EF4-FFF2-40B4-BE49-F238E27FC236}">
                    <a16:creationId xmlns:a16="http://schemas.microsoft.com/office/drawing/2014/main" id="{B64A52B0-952C-F1C8-55B3-BA3BD23F31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22400" y="2121909"/>
                <a:ext cx="49414" cy="4941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직선 연결선 140">
                <a:extLst>
                  <a:ext uri="{FF2B5EF4-FFF2-40B4-BE49-F238E27FC236}">
                    <a16:creationId xmlns:a16="http://schemas.microsoft.com/office/drawing/2014/main" id="{29203985-AB78-2EC1-C030-1B2799FB50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61263" y="2121910"/>
                <a:ext cx="50186" cy="5018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직선 연결선 141">
                <a:extLst>
                  <a:ext uri="{FF2B5EF4-FFF2-40B4-BE49-F238E27FC236}">
                    <a16:creationId xmlns:a16="http://schemas.microsoft.com/office/drawing/2014/main" id="{7D9C0322-A70C-C387-8438-51832A114DB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81137" y="2121909"/>
                <a:ext cx="49602" cy="4960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802791EB-C085-8ABE-C144-DD0303A3424C}"/>
              </a:ext>
            </a:extLst>
          </p:cNvPr>
          <p:cNvCxnSpPr>
            <a:cxnSpLocks/>
          </p:cNvCxnSpPr>
          <p:nvPr/>
        </p:nvCxnSpPr>
        <p:spPr>
          <a:xfrm>
            <a:off x="4157663" y="5478117"/>
            <a:ext cx="12934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" name="직선 연결선 576">
            <a:extLst>
              <a:ext uri="{FF2B5EF4-FFF2-40B4-BE49-F238E27FC236}">
                <a16:creationId xmlns:a16="http://schemas.microsoft.com/office/drawing/2014/main" id="{2A1874B4-92C3-3CD6-540C-1ADF6452E65B}"/>
              </a:ext>
            </a:extLst>
          </p:cNvPr>
          <p:cNvCxnSpPr>
            <a:cxnSpLocks/>
          </p:cNvCxnSpPr>
          <p:nvPr/>
        </p:nvCxnSpPr>
        <p:spPr>
          <a:xfrm flipV="1">
            <a:off x="4153896" y="3496323"/>
            <a:ext cx="0" cy="19884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6" name="직선 연결선 595">
            <a:extLst>
              <a:ext uri="{FF2B5EF4-FFF2-40B4-BE49-F238E27FC236}">
                <a16:creationId xmlns:a16="http://schemas.microsoft.com/office/drawing/2014/main" id="{16C717EE-E301-34BB-6010-9B0F991FBAA1}"/>
              </a:ext>
            </a:extLst>
          </p:cNvPr>
          <p:cNvCxnSpPr>
            <a:cxnSpLocks/>
          </p:cNvCxnSpPr>
          <p:nvPr/>
        </p:nvCxnSpPr>
        <p:spPr>
          <a:xfrm>
            <a:off x="6266669" y="5536737"/>
            <a:ext cx="8471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8" name="TextBox 597">
            <a:extLst>
              <a:ext uri="{FF2B5EF4-FFF2-40B4-BE49-F238E27FC236}">
                <a16:creationId xmlns:a16="http://schemas.microsoft.com/office/drawing/2014/main" id="{18B9D126-7503-70CD-3ACA-FC5D3D3C2B2F}"/>
              </a:ext>
            </a:extLst>
          </p:cNvPr>
          <p:cNvSpPr txBox="1"/>
          <p:nvPr/>
        </p:nvSpPr>
        <p:spPr>
          <a:xfrm>
            <a:off x="6266668" y="4863158"/>
            <a:ext cx="4807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IONBOX_OS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295967AF-3C6F-78B3-43A9-C68DA01FFA41}"/>
              </a:ext>
            </a:extLst>
          </p:cNvPr>
          <p:cNvSpPr txBox="1"/>
          <p:nvPr/>
        </p:nvSpPr>
        <p:spPr>
          <a:xfrm>
            <a:off x="6266669" y="5429896"/>
            <a:ext cx="33385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LENS_DC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614" name="그룹 613">
            <a:extLst>
              <a:ext uri="{FF2B5EF4-FFF2-40B4-BE49-F238E27FC236}">
                <a16:creationId xmlns:a16="http://schemas.microsoft.com/office/drawing/2014/main" id="{4A47FC74-690B-B68E-9B70-8EF73CF6B02A}"/>
              </a:ext>
            </a:extLst>
          </p:cNvPr>
          <p:cNvGrpSpPr/>
          <p:nvPr/>
        </p:nvGrpSpPr>
        <p:grpSpPr>
          <a:xfrm>
            <a:off x="5281282" y="732276"/>
            <a:ext cx="544727" cy="414525"/>
            <a:chOff x="4844042" y="5591176"/>
            <a:chExt cx="544727" cy="414525"/>
          </a:xfrm>
        </p:grpSpPr>
        <p:sp>
          <p:nvSpPr>
            <p:cNvPr id="615" name="TextBox 614">
              <a:extLst>
                <a:ext uri="{FF2B5EF4-FFF2-40B4-BE49-F238E27FC236}">
                  <a16:creationId xmlns:a16="http://schemas.microsoft.com/office/drawing/2014/main" id="{F042D91F-BBB5-E30C-5554-E1D586E80356}"/>
                </a:ext>
              </a:extLst>
            </p:cNvPr>
            <p:cNvSpPr txBox="1"/>
            <p:nvPr/>
          </p:nvSpPr>
          <p:spPr>
            <a:xfrm>
              <a:off x="4844042" y="5764805"/>
              <a:ext cx="3899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n-ea"/>
                </a:rPr>
                <a:t>OP2177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617" name="그룹 616">
              <a:extLst>
                <a:ext uri="{FF2B5EF4-FFF2-40B4-BE49-F238E27FC236}">
                  <a16:creationId xmlns:a16="http://schemas.microsoft.com/office/drawing/2014/main" id="{9CF0D0CD-992F-CD9D-6514-4F1470F72AE7}"/>
                </a:ext>
              </a:extLst>
            </p:cNvPr>
            <p:cNvGrpSpPr/>
            <p:nvPr/>
          </p:nvGrpSpPr>
          <p:grpSpPr>
            <a:xfrm>
              <a:off x="4953275" y="5648391"/>
              <a:ext cx="283142" cy="328447"/>
              <a:chOff x="7030784" y="3002746"/>
              <a:chExt cx="333378" cy="386718"/>
            </a:xfrm>
          </p:grpSpPr>
          <p:sp>
            <p:nvSpPr>
              <p:cNvPr id="199" name="이등변 삼각형 198">
                <a:extLst>
                  <a:ext uri="{FF2B5EF4-FFF2-40B4-BE49-F238E27FC236}">
                    <a16:creationId xmlns:a16="http://schemas.microsoft.com/office/drawing/2014/main" id="{7385904B-1D5E-0887-E910-C7E674D60F7C}"/>
                  </a:ext>
                </a:extLst>
              </p:cNvPr>
              <p:cNvSpPr/>
              <p:nvPr/>
            </p:nvSpPr>
            <p:spPr>
              <a:xfrm rot="5400000">
                <a:off x="7004114" y="3029416"/>
                <a:ext cx="386718" cy="333378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F6E8AF55-4268-E87A-8D42-9BE84E023716}"/>
                  </a:ext>
                </a:extLst>
              </p:cNvPr>
              <p:cNvSpPr txBox="1"/>
              <p:nvPr/>
            </p:nvSpPr>
            <p:spPr>
              <a:xfrm>
                <a:off x="7059785" y="3045682"/>
                <a:ext cx="143202" cy="1449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-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E2994510-C66D-3962-DB24-9E71173C3965}"/>
                  </a:ext>
                </a:extLst>
              </p:cNvPr>
              <p:cNvSpPr txBox="1"/>
              <p:nvPr/>
            </p:nvSpPr>
            <p:spPr>
              <a:xfrm>
                <a:off x="7048903" y="3186101"/>
                <a:ext cx="114280" cy="1449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+</a:t>
                </a:r>
                <a:endParaRPr lang="ko-KR" altLang="en-US" sz="800" dirty="0">
                  <a:latin typeface="+mn-ea"/>
                </a:endParaRPr>
              </a:p>
            </p:txBody>
          </p:sp>
        </p:grpSp>
        <p:cxnSp>
          <p:nvCxnSpPr>
            <p:cNvPr id="623" name="직선 연결선 622">
              <a:extLst>
                <a:ext uri="{FF2B5EF4-FFF2-40B4-BE49-F238E27FC236}">
                  <a16:creationId xmlns:a16="http://schemas.microsoft.com/office/drawing/2014/main" id="{087F9364-5725-AC75-A31D-0B19754803C7}"/>
                </a:ext>
              </a:extLst>
            </p:cNvPr>
            <p:cNvCxnSpPr>
              <a:cxnSpLocks/>
            </p:cNvCxnSpPr>
            <p:nvPr/>
          </p:nvCxnSpPr>
          <p:spPr>
            <a:xfrm>
              <a:off x="5099492" y="5683490"/>
              <a:ext cx="0" cy="511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직선 연결선 624">
              <a:extLst>
                <a:ext uri="{FF2B5EF4-FFF2-40B4-BE49-F238E27FC236}">
                  <a16:creationId xmlns:a16="http://schemas.microsoft.com/office/drawing/2014/main" id="{EC0D5D3B-B6B1-C353-8D1B-357C295BE396}"/>
                </a:ext>
              </a:extLst>
            </p:cNvPr>
            <p:cNvCxnSpPr>
              <a:cxnSpLocks/>
            </p:cNvCxnSpPr>
            <p:nvPr/>
          </p:nvCxnSpPr>
          <p:spPr>
            <a:xfrm>
              <a:off x="5099492" y="5889635"/>
              <a:ext cx="0" cy="527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직선 연결선 626">
              <a:extLst>
                <a:ext uri="{FF2B5EF4-FFF2-40B4-BE49-F238E27FC236}">
                  <a16:creationId xmlns:a16="http://schemas.microsoft.com/office/drawing/2014/main" id="{AD5871D8-1950-C3C5-E4EA-1D6BF86140DC}"/>
                </a:ext>
              </a:extLst>
            </p:cNvPr>
            <p:cNvCxnSpPr>
              <a:cxnSpLocks/>
            </p:cNvCxnSpPr>
            <p:nvPr/>
          </p:nvCxnSpPr>
          <p:spPr>
            <a:xfrm>
              <a:off x="4879181" y="5750370"/>
              <a:ext cx="696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직선 연결선 632">
              <a:extLst>
                <a:ext uri="{FF2B5EF4-FFF2-40B4-BE49-F238E27FC236}">
                  <a16:creationId xmlns:a16="http://schemas.microsoft.com/office/drawing/2014/main" id="{E33A80F3-E395-3F0F-EC3E-037F2A7BA7DD}"/>
                </a:ext>
              </a:extLst>
            </p:cNvPr>
            <p:cNvCxnSpPr>
              <a:cxnSpLocks/>
            </p:cNvCxnSpPr>
            <p:nvPr/>
          </p:nvCxnSpPr>
          <p:spPr>
            <a:xfrm>
              <a:off x="5236883" y="5812283"/>
              <a:ext cx="15188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직선 연결선 635">
              <a:extLst>
                <a:ext uri="{FF2B5EF4-FFF2-40B4-BE49-F238E27FC236}">
                  <a16:creationId xmlns:a16="http://schemas.microsoft.com/office/drawing/2014/main" id="{64410403-003D-05F2-0FA7-706F08BF7BC3}"/>
                </a:ext>
              </a:extLst>
            </p:cNvPr>
            <p:cNvCxnSpPr>
              <a:cxnSpLocks/>
            </p:cNvCxnSpPr>
            <p:nvPr/>
          </p:nvCxnSpPr>
          <p:spPr>
            <a:xfrm>
              <a:off x="4874419" y="5593207"/>
              <a:ext cx="4357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직선 연결선 636">
              <a:extLst>
                <a:ext uri="{FF2B5EF4-FFF2-40B4-BE49-F238E27FC236}">
                  <a16:creationId xmlns:a16="http://schemas.microsoft.com/office/drawing/2014/main" id="{06BEC333-17F6-F88A-1CBF-DFAF7E792F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06766" y="5595938"/>
              <a:ext cx="0" cy="2190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직선 연결선 191">
              <a:extLst>
                <a:ext uri="{FF2B5EF4-FFF2-40B4-BE49-F238E27FC236}">
                  <a16:creationId xmlns:a16="http://schemas.microsoft.com/office/drawing/2014/main" id="{7ED5CD3F-D5DC-3F46-0812-F6328A49E0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75759" y="5591176"/>
              <a:ext cx="0" cy="1619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타원 193">
              <a:extLst>
                <a:ext uri="{FF2B5EF4-FFF2-40B4-BE49-F238E27FC236}">
                  <a16:creationId xmlns:a16="http://schemas.microsoft.com/office/drawing/2014/main" id="{5D4B67B9-A126-109E-B883-4269D895802A}"/>
                </a:ext>
              </a:extLst>
            </p:cNvPr>
            <p:cNvSpPr/>
            <p:nvPr/>
          </p:nvSpPr>
          <p:spPr>
            <a:xfrm>
              <a:off x="5286049" y="579197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cxnSp>
          <p:nvCxnSpPr>
            <p:cNvPr id="195" name="직선 연결선 194">
              <a:extLst>
                <a:ext uri="{FF2B5EF4-FFF2-40B4-BE49-F238E27FC236}">
                  <a16:creationId xmlns:a16="http://schemas.microsoft.com/office/drawing/2014/main" id="{566A60F1-391C-C335-CB85-52912EEFCBCE}"/>
                </a:ext>
              </a:extLst>
            </p:cNvPr>
            <p:cNvCxnSpPr>
              <a:cxnSpLocks/>
            </p:cNvCxnSpPr>
            <p:nvPr/>
          </p:nvCxnSpPr>
          <p:spPr>
            <a:xfrm>
              <a:off x="4881562" y="5871813"/>
              <a:ext cx="696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A66487F2-1485-801A-6A63-1F0AD9A82B00}"/>
                </a:ext>
              </a:extLst>
            </p:cNvPr>
            <p:cNvSpPr txBox="1"/>
            <p:nvPr/>
          </p:nvSpPr>
          <p:spPr>
            <a:xfrm>
              <a:off x="5112619" y="5608568"/>
              <a:ext cx="17768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5V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9A326586-BCCB-C6A3-0749-890191B6AE67}"/>
                </a:ext>
              </a:extLst>
            </p:cNvPr>
            <p:cNvSpPr txBox="1"/>
            <p:nvPr/>
          </p:nvSpPr>
          <p:spPr>
            <a:xfrm>
              <a:off x="5112619" y="5913368"/>
              <a:ext cx="17768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0V</a:t>
              </a:r>
              <a:endParaRPr lang="ko-KR" altLang="en-US" sz="600" dirty="0">
                <a:latin typeface="+mn-ea"/>
              </a:endParaRPr>
            </a:p>
          </p:txBody>
        </p: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D72FDAC1-A9A0-DD5D-7979-89942A9C9200}"/>
              </a:ext>
            </a:extLst>
          </p:cNvPr>
          <p:cNvGrpSpPr/>
          <p:nvPr/>
        </p:nvGrpSpPr>
        <p:grpSpPr>
          <a:xfrm flipH="1">
            <a:off x="2865308" y="4513950"/>
            <a:ext cx="911339" cy="482496"/>
            <a:chOff x="4477430" y="5508917"/>
            <a:chExt cx="911339" cy="482496"/>
          </a:xfrm>
        </p:grpSpPr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7DB20032-C234-4380-3257-B551CB280B3A}"/>
                </a:ext>
              </a:extLst>
            </p:cNvPr>
            <p:cNvSpPr txBox="1"/>
            <p:nvPr/>
          </p:nvSpPr>
          <p:spPr>
            <a:xfrm>
              <a:off x="4844042" y="5764805"/>
              <a:ext cx="3899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n-ea"/>
                </a:rPr>
                <a:t>OP2177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70F50A7B-3A66-7F5D-8A01-9734D21E42AE}"/>
                </a:ext>
              </a:extLst>
            </p:cNvPr>
            <p:cNvGrpSpPr/>
            <p:nvPr/>
          </p:nvGrpSpPr>
          <p:grpSpPr>
            <a:xfrm>
              <a:off x="4894636" y="5648391"/>
              <a:ext cx="341861" cy="328447"/>
              <a:chOff x="6961652" y="3002746"/>
              <a:chExt cx="402510" cy="386718"/>
            </a:xfrm>
          </p:grpSpPr>
          <p:sp>
            <p:nvSpPr>
              <p:cNvPr id="224" name="이등변 삼각형 223">
                <a:extLst>
                  <a:ext uri="{FF2B5EF4-FFF2-40B4-BE49-F238E27FC236}">
                    <a16:creationId xmlns:a16="http://schemas.microsoft.com/office/drawing/2014/main" id="{ADF54D71-F315-8646-3B75-972C97BBA95D}"/>
                  </a:ext>
                </a:extLst>
              </p:cNvPr>
              <p:cNvSpPr/>
              <p:nvPr/>
            </p:nvSpPr>
            <p:spPr>
              <a:xfrm rot="5400000">
                <a:off x="7004114" y="3029416"/>
                <a:ext cx="386718" cy="333378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90206E43-F032-3400-DC00-D10E2320BB1E}"/>
                  </a:ext>
                </a:extLst>
              </p:cNvPr>
              <p:cNvSpPr txBox="1"/>
              <p:nvPr/>
            </p:nvSpPr>
            <p:spPr>
              <a:xfrm>
                <a:off x="6961652" y="3028861"/>
                <a:ext cx="143206" cy="1449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-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FBCBDB86-1F25-8F34-8DB9-4E33C9ABB684}"/>
                  </a:ext>
                </a:extLst>
              </p:cNvPr>
              <p:cNvSpPr txBox="1"/>
              <p:nvPr/>
            </p:nvSpPr>
            <p:spPr>
              <a:xfrm>
                <a:off x="7006850" y="3202922"/>
                <a:ext cx="114278" cy="1449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+</a:t>
                </a:r>
                <a:endParaRPr lang="ko-KR" altLang="en-US" sz="800" dirty="0">
                  <a:latin typeface="+mn-ea"/>
                </a:endParaRPr>
              </a:p>
            </p:txBody>
          </p:sp>
        </p:grpSp>
        <p:cxnSp>
          <p:nvCxnSpPr>
            <p:cNvPr id="207" name="직선 연결선 206">
              <a:extLst>
                <a:ext uri="{FF2B5EF4-FFF2-40B4-BE49-F238E27FC236}">
                  <a16:creationId xmlns:a16="http://schemas.microsoft.com/office/drawing/2014/main" id="{20788DE1-8E6A-C57C-9E46-D0E565E583D7}"/>
                </a:ext>
              </a:extLst>
            </p:cNvPr>
            <p:cNvCxnSpPr>
              <a:cxnSpLocks/>
            </p:cNvCxnSpPr>
            <p:nvPr/>
          </p:nvCxnSpPr>
          <p:spPr>
            <a:xfrm>
              <a:off x="5099492" y="5683490"/>
              <a:ext cx="0" cy="511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직선 연결선 208">
              <a:extLst>
                <a:ext uri="{FF2B5EF4-FFF2-40B4-BE49-F238E27FC236}">
                  <a16:creationId xmlns:a16="http://schemas.microsoft.com/office/drawing/2014/main" id="{BC8C319C-E464-B8DE-26D5-EF6AD8F93BF8}"/>
                </a:ext>
              </a:extLst>
            </p:cNvPr>
            <p:cNvCxnSpPr>
              <a:cxnSpLocks/>
            </p:cNvCxnSpPr>
            <p:nvPr/>
          </p:nvCxnSpPr>
          <p:spPr>
            <a:xfrm>
              <a:off x="5099492" y="5889635"/>
              <a:ext cx="0" cy="527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직선 연결선 209">
              <a:extLst>
                <a:ext uri="{FF2B5EF4-FFF2-40B4-BE49-F238E27FC236}">
                  <a16:creationId xmlns:a16="http://schemas.microsoft.com/office/drawing/2014/main" id="{302CCD2E-06EE-436B-16E4-F159AA34B25B}"/>
                </a:ext>
              </a:extLst>
            </p:cNvPr>
            <p:cNvCxnSpPr>
              <a:cxnSpLocks/>
            </p:cNvCxnSpPr>
            <p:nvPr/>
          </p:nvCxnSpPr>
          <p:spPr>
            <a:xfrm>
              <a:off x="4879181" y="5738465"/>
              <a:ext cx="696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직선 연결선 210">
              <a:extLst>
                <a:ext uri="{FF2B5EF4-FFF2-40B4-BE49-F238E27FC236}">
                  <a16:creationId xmlns:a16="http://schemas.microsoft.com/office/drawing/2014/main" id="{2EB930AD-E81F-801C-2413-1675201A5AD8}"/>
                </a:ext>
              </a:extLst>
            </p:cNvPr>
            <p:cNvCxnSpPr>
              <a:cxnSpLocks/>
            </p:cNvCxnSpPr>
            <p:nvPr/>
          </p:nvCxnSpPr>
          <p:spPr>
            <a:xfrm>
              <a:off x="5236883" y="5812283"/>
              <a:ext cx="15188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직선 연결선 216">
              <a:extLst>
                <a:ext uri="{FF2B5EF4-FFF2-40B4-BE49-F238E27FC236}">
                  <a16:creationId xmlns:a16="http://schemas.microsoft.com/office/drawing/2014/main" id="{64095304-5AD6-DE1A-CCBA-C96EA99ACFD0}"/>
                </a:ext>
              </a:extLst>
            </p:cNvPr>
            <p:cNvCxnSpPr>
              <a:cxnSpLocks/>
            </p:cNvCxnSpPr>
            <p:nvPr/>
          </p:nvCxnSpPr>
          <p:spPr>
            <a:xfrm>
              <a:off x="4881562" y="5888480"/>
              <a:ext cx="696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442A9E52-C0F0-F4A1-7E00-2917F0F1C5DD}"/>
                </a:ext>
              </a:extLst>
            </p:cNvPr>
            <p:cNvSpPr txBox="1"/>
            <p:nvPr/>
          </p:nvSpPr>
          <p:spPr>
            <a:xfrm>
              <a:off x="4477430" y="5841338"/>
              <a:ext cx="37740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VREF_4096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0508DE78-C58E-C347-1A3C-850F24D93B2B}"/>
                </a:ext>
              </a:extLst>
            </p:cNvPr>
            <p:cNvSpPr txBox="1"/>
            <p:nvPr/>
          </p:nvSpPr>
          <p:spPr>
            <a:xfrm>
              <a:off x="5064989" y="5622857"/>
              <a:ext cx="17768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latin typeface="+mn-ea"/>
                </a:rPr>
                <a:t>5V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5E08C192-4696-5C7D-25FC-D41A146419C8}"/>
                </a:ext>
              </a:extLst>
            </p:cNvPr>
            <p:cNvSpPr txBox="1"/>
            <p:nvPr/>
          </p:nvSpPr>
          <p:spPr>
            <a:xfrm>
              <a:off x="5074051" y="5899080"/>
              <a:ext cx="17768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latin typeface="+mn-ea"/>
                </a:rPr>
                <a:t>0V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9FFE6E3D-1078-3076-A174-505A8F78C41A}"/>
                </a:ext>
              </a:extLst>
            </p:cNvPr>
            <p:cNvSpPr txBox="1"/>
            <p:nvPr/>
          </p:nvSpPr>
          <p:spPr>
            <a:xfrm>
              <a:off x="4788551" y="5508917"/>
              <a:ext cx="57550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differential amp </a:t>
              </a:r>
              <a:endParaRPr lang="ko-KR" altLang="en-US" sz="600" dirty="0">
                <a:latin typeface="+mn-ea"/>
              </a:endParaRPr>
            </a:p>
          </p:txBody>
        </p:sp>
      </p:grp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89681F78-E98B-FD8C-8781-34C35959B745}"/>
              </a:ext>
            </a:extLst>
          </p:cNvPr>
          <p:cNvCxnSpPr>
            <a:cxnSpLocks/>
          </p:cNvCxnSpPr>
          <p:nvPr/>
        </p:nvCxnSpPr>
        <p:spPr>
          <a:xfrm flipV="1">
            <a:off x="2296918" y="3489325"/>
            <a:ext cx="0" cy="1334181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직선 연결선 229">
            <a:extLst>
              <a:ext uri="{FF2B5EF4-FFF2-40B4-BE49-F238E27FC236}">
                <a16:creationId xmlns:a16="http://schemas.microsoft.com/office/drawing/2014/main" id="{8BA5BD99-F399-7094-7223-B3728E0CD668}"/>
              </a:ext>
            </a:extLst>
          </p:cNvPr>
          <p:cNvCxnSpPr>
            <a:cxnSpLocks/>
          </p:cNvCxnSpPr>
          <p:nvPr/>
        </p:nvCxnSpPr>
        <p:spPr>
          <a:xfrm>
            <a:off x="3390900" y="4745495"/>
            <a:ext cx="724103" cy="0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TextBox 241">
            <a:extLst>
              <a:ext uri="{FF2B5EF4-FFF2-40B4-BE49-F238E27FC236}">
                <a16:creationId xmlns:a16="http://schemas.microsoft.com/office/drawing/2014/main" id="{FEFFDAC4-C81D-F11A-70FB-079C95362A60}"/>
              </a:ext>
            </a:extLst>
          </p:cNvPr>
          <p:cNvSpPr txBox="1"/>
          <p:nvPr/>
        </p:nvSpPr>
        <p:spPr>
          <a:xfrm>
            <a:off x="5161309" y="6039496"/>
            <a:ext cx="73942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DAC1_VREF (4.096V)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89B22E16-DBB8-3F3F-6753-2BAA8FD4F6DA}"/>
              </a:ext>
            </a:extLst>
          </p:cNvPr>
          <p:cNvSpPr txBox="1"/>
          <p:nvPr/>
        </p:nvSpPr>
        <p:spPr>
          <a:xfrm>
            <a:off x="5860269" y="893372"/>
            <a:ext cx="51617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latin typeface="+mn-ea"/>
              </a:rPr>
              <a:t>VREF_2048</a:t>
            </a:r>
            <a:endParaRPr lang="ko-KR" altLang="en-US" sz="600" b="1" dirty="0">
              <a:latin typeface="+mn-ea"/>
            </a:endParaRPr>
          </a:p>
        </p:txBody>
      </p:sp>
      <p:grpSp>
        <p:nvGrpSpPr>
          <p:cNvPr id="879" name="그룹 878">
            <a:extLst>
              <a:ext uri="{FF2B5EF4-FFF2-40B4-BE49-F238E27FC236}">
                <a16:creationId xmlns:a16="http://schemas.microsoft.com/office/drawing/2014/main" id="{374EDA62-CFAC-6E02-1F91-E51509677FCF}"/>
              </a:ext>
            </a:extLst>
          </p:cNvPr>
          <p:cNvGrpSpPr/>
          <p:nvPr/>
        </p:nvGrpSpPr>
        <p:grpSpPr>
          <a:xfrm>
            <a:off x="6561019" y="1250506"/>
            <a:ext cx="673439" cy="123111"/>
            <a:chOff x="7471789" y="1465418"/>
            <a:chExt cx="673439" cy="123111"/>
          </a:xfrm>
        </p:grpSpPr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66B5FA3B-B2C1-F0E6-E532-4AFC20EC24FA}"/>
                </a:ext>
              </a:extLst>
            </p:cNvPr>
            <p:cNvCxnSpPr>
              <a:cxnSpLocks/>
            </p:cNvCxnSpPr>
            <p:nvPr/>
          </p:nvCxnSpPr>
          <p:spPr>
            <a:xfrm>
              <a:off x="7471789" y="1526974"/>
              <a:ext cx="157162" cy="0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9A22F983-5BE4-D856-7030-74CC42BCB49D}"/>
                </a:ext>
              </a:extLst>
            </p:cNvPr>
            <p:cNvSpPr txBox="1"/>
            <p:nvPr/>
          </p:nvSpPr>
          <p:spPr>
            <a:xfrm>
              <a:off x="7668019" y="1465418"/>
              <a:ext cx="47720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solidFill>
                    <a:srgbClr val="0070C0"/>
                  </a:solidFill>
                  <a:latin typeface="+mn-ea"/>
                </a:rPr>
                <a:t>: R divide</a:t>
              </a:r>
              <a:endParaRPr lang="ko-KR" altLang="en-US" sz="800" dirty="0">
                <a:solidFill>
                  <a:srgbClr val="0070C0"/>
                </a:solidFill>
                <a:latin typeface="+mn-ea"/>
              </a:endParaRPr>
            </a:p>
          </p:txBody>
        </p:sp>
      </p:grpSp>
      <p:sp>
        <p:nvSpPr>
          <p:cNvPr id="253" name="TextBox 252">
            <a:extLst>
              <a:ext uri="{FF2B5EF4-FFF2-40B4-BE49-F238E27FC236}">
                <a16:creationId xmlns:a16="http://schemas.microsoft.com/office/drawing/2014/main" id="{691FE89C-F976-96F3-45FA-2F15AE84FA1A}"/>
              </a:ext>
            </a:extLst>
          </p:cNvPr>
          <p:cNvSpPr txBox="1"/>
          <p:nvPr/>
        </p:nvSpPr>
        <p:spPr>
          <a:xfrm>
            <a:off x="6087029" y="1414730"/>
            <a:ext cx="33385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Q_DC+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254" name="직선 연결선 253">
            <a:extLst>
              <a:ext uri="{FF2B5EF4-FFF2-40B4-BE49-F238E27FC236}">
                <a16:creationId xmlns:a16="http://schemas.microsoft.com/office/drawing/2014/main" id="{A1B63E72-A34E-785A-060D-D4CDDE82D30E}"/>
              </a:ext>
            </a:extLst>
          </p:cNvPr>
          <p:cNvCxnSpPr>
            <a:cxnSpLocks/>
          </p:cNvCxnSpPr>
          <p:nvPr/>
        </p:nvCxnSpPr>
        <p:spPr>
          <a:xfrm>
            <a:off x="5964621" y="1715364"/>
            <a:ext cx="330545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5" name="TextBox 674">
            <a:extLst>
              <a:ext uri="{FF2B5EF4-FFF2-40B4-BE49-F238E27FC236}">
                <a16:creationId xmlns:a16="http://schemas.microsoft.com/office/drawing/2014/main" id="{93BC4A43-6352-ED7F-5DA8-0248B18C83D0}"/>
              </a:ext>
            </a:extLst>
          </p:cNvPr>
          <p:cNvSpPr txBox="1"/>
          <p:nvPr/>
        </p:nvSpPr>
        <p:spPr>
          <a:xfrm>
            <a:off x="6334385" y="1593350"/>
            <a:ext cx="4984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VREF(4.096V)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676" name="직선 연결선 675">
            <a:extLst>
              <a:ext uri="{FF2B5EF4-FFF2-40B4-BE49-F238E27FC236}">
                <a16:creationId xmlns:a16="http://schemas.microsoft.com/office/drawing/2014/main" id="{66F964DF-A2B7-2904-0578-23BC2F72C3A8}"/>
              </a:ext>
            </a:extLst>
          </p:cNvPr>
          <p:cNvCxnSpPr>
            <a:cxnSpLocks/>
          </p:cNvCxnSpPr>
          <p:nvPr/>
        </p:nvCxnSpPr>
        <p:spPr>
          <a:xfrm>
            <a:off x="5966156" y="1644279"/>
            <a:ext cx="354410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4" name="TextBox 683">
            <a:extLst>
              <a:ext uri="{FF2B5EF4-FFF2-40B4-BE49-F238E27FC236}">
                <a16:creationId xmlns:a16="http://schemas.microsoft.com/office/drawing/2014/main" id="{C7923A8D-6F37-3437-F7B1-CC6461764871}"/>
              </a:ext>
            </a:extLst>
          </p:cNvPr>
          <p:cNvSpPr txBox="1"/>
          <p:nvPr/>
        </p:nvSpPr>
        <p:spPr>
          <a:xfrm>
            <a:off x="6326152" y="2183965"/>
            <a:ext cx="32081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+110V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685" name="직선 연결선 684">
            <a:extLst>
              <a:ext uri="{FF2B5EF4-FFF2-40B4-BE49-F238E27FC236}">
                <a16:creationId xmlns:a16="http://schemas.microsoft.com/office/drawing/2014/main" id="{DAAD0E2F-80C3-F76C-720C-6197848EB646}"/>
              </a:ext>
            </a:extLst>
          </p:cNvPr>
          <p:cNvCxnSpPr>
            <a:cxnSpLocks/>
          </p:cNvCxnSpPr>
          <p:nvPr/>
        </p:nvCxnSpPr>
        <p:spPr>
          <a:xfrm>
            <a:off x="5964621" y="2234894"/>
            <a:ext cx="333720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6" name="TextBox 685">
            <a:extLst>
              <a:ext uri="{FF2B5EF4-FFF2-40B4-BE49-F238E27FC236}">
                <a16:creationId xmlns:a16="http://schemas.microsoft.com/office/drawing/2014/main" id="{74AB3AED-2EF2-BA8B-D4CE-66A2FFFA99A2}"/>
              </a:ext>
            </a:extLst>
          </p:cNvPr>
          <p:cNvSpPr txBox="1"/>
          <p:nvPr/>
        </p:nvSpPr>
        <p:spPr>
          <a:xfrm>
            <a:off x="6079952" y="2458622"/>
            <a:ext cx="45925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IONBOX_OS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687" name="직선 연결선 686">
            <a:extLst>
              <a:ext uri="{FF2B5EF4-FFF2-40B4-BE49-F238E27FC236}">
                <a16:creationId xmlns:a16="http://schemas.microsoft.com/office/drawing/2014/main" id="{8645B2B1-96E8-C51D-B7FB-266E4483D0D7}"/>
              </a:ext>
            </a:extLst>
          </p:cNvPr>
          <p:cNvCxnSpPr>
            <a:cxnSpLocks/>
          </p:cNvCxnSpPr>
          <p:nvPr/>
        </p:nvCxnSpPr>
        <p:spPr>
          <a:xfrm>
            <a:off x="5964103" y="2546554"/>
            <a:ext cx="792012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9" name="TextBox 688">
            <a:extLst>
              <a:ext uri="{FF2B5EF4-FFF2-40B4-BE49-F238E27FC236}">
                <a16:creationId xmlns:a16="http://schemas.microsoft.com/office/drawing/2014/main" id="{A3C7AE59-F96C-383C-5CB9-42F79867B205}"/>
              </a:ext>
            </a:extLst>
          </p:cNvPr>
          <p:cNvSpPr txBox="1"/>
          <p:nvPr/>
        </p:nvSpPr>
        <p:spPr>
          <a:xfrm>
            <a:off x="6079952" y="2532895"/>
            <a:ext cx="45925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LENS_DC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690" name="직선 연결선 689">
            <a:extLst>
              <a:ext uri="{FF2B5EF4-FFF2-40B4-BE49-F238E27FC236}">
                <a16:creationId xmlns:a16="http://schemas.microsoft.com/office/drawing/2014/main" id="{9606ADFE-599F-1A2A-201E-A9D61B52286C}"/>
              </a:ext>
            </a:extLst>
          </p:cNvPr>
          <p:cNvCxnSpPr>
            <a:cxnSpLocks/>
          </p:cNvCxnSpPr>
          <p:nvPr/>
        </p:nvCxnSpPr>
        <p:spPr>
          <a:xfrm>
            <a:off x="5964103" y="2614541"/>
            <a:ext cx="749150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2" name="TextBox 691">
            <a:extLst>
              <a:ext uri="{FF2B5EF4-FFF2-40B4-BE49-F238E27FC236}">
                <a16:creationId xmlns:a16="http://schemas.microsoft.com/office/drawing/2014/main" id="{844545B6-8755-1A7D-5621-11ADFDD5FF79}"/>
              </a:ext>
            </a:extLst>
          </p:cNvPr>
          <p:cNvSpPr txBox="1"/>
          <p:nvPr/>
        </p:nvSpPr>
        <p:spPr>
          <a:xfrm>
            <a:off x="6340386" y="2114060"/>
            <a:ext cx="4984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VREF(4.096V)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693" name="직선 연결선 692">
            <a:extLst>
              <a:ext uri="{FF2B5EF4-FFF2-40B4-BE49-F238E27FC236}">
                <a16:creationId xmlns:a16="http://schemas.microsoft.com/office/drawing/2014/main" id="{7B0C662A-F08B-9EED-A97D-781F8D11C5D2}"/>
              </a:ext>
            </a:extLst>
          </p:cNvPr>
          <p:cNvCxnSpPr>
            <a:cxnSpLocks/>
          </p:cNvCxnSpPr>
          <p:nvPr/>
        </p:nvCxnSpPr>
        <p:spPr>
          <a:xfrm>
            <a:off x="5972506" y="2164989"/>
            <a:ext cx="329010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6" name="TextBox 695">
            <a:extLst>
              <a:ext uri="{FF2B5EF4-FFF2-40B4-BE49-F238E27FC236}">
                <a16:creationId xmlns:a16="http://schemas.microsoft.com/office/drawing/2014/main" id="{69435441-3899-3B37-1AA5-48209D5F1E1A}"/>
              </a:ext>
            </a:extLst>
          </p:cNvPr>
          <p:cNvSpPr txBox="1"/>
          <p:nvPr/>
        </p:nvSpPr>
        <p:spPr>
          <a:xfrm>
            <a:off x="6331658" y="2635672"/>
            <a:ext cx="49848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VREF(4.096V)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697" name="직선 연결선 696">
            <a:extLst>
              <a:ext uri="{FF2B5EF4-FFF2-40B4-BE49-F238E27FC236}">
                <a16:creationId xmlns:a16="http://schemas.microsoft.com/office/drawing/2014/main" id="{779F1C8D-845C-F206-F31A-82E5416BEC5C}"/>
              </a:ext>
            </a:extLst>
          </p:cNvPr>
          <p:cNvCxnSpPr>
            <a:cxnSpLocks/>
          </p:cNvCxnSpPr>
          <p:nvPr/>
        </p:nvCxnSpPr>
        <p:spPr>
          <a:xfrm>
            <a:off x="5959806" y="2686601"/>
            <a:ext cx="347266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8" name="TextBox 697">
            <a:extLst>
              <a:ext uri="{FF2B5EF4-FFF2-40B4-BE49-F238E27FC236}">
                <a16:creationId xmlns:a16="http://schemas.microsoft.com/office/drawing/2014/main" id="{237C621B-B301-BA86-12AD-5094312A8DFD}"/>
              </a:ext>
            </a:extLst>
          </p:cNvPr>
          <p:cNvSpPr txBox="1"/>
          <p:nvPr/>
        </p:nvSpPr>
        <p:spPr>
          <a:xfrm>
            <a:off x="6330124" y="2705001"/>
            <a:ext cx="32081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-110V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699" name="직선 연결선 698">
            <a:extLst>
              <a:ext uri="{FF2B5EF4-FFF2-40B4-BE49-F238E27FC236}">
                <a16:creationId xmlns:a16="http://schemas.microsoft.com/office/drawing/2014/main" id="{FDFA6C46-4C55-46EE-C79C-6023FEB39D20}"/>
              </a:ext>
            </a:extLst>
          </p:cNvPr>
          <p:cNvCxnSpPr>
            <a:cxnSpLocks/>
          </p:cNvCxnSpPr>
          <p:nvPr/>
        </p:nvCxnSpPr>
        <p:spPr>
          <a:xfrm>
            <a:off x="5964621" y="2755930"/>
            <a:ext cx="349595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TextBox 277">
            <a:extLst>
              <a:ext uri="{FF2B5EF4-FFF2-40B4-BE49-F238E27FC236}">
                <a16:creationId xmlns:a16="http://schemas.microsoft.com/office/drawing/2014/main" id="{0A253E7A-A253-003E-745C-A85ACF439B55}"/>
              </a:ext>
            </a:extLst>
          </p:cNvPr>
          <p:cNvSpPr txBox="1"/>
          <p:nvPr/>
        </p:nvSpPr>
        <p:spPr>
          <a:xfrm>
            <a:off x="6944324" y="1683930"/>
            <a:ext cx="852531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ratio=0.008, 0~+265V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AC3FB3DB-CF1E-D207-C62C-E2EBDB4BDF40}"/>
              </a:ext>
            </a:extLst>
          </p:cNvPr>
          <p:cNvSpPr txBox="1"/>
          <p:nvPr/>
        </p:nvSpPr>
        <p:spPr>
          <a:xfrm>
            <a:off x="5357296" y="1213568"/>
            <a:ext cx="116754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-2.048V~+2.048V, 18-bit ADC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B5DDE23F-77DE-C323-3419-8D42BEC9610F}"/>
              </a:ext>
            </a:extLst>
          </p:cNvPr>
          <p:cNvSpPr txBox="1"/>
          <p:nvPr/>
        </p:nvSpPr>
        <p:spPr>
          <a:xfrm>
            <a:off x="6944326" y="1603430"/>
            <a:ext cx="85252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ratio=0.332, 0~+6V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377E4F99-840D-0E21-ECF0-ABD1AD8C6E45}"/>
              </a:ext>
            </a:extLst>
          </p:cNvPr>
          <p:cNvSpPr txBox="1"/>
          <p:nvPr/>
        </p:nvSpPr>
        <p:spPr>
          <a:xfrm>
            <a:off x="6944327" y="1456883"/>
            <a:ext cx="93149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ratio=0.008, 0~+256V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E8DDFBF1-5F26-3E7F-107D-5D2F9D442ADD}"/>
              </a:ext>
            </a:extLst>
          </p:cNvPr>
          <p:cNvSpPr txBox="1"/>
          <p:nvPr/>
        </p:nvSpPr>
        <p:spPr>
          <a:xfrm>
            <a:off x="6080591" y="1527546"/>
            <a:ext cx="33385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unused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283" name="직선 연결선 282">
            <a:extLst>
              <a:ext uri="{FF2B5EF4-FFF2-40B4-BE49-F238E27FC236}">
                <a16:creationId xmlns:a16="http://schemas.microsoft.com/office/drawing/2014/main" id="{5BA4F9D0-2200-BD11-B32F-DABF2B281AE7}"/>
              </a:ext>
            </a:extLst>
          </p:cNvPr>
          <p:cNvCxnSpPr>
            <a:cxnSpLocks/>
          </p:cNvCxnSpPr>
          <p:nvPr/>
        </p:nvCxnSpPr>
        <p:spPr>
          <a:xfrm>
            <a:off x="5956964" y="2025877"/>
            <a:ext cx="899164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TextBox 285">
            <a:extLst>
              <a:ext uri="{FF2B5EF4-FFF2-40B4-BE49-F238E27FC236}">
                <a16:creationId xmlns:a16="http://schemas.microsoft.com/office/drawing/2014/main" id="{D58010D7-1DE9-4912-913E-40784D3A32F0}"/>
              </a:ext>
            </a:extLst>
          </p:cNvPr>
          <p:cNvSpPr txBox="1"/>
          <p:nvPr/>
        </p:nvSpPr>
        <p:spPr>
          <a:xfrm>
            <a:off x="6084134" y="1936357"/>
            <a:ext cx="33385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Q_DC-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88C80496-0861-1359-7EA8-5FDDFE55E931}"/>
              </a:ext>
            </a:extLst>
          </p:cNvPr>
          <p:cNvSpPr txBox="1"/>
          <p:nvPr/>
        </p:nvSpPr>
        <p:spPr>
          <a:xfrm>
            <a:off x="6941431" y="1978510"/>
            <a:ext cx="93438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ratio=0.0175, -115~+115V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39339959-7921-094A-D0C3-666539A79D52}"/>
              </a:ext>
            </a:extLst>
          </p:cNvPr>
          <p:cNvSpPr txBox="1"/>
          <p:nvPr/>
        </p:nvSpPr>
        <p:spPr>
          <a:xfrm>
            <a:off x="6944327" y="2193491"/>
            <a:ext cx="87890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ratio=0.008, 0~+256V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291" name="직선 연결선 290">
            <a:extLst>
              <a:ext uri="{FF2B5EF4-FFF2-40B4-BE49-F238E27FC236}">
                <a16:creationId xmlns:a16="http://schemas.microsoft.com/office/drawing/2014/main" id="{63DEA9BB-28AF-26B9-5834-BE760756A749}"/>
              </a:ext>
            </a:extLst>
          </p:cNvPr>
          <p:cNvCxnSpPr>
            <a:cxnSpLocks/>
          </p:cNvCxnSpPr>
          <p:nvPr/>
        </p:nvCxnSpPr>
        <p:spPr>
          <a:xfrm>
            <a:off x="5953421" y="2097313"/>
            <a:ext cx="855082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>
            <a:extLst>
              <a:ext uri="{FF2B5EF4-FFF2-40B4-BE49-F238E27FC236}">
                <a16:creationId xmlns:a16="http://schemas.microsoft.com/office/drawing/2014/main" id="{006B4447-1D3F-A15F-C69F-BB3D31032198}"/>
              </a:ext>
            </a:extLst>
          </p:cNvPr>
          <p:cNvSpPr txBox="1"/>
          <p:nvPr/>
        </p:nvSpPr>
        <p:spPr>
          <a:xfrm>
            <a:off x="6080590" y="2014143"/>
            <a:ext cx="41545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FIL_OS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99" name="타원 298">
            <a:extLst>
              <a:ext uri="{FF2B5EF4-FFF2-40B4-BE49-F238E27FC236}">
                <a16:creationId xmlns:a16="http://schemas.microsoft.com/office/drawing/2014/main" id="{2126C300-F1B8-EF9C-D600-6AC3578EFE21}"/>
              </a:ext>
            </a:extLst>
          </p:cNvPr>
          <p:cNvSpPr/>
          <p:nvPr/>
        </p:nvSpPr>
        <p:spPr>
          <a:xfrm>
            <a:off x="6780516" y="435819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49577DA4-3DEE-920E-030F-68D7BE460DC5}"/>
              </a:ext>
            </a:extLst>
          </p:cNvPr>
          <p:cNvSpPr txBox="1"/>
          <p:nvPr/>
        </p:nvSpPr>
        <p:spPr>
          <a:xfrm>
            <a:off x="6941434" y="2048774"/>
            <a:ext cx="93438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ratio=0.0175, -115~+115V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7A0DBC8E-0693-4A64-635B-8206D93ECED5}"/>
              </a:ext>
            </a:extLst>
          </p:cNvPr>
          <p:cNvSpPr txBox="1"/>
          <p:nvPr/>
        </p:nvSpPr>
        <p:spPr>
          <a:xfrm>
            <a:off x="6941434" y="2118747"/>
            <a:ext cx="8821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ratio=0.332, 0~+6V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B51C78C0-AFDD-7211-3BBB-5F17C23C4166}"/>
              </a:ext>
            </a:extLst>
          </p:cNvPr>
          <p:cNvSpPr txBox="1"/>
          <p:nvPr/>
        </p:nvSpPr>
        <p:spPr>
          <a:xfrm>
            <a:off x="6941434" y="2489841"/>
            <a:ext cx="82908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ratio=0.0175, 0~+115V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EDF1CBD4-C98C-C04B-A2CC-DF07412EB836}"/>
              </a:ext>
            </a:extLst>
          </p:cNvPr>
          <p:cNvSpPr txBox="1"/>
          <p:nvPr/>
        </p:nvSpPr>
        <p:spPr>
          <a:xfrm>
            <a:off x="6941434" y="2553150"/>
            <a:ext cx="83226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ratio=0.0175, 0~+115V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E8F5B766-3C7E-52A2-FDEC-CB7E7DA11210}"/>
              </a:ext>
            </a:extLst>
          </p:cNvPr>
          <p:cNvSpPr txBox="1"/>
          <p:nvPr/>
        </p:nvSpPr>
        <p:spPr>
          <a:xfrm>
            <a:off x="6938981" y="2617822"/>
            <a:ext cx="799131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ratio=0.25, 0~+8V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7C7FD51E-462D-DB7C-8D93-68709402CC6D}"/>
              </a:ext>
            </a:extLst>
          </p:cNvPr>
          <p:cNvSpPr txBox="1"/>
          <p:nvPr/>
        </p:nvSpPr>
        <p:spPr>
          <a:xfrm>
            <a:off x="6940355" y="2691256"/>
            <a:ext cx="104924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ratio=0.0175, -115~+115V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28585700-0C74-8491-EA44-E0DD2A75CEC8}"/>
              </a:ext>
            </a:extLst>
          </p:cNvPr>
          <p:cNvSpPr txBox="1"/>
          <p:nvPr/>
        </p:nvSpPr>
        <p:spPr>
          <a:xfrm>
            <a:off x="4026338" y="1429012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+3.3V</a:t>
            </a:r>
            <a:endParaRPr lang="ko-KR" altLang="en-US" sz="800" dirty="0">
              <a:latin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18C893A-EE9D-59A7-1A85-CAD39506A8F1}"/>
              </a:ext>
            </a:extLst>
          </p:cNvPr>
          <p:cNvSpPr/>
          <p:nvPr/>
        </p:nvSpPr>
        <p:spPr>
          <a:xfrm>
            <a:off x="8223155" y="3998409"/>
            <a:ext cx="789794" cy="32039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MEV1D2409SC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(isolated DCDC)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30C2922-780B-0483-3F13-A9A077D1C2EE}"/>
              </a:ext>
            </a:extLst>
          </p:cNvPr>
          <p:cNvSpPr/>
          <p:nvPr/>
        </p:nvSpPr>
        <p:spPr>
          <a:xfrm>
            <a:off x="8223155" y="310650"/>
            <a:ext cx="789793" cy="32039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MEV1D2409SC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(isolated DCDC)</a:t>
            </a:r>
          </a:p>
        </p:txBody>
      </p:sp>
      <p:grpSp>
        <p:nvGrpSpPr>
          <p:cNvPr id="805" name="그룹 804">
            <a:extLst>
              <a:ext uri="{FF2B5EF4-FFF2-40B4-BE49-F238E27FC236}">
                <a16:creationId xmlns:a16="http://schemas.microsoft.com/office/drawing/2014/main" id="{9CD91DBD-F0AC-57EB-FB54-F63DF9E587B5}"/>
              </a:ext>
            </a:extLst>
          </p:cNvPr>
          <p:cNvGrpSpPr/>
          <p:nvPr/>
        </p:nvGrpSpPr>
        <p:grpSpPr>
          <a:xfrm>
            <a:off x="8409331" y="1797667"/>
            <a:ext cx="502518" cy="558868"/>
            <a:chOff x="9466531" y="2089785"/>
            <a:chExt cx="502518" cy="558868"/>
          </a:xfrm>
        </p:grpSpPr>
        <p:sp>
          <p:nvSpPr>
            <p:cNvPr id="318" name="직사각형 317">
              <a:extLst>
                <a:ext uri="{FF2B5EF4-FFF2-40B4-BE49-F238E27FC236}">
                  <a16:creationId xmlns:a16="http://schemas.microsoft.com/office/drawing/2014/main" id="{A08047A6-C67F-127F-CE1A-45FEEE399569}"/>
                </a:ext>
              </a:extLst>
            </p:cNvPr>
            <p:cNvSpPr/>
            <p:nvPr/>
          </p:nvSpPr>
          <p:spPr>
            <a:xfrm>
              <a:off x="9466531" y="2198968"/>
              <a:ext cx="502518" cy="34619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7F4D857F-B2B2-58FB-A19B-554CC800E863}"/>
                </a:ext>
              </a:extLst>
            </p:cNvPr>
            <p:cNvSpPr txBox="1"/>
            <p:nvPr/>
          </p:nvSpPr>
          <p:spPr>
            <a:xfrm>
              <a:off x="9466531" y="2089785"/>
              <a:ext cx="477156" cy="923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>
                  <a:latin typeface="+mn-ea"/>
                </a:rPr>
                <a:t>ISC1540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709" name="TextBox 708">
              <a:extLst>
                <a:ext uri="{FF2B5EF4-FFF2-40B4-BE49-F238E27FC236}">
                  <a16:creationId xmlns:a16="http://schemas.microsoft.com/office/drawing/2014/main" id="{38520D37-C74D-B81B-B26A-0FF06DD6EA96}"/>
                </a:ext>
              </a:extLst>
            </p:cNvPr>
            <p:cNvSpPr txBox="1"/>
            <p:nvPr/>
          </p:nvSpPr>
          <p:spPr>
            <a:xfrm>
              <a:off x="9500045" y="2220358"/>
              <a:ext cx="2998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V1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11" name="TextBox 710">
              <a:extLst>
                <a:ext uri="{FF2B5EF4-FFF2-40B4-BE49-F238E27FC236}">
                  <a16:creationId xmlns:a16="http://schemas.microsoft.com/office/drawing/2014/main" id="{9AFC18CA-109D-C22D-61B8-3B708B018929}"/>
                </a:ext>
              </a:extLst>
            </p:cNvPr>
            <p:cNvSpPr txBox="1"/>
            <p:nvPr/>
          </p:nvSpPr>
          <p:spPr>
            <a:xfrm>
              <a:off x="9500045" y="2431534"/>
              <a:ext cx="2998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I2C1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12" name="TextBox 711">
              <a:extLst>
                <a:ext uri="{FF2B5EF4-FFF2-40B4-BE49-F238E27FC236}">
                  <a16:creationId xmlns:a16="http://schemas.microsoft.com/office/drawing/2014/main" id="{D5614D29-5FDC-ADD8-4848-A0DF97B6D2D4}"/>
                </a:ext>
              </a:extLst>
            </p:cNvPr>
            <p:cNvSpPr txBox="1"/>
            <p:nvPr/>
          </p:nvSpPr>
          <p:spPr>
            <a:xfrm>
              <a:off x="9760294" y="2220358"/>
              <a:ext cx="17911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V2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14" name="TextBox 713">
              <a:extLst>
                <a:ext uri="{FF2B5EF4-FFF2-40B4-BE49-F238E27FC236}">
                  <a16:creationId xmlns:a16="http://schemas.microsoft.com/office/drawing/2014/main" id="{2724374F-A1F8-95EB-DCEC-6F7A0CA78B25}"/>
                </a:ext>
              </a:extLst>
            </p:cNvPr>
            <p:cNvSpPr txBox="1"/>
            <p:nvPr/>
          </p:nvSpPr>
          <p:spPr>
            <a:xfrm>
              <a:off x="9738071" y="2431534"/>
              <a:ext cx="20134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I2C2</a:t>
              </a:r>
              <a:endParaRPr lang="ko-KR" altLang="en-US" sz="600" dirty="0">
                <a:latin typeface="+mn-ea"/>
              </a:endParaRPr>
            </a:p>
          </p:txBody>
        </p:sp>
        <p:cxnSp>
          <p:nvCxnSpPr>
            <p:cNvPr id="769" name="직선 연결선 768">
              <a:extLst>
                <a:ext uri="{FF2B5EF4-FFF2-40B4-BE49-F238E27FC236}">
                  <a16:creationId xmlns:a16="http://schemas.microsoft.com/office/drawing/2014/main" id="{654F1447-6112-4257-F198-BE8784FE392A}"/>
                </a:ext>
              </a:extLst>
            </p:cNvPr>
            <p:cNvCxnSpPr>
              <a:cxnSpLocks/>
            </p:cNvCxnSpPr>
            <p:nvPr/>
          </p:nvCxnSpPr>
          <p:spPr>
            <a:xfrm>
              <a:off x="9671394" y="2236728"/>
              <a:ext cx="0" cy="2871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직선 연결선 771">
              <a:extLst>
                <a:ext uri="{FF2B5EF4-FFF2-40B4-BE49-F238E27FC236}">
                  <a16:creationId xmlns:a16="http://schemas.microsoft.com/office/drawing/2014/main" id="{C9980C6D-1327-8983-5FBC-BEF12B839015}"/>
                </a:ext>
              </a:extLst>
            </p:cNvPr>
            <p:cNvCxnSpPr>
              <a:cxnSpLocks/>
            </p:cNvCxnSpPr>
            <p:nvPr/>
          </p:nvCxnSpPr>
          <p:spPr>
            <a:xfrm>
              <a:off x="9766644" y="2236728"/>
              <a:ext cx="0" cy="28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6" name="TextBox 775">
              <a:extLst>
                <a:ext uri="{FF2B5EF4-FFF2-40B4-BE49-F238E27FC236}">
                  <a16:creationId xmlns:a16="http://schemas.microsoft.com/office/drawing/2014/main" id="{44BC6311-676A-05E4-2958-DB5C0ACEC450}"/>
                </a:ext>
              </a:extLst>
            </p:cNvPr>
            <p:cNvSpPr txBox="1"/>
            <p:nvPr/>
          </p:nvSpPr>
          <p:spPr>
            <a:xfrm rot="16200000">
              <a:off x="9547671" y="2332581"/>
              <a:ext cx="33009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+mn-ea"/>
                </a:rPr>
                <a:t>isolation</a:t>
              </a:r>
              <a:endParaRPr lang="ko-KR" altLang="en-US" sz="6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898" name="TextBox 897">
              <a:extLst>
                <a:ext uri="{FF2B5EF4-FFF2-40B4-BE49-F238E27FC236}">
                  <a16:creationId xmlns:a16="http://schemas.microsoft.com/office/drawing/2014/main" id="{F45A91B2-BDFD-2AA2-86B6-4EE43CF1AAAA}"/>
                </a:ext>
              </a:extLst>
            </p:cNvPr>
            <p:cNvSpPr txBox="1"/>
            <p:nvPr/>
          </p:nvSpPr>
          <p:spPr>
            <a:xfrm>
              <a:off x="9466534" y="2556320"/>
              <a:ext cx="359552" cy="923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>
                  <a:latin typeface="+mn-ea"/>
                </a:rPr>
                <a:t>U136</a:t>
              </a:r>
              <a:endParaRPr lang="ko-KR" altLang="en-US" sz="600" b="1" dirty="0">
                <a:latin typeface="+mn-ea"/>
              </a:endParaRPr>
            </a:p>
          </p:txBody>
        </p:sp>
      </p:grpSp>
      <p:grpSp>
        <p:nvGrpSpPr>
          <p:cNvPr id="806" name="그룹 805">
            <a:extLst>
              <a:ext uri="{FF2B5EF4-FFF2-40B4-BE49-F238E27FC236}">
                <a16:creationId xmlns:a16="http://schemas.microsoft.com/office/drawing/2014/main" id="{BB327624-9D14-9555-734C-17901D2D674B}"/>
              </a:ext>
            </a:extLst>
          </p:cNvPr>
          <p:cNvGrpSpPr/>
          <p:nvPr/>
        </p:nvGrpSpPr>
        <p:grpSpPr>
          <a:xfrm>
            <a:off x="8406352" y="2801907"/>
            <a:ext cx="505497" cy="557273"/>
            <a:chOff x="9463552" y="2094548"/>
            <a:chExt cx="505497" cy="557273"/>
          </a:xfrm>
        </p:grpSpPr>
        <p:sp>
          <p:nvSpPr>
            <p:cNvPr id="809" name="직사각형 808">
              <a:extLst>
                <a:ext uri="{FF2B5EF4-FFF2-40B4-BE49-F238E27FC236}">
                  <a16:creationId xmlns:a16="http://schemas.microsoft.com/office/drawing/2014/main" id="{92782B47-D0AA-075D-5BDC-A48CB40875CF}"/>
                </a:ext>
              </a:extLst>
            </p:cNvPr>
            <p:cNvSpPr/>
            <p:nvPr/>
          </p:nvSpPr>
          <p:spPr>
            <a:xfrm>
              <a:off x="9466531" y="2198968"/>
              <a:ext cx="502518" cy="34619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810" name="TextBox 809">
              <a:extLst>
                <a:ext uri="{FF2B5EF4-FFF2-40B4-BE49-F238E27FC236}">
                  <a16:creationId xmlns:a16="http://schemas.microsoft.com/office/drawing/2014/main" id="{432399AE-4FB5-9A00-3EAB-44A4F6C8C4C7}"/>
                </a:ext>
              </a:extLst>
            </p:cNvPr>
            <p:cNvSpPr txBox="1"/>
            <p:nvPr/>
          </p:nvSpPr>
          <p:spPr>
            <a:xfrm>
              <a:off x="9466530" y="2094548"/>
              <a:ext cx="449003" cy="923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>
                  <a:latin typeface="+mn-ea"/>
                </a:rPr>
                <a:t>ISC1540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811" name="TextBox 810">
              <a:extLst>
                <a:ext uri="{FF2B5EF4-FFF2-40B4-BE49-F238E27FC236}">
                  <a16:creationId xmlns:a16="http://schemas.microsoft.com/office/drawing/2014/main" id="{33E3B1B3-BEA3-0381-D7FC-E5383F7046F3}"/>
                </a:ext>
              </a:extLst>
            </p:cNvPr>
            <p:cNvSpPr txBox="1"/>
            <p:nvPr/>
          </p:nvSpPr>
          <p:spPr>
            <a:xfrm>
              <a:off x="9500045" y="2220358"/>
              <a:ext cx="2998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V1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812" name="TextBox 811">
              <a:extLst>
                <a:ext uri="{FF2B5EF4-FFF2-40B4-BE49-F238E27FC236}">
                  <a16:creationId xmlns:a16="http://schemas.microsoft.com/office/drawing/2014/main" id="{8105F8AA-962D-EAEF-0872-43D047075CF9}"/>
                </a:ext>
              </a:extLst>
            </p:cNvPr>
            <p:cNvSpPr txBox="1"/>
            <p:nvPr/>
          </p:nvSpPr>
          <p:spPr>
            <a:xfrm>
              <a:off x="9500045" y="2431534"/>
              <a:ext cx="2998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I2C1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819" name="TextBox 818">
              <a:extLst>
                <a:ext uri="{FF2B5EF4-FFF2-40B4-BE49-F238E27FC236}">
                  <a16:creationId xmlns:a16="http://schemas.microsoft.com/office/drawing/2014/main" id="{66169A3C-4EA3-95E2-0256-F0FFB3793F40}"/>
                </a:ext>
              </a:extLst>
            </p:cNvPr>
            <p:cNvSpPr txBox="1"/>
            <p:nvPr/>
          </p:nvSpPr>
          <p:spPr>
            <a:xfrm>
              <a:off x="9760294" y="2220358"/>
              <a:ext cx="17911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V2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824" name="TextBox 823">
              <a:extLst>
                <a:ext uri="{FF2B5EF4-FFF2-40B4-BE49-F238E27FC236}">
                  <a16:creationId xmlns:a16="http://schemas.microsoft.com/office/drawing/2014/main" id="{108AB287-51AB-3AF2-C92D-6B61AA36DBCA}"/>
                </a:ext>
              </a:extLst>
            </p:cNvPr>
            <p:cNvSpPr txBox="1"/>
            <p:nvPr/>
          </p:nvSpPr>
          <p:spPr>
            <a:xfrm>
              <a:off x="9738071" y="2431534"/>
              <a:ext cx="20134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I2C2</a:t>
              </a:r>
              <a:endParaRPr lang="ko-KR" altLang="en-US" sz="600" dirty="0">
                <a:latin typeface="+mn-ea"/>
              </a:endParaRPr>
            </a:p>
          </p:txBody>
        </p:sp>
        <p:cxnSp>
          <p:nvCxnSpPr>
            <p:cNvPr id="858" name="직선 연결선 857">
              <a:extLst>
                <a:ext uri="{FF2B5EF4-FFF2-40B4-BE49-F238E27FC236}">
                  <a16:creationId xmlns:a16="http://schemas.microsoft.com/office/drawing/2014/main" id="{21E7D492-BA51-6786-67DF-48A629AF676C}"/>
                </a:ext>
              </a:extLst>
            </p:cNvPr>
            <p:cNvCxnSpPr>
              <a:cxnSpLocks/>
            </p:cNvCxnSpPr>
            <p:nvPr/>
          </p:nvCxnSpPr>
          <p:spPr>
            <a:xfrm>
              <a:off x="9671394" y="2236728"/>
              <a:ext cx="0" cy="2871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0" name="직선 연결선 859">
              <a:extLst>
                <a:ext uri="{FF2B5EF4-FFF2-40B4-BE49-F238E27FC236}">
                  <a16:creationId xmlns:a16="http://schemas.microsoft.com/office/drawing/2014/main" id="{A7722E72-E085-897A-91A8-027079137FA0}"/>
                </a:ext>
              </a:extLst>
            </p:cNvPr>
            <p:cNvCxnSpPr>
              <a:cxnSpLocks/>
            </p:cNvCxnSpPr>
            <p:nvPr/>
          </p:nvCxnSpPr>
          <p:spPr>
            <a:xfrm>
              <a:off x="9766644" y="2236728"/>
              <a:ext cx="0" cy="28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1" name="TextBox 860">
              <a:extLst>
                <a:ext uri="{FF2B5EF4-FFF2-40B4-BE49-F238E27FC236}">
                  <a16:creationId xmlns:a16="http://schemas.microsoft.com/office/drawing/2014/main" id="{2654836F-47A7-1B95-9D83-62479C14EAB6}"/>
                </a:ext>
              </a:extLst>
            </p:cNvPr>
            <p:cNvSpPr txBox="1"/>
            <p:nvPr/>
          </p:nvSpPr>
          <p:spPr>
            <a:xfrm rot="16200000">
              <a:off x="9547671" y="2332581"/>
              <a:ext cx="33009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+mn-ea"/>
                </a:rPr>
                <a:t>isolation</a:t>
              </a:r>
              <a:endParaRPr lang="ko-KR" altLang="en-US" sz="6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8C61B3A4-7A19-1113-AF5B-8F170D4B4BCD}"/>
                </a:ext>
              </a:extLst>
            </p:cNvPr>
            <p:cNvSpPr txBox="1"/>
            <p:nvPr/>
          </p:nvSpPr>
          <p:spPr>
            <a:xfrm>
              <a:off x="9463552" y="2559488"/>
              <a:ext cx="449003" cy="923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>
                  <a:latin typeface="+mn-ea"/>
                </a:rPr>
                <a:t>U16</a:t>
              </a:r>
              <a:endParaRPr lang="ko-KR" altLang="en-US" sz="600" b="1" dirty="0">
                <a:latin typeface="+mn-ea"/>
              </a:endParaRPr>
            </a:p>
          </p:txBody>
        </p:sp>
      </p:grpSp>
      <p:cxnSp>
        <p:nvCxnSpPr>
          <p:cNvPr id="883" name="직선 연결선 882">
            <a:extLst>
              <a:ext uri="{FF2B5EF4-FFF2-40B4-BE49-F238E27FC236}">
                <a16:creationId xmlns:a16="http://schemas.microsoft.com/office/drawing/2014/main" id="{E63FE011-135D-10D0-437E-BACCD564E89E}"/>
              </a:ext>
            </a:extLst>
          </p:cNvPr>
          <p:cNvCxnSpPr>
            <a:cxnSpLocks/>
          </p:cNvCxnSpPr>
          <p:nvPr/>
        </p:nvCxnSpPr>
        <p:spPr>
          <a:xfrm flipV="1">
            <a:off x="6851665" y="2028825"/>
            <a:ext cx="0" cy="17786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4" name="직선 연결선 883">
            <a:extLst>
              <a:ext uri="{FF2B5EF4-FFF2-40B4-BE49-F238E27FC236}">
                <a16:creationId xmlns:a16="http://schemas.microsoft.com/office/drawing/2014/main" id="{8B95EFA8-5AF3-08E4-A258-24197F07958B}"/>
              </a:ext>
            </a:extLst>
          </p:cNvPr>
          <p:cNvCxnSpPr>
            <a:cxnSpLocks/>
          </p:cNvCxnSpPr>
          <p:nvPr/>
        </p:nvCxnSpPr>
        <p:spPr>
          <a:xfrm flipV="1">
            <a:off x="6801804" y="1114649"/>
            <a:ext cx="0" cy="326367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" name="직선 연결선 888">
            <a:extLst>
              <a:ext uri="{FF2B5EF4-FFF2-40B4-BE49-F238E27FC236}">
                <a16:creationId xmlns:a16="http://schemas.microsoft.com/office/drawing/2014/main" id="{1103A7AA-872D-D811-1BA3-EFF1EBF3D8DF}"/>
              </a:ext>
            </a:extLst>
          </p:cNvPr>
          <p:cNvCxnSpPr>
            <a:cxnSpLocks/>
          </p:cNvCxnSpPr>
          <p:nvPr/>
        </p:nvCxnSpPr>
        <p:spPr>
          <a:xfrm flipV="1">
            <a:off x="6755517" y="2544669"/>
            <a:ext cx="0" cy="3946619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0" name="직선 연결선 959">
            <a:extLst>
              <a:ext uri="{FF2B5EF4-FFF2-40B4-BE49-F238E27FC236}">
                <a16:creationId xmlns:a16="http://schemas.microsoft.com/office/drawing/2014/main" id="{E59B49FC-1BA3-7BFC-3F6E-CA12A0752D1D}"/>
              </a:ext>
            </a:extLst>
          </p:cNvPr>
          <p:cNvCxnSpPr>
            <a:cxnSpLocks/>
          </p:cNvCxnSpPr>
          <p:nvPr/>
        </p:nvCxnSpPr>
        <p:spPr>
          <a:xfrm flipV="1">
            <a:off x="6706442" y="2610397"/>
            <a:ext cx="0" cy="29289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2" name="TextBox 961">
            <a:extLst>
              <a:ext uri="{FF2B5EF4-FFF2-40B4-BE49-F238E27FC236}">
                <a16:creationId xmlns:a16="http://schemas.microsoft.com/office/drawing/2014/main" id="{C9069BD6-8886-E183-AB44-8173F2D66E98}"/>
              </a:ext>
            </a:extLst>
          </p:cNvPr>
          <p:cNvSpPr txBox="1"/>
          <p:nvPr/>
        </p:nvSpPr>
        <p:spPr>
          <a:xfrm>
            <a:off x="7878856" y="1916561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+3.3V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64" name="직선 화살표 연결선 963">
            <a:extLst>
              <a:ext uri="{FF2B5EF4-FFF2-40B4-BE49-F238E27FC236}">
                <a16:creationId xmlns:a16="http://schemas.microsoft.com/office/drawing/2014/main" id="{DB749CA7-CA97-DEAB-397C-86D8EB5E361E}"/>
              </a:ext>
            </a:extLst>
          </p:cNvPr>
          <p:cNvCxnSpPr>
            <a:cxnSpLocks/>
          </p:cNvCxnSpPr>
          <p:nvPr/>
        </p:nvCxnSpPr>
        <p:spPr>
          <a:xfrm>
            <a:off x="8325915" y="2990935"/>
            <a:ext cx="83612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6" name="직선 연결선 965">
            <a:extLst>
              <a:ext uri="{FF2B5EF4-FFF2-40B4-BE49-F238E27FC236}">
                <a16:creationId xmlns:a16="http://schemas.microsoft.com/office/drawing/2014/main" id="{73DDCEF9-90EB-8F33-FCDD-7622DB686A07}"/>
              </a:ext>
            </a:extLst>
          </p:cNvPr>
          <p:cNvCxnSpPr>
            <a:cxnSpLocks/>
          </p:cNvCxnSpPr>
          <p:nvPr/>
        </p:nvCxnSpPr>
        <p:spPr>
          <a:xfrm flipV="1">
            <a:off x="8328424" y="1979062"/>
            <a:ext cx="0" cy="10070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0" name="타원 969">
            <a:extLst>
              <a:ext uri="{FF2B5EF4-FFF2-40B4-BE49-F238E27FC236}">
                <a16:creationId xmlns:a16="http://schemas.microsoft.com/office/drawing/2014/main" id="{14159F37-0268-641D-6563-07F92EC233EB}"/>
              </a:ext>
            </a:extLst>
          </p:cNvPr>
          <p:cNvSpPr/>
          <p:nvPr/>
        </p:nvSpPr>
        <p:spPr>
          <a:xfrm>
            <a:off x="8302090" y="195576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971" name="직선 화살표 연결선 970">
            <a:extLst>
              <a:ext uri="{FF2B5EF4-FFF2-40B4-BE49-F238E27FC236}">
                <a16:creationId xmlns:a16="http://schemas.microsoft.com/office/drawing/2014/main" id="{9B581F70-C8C1-4D51-9445-C92E1D8907D7}"/>
              </a:ext>
            </a:extLst>
          </p:cNvPr>
          <p:cNvCxnSpPr>
            <a:cxnSpLocks/>
          </p:cNvCxnSpPr>
          <p:nvPr/>
        </p:nvCxnSpPr>
        <p:spPr>
          <a:xfrm>
            <a:off x="8239128" y="2190143"/>
            <a:ext cx="16722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2" name="TextBox 971">
            <a:extLst>
              <a:ext uri="{FF2B5EF4-FFF2-40B4-BE49-F238E27FC236}">
                <a16:creationId xmlns:a16="http://schemas.microsoft.com/office/drawing/2014/main" id="{747F75DB-81D0-8B00-2450-92E2D1DABEDC}"/>
              </a:ext>
            </a:extLst>
          </p:cNvPr>
          <p:cNvSpPr txBox="1"/>
          <p:nvPr/>
        </p:nvSpPr>
        <p:spPr>
          <a:xfrm>
            <a:off x="7959917" y="2128587"/>
            <a:ext cx="25901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I2C3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73" name="직선 화살표 연결선 972">
            <a:extLst>
              <a:ext uri="{FF2B5EF4-FFF2-40B4-BE49-F238E27FC236}">
                <a16:creationId xmlns:a16="http://schemas.microsoft.com/office/drawing/2014/main" id="{E0A3AC69-1B03-7020-1A23-6E0140C9740F}"/>
              </a:ext>
            </a:extLst>
          </p:cNvPr>
          <p:cNvCxnSpPr>
            <a:cxnSpLocks/>
          </p:cNvCxnSpPr>
          <p:nvPr/>
        </p:nvCxnSpPr>
        <p:spPr>
          <a:xfrm>
            <a:off x="8232869" y="3189151"/>
            <a:ext cx="16722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4" name="TextBox 973">
            <a:extLst>
              <a:ext uri="{FF2B5EF4-FFF2-40B4-BE49-F238E27FC236}">
                <a16:creationId xmlns:a16="http://schemas.microsoft.com/office/drawing/2014/main" id="{73E99F78-7188-DAD4-D315-D539A4AB8740}"/>
              </a:ext>
            </a:extLst>
          </p:cNvPr>
          <p:cNvSpPr txBox="1"/>
          <p:nvPr/>
        </p:nvSpPr>
        <p:spPr>
          <a:xfrm>
            <a:off x="7953658" y="3127595"/>
            <a:ext cx="25901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I2C2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75" name="직선 화살표 연결선 974">
            <a:extLst>
              <a:ext uri="{FF2B5EF4-FFF2-40B4-BE49-F238E27FC236}">
                <a16:creationId xmlns:a16="http://schemas.microsoft.com/office/drawing/2014/main" id="{8D699A2F-EF3D-5446-529F-2B1117458CAB}"/>
              </a:ext>
            </a:extLst>
          </p:cNvPr>
          <p:cNvCxnSpPr>
            <a:cxnSpLocks/>
          </p:cNvCxnSpPr>
          <p:nvPr/>
        </p:nvCxnSpPr>
        <p:spPr>
          <a:xfrm flipH="1">
            <a:off x="8913061" y="1980069"/>
            <a:ext cx="5325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8" name="직선 연결선 977">
            <a:extLst>
              <a:ext uri="{FF2B5EF4-FFF2-40B4-BE49-F238E27FC236}">
                <a16:creationId xmlns:a16="http://schemas.microsoft.com/office/drawing/2014/main" id="{727E58F7-0DB4-B7E4-D05D-FDDA23A23F49}"/>
              </a:ext>
            </a:extLst>
          </p:cNvPr>
          <p:cNvCxnSpPr>
            <a:cxnSpLocks/>
          </p:cNvCxnSpPr>
          <p:nvPr/>
        </p:nvCxnSpPr>
        <p:spPr>
          <a:xfrm flipV="1">
            <a:off x="9005532" y="1791961"/>
            <a:ext cx="0" cy="1698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9" name="타원 978">
            <a:extLst>
              <a:ext uri="{FF2B5EF4-FFF2-40B4-BE49-F238E27FC236}">
                <a16:creationId xmlns:a16="http://schemas.microsoft.com/office/drawing/2014/main" id="{AF0CC4BC-04F3-F82D-424F-BA959B57A928}"/>
              </a:ext>
            </a:extLst>
          </p:cNvPr>
          <p:cNvSpPr/>
          <p:nvPr/>
        </p:nvSpPr>
        <p:spPr>
          <a:xfrm flipH="1">
            <a:off x="8982373" y="195677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980" name="직선 화살표 연결선 979">
            <a:extLst>
              <a:ext uri="{FF2B5EF4-FFF2-40B4-BE49-F238E27FC236}">
                <a16:creationId xmlns:a16="http://schemas.microsoft.com/office/drawing/2014/main" id="{D564BFE7-8B17-3424-D8BA-E82E6AFC1A66}"/>
              </a:ext>
            </a:extLst>
          </p:cNvPr>
          <p:cNvCxnSpPr>
            <a:cxnSpLocks/>
          </p:cNvCxnSpPr>
          <p:nvPr/>
        </p:nvCxnSpPr>
        <p:spPr>
          <a:xfrm flipH="1">
            <a:off x="8913061" y="2191150"/>
            <a:ext cx="529389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3" name="TextBox 982">
            <a:extLst>
              <a:ext uri="{FF2B5EF4-FFF2-40B4-BE49-F238E27FC236}">
                <a16:creationId xmlns:a16="http://schemas.microsoft.com/office/drawing/2014/main" id="{7740DC61-23E1-049E-69F6-2567FB9EEEFE}"/>
              </a:ext>
            </a:extLst>
          </p:cNvPr>
          <p:cNvSpPr txBox="1"/>
          <p:nvPr/>
        </p:nvSpPr>
        <p:spPr>
          <a:xfrm flipH="1">
            <a:off x="9034969" y="2088756"/>
            <a:ext cx="36888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latin typeface="+mn-ea"/>
              </a:rPr>
              <a:t>I2C_FDAC</a:t>
            </a:r>
            <a:endParaRPr lang="ko-KR" altLang="en-US" sz="600" b="1" dirty="0">
              <a:latin typeface="+mn-ea"/>
            </a:endParaRPr>
          </a:p>
        </p:txBody>
      </p:sp>
      <p:sp>
        <p:nvSpPr>
          <p:cNvPr id="984" name="TextBox 983">
            <a:extLst>
              <a:ext uri="{FF2B5EF4-FFF2-40B4-BE49-F238E27FC236}">
                <a16:creationId xmlns:a16="http://schemas.microsoft.com/office/drawing/2014/main" id="{2F1392A9-FBFD-FB07-6783-56385BA3D377}"/>
              </a:ext>
            </a:extLst>
          </p:cNvPr>
          <p:cNvSpPr txBox="1"/>
          <p:nvPr/>
        </p:nvSpPr>
        <p:spPr>
          <a:xfrm>
            <a:off x="8844049" y="1677861"/>
            <a:ext cx="381841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latin typeface="+mn-ea"/>
              </a:rPr>
              <a:t>F_P5V</a:t>
            </a:r>
            <a:endParaRPr lang="ko-KR" altLang="en-US" sz="600" b="1" dirty="0">
              <a:latin typeface="+mn-ea"/>
            </a:endParaRPr>
          </a:p>
        </p:txBody>
      </p:sp>
      <p:grpSp>
        <p:nvGrpSpPr>
          <p:cNvPr id="987" name="그룹 986">
            <a:extLst>
              <a:ext uri="{FF2B5EF4-FFF2-40B4-BE49-F238E27FC236}">
                <a16:creationId xmlns:a16="http://schemas.microsoft.com/office/drawing/2014/main" id="{A3E6671B-8F13-B50A-3B22-4CAFE923B10E}"/>
              </a:ext>
            </a:extLst>
          </p:cNvPr>
          <p:cNvGrpSpPr/>
          <p:nvPr/>
        </p:nvGrpSpPr>
        <p:grpSpPr>
          <a:xfrm>
            <a:off x="9443977" y="1717623"/>
            <a:ext cx="805975" cy="654210"/>
            <a:chOff x="5952740" y="1582132"/>
            <a:chExt cx="805975" cy="654210"/>
          </a:xfrm>
        </p:grpSpPr>
        <p:sp>
          <p:nvSpPr>
            <p:cNvPr id="988" name="직사각형 987">
              <a:extLst>
                <a:ext uri="{FF2B5EF4-FFF2-40B4-BE49-F238E27FC236}">
                  <a16:creationId xmlns:a16="http://schemas.microsoft.com/office/drawing/2014/main" id="{6AEA41BF-6CEE-AE02-7DDD-F85D77628EE7}"/>
                </a:ext>
              </a:extLst>
            </p:cNvPr>
            <p:cNvSpPr/>
            <p:nvPr/>
          </p:nvSpPr>
          <p:spPr>
            <a:xfrm>
              <a:off x="5952740" y="1768862"/>
              <a:ext cx="600077" cy="46748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989" name="TextBox 988">
              <a:extLst>
                <a:ext uri="{FF2B5EF4-FFF2-40B4-BE49-F238E27FC236}">
                  <a16:creationId xmlns:a16="http://schemas.microsoft.com/office/drawing/2014/main" id="{8273789C-2B26-9B61-207E-786F73C4466F}"/>
                </a:ext>
              </a:extLst>
            </p:cNvPr>
            <p:cNvSpPr txBox="1"/>
            <p:nvPr/>
          </p:nvSpPr>
          <p:spPr>
            <a:xfrm>
              <a:off x="5958232" y="1582132"/>
              <a:ext cx="800483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>
                  <a:latin typeface="+mn-ea"/>
                </a:rPr>
                <a:t>MCP4728</a:t>
              </a:r>
            </a:p>
            <a:p>
              <a:r>
                <a:rPr lang="en-US" altLang="ko-KR" sz="600" dirty="0">
                  <a:latin typeface="+mn-ea"/>
                </a:rPr>
                <a:t>(4ch 12-bit DAC)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990" name="TextBox 989">
              <a:extLst>
                <a:ext uri="{FF2B5EF4-FFF2-40B4-BE49-F238E27FC236}">
                  <a16:creationId xmlns:a16="http://schemas.microsoft.com/office/drawing/2014/main" id="{A8A265D1-5FD6-5A1B-5A8C-22780D98D26C}"/>
                </a:ext>
              </a:extLst>
            </p:cNvPr>
            <p:cNvSpPr txBox="1"/>
            <p:nvPr/>
          </p:nvSpPr>
          <p:spPr>
            <a:xfrm>
              <a:off x="5980835" y="1796751"/>
              <a:ext cx="22432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 err="1">
                  <a:latin typeface="+mn-ea"/>
                </a:rPr>
                <a:t>Vdd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991" name="TextBox 990">
              <a:extLst>
                <a:ext uri="{FF2B5EF4-FFF2-40B4-BE49-F238E27FC236}">
                  <a16:creationId xmlns:a16="http://schemas.microsoft.com/office/drawing/2014/main" id="{6B7A9A0B-9ED4-490A-BFE6-77E61E9BA50C}"/>
                </a:ext>
              </a:extLst>
            </p:cNvPr>
            <p:cNvSpPr txBox="1"/>
            <p:nvPr/>
          </p:nvSpPr>
          <p:spPr>
            <a:xfrm>
              <a:off x="5975483" y="2002189"/>
              <a:ext cx="17041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I2C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992" name="TextBox 991">
              <a:extLst>
                <a:ext uri="{FF2B5EF4-FFF2-40B4-BE49-F238E27FC236}">
                  <a16:creationId xmlns:a16="http://schemas.microsoft.com/office/drawing/2014/main" id="{3D2CD1CA-ADC5-0A1E-149A-D85984166C01}"/>
                </a:ext>
              </a:extLst>
            </p:cNvPr>
            <p:cNvSpPr txBox="1"/>
            <p:nvPr/>
          </p:nvSpPr>
          <p:spPr>
            <a:xfrm>
              <a:off x="6226176" y="1788663"/>
              <a:ext cx="29806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 err="1">
                  <a:latin typeface="+mn-ea"/>
                </a:rPr>
                <a:t>VoutA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993" name="TextBox 992">
              <a:extLst>
                <a:ext uri="{FF2B5EF4-FFF2-40B4-BE49-F238E27FC236}">
                  <a16:creationId xmlns:a16="http://schemas.microsoft.com/office/drawing/2014/main" id="{562AE5C5-F68F-4DDA-0658-89F90E2944FF}"/>
                </a:ext>
              </a:extLst>
            </p:cNvPr>
            <p:cNvSpPr txBox="1"/>
            <p:nvPr/>
          </p:nvSpPr>
          <p:spPr>
            <a:xfrm>
              <a:off x="6223007" y="1901376"/>
              <a:ext cx="30123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 err="1">
                  <a:latin typeface="+mn-ea"/>
                </a:rPr>
                <a:t>VoutB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994" name="TextBox 993">
              <a:extLst>
                <a:ext uri="{FF2B5EF4-FFF2-40B4-BE49-F238E27FC236}">
                  <a16:creationId xmlns:a16="http://schemas.microsoft.com/office/drawing/2014/main" id="{4AB79DB4-BB6A-A310-7FC1-654FD590F059}"/>
                </a:ext>
              </a:extLst>
            </p:cNvPr>
            <p:cNvSpPr txBox="1"/>
            <p:nvPr/>
          </p:nvSpPr>
          <p:spPr>
            <a:xfrm>
              <a:off x="6200777" y="2011706"/>
              <a:ext cx="32427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 err="1">
                  <a:latin typeface="+mn-ea"/>
                </a:rPr>
                <a:t>VoutC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995" name="TextBox 994">
              <a:extLst>
                <a:ext uri="{FF2B5EF4-FFF2-40B4-BE49-F238E27FC236}">
                  <a16:creationId xmlns:a16="http://schemas.microsoft.com/office/drawing/2014/main" id="{6DB12D3F-4067-1C95-6AFE-2781AE81AD02}"/>
                </a:ext>
              </a:extLst>
            </p:cNvPr>
            <p:cNvSpPr txBox="1"/>
            <p:nvPr/>
          </p:nvSpPr>
          <p:spPr>
            <a:xfrm>
              <a:off x="6228555" y="2113304"/>
              <a:ext cx="30742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 err="1">
                  <a:latin typeface="+mn-ea"/>
                </a:rPr>
                <a:t>VoutD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998" name="TextBox 997">
              <a:extLst>
                <a:ext uri="{FF2B5EF4-FFF2-40B4-BE49-F238E27FC236}">
                  <a16:creationId xmlns:a16="http://schemas.microsoft.com/office/drawing/2014/main" id="{AA0F6953-CE2E-BF7B-55CF-F48CEAFD91CE}"/>
                </a:ext>
              </a:extLst>
            </p:cNvPr>
            <p:cNvSpPr txBox="1"/>
            <p:nvPr/>
          </p:nvSpPr>
          <p:spPr>
            <a:xfrm>
              <a:off x="5976213" y="2110395"/>
              <a:ext cx="27132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BUSY</a:t>
              </a:r>
              <a:endParaRPr lang="ko-KR" altLang="en-US" sz="600" dirty="0">
                <a:latin typeface="+mn-ea"/>
              </a:endParaRPr>
            </a:p>
          </p:txBody>
        </p:sp>
        <p:cxnSp>
          <p:nvCxnSpPr>
            <p:cNvPr id="999" name="직선 연결선 998">
              <a:extLst>
                <a:ext uri="{FF2B5EF4-FFF2-40B4-BE49-F238E27FC236}">
                  <a16:creationId xmlns:a16="http://schemas.microsoft.com/office/drawing/2014/main" id="{77F50A2A-DDC5-D70F-195D-4DC2C3B44DAD}"/>
                </a:ext>
              </a:extLst>
            </p:cNvPr>
            <p:cNvCxnSpPr>
              <a:cxnSpLocks/>
            </p:cNvCxnSpPr>
            <p:nvPr/>
          </p:nvCxnSpPr>
          <p:spPr>
            <a:xfrm>
              <a:off x="5975117" y="2125710"/>
              <a:ext cx="18181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00" name="직선 연결선 999">
            <a:extLst>
              <a:ext uri="{FF2B5EF4-FFF2-40B4-BE49-F238E27FC236}">
                <a16:creationId xmlns:a16="http://schemas.microsoft.com/office/drawing/2014/main" id="{EBB10B2A-2D74-0074-7A8B-87DF511ECDFC}"/>
              </a:ext>
            </a:extLst>
          </p:cNvPr>
          <p:cNvCxnSpPr>
            <a:cxnSpLocks/>
          </p:cNvCxnSpPr>
          <p:nvPr/>
        </p:nvCxnSpPr>
        <p:spPr>
          <a:xfrm>
            <a:off x="10047589" y="1981081"/>
            <a:ext cx="1590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1" name="직선 연결선 1000">
            <a:extLst>
              <a:ext uri="{FF2B5EF4-FFF2-40B4-BE49-F238E27FC236}">
                <a16:creationId xmlns:a16="http://schemas.microsoft.com/office/drawing/2014/main" id="{BB80A7DC-3959-49E8-0BD6-87E5B099B662}"/>
              </a:ext>
            </a:extLst>
          </p:cNvPr>
          <p:cNvCxnSpPr>
            <a:cxnSpLocks/>
          </p:cNvCxnSpPr>
          <p:nvPr/>
        </p:nvCxnSpPr>
        <p:spPr>
          <a:xfrm>
            <a:off x="10047589" y="2199697"/>
            <a:ext cx="536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2" name="직선 연결선 1001">
            <a:extLst>
              <a:ext uri="{FF2B5EF4-FFF2-40B4-BE49-F238E27FC236}">
                <a16:creationId xmlns:a16="http://schemas.microsoft.com/office/drawing/2014/main" id="{13FA086E-16F2-CB3E-1405-F379B8D4752D}"/>
              </a:ext>
            </a:extLst>
          </p:cNvPr>
          <p:cNvCxnSpPr>
            <a:cxnSpLocks/>
          </p:cNvCxnSpPr>
          <p:nvPr/>
        </p:nvCxnSpPr>
        <p:spPr>
          <a:xfrm>
            <a:off x="10098871" y="2574702"/>
            <a:ext cx="1077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3" name="직선 연결선 1002">
            <a:extLst>
              <a:ext uri="{FF2B5EF4-FFF2-40B4-BE49-F238E27FC236}">
                <a16:creationId xmlns:a16="http://schemas.microsoft.com/office/drawing/2014/main" id="{BD1804B0-8167-D25B-3C18-62216FC16507}"/>
              </a:ext>
            </a:extLst>
          </p:cNvPr>
          <p:cNvCxnSpPr>
            <a:cxnSpLocks/>
          </p:cNvCxnSpPr>
          <p:nvPr/>
        </p:nvCxnSpPr>
        <p:spPr>
          <a:xfrm flipV="1">
            <a:off x="10096962" y="2199697"/>
            <a:ext cx="0" cy="374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TextBox 1038">
            <a:extLst>
              <a:ext uri="{FF2B5EF4-FFF2-40B4-BE49-F238E27FC236}">
                <a16:creationId xmlns:a16="http://schemas.microsoft.com/office/drawing/2014/main" id="{909526D0-B9F4-8A02-3113-7375C006B280}"/>
              </a:ext>
            </a:extLst>
          </p:cNvPr>
          <p:cNvSpPr txBox="1"/>
          <p:nvPr/>
        </p:nvSpPr>
        <p:spPr>
          <a:xfrm>
            <a:off x="2341640" y="4708934"/>
            <a:ext cx="49736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DAC1_VREF</a:t>
            </a:r>
            <a:endParaRPr lang="ko-KR" altLang="en-US" sz="8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1055" name="직선 화살표 연결선 1054">
            <a:extLst>
              <a:ext uri="{FF2B5EF4-FFF2-40B4-BE49-F238E27FC236}">
                <a16:creationId xmlns:a16="http://schemas.microsoft.com/office/drawing/2014/main" id="{5728BE45-9DD3-936E-27DF-B6E6FFB8D44B}"/>
              </a:ext>
            </a:extLst>
          </p:cNvPr>
          <p:cNvCxnSpPr>
            <a:cxnSpLocks/>
          </p:cNvCxnSpPr>
          <p:nvPr/>
        </p:nvCxnSpPr>
        <p:spPr>
          <a:xfrm>
            <a:off x="4352925" y="1712708"/>
            <a:ext cx="29302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6" name="TextBox 1055">
            <a:extLst>
              <a:ext uri="{FF2B5EF4-FFF2-40B4-BE49-F238E27FC236}">
                <a16:creationId xmlns:a16="http://schemas.microsoft.com/office/drawing/2014/main" id="{98258468-8150-DAE7-C155-9CAB608B7425}"/>
              </a:ext>
            </a:extLst>
          </p:cNvPr>
          <p:cNvSpPr txBox="1"/>
          <p:nvPr/>
        </p:nvSpPr>
        <p:spPr>
          <a:xfrm>
            <a:off x="4085212" y="1651152"/>
            <a:ext cx="25901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I2C2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019C9190-8C5E-F618-C2B5-E0B7FBA016A7}"/>
              </a:ext>
            </a:extLst>
          </p:cNvPr>
          <p:cNvSpPr txBox="1"/>
          <p:nvPr/>
        </p:nvSpPr>
        <p:spPr>
          <a:xfrm>
            <a:off x="9363700" y="741831"/>
            <a:ext cx="39691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latin typeface="+mn-ea"/>
              </a:rPr>
              <a:t>FIL_3V</a:t>
            </a:r>
            <a:endParaRPr lang="ko-KR" altLang="en-US" sz="600" b="1" dirty="0">
              <a:latin typeface="+mn-ea"/>
            </a:endParaRPr>
          </a:p>
        </p:txBody>
      </p:sp>
      <p:cxnSp>
        <p:nvCxnSpPr>
          <p:cNvPr id="1150" name="직선 연결선 1149">
            <a:extLst>
              <a:ext uri="{FF2B5EF4-FFF2-40B4-BE49-F238E27FC236}">
                <a16:creationId xmlns:a16="http://schemas.microsoft.com/office/drawing/2014/main" id="{A9651865-761D-FBD9-7DBB-DDB3F6CBA620}"/>
              </a:ext>
            </a:extLst>
          </p:cNvPr>
          <p:cNvCxnSpPr>
            <a:cxnSpLocks/>
          </p:cNvCxnSpPr>
          <p:nvPr/>
        </p:nvCxnSpPr>
        <p:spPr>
          <a:xfrm>
            <a:off x="10041568" y="2085856"/>
            <a:ext cx="16507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0" name="그룹 1159">
            <a:extLst>
              <a:ext uri="{FF2B5EF4-FFF2-40B4-BE49-F238E27FC236}">
                <a16:creationId xmlns:a16="http://schemas.microsoft.com/office/drawing/2014/main" id="{833B57B2-A91C-60C9-303D-8E98EF031478}"/>
              </a:ext>
            </a:extLst>
          </p:cNvPr>
          <p:cNvGrpSpPr/>
          <p:nvPr/>
        </p:nvGrpSpPr>
        <p:grpSpPr>
          <a:xfrm>
            <a:off x="10186977" y="1609469"/>
            <a:ext cx="1760088" cy="751506"/>
            <a:chOff x="10636391" y="1121133"/>
            <a:chExt cx="1760088" cy="751506"/>
          </a:xfrm>
        </p:grpSpPr>
        <p:sp>
          <p:nvSpPr>
            <p:cNvPr id="1005" name="TextBox 1004">
              <a:extLst>
                <a:ext uri="{FF2B5EF4-FFF2-40B4-BE49-F238E27FC236}">
                  <a16:creationId xmlns:a16="http://schemas.microsoft.com/office/drawing/2014/main" id="{883E05C9-6261-A29C-AEE1-894FDB0AEED4}"/>
                </a:ext>
              </a:extLst>
            </p:cNvPr>
            <p:cNvSpPr txBox="1"/>
            <p:nvPr/>
          </p:nvSpPr>
          <p:spPr>
            <a:xfrm>
              <a:off x="10997304" y="1373296"/>
              <a:ext cx="29459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n-ea"/>
                </a:rPr>
                <a:t>AD8572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016" name="이등변 삼각형 1015">
              <a:extLst>
                <a:ext uri="{FF2B5EF4-FFF2-40B4-BE49-F238E27FC236}">
                  <a16:creationId xmlns:a16="http://schemas.microsoft.com/office/drawing/2014/main" id="{D772E3F2-48A9-7C96-2CF1-08CB783DE3F9}"/>
                </a:ext>
              </a:extLst>
            </p:cNvPr>
            <p:cNvSpPr/>
            <p:nvPr/>
          </p:nvSpPr>
          <p:spPr>
            <a:xfrm rot="5400000">
              <a:off x="10976829" y="1257318"/>
              <a:ext cx="386718" cy="333378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1017" name="TextBox 1016">
              <a:extLst>
                <a:ext uri="{FF2B5EF4-FFF2-40B4-BE49-F238E27FC236}">
                  <a16:creationId xmlns:a16="http://schemas.microsoft.com/office/drawing/2014/main" id="{0F633C56-7F86-A60B-0D4D-0722A5C9C412}"/>
                </a:ext>
              </a:extLst>
            </p:cNvPr>
            <p:cNvSpPr txBox="1"/>
            <p:nvPr/>
          </p:nvSpPr>
          <p:spPr>
            <a:xfrm>
              <a:off x="11032500" y="1421241"/>
              <a:ext cx="14320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+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018" name="TextBox 1017">
              <a:extLst>
                <a:ext uri="{FF2B5EF4-FFF2-40B4-BE49-F238E27FC236}">
                  <a16:creationId xmlns:a16="http://schemas.microsoft.com/office/drawing/2014/main" id="{5C93FE0C-2C42-535D-7C2D-24815E33EC58}"/>
                </a:ext>
              </a:extLst>
            </p:cNvPr>
            <p:cNvSpPr txBox="1"/>
            <p:nvPr/>
          </p:nvSpPr>
          <p:spPr>
            <a:xfrm>
              <a:off x="11046110" y="1285888"/>
              <a:ext cx="11427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-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007" name="직선 연결선 1006">
              <a:extLst>
                <a:ext uri="{FF2B5EF4-FFF2-40B4-BE49-F238E27FC236}">
                  <a16:creationId xmlns:a16="http://schemas.microsoft.com/office/drawing/2014/main" id="{59123AC1-D14F-A7C2-CFC2-7E76D1FF9EE4}"/>
                </a:ext>
              </a:extLst>
            </p:cNvPr>
            <p:cNvCxnSpPr>
              <a:cxnSpLocks/>
            </p:cNvCxnSpPr>
            <p:nvPr/>
          </p:nvCxnSpPr>
          <p:spPr>
            <a:xfrm>
              <a:off x="11175658" y="1201875"/>
              <a:ext cx="0" cy="1302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8" name="직선 연결선 1007">
              <a:extLst>
                <a:ext uri="{FF2B5EF4-FFF2-40B4-BE49-F238E27FC236}">
                  <a16:creationId xmlns:a16="http://schemas.microsoft.com/office/drawing/2014/main" id="{2FCD47BE-8A91-CFC9-44CF-90F7B40C1879}"/>
                </a:ext>
              </a:extLst>
            </p:cNvPr>
            <p:cNvCxnSpPr>
              <a:cxnSpLocks/>
            </p:cNvCxnSpPr>
            <p:nvPr/>
          </p:nvCxnSpPr>
          <p:spPr>
            <a:xfrm>
              <a:off x="11175658" y="1514692"/>
              <a:ext cx="0" cy="620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9" name="직선 연결선 1008">
              <a:extLst>
                <a:ext uri="{FF2B5EF4-FFF2-40B4-BE49-F238E27FC236}">
                  <a16:creationId xmlns:a16="http://schemas.microsoft.com/office/drawing/2014/main" id="{AB7266F1-D33E-C103-5E96-4D8BE92557CF}"/>
                </a:ext>
              </a:extLst>
            </p:cNvPr>
            <p:cNvCxnSpPr>
              <a:cxnSpLocks/>
            </p:cNvCxnSpPr>
            <p:nvPr/>
          </p:nvCxnSpPr>
          <p:spPr>
            <a:xfrm>
              <a:off x="11336019" y="1422195"/>
              <a:ext cx="734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직선 연결선 1009">
              <a:extLst>
                <a:ext uri="{FF2B5EF4-FFF2-40B4-BE49-F238E27FC236}">
                  <a16:creationId xmlns:a16="http://schemas.microsoft.com/office/drawing/2014/main" id="{53B50551-8105-DD15-1460-35E7D0B0430A}"/>
                </a:ext>
              </a:extLst>
            </p:cNvPr>
            <p:cNvCxnSpPr>
              <a:cxnSpLocks/>
            </p:cNvCxnSpPr>
            <p:nvPr/>
          </p:nvCxnSpPr>
          <p:spPr>
            <a:xfrm>
              <a:off x="10960894" y="1349170"/>
              <a:ext cx="4525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1" name="직선 연결선 1010">
              <a:extLst>
                <a:ext uri="{FF2B5EF4-FFF2-40B4-BE49-F238E27FC236}">
                  <a16:creationId xmlns:a16="http://schemas.microsoft.com/office/drawing/2014/main" id="{FADF1414-0C93-4A33-FACF-303271FC5D4B}"/>
                </a:ext>
              </a:extLst>
            </p:cNvPr>
            <p:cNvCxnSpPr>
              <a:cxnSpLocks/>
            </p:cNvCxnSpPr>
            <p:nvPr/>
          </p:nvCxnSpPr>
          <p:spPr>
            <a:xfrm>
              <a:off x="10963275" y="1646096"/>
              <a:ext cx="95423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2" name="직선 연결선 1011">
              <a:extLst>
                <a:ext uri="{FF2B5EF4-FFF2-40B4-BE49-F238E27FC236}">
                  <a16:creationId xmlns:a16="http://schemas.microsoft.com/office/drawing/2014/main" id="{195515FB-F003-8D70-B2EF-AAC04DD8A4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64224" y="1352550"/>
              <a:ext cx="0" cy="2896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3" name="직선 연결선 1012">
              <a:extLst>
                <a:ext uri="{FF2B5EF4-FFF2-40B4-BE49-F238E27FC236}">
                  <a16:creationId xmlns:a16="http://schemas.microsoft.com/office/drawing/2014/main" id="{CBA5B166-E302-551C-F81C-C857E140E3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5888" y="1566817"/>
              <a:ext cx="0" cy="874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5" name="직선 연결선 1014">
              <a:extLst>
                <a:ext uri="{FF2B5EF4-FFF2-40B4-BE49-F238E27FC236}">
                  <a16:creationId xmlns:a16="http://schemas.microsoft.com/office/drawing/2014/main" id="{72D9112B-0087-3AD7-F54A-8D772AA6BEFD}"/>
                </a:ext>
              </a:extLst>
            </p:cNvPr>
            <p:cNvCxnSpPr>
              <a:cxnSpLocks/>
            </p:cNvCxnSpPr>
            <p:nvPr/>
          </p:nvCxnSpPr>
          <p:spPr>
            <a:xfrm>
              <a:off x="10636391" y="1492045"/>
              <a:ext cx="3729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2" name="TextBox 1081">
              <a:extLst>
                <a:ext uri="{FF2B5EF4-FFF2-40B4-BE49-F238E27FC236}">
                  <a16:creationId xmlns:a16="http://schemas.microsoft.com/office/drawing/2014/main" id="{AA17E234-0383-E9A3-AD8B-A609B0FCED66}"/>
                </a:ext>
              </a:extLst>
            </p:cNvPr>
            <p:cNvSpPr txBox="1"/>
            <p:nvPr/>
          </p:nvSpPr>
          <p:spPr>
            <a:xfrm>
              <a:off x="11034244" y="1121133"/>
              <a:ext cx="29459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n-ea"/>
                </a:rPr>
                <a:t>FIL_3V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1101" name="그룹 1100">
              <a:extLst>
                <a:ext uri="{FF2B5EF4-FFF2-40B4-BE49-F238E27FC236}">
                  <a16:creationId xmlns:a16="http://schemas.microsoft.com/office/drawing/2014/main" id="{2B86E1F3-47DC-8D56-1F56-651A22A4D304}"/>
                </a:ext>
              </a:extLst>
            </p:cNvPr>
            <p:cNvGrpSpPr/>
            <p:nvPr/>
          </p:nvGrpSpPr>
          <p:grpSpPr>
            <a:xfrm>
              <a:off x="11413486" y="1265946"/>
              <a:ext cx="156689" cy="304529"/>
              <a:chOff x="11058205" y="1652588"/>
              <a:chExt cx="156689" cy="304529"/>
            </a:xfrm>
          </p:grpSpPr>
          <p:cxnSp>
            <p:nvCxnSpPr>
              <p:cNvPr id="1083" name="직선 연결선 1082">
                <a:extLst>
                  <a:ext uri="{FF2B5EF4-FFF2-40B4-BE49-F238E27FC236}">
                    <a16:creationId xmlns:a16="http://schemas.microsoft.com/office/drawing/2014/main" id="{4C54CD5D-7D7C-306B-A1A4-751A3EBA35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58205" y="1744161"/>
                <a:ext cx="0" cy="12311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4" name="직선 연결선 1083">
                <a:extLst>
                  <a:ext uri="{FF2B5EF4-FFF2-40B4-BE49-F238E27FC236}">
                    <a16:creationId xmlns:a16="http://schemas.microsoft.com/office/drawing/2014/main" id="{CB34E2B3-8122-29EF-A3F2-9512E6D316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96306" y="1712119"/>
                <a:ext cx="0" cy="19764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0" name="직선 연결선 1089">
                <a:extLst>
                  <a:ext uri="{FF2B5EF4-FFF2-40B4-BE49-F238E27FC236}">
                    <a16:creationId xmlns:a16="http://schemas.microsoft.com/office/drawing/2014/main" id="{BDE7767A-126F-BDF4-C152-75FEFC5D05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00718" y="1867272"/>
                <a:ext cx="11417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1" name="직선 연결선 1090">
                <a:extLst>
                  <a:ext uri="{FF2B5EF4-FFF2-40B4-BE49-F238E27FC236}">
                    <a16:creationId xmlns:a16="http://schemas.microsoft.com/office/drawing/2014/main" id="{544FC7FB-A646-5C80-7EEC-D9885E44FF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95956" y="1740894"/>
                <a:ext cx="11655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2" name="직선 연결선 1091">
                <a:extLst>
                  <a:ext uri="{FF2B5EF4-FFF2-40B4-BE49-F238E27FC236}">
                    <a16:creationId xmlns:a16="http://schemas.microsoft.com/office/drawing/2014/main" id="{E442E461-A6AB-2E79-88B7-D2C09793B0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00718" y="1805304"/>
                <a:ext cx="111795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4" name="직선 연결선 1093">
                <a:extLst>
                  <a:ext uri="{FF2B5EF4-FFF2-40B4-BE49-F238E27FC236}">
                    <a16:creationId xmlns:a16="http://schemas.microsoft.com/office/drawing/2014/main" id="{C7646F82-A96F-F881-F61C-AA12900E2A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10605" y="1805716"/>
                <a:ext cx="0" cy="1514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7" name="직선 연결선 1096">
                <a:extLst>
                  <a:ext uri="{FF2B5EF4-FFF2-40B4-BE49-F238E27FC236}">
                    <a16:creationId xmlns:a16="http://schemas.microsoft.com/office/drawing/2014/main" id="{B5DCB622-B2A1-4855-2B49-EE2BD5E7E7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08223" y="1652588"/>
                <a:ext cx="0" cy="9157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12" name="타원 1111">
              <a:extLst>
                <a:ext uri="{FF2B5EF4-FFF2-40B4-BE49-F238E27FC236}">
                  <a16:creationId xmlns:a16="http://schemas.microsoft.com/office/drawing/2014/main" id="{702FF0E4-23A4-3FAE-2345-ED5BA4258162}"/>
                </a:ext>
              </a:extLst>
            </p:cNvPr>
            <p:cNvSpPr/>
            <p:nvPr/>
          </p:nvSpPr>
          <p:spPr>
            <a:xfrm>
              <a:off x="11543562" y="162566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pic>
          <p:nvPicPr>
            <p:cNvPr id="1113" name="그림 1112">
              <a:extLst>
                <a:ext uri="{FF2B5EF4-FFF2-40B4-BE49-F238E27FC236}">
                  <a16:creationId xmlns:a16="http://schemas.microsoft.com/office/drawing/2014/main" id="{CE8DFE84-22AF-68D5-8190-0808CE1BA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00000">
              <a:off x="11886327" y="1665067"/>
              <a:ext cx="241651" cy="173493"/>
            </a:xfrm>
            <a:prstGeom prst="rect">
              <a:avLst/>
            </a:prstGeom>
          </p:spPr>
        </p:pic>
        <p:sp>
          <p:nvSpPr>
            <p:cNvPr id="1114" name="TextBox 1113">
              <a:extLst>
                <a:ext uri="{FF2B5EF4-FFF2-40B4-BE49-F238E27FC236}">
                  <a16:creationId xmlns:a16="http://schemas.microsoft.com/office/drawing/2014/main" id="{9A67B940-F91A-591C-8E0F-8DF3DC1E4C5D}"/>
                </a:ext>
              </a:extLst>
            </p:cNvPr>
            <p:cNvSpPr txBox="1"/>
            <p:nvPr/>
          </p:nvSpPr>
          <p:spPr>
            <a:xfrm>
              <a:off x="12066315" y="1664824"/>
              <a:ext cx="330164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n-ea"/>
                </a:rPr>
                <a:t>Filament</a:t>
              </a:r>
            </a:p>
            <a:p>
              <a:pPr algn="ctr"/>
              <a:r>
                <a:rPr lang="en-US" altLang="ko-KR" sz="600" b="1" dirty="0">
                  <a:latin typeface="+mn-ea"/>
                </a:rPr>
                <a:t>1 (#8)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147" name="직사각형 1146">
              <a:extLst>
                <a:ext uri="{FF2B5EF4-FFF2-40B4-BE49-F238E27FC236}">
                  <a16:creationId xmlns:a16="http://schemas.microsoft.com/office/drawing/2014/main" id="{EE322C6A-C1CD-ED4A-9A4D-17AC454B795C}"/>
                </a:ext>
              </a:extLst>
            </p:cNvPr>
            <p:cNvSpPr/>
            <p:nvPr/>
          </p:nvSpPr>
          <p:spPr>
            <a:xfrm>
              <a:off x="10686100" y="1454528"/>
              <a:ext cx="167638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</a:rPr>
                <a:t>x1</a:t>
              </a:r>
              <a:endParaRPr lang="ko-KR" altLang="en-US" sz="6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151" name="직선 연결선 1150">
              <a:extLst>
                <a:ext uri="{FF2B5EF4-FFF2-40B4-BE49-F238E27FC236}">
                  <a16:creationId xmlns:a16="http://schemas.microsoft.com/office/drawing/2014/main" id="{63AF7A08-A652-F10D-63CF-4323AB5059B3}"/>
                </a:ext>
              </a:extLst>
            </p:cNvPr>
            <p:cNvCxnSpPr>
              <a:cxnSpLocks/>
            </p:cNvCxnSpPr>
            <p:nvPr/>
          </p:nvCxnSpPr>
          <p:spPr>
            <a:xfrm>
              <a:off x="10636391" y="1596820"/>
              <a:ext cx="27449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9" name="직사각형 1148">
              <a:extLst>
                <a:ext uri="{FF2B5EF4-FFF2-40B4-BE49-F238E27FC236}">
                  <a16:creationId xmlns:a16="http://schemas.microsoft.com/office/drawing/2014/main" id="{8DED1825-4DA2-F5A0-D783-2591FE8273AB}"/>
                </a:ext>
              </a:extLst>
            </p:cNvPr>
            <p:cNvSpPr/>
            <p:nvPr/>
          </p:nvSpPr>
          <p:spPr>
            <a:xfrm>
              <a:off x="10686099" y="1560652"/>
              <a:ext cx="170019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</a:rPr>
                <a:t>x100</a:t>
              </a:r>
              <a:endParaRPr lang="ko-KR" altLang="en-US" sz="6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156" name="직선 연결선 1155">
              <a:extLst>
                <a:ext uri="{FF2B5EF4-FFF2-40B4-BE49-F238E27FC236}">
                  <a16:creationId xmlns:a16="http://schemas.microsoft.com/office/drawing/2014/main" id="{D42E4AD7-3E75-12BC-20DD-59042D8E35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08980" y="1491382"/>
              <a:ext cx="0" cy="1064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9" name="타원 1158">
              <a:extLst>
                <a:ext uri="{FF2B5EF4-FFF2-40B4-BE49-F238E27FC236}">
                  <a16:creationId xmlns:a16="http://schemas.microsoft.com/office/drawing/2014/main" id="{4961CF97-5BD6-C56D-93E4-DD7AA46484B7}"/>
                </a:ext>
              </a:extLst>
            </p:cNvPr>
            <p:cNvSpPr/>
            <p:nvPr/>
          </p:nvSpPr>
          <p:spPr>
            <a:xfrm>
              <a:off x="10885542" y="146852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1237" name="직선 연결선 1236">
            <a:extLst>
              <a:ext uri="{FF2B5EF4-FFF2-40B4-BE49-F238E27FC236}">
                <a16:creationId xmlns:a16="http://schemas.microsoft.com/office/drawing/2014/main" id="{82323CDB-E183-8452-501A-C808D50CEE16}"/>
              </a:ext>
            </a:extLst>
          </p:cNvPr>
          <p:cNvCxnSpPr>
            <a:cxnSpLocks/>
          </p:cNvCxnSpPr>
          <p:nvPr/>
        </p:nvCxnSpPr>
        <p:spPr>
          <a:xfrm flipV="1">
            <a:off x="10159520" y="2085077"/>
            <a:ext cx="0" cy="5969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1" name="직선 연결선 1240">
            <a:extLst>
              <a:ext uri="{FF2B5EF4-FFF2-40B4-BE49-F238E27FC236}">
                <a16:creationId xmlns:a16="http://schemas.microsoft.com/office/drawing/2014/main" id="{3D7B5D90-A7AD-7D04-DC2C-0EDB5367AC28}"/>
              </a:ext>
            </a:extLst>
          </p:cNvPr>
          <p:cNvCxnSpPr>
            <a:cxnSpLocks/>
          </p:cNvCxnSpPr>
          <p:nvPr/>
        </p:nvCxnSpPr>
        <p:spPr>
          <a:xfrm>
            <a:off x="10163810" y="2683080"/>
            <a:ext cx="428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3" name="타원 1242">
            <a:extLst>
              <a:ext uri="{FF2B5EF4-FFF2-40B4-BE49-F238E27FC236}">
                <a16:creationId xmlns:a16="http://schemas.microsoft.com/office/drawing/2014/main" id="{2EED35F6-D8AE-24EA-9DB6-3929EA76258F}"/>
              </a:ext>
            </a:extLst>
          </p:cNvPr>
          <p:cNvSpPr/>
          <p:nvPr/>
        </p:nvSpPr>
        <p:spPr>
          <a:xfrm flipH="1">
            <a:off x="10136188" y="206393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grpSp>
        <p:nvGrpSpPr>
          <p:cNvPr id="1253" name="그룹 1252">
            <a:extLst>
              <a:ext uri="{FF2B5EF4-FFF2-40B4-BE49-F238E27FC236}">
                <a16:creationId xmlns:a16="http://schemas.microsoft.com/office/drawing/2014/main" id="{4B428B0F-6F26-7CD9-1533-64108ACAEAF5}"/>
              </a:ext>
            </a:extLst>
          </p:cNvPr>
          <p:cNvGrpSpPr/>
          <p:nvPr/>
        </p:nvGrpSpPr>
        <p:grpSpPr>
          <a:xfrm>
            <a:off x="9349434" y="2836425"/>
            <a:ext cx="821531" cy="412297"/>
            <a:chOff x="8382000" y="2002289"/>
            <a:chExt cx="821531" cy="412297"/>
          </a:xfrm>
        </p:grpSpPr>
        <p:sp>
          <p:nvSpPr>
            <p:cNvPr id="1254" name="직사각형 1253">
              <a:extLst>
                <a:ext uri="{FF2B5EF4-FFF2-40B4-BE49-F238E27FC236}">
                  <a16:creationId xmlns:a16="http://schemas.microsoft.com/office/drawing/2014/main" id="{92717B47-1BC1-57E1-E061-34FDFC6F3253}"/>
                </a:ext>
              </a:extLst>
            </p:cNvPr>
            <p:cNvSpPr/>
            <p:nvPr/>
          </p:nvSpPr>
          <p:spPr>
            <a:xfrm>
              <a:off x="8578906" y="2095500"/>
              <a:ext cx="538902" cy="31908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55" name="TextBox 1254">
              <a:extLst>
                <a:ext uri="{FF2B5EF4-FFF2-40B4-BE49-F238E27FC236}">
                  <a16:creationId xmlns:a16="http://schemas.microsoft.com/office/drawing/2014/main" id="{DCCF69EC-FDF1-3D3B-E295-7A61442AE7E5}"/>
                </a:ext>
              </a:extLst>
            </p:cNvPr>
            <p:cNvSpPr txBox="1"/>
            <p:nvPr/>
          </p:nvSpPr>
          <p:spPr>
            <a:xfrm>
              <a:off x="8499529" y="2002289"/>
              <a:ext cx="68891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>
                  <a:latin typeface="+mn-ea"/>
                </a:rPr>
                <a:t>MCP3424</a:t>
              </a:r>
              <a:r>
                <a:rPr lang="en-US" altLang="ko-KR" sz="600" dirty="0">
                  <a:latin typeface="+mn-ea"/>
                </a:rPr>
                <a:t>(4ch ADC)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1256" name="TextBox 1255">
              <a:extLst>
                <a:ext uri="{FF2B5EF4-FFF2-40B4-BE49-F238E27FC236}">
                  <a16:creationId xmlns:a16="http://schemas.microsoft.com/office/drawing/2014/main" id="{EC3540E7-8DAB-0B28-93C7-6B9423828431}"/>
                </a:ext>
              </a:extLst>
            </p:cNvPr>
            <p:cNvSpPr txBox="1"/>
            <p:nvPr/>
          </p:nvSpPr>
          <p:spPr>
            <a:xfrm>
              <a:off x="8606999" y="2099989"/>
              <a:ext cx="22432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 err="1">
                  <a:latin typeface="+mn-ea"/>
                </a:rPr>
                <a:t>Vdd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257" name="TextBox 1256">
              <a:extLst>
                <a:ext uri="{FF2B5EF4-FFF2-40B4-BE49-F238E27FC236}">
                  <a16:creationId xmlns:a16="http://schemas.microsoft.com/office/drawing/2014/main" id="{A6DA72CE-22D3-C47C-2F9B-3BD0F4A06297}"/>
                </a:ext>
              </a:extLst>
            </p:cNvPr>
            <p:cNvSpPr txBox="1"/>
            <p:nvPr/>
          </p:nvSpPr>
          <p:spPr>
            <a:xfrm>
              <a:off x="8607997" y="2306215"/>
              <a:ext cx="17041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I2C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258" name="TextBox 1257">
              <a:extLst>
                <a:ext uri="{FF2B5EF4-FFF2-40B4-BE49-F238E27FC236}">
                  <a16:creationId xmlns:a16="http://schemas.microsoft.com/office/drawing/2014/main" id="{D78FB78B-1E45-2F5D-D783-CB503FC47792}"/>
                </a:ext>
              </a:extLst>
            </p:cNvPr>
            <p:cNvSpPr txBox="1"/>
            <p:nvPr/>
          </p:nvSpPr>
          <p:spPr>
            <a:xfrm>
              <a:off x="8828993" y="2102222"/>
              <a:ext cx="26426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259" name="TextBox 1258">
              <a:extLst>
                <a:ext uri="{FF2B5EF4-FFF2-40B4-BE49-F238E27FC236}">
                  <a16:creationId xmlns:a16="http://schemas.microsoft.com/office/drawing/2014/main" id="{8BC939E5-35DA-295D-14D5-46E5A1968BDB}"/>
                </a:ext>
              </a:extLst>
            </p:cNvPr>
            <p:cNvSpPr txBox="1"/>
            <p:nvPr/>
          </p:nvSpPr>
          <p:spPr>
            <a:xfrm>
              <a:off x="8845606" y="2176042"/>
              <a:ext cx="24765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CH2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260" name="TextBox 1259">
              <a:extLst>
                <a:ext uri="{FF2B5EF4-FFF2-40B4-BE49-F238E27FC236}">
                  <a16:creationId xmlns:a16="http://schemas.microsoft.com/office/drawing/2014/main" id="{BC655DC9-B687-C0F5-75D8-D3F38F17A5A3}"/>
                </a:ext>
              </a:extLst>
            </p:cNvPr>
            <p:cNvSpPr txBox="1"/>
            <p:nvPr/>
          </p:nvSpPr>
          <p:spPr>
            <a:xfrm>
              <a:off x="8858618" y="2247475"/>
              <a:ext cx="2354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CH3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261" name="TextBox 1260">
              <a:extLst>
                <a:ext uri="{FF2B5EF4-FFF2-40B4-BE49-F238E27FC236}">
                  <a16:creationId xmlns:a16="http://schemas.microsoft.com/office/drawing/2014/main" id="{F1195EC1-5215-2D71-B14A-AC58F99CED8C}"/>
                </a:ext>
              </a:extLst>
            </p:cNvPr>
            <p:cNvSpPr txBox="1"/>
            <p:nvPr/>
          </p:nvSpPr>
          <p:spPr>
            <a:xfrm>
              <a:off x="8881547" y="2314150"/>
              <a:ext cx="21154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CH4</a:t>
              </a:r>
              <a:endParaRPr lang="ko-KR" altLang="en-US" sz="600" dirty="0">
                <a:latin typeface="+mn-ea"/>
              </a:endParaRPr>
            </a:p>
          </p:txBody>
        </p:sp>
        <p:cxnSp>
          <p:nvCxnSpPr>
            <p:cNvPr id="1262" name="직선 연결선 1261">
              <a:extLst>
                <a:ext uri="{FF2B5EF4-FFF2-40B4-BE49-F238E27FC236}">
                  <a16:creationId xmlns:a16="http://schemas.microsoft.com/office/drawing/2014/main" id="{D5247357-E33D-9A04-B359-2ABC072AC6CF}"/>
                </a:ext>
              </a:extLst>
            </p:cNvPr>
            <p:cNvCxnSpPr>
              <a:cxnSpLocks/>
            </p:cNvCxnSpPr>
            <p:nvPr/>
          </p:nvCxnSpPr>
          <p:spPr>
            <a:xfrm>
              <a:off x="9121253" y="2288656"/>
              <a:ext cx="8227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3" name="직선 연결선 1262">
              <a:extLst>
                <a:ext uri="{FF2B5EF4-FFF2-40B4-BE49-F238E27FC236}">
                  <a16:creationId xmlns:a16="http://schemas.microsoft.com/office/drawing/2014/main" id="{8C08D423-9420-F954-9C59-A2355DBD457E}"/>
                </a:ext>
              </a:extLst>
            </p:cNvPr>
            <p:cNvCxnSpPr>
              <a:cxnSpLocks/>
            </p:cNvCxnSpPr>
            <p:nvPr/>
          </p:nvCxnSpPr>
          <p:spPr>
            <a:xfrm>
              <a:off x="9123075" y="2359296"/>
              <a:ext cx="780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4" name="직선 화살표 연결선 1263">
              <a:extLst>
                <a:ext uri="{FF2B5EF4-FFF2-40B4-BE49-F238E27FC236}">
                  <a16:creationId xmlns:a16="http://schemas.microsoft.com/office/drawing/2014/main" id="{C3F88678-FACF-7FD3-8F9B-89BA9493E3C0}"/>
                </a:ext>
              </a:extLst>
            </p:cNvPr>
            <p:cNvCxnSpPr>
              <a:cxnSpLocks/>
            </p:cNvCxnSpPr>
            <p:nvPr/>
          </p:nvCxnSpPr>
          <p:spPr>
            <a:xfrm>
              <a:off x="8460581" y="2140676"/>
              <a:ext cx="1153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5" name="직선 화살표 연결선 1264">
              <a:extLst>
                <a:ext uri="{FF2B5EF4-FFF2-40B4-BE49-F238E27FC236}">
                  <a16:creationId xmlns:a16="http://schemas.microsoft.com/office/drawing/2014/main" id="{F387FC1B-B12D-00CE-CEAD-C0ED8369A594}"/>
                </a:ext>
              </a:extLst>
            </p:cNvPr>
            <p:cNvCxnSpPr>
              <a:cxnSpLocks/>
            </p:cNvCxnSpPr>
            <p:nvPr/>
          </p:nvCxnSpPr>
          <p:spPr>
            <a:xfrm>
              <a:off x="8382000" y="2355253"/>
              <a:ext cx="19288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6" name="직선 연결선 1265">
              <a:extLst>
                <a:ext uri="{FF2B5EF4-FFF2-40B4-BE49-F238E27FC236}">
                  <a16:creationId xmlns:a16="http://schemas.microsoft.com/office/drawing/2014/main" id="{6F42135C-8BC2-908F-0A76-44861EF1808F}"/>
                </a:ext>
              </a:extLst>
            </p:cNvPr>
            <p:cNvCxnSpPr>
              <a:cxnSpLocks/>
            </p:cNvCxnSpPr>
            <p:nvPr/>
          </p:nvCxnSpPr>
          <p:spPr>
            <a:xfrm>
              <a:off x="9126015" y="2219599"/>
              <a:ext cx="727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7" name="직선 연결선 1266">
              <a:extLst>
                <a:ext uri="{FF2B5EF4-FFF2-40B4-BE49-F238E27FC236}">
                  <a16:creationId xmlns:a16="http://schemas.microsoft.com/office/drawing/2014/main" id="{0081B2BE-EA26-1363-F966-EDBC303F684D}"/>
                </a:ext>
              </a:extLst>
            </p:cNvPr>
            <p:cNvCxnSpPr>
              <a:cxnSpLocks/>
            </p:cNvCxnSpPr>
            <p:nvPr/>
          </p:nvCxnSpPr>
          <p:spPr>
            <a:xfrm>
              <a:off x="9128396" y="2148162"/>
              <a:ext cx="703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8" name="그룹 1267">
            <a:extLst>
              <a:ext uri="{FF2B5EF4-FFF2-40B4-BE49-F238E27FC236}">
                <a16:creationId xmlns:a16="http://schemas.microsoft.com/office/drawing/2014/main" id="{ECE95C5C-57DD-7B30-1FF3-6233855A7E66}"/>
              </a:ext>
            </a:extLst>
          </p:cNvPr>
          <p:cNvGrpSpPr/>
          <p:nvPr/>
        </p:nvGrpSpPr>
        <p:grpSpPr>
          <a:xfrm>
            <a:off x="9349434" y="3349621"/>
            <a:ext cx="821531" cy="412297"/>
            <a:chOff x="8382000" y="2002289"/>
            <a:chExt cx="821531" cy="412297"/>
          </a:xfrm>
        </p:grpSpPr>
        <p:sp>
          <p:nvSpPr>
            <p:cNvPr id="1269" name="직사각형 1268">
              <a:extLst>
                <a:ext uri="{FF2B5EF4-FFF2-40B4-BE49-F238E27FC236}">
                  <a16:creationId xmlns:a16="http://schemas.microsoft.com/office/drawing/2014/main" id="{A11E72D8-7DF3-61F9-90EA-D7FA28D31E8F}"/>
                </a:ext>
              </a:extLst>
            </p:cNvPr>
            <p:cNvSpPr/>
            <p:nvPr/>
          </p:nvSpPr>
          <p:spPr>
            <a:xfrm>
              <a:off x="8578906" y="2095500"/>
              <a:ext cx="538902" cy="31908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70" name="TextBox 1269">
              <a:extLst>
                <a:ext uri="{FF2B5EF4-FFF2-40B4-BE49-F238E27FC236}">
                  <a16:creationId xmlns:a16="http://schemas.microsoft.com/office/drawing/2014/main" id="{26C44EA8-F184-ECC7-7946-91191FCEF517}"/>
                </a:ext>
              </a:extLst>
            </p:cNvPr>
            <p:cNvSpPr txBox="1"/>
            <p:nvPr/>
          </p:nvSpPr>
          <p:spPr>
            <a:xfrm>
              <a:off x="8505879" y="2002289"/>
              <a:ext cx="68891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>
                  <a:latin typeface="+mn-ea"/>
                </a:rPr>
                <a:t>MCP3424</a:t>
              </a:r>
              <a:r>
                <a:rPr lang="en-US" altLang="ko-KR" sz="600" dirty="0">
                  <a:latin typeface="+mn-ea"/>
                </a:rPr>
                <a:t>(4ch ADC)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1271" name="TextBox 1270">
              <a:extLst>
                <a:ext uri="{FF2B5EF4-FFF2-40B4-BE49-F238E27FC236}">
                  <a16:creationId xmlns:a16="http://schemas.microsoft.com/office/drawing/2014/main" id="{0EF2A037-4BD8-E3E2-6BC7-F06B5FC7FBEB}"/>
                </a:ext>
              </a:extLst>
            </p:cNvPr>
            <p:cNvSpPr txBox="1"/>
            <p:nvPr/>
          </p:nvSpPr>
          <p:spPr>
            <a:xfrm>
              <a:off x="8606999" y="2099989"/>
              <a:ext cx="22432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 err="1">
                  <a:latin typeface="+mn-ea"/>
                </a:rPr>
                <a:t>Vdd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272" name="TextBox 1271">
              <a:extLst>
                <a:ext uri="{FF2B5EF4-FFF2-40B4-BE49-F238E27FC236}">
                  <a16:creationId xmlns:a16="http://schemas.microsoft.com/office/drawing/2014/main" id="{207EC974-BFB5-455E-061B-4EA9FD14004F}"/>
                </a:ext>
              </a:extLst>
            </p:cNvPr>
            <p:cNvSpPr txBox="1"/>
            <p:nvPr/>
          </p:nvSpPr>
          <p:spPr>
            <a:xfrm>
              <a:off x="8607997" y="2306215"/>
              <a:ext cx="17041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I2C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273" name="TextBox 1272">
              <a:extLst>
                <a:ext uri="{FF2B5EF4-FFF2-40B4-BE49-F238E27FC236}">
                  <a16:creationId xmlns:a16="http://schemas.microsoft.com/office/drawing/2014/main" id="{EEEDD993-2C35-2B49-D94D-D5850F97808B}"/>
                </a:ext>
              </a:extLst>
            </p:cNvPr>
            <p:cNvSpPr txBox="1"/>
            <p:nvPr/>
          </p:nvSpPr>
          <p:spPr>
            <a:xfrm>
              <a:off x="8828993" y="2102222"/>
              <a:ext cx="26426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274" name="TextBox 1273">
              <a:extLst>
                <a:ext uri="{FF2B5EF4-FFF2-40B4-BE49-F238E27FC236}">
                  <a16:creationId xmlns:a16="http://schemas.microsoft.com/office/drawing/2014/main" id="{ECFD7A0E-4507-E030-9C6C-F35661492775}"/>
                </a:ext>
              </a:extLst>
            </p:cNvPr>
            <p:cNvSpPr txBox="1"/>
            <p:nvPr/>
          </p:nvSpPr>
          <p:spPr>
            <a:xfrm>
              <a:off x="8845606" y="2176042"/>
              <a:ext cx="24765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CH2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275" name="TextBox 1274">
              <a:extLst>
                <a:ext uri="{FF2B5EF4-FFF2-40B4-BE49-F238E27FC236}">
                  <a16:creationId xmlns:a16="http://schemas.microsoft.com/office/drawing/2014/main" id="{6C6BB84B-6268-CCE2-A4C1-4F409A31CCBE}"/>
                </a:ext>
              </a:extLst>
            </p:cNvPr>
            <p:cNvSpPr txBox="1"/>
            <p:nvPr/>
          </p:nvSpPr>
          <p:spPr>
            <a:xfrm>
              <a:off x="8858618" y="2247475"/>
              <a:ext cx="2354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CH3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276" name="TextBox 1275">
              <a:extLst>
                <a:ext uri="{FF2B5EF4-FFF2-40B4-BE49-F238E27FC236}">
                  <a16:creationId xmlns:a16="http://schemas.microsoft.com/office/drawing/2014/main" id="{190B6876-F5FF-AE16-99A1-E8DC755A03FC}"/>
                </a:ext>
              </a:extLst>
            </p:cNvPr>
            <p:cNvSpPr txBox="1"/>
            <p:nvPr/>
          </p:nvSpPr>
          <p:spPr>
            <a:xfrm>
              <a:off x="8881547" y="2314150"/>
              <a:ext cx="21154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CH4</a:t>
              </a:r>
              <a:endParaRPr lang="ko-KR" altLang="en-US" sz="600" dirty="0">
                <a:latin typeface="+mn-ea"/>
              </a:endParaRPr>
            </a:p>
          </p:txBody>
        </p:sp>
        <p:cxnSp>
          <p:nvCxnSpPr>
            <p:cNvPr id="1277" name="직선 연결선 1276">
              <a:extLst>
                <a:ext uri="{FF2B5EF4-FFF2-40B4-BE49-F238E27FC236}">
                  <a16:creationId xmlns:a16="http://schemas.microsoft.com/office/drawing/2014/main" id="{95EBA015-7985-7D00-5A53-57ED857B4134}"/>
                </a:ext>
              </a:extLst>
            </p:cNvPr>
            <p:cNvCxnSpPr>
              <a:cxnSpLocks/>
            </p:cNvCxnSpPr>
            <p:nvPr/>
          </p:nvCxnSpPr>
          <p:spPr>
            <a:xfrm>
              <a:off x="9121253" y="2288656"/>
              <a:ext cx="8227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8" name="직선 연결선 1277">
              <a:extLst>
                <a:ext uri="{FF2B5EF4-FFF2-40B4-BE49-F238E27FC236}">
                  <a16:creationId xmlns:a16="http://schemas.microsoft.com/office/drawing/2014/main" id="{06C08EE3-BF0F-C54C-9606-5C14B36E6797}"/>
                </a:ext>
              </a:extLst>
            </p:cNvPr>
            <p:cNvCxnSpPr>
              <a:cxnSpLocks/>
            </p:cNvCxnSpPr>
            <p:nvPr/>
          </p:nvCxnSpPr>
          <p:spPr>
            <a:xfrm>
              <a:off x="9123075" y="2359296"/>
              <a:ext cx="780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9" name="직선 화살표 연결선 1278">
              <a:extLst>
                <a:ext uri="{FF2B5EF4-FFF2-40B4-BE49-F238E27FC236}">
                  <a16:creationId xmlns:a16="http://schemas.microsoft.com/office/drawing/2014/main" id="{55CC1C0C-0E1B-52D2-CA01-C2A75BE3A46A}"/>
                </a:ext>
              </a:extLst>
            </p:cNvPr>
            <p:cNvCxnSpPr>
              <a:cxnSpLocks/>
            </p:cNvCxnSpPr>
            <p:nvPr/>
          </p:nvCxnSpPr>
          <p:spPr>
            <a:xfrm>
              <a:off x="8460581" y="2140676"/>
              <a:ext cx="1153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0" name="직선 화살표 연결선 1279">
              <a:extLst>
                <a:ext uri="{FF2B5EF4-FFF2-40B4-BE49-F238E27FC236}">
                  <a16:creationId xmlns:a16="http://schemas.microsoft.com/office/drawing/2014/main" id="{C4D5DE36-2B15-A80B-26D5-B5BFE1A5D722}"/>
                </a:ext>
              </a:extLst>
            </p:cNvPr>
            <p:cNvCxnSpPr>
              <a:cxnSpLocks/>
            </p:cNvCxnSpPr>
            <p:nvPr/>
          </p:nvCxnSpPr>
          <p:spPr>
            <a:xfrm>
              <a:off x="8382000" y="2355253"/>
              <a:ext cx="19288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1" name="직선 연결선 1280">
              <a:extLst>
                <a:ext uri="{FF2B5EF4-FFF2-40B4-BE49-F238E27FC236}">
                  <a16:creationId xmlns:a16="http://schemas.microsoft.com/office/drawing/2014/main" id="{E2CCCD8A-43E6-C784-50E0-386D2BDFCA36}"/>
                </a:ext>
              </a:extLst>
            </p:cNvPr>
            <p:cNvCxnSpPr>
              <a:cxnSpLocks/>
            </p:cNvCxnSpPr>
            <p:nvPr/>
          </p:nvCxnSpPr>
          <p:spPr>
            <a:xfrm>
              <a:off x="9126015" y="2219599"/>
              <a:ext cx="727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2" name="직선 연결선 1281">
              <a:extLst>
                <a:ext uri="{FF2B5EF4-FFF2-40B4-BE49-F238E27FC236}">
                  <a16:creationId xmlns:a16="http://schemas.microsoft.com/office/drawing/2014/main" id="{645312D1-9A84-FFB0-434B-98A3C539BCE9}"/>
                </a:ext>
              </a:extLst>
            </p:cNvPr>
            <p:cNvCxnSpPr>
              <a:cxnSpLocks/>
            </p:cNvCxnSpPr>
            <p:nvPr/>
          </p:nvCxnSpPr>
          <p:spPr>
            <a:xfrm>
              <a:off x="9128396" y="2148162"/>
              <a:ext cx="703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83" name="직선 연결선 1282">
            <a:extLst>
              <a:ext uri="{FF2B5EF4-FFF2-40B4-BE49-F238E27FC236}">
                <a16:creationId xmlns:a16="http://schemas.microsoft.com/office/drawing/2014/main" id="{FB920C28-4346-B3AC-24BB-E0FBA013D0DA}"/>
              </a:ext>
            </a:extLst>
          </p:cNvPr>
          <p:cNvCxnSpPr>
            <a:cxnSpLocks/>
          </p:cNvCxnSpPr>
          <p:nvPr/>
        </p:nvCxnSpPr>
        <p:spPr>
          <a:xfrm>
            <a:off x="10171809" y="2981899"/>
            <a:ext cx="1070783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4" name="TextBox 1283">
            <a:extLst>
              <a:ext uri="{FF2B5EF4-FFF2-40B4-BE49-F238E27FC236}">
                <a16:creationId xmlns:a16="http://schemas.microsoft.com/office/drawing/2014/main" id="{C70BFB51-391B-E493-AD79-DA8A98306981}"/>
              </a:ext>
            </a:extLst>
          </p:cNvPr>
          <p:cNvSpPr txBox="1"/>
          <p:nvPr/>
        </p:nvSpPr>
        <p:spPr>
          <a:xfrm>
            <a:off x="10219604" y="2895553"/>
            <a:ext cx="33385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FIL1_V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1288" name="그룹 1287">
            <a:extLst>
              <a:ext uri="{FF2B5EF4-FFF2-40B4-BE49-F238E27FC236}">
                <a16:creationId xmlns:a16="http://schemas.microsoft.com/office/drawing/2014/main" id="{0ABE12D9-43B0-E0BA-0F80-6A7CC07C672E}"/>
              </a:ext>
            </a:extLst>
          </p:cNvPr>
          <p:cNvGrpSpPr/>
          <p:nvPr/>
        </p:nvGrpSpPr>
        <p:grpSpPr>
          <a:xfrm>
            <a:off x="10201256" y="2285417"/>
            <a:ext cx="1743689" cy="670764"/>
            <a:chOff x="10636391" y="1201875"/>
            <a:chExt cx="1743689" cy="670764"/>
          </a:xfrm>
        </p:grpSpPr>
        <p:sp>
          <p:nvSpPr>
            <p:cNvPr id="1289" name="TextBox 1288">
              <a:extLst>
                <a:ext uri="{FF2B5EF4-FFF2-40B4-BE49-F238E27FC236}">
                  <a16:creationId xmlns:a16="http://schemas.microsoft.com/office/drawing/2014/main" id="{42A6344B-27BE-35D3-6D7E-3AA8414EF691}"/>
                </a:ext>
              </a:extLst>
            </p:cNvPr>
            <p:cNvSpPr txBox="1"/>
            <p:nvPr/>
          </p:nvSpPr>
          <p:spPr>
            <a:xfrm>
              <a:off x="10997304" y="1373296"/>
              <a:ext cx="29459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n-ea"/>
                </a:rPr>
                <a:t>AD8572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290" name="이등변 삼각형 1289">
              <a:extLst>
                <a:ext uri="{FF2B5EF4-FFF2-40B4-BE49-F238E27FC236}">
                  <a16:creationId xmlns:a16="http://schemas.microsoft.com/office/drawing/2014/main" id="{69F80A3E-132F-1B4A-1ADD-94F9ADF75280}"/>
                </a:ext>
              </a:extLst>
            </p:cNvPr>
            <p:cNvSpPr/>
            <p:nvPr/>
          </p:nvSpPr>
          <p:spPr>
            <a:xfrm rot="5400000">
              <a:off x="10976829" y="1257318"/>
              <a:ext cx="386718" cy="333378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1291" name="TextBox 1290">
              <a:extLst>
                <a:ext uri="{FF2B5EF4-FFF2-40B4-BE49-F238E27FC236}">
                  <a16:creationId xmlns:a16="http://schemas.microsoft.com/office/drawing/2014/main" id="{0FCED108-42F0-5006-1CCE-A7D6E7239BE5}"/>
                </a:ext>
              </a:extLst>
            </p:cNvPr>
            <p:cNvSpPr txBox="1"/>
            <p:nvPr/>
          </p:nvSpPr>
          <p:spPr>
            <a:xfrm>
              <a:off x="11032500" y="1421241"/>
              <a:ext cx="14320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+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292" name="TextBox 1291">
              <a:extLst>
                <a:ext uri="{FF2B5EF4-FFF2-40B4-BE49-F238E27FC236}">
                  <a16:creationId xmlns:a16="http://schemas.microsoft.com/office/drawing/2014/main" id="{8A5DFE58-6712-93C3-2769-674B0465576C}"/>
                </a:ext>
              </a:extLst>
            </p:cNvPr>
            <p:cNvSpPr txBox="1"/>
            <p:nvPr/>
          </p:nvSpPr>
          <p:spPr>
            <a:xfrm>
              <a:off x="11046110" y="1285888"/>
              <a:ext cx="11427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-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293" name="직선 연결선 1292">
              <a:extLst>
                <a:ext uri="{FF2B5EF4-FFF2-40B4-BE49-F238E27FC236}">
                  <a16:creationId xmlns:a16="http://schemas.microsoft.com/office/drawing/2014/main" id="{019FD2DE-2DA1-CAD7-34F9-687A48860F20}"/>
                </a:ext>
              </a:extLst>
            </p:cNvPr>
            <p:cNvCxnSpPr>
              <a:cxnSpLocks/>
            </p:cNvCxnSpPr>
            <p:nvPr/>
          </p:nvCxnSpPr>
          <p:spPr>
            <a:xfrm>
              <a:off x="11175658" y="1201875"/>
              <a:ext cx="0" cy="1302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4" name="직선 연결선 1293">
              <a:extLst>
                <a:ext uri="{FF2B5EF4-FFF2-40B4-BE49-F238E27FC236}">
                  <a16:creationId xmlns:a16="http://schemas.microsoft.com/office/drawing/2014/main" id="{1F0376A3-B2DF-41F9-082B-0A907D64C37A}"/>
                </a:ext>
              </a:extLst>
            </p:cNvPr>
            <p:cNvCxnSpPr>
              <a:cxnSpLocks/>
            </p:cNvCxnSpPr>
            <p:nvPr/>
          </p:nvCxnSpPr>
          <p:spPr>
            <a:xfrm>
              <a:off x="11175658" y="1514692"/>
              <a:ext cx="0" cy="620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5" name="직선 연결선 1294">
              <a:extLst>
                <a:ext uri="{FF2B5EF4-FFF2-40B4-BE49-F238E27FC236}">
                  <a16:creationId xmlns:a16="http://schemas.microsoft.com/office/drawing/2014/main" id="{782898E6-3168-DE20-5228-087B68478D0C}"/>
                </a:ext>
              </a:extLst>
            </p:cNvPr>
            <p:cNvCxnSpPr>
              <a:cxnSpLocks/>
            </p:cNvCxnSpPr>
            <p:nvPr/>
          </p:nvCxnSpPr>
          <p:spPr>
            <a:xfrm>
              <a:off x="11336019" y="1422195"/>
              <a:ext cx="8144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6" name="직선 연결선 1295">
              <a:extLst>
                <a:ext uri="{FF2B5EF4-FFF2-40B4-BE49-F238E27FC236}">
                  <a16:creationId xmlns:a16="http://schemas.microsoft.com/office/drawing/2014/main" id="{F12FCF76-6029-CFCA-F11C-3E49B2F2202C}"/>
                </a:ext>
              </a:extLst>
            </p:cNvPr>
            <p:cNvCxnSpPr>
              <a:cxnSpLocks/>
            </p:cNvCxnSpPr>
            <p:nvPr/>
          </p:nvCxnSpPr>
          <p:spPr>
            <a:xfrm>
              <a:off x="10960894" y="1349170"/>
              <a:ext cx="4525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7" name="직선 연결선 1296">
              <a:extLst>
                <a:ext uri="{FF2B5EF4-FFF2-40B4-BE49-F238E27FC236}">
                  <a16:creationId xmlns:a16="http://schemas.microsoft.com/office/drawing/2014/main" id="{16B06A2F-C903-1746-358B-C55A90C6262D}"/>
                </a:ext>
              </a:extLst>
            </p:cNvPr>
            <p:cNvCxnSpPr>
              <a:cxnSpLocks/>
            </p:cNvCxnSpPr>
            <p:nvPr/>
          </p:nvCxnSpPr>
          <p:spPr>
            <a:xfrm>
              <a:off x="10963275" y="1646096"/>
              <a:ext cx="95423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8" name="직선 연결선 1297">
              <a:extLst>
                <a:ext uri="{FF2B5EF4-FFF2-40B4-BE49-F238E27FC236}">
                  <a16:creationId xmlns:a16="http://schemas.microsoft.com/office/drawing/2014/main" id="{7C3CD381-EFFF-3C85-4721-D8FBA0D48D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64224" y="1352550"/>
              <a:ext cx="0" cy="28963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9" name="직선 연결선 1298">
              <a:extLst>
                <a:ext uri="{FF2B5EF4-FFF2-40B4-BE49-F238E27FC236}">
                  <a16:creationId xmlns:a16="http://schemas.microsoft.com/office/drawing/2014/main" id="{EEF833D3-B600-AFDA-BA4A-A642399834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24625" y="1566817"/>
              <a:ext cx="0" cy="874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1" name="직선 연결선 1300">
              <a:extLst>
                <a:ext uri="{FF2B5EF4-FFF2-40B4-BE49-F238E27FC236}">
                  <a16:creationId xmlns:a16="http://schemas.microsoft.com/office/drawing/2014/main" id="{2EE188BE-0F20-F534-0EE1-88E9904EC363}"/>
                </a:ext>
              </a:extLst>
            </p:cNvPr>
            <p:cNvCxnSpPr>
              <a:cxnSpLocks/>
            </p:cNvCxnSpPr>
            <p:nvPr/>
          </p:nvCxnSpPr>
          <p:spPr>
            <a:xfrm>
              <a:off x="10636391" y="1492045"/>
              <a:ext cx="3729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3" name="그룹 1302">
              <a:extLst>
                <a:ext uri="{FF2B5EF4-FFF2-40B4-BE49-F238E27FC236}">
                  <a16:creationId xmlns:a16="http://schemas.microsoft.com/office/drawing/2014/main" id="{278DF0B1-9B04-6D5D-BA25-35A137BBD1D9}"/>
                </a:ext>
              </a:extLst>
            </p:cNvPr>
            <p:cNvGrpSpPr/>
            <p:nvPr/>
          </p:nvGrpSpPr>
          <p:grpSpPr>
            <a:xfrm>
              <a:off x="11384437" y="1265946"/>
              <a:ext cx="242888" cy="304529"/>
              <a:chOff x="11029156" y="1652588"/>
              <a:chExt cx="242888" cy="304529"/>
            </a:xfrm>
          </p:grpSpPr>
          <p:cxnSp>
            <p:nvCxnSpPr>
              <p:cNvPr id="1313" name="직선 연결선 1312">
                <a:extLst>
                  <a:ext uri="{FF2B5EF4-FFF2-40B4-BE49-F238E27FC236}">
                    <a16:creationId xmlns:a16="http://schemas.microsoft.com/office/drawing/2014/main" id="{9F7BC0D6-311D-4235-F588-1EFC2DEF0B5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115355" y="1744161"/>
                <a:ext cx="0" cy="12311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4" name="직선 연결선 1313">
                <a:extLst>
                  <a:ext uri="{FF2B5EF4-FFF2-40B4-BE49-F238E27FC236}">
                    <a16:creationId xmlns:a16="http://schemas.microsoft.com/office/drawing/2014/main" id="{C5EE0376-B1DF-7BD9-73D4-DD48AF7BC2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153456" y="1712119"/>
                <a:ext cx="0" cy="19764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5" name="직선 연결선 1314">
                <a:extLst>
                  <a:ext uri="{FF2B5EF4-FFF2-40B4-BE49-F238E27FC236}">
                    <a16:creationId xmlns:a16="http://schemas.microsoft.com/office/drawing/2014/main" id="{997CA835-91B9-1FBD-85CE-2E85DF186F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29156" y="1809695"/>
                <a:ext cx="8823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6" name="직선 연결선 1315">
                <a:extLst>
                  <a:ext uri="{FF2B5EF4-FFF2-40B4-BE49-F238E27FC236}">
                    <a16:creationId xmlns:a16="http://schemas.microsoft.com/office/drawing/2014/main" id="{072B81CD-8F6A-239C-E22F-9AF2152A2B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57868" y="1867272"/>
                <a:ext cx="11417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7" name="직선 연결선 1316">
                <a:extLst>
                  <a:ext uri="{FF2B5EF4-FFF2-40B4-BE49-F238E27FC236}">
                    <a16:creationId xmlns:a16="http://schemas.microsoft.com/office/drawing/2014/main" id="{FB4E4DFD-080B-027A-2AFA-97EBFC4370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53106" y="1740894"/>
                <a:ext cx="11655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8" name="직선 연결선 1317">
                <a:extLst>
                  <a:ext uri="{FF2B5EF4-FFF2-40B4-BE49-F238E27FC236}">
                    <a16:creationId xmlns:a16="http://schemas.microsoft.com/office/drawing/2014/main" id="{4A3ED981-E1F9-490D-B354-FF75E4E64B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57868" y="1805304"/>
                <a:ext cx="111795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9" name="직선 연결선 1318">
                <a:extLst>
                  <a:ext uri="{FF2B5EF4-FFF2-40B4-BE49-F238E27FC236}">
                    <a16:creationId xmlns:a16="http://schemas.microsoft.com/office/drawing/2014/main" id="{CC9A97AC-AB1E-772F-C04C-E4B2888D6DA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67755" y="1805716"/>
                <a:ext cx="0" cy="1514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0" name="직선 연결선 1319">
                <a:extLst>
                  <a:ext uri="{FF2B5EF4-FFF2-40B4-BE49-F238E27FC236}">
                    <a16:creationId xmlns:a16="http://schemas.microsoft.com/office/drawing/2014/main" id="{39FF05AF-19E8-596F-C379-FF018C585E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65373" y="1652588"/>
                <a:ext cx="0" cy="9157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05" name="타원 1304">
              <a:extLst>
                <a:ext uri="{FF2B5EF4-FFF2-40B4-BE49-F238E27FC236}">
                  <a16:creationId xmlns:a16="http://schemas.microsoft.com/office/drawing/2014/main" id="{F0D40F2A-3821-83ED-A250-19F65AF01825}"/>
                </a:ext>
              </a:extLst>
            </p:cNvPr>
            <p:cNvSpPr/>
            <p:nvPr/>
          </p:nvSpPr>
          <p:spPr>
            <a:xfrm>
              <a:off x="11599124" y="162566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pic>
          <p:nvPicPr>
            <p:cNvPr id="1306" name="그림 1305">
              <a:extLst>
                <a:ext uri="{FF2B5EF4-FFF2-40B4-BE49-F238E27FC236}">
                  <a16:creationId xmlns:a16="http://schemas.microsoft.com/office/drawing/2014/main" id="{CDBC1686-3700-4231-57C9-E840856B8D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5400000">
              <a:off x="11873627" y="1665067"/>
              <a:ext cx="241651" cy="173493"/>
            </a:xfrm>
            <a:prstGeom prst="rect">
              <a:avLst/>
            </a:prstGeom>
          </p:spPr>
        </p:pic>
        <p:sp>
          <p:nvSpPr>
            <p:cNvPr id="1307" name="TextBox 1306">
              <a:extLst>
                <a:ext uri="{FF2B5EF4-FFF2-40B4-BE49-F238E27FC236}">
                  <a16:creationId xmlns:a16="http://schemas.microsoft.com/office/drawing/2014/main" id="{CDED2844-54A3-AB33-9E40-1659E5DA4935}"/>
                </a:ext>
              </a:extLst>
            </p:cNvPr>
            <p:cNvSpPr txBox="1"/>
            <p:nvPr/>
          </p:nvSpPr>
          <p:spPr>
            <a:xfrm>
              <a:off x="12049916" y="1653881"/>
              <a:ext cx="330164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n-ea"/>
                </a:rPr>
                <a:t>Filament</a:t>
              </a:r>
            </a:p>
            <a:p>
              <a:pPr algn="ctr"/>
              <a:r>
                <a:rPr lang="en-US" altLang="ko-KR" sz="600" b="1" dirty="0">
                  <a:latin typeface="+mn-ea"/>
                </a:rPr>
                <a:t>2 (#3)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308" name="직사각형 1307">
              <a:extLst>
                <a:ext uri="{FF2B5EF4-FFF2-40B4-BE49-F238E27FC236}">
                  <a16:creationId xmlns:a16="http://schemas.microsoft.com/office/drawing/2014/main" id="{BD19B050-531E-111E-EFB4-53F3491CF6B2}"/>
                </a:ext>
              </a:extLst>
            </p:cNvPr>
            <p:cNvSpPr/>
            <p:nvPr/>
          </p:nvSpPr>
          <p:spPr>
            <a:xfrm>
              <a:off x="10686100" y="1454528"/>
              <a:ext cx="167638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</a:rPr>
                <a:t>x1</a:t>
              </a:r>
              <a:endParaRPr lang="ko-KR" altLang="en-US" sz="6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309" name="직선 연결선 1308">
              <a:extLst>
                <a:ext uri="{FF2B5EF4-FFF2-40B4-BE49-F238E27FC236}">
                  <a16:creationId xmlns:a16="http://schemas.microsoft.com/office/drawing/2014/main" id="{2B71A41E-F396-8C08-DEE8-97AA5A0FAEEA}"/>
                </a:ext>
              </a:extLst>
            </p:cNvPr>
            <p:cNvCxnSpPr>
              <a:cxnSpLocks/>
            </p:cNvCxnSpPr>
            <p:nvPr/>
          </p:nvCxnSpPr>
          <p:spPr>
            <a:xfrm>
              <a:off x="10636391" y="1596820"/>
              <a:ext cx="27449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0" name="직사각형 1309">
              <a:extLst>
                <a:ext uri="{FF2B5EF4-FFF2-40B4-BE49-F238E27FC236}">
                  <a16:creationId xmlns:a16="http://schemas.microsoft.com/office/drawing/2014/main" id="{5CA0CCF9-4766-BA01-7371-2472F3D15E1C}"/>
                </a:ext>
              </a:extLst>
            </p:cNvPr>
            <p:cNvSpPr/>
            <p:nvPr/>
          </p:nvSpPr>
          <p:spPr>
            <a:xfrm>
              <a:off x="10686099" y="1560652"/>
              <a:ext cx="170019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</a:rPr>
                <a:t>x100</a:t>
              </a:r>
              <a:endParaRPr lang="ko-KR" altLang="en-US" sz="6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311" name="직선 연결선 1310">
              <a:extLst>
                <a:ext uri="{FF2B5EF4-FFF2-40B4-BE49-F238E27FC236}">
                  <a16:creationId xmlns:a16="http://schemas.microsoft.com/office/drawing/2014/main" id="{8E8C2B5F-CB80-D073-F469-C599E98D63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08980" y="1491382"/>
              <a:ext cx="0" cy="1064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2" name="타원 1311">
              <a:extLst>
                <a:ext uri="{FF2B5EF4-FFF2-40B4-BE49-F238E27FC236}">
                  <a16:creationId xmlns:a16="http://schemas.microsoft.com/office/drawing/2014/main" id="{321F2EFB-8D7F-42EF-6205-763DA1C44A9F}"/>
                </a:ext>
              </a:extLst>
            </p:cNvPr>
            <p:cNvSpPr/>
            <p:nvPr/>
          </p:nvSpPr>
          <p:spPr>
            <a:xfrm>
              <a:off x="10885542" y="146852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1322" name="직선 연결선 1321">
            <a:extLst>
              <a:ext uri="{FF2B5EF4-FFF2-40B4-BE49-F238E27FC236}">
                <a16:creationId xmlns:a16="http://schemas.microsoft.com/office/drawing/2014/main" id="{35DE1918-4602-15AA-F47C-CDE5864E542A}"/>
              </a:ext>
            </a:extLst>
          </p:cNvPr>
          <p:cNvCxnSpPr>
            <a:cxnSpLocks/>
          </p:cNvCxnSpPr>
          <p:nvPr/>
        </p:nvCxnSpPr>
        <p:spPr>
          <a:xfrm flipV="1">
            <a:off x="11248669" y="2133181"/>
            <a:ext cx="0" cy="843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4" name="타원 1323">
            <a:extLst>
              <a:ext uri="{FF2B5EF4-FFF2-40B4-BE49-F238E27FC236}">
                <a16:creationId xmlns:a16="http://schemas.microsoft.com/office/drawing/2014/main" id="{D85D50D2-DD8D-B256-2C04-D25493432CF6}"/>
              </a:ext>
            </a:extLst>
          </p:cNvPr>
          <p:cNvSpPr/>
          <p:nvPr/>
        </p:nvSpPr>
        <p:spPr>
          <a:xfrm flipH="1">
            <a:off x="11159624" y="173448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1325" name="직선 연결선 1324">
            <a:extLst>
              <a:ext uri="{FF2B5EF4-FFF2-40B4-BE49-F238E27FC236}">
                <a16:creationId xmlns:a16="http://schemas.microsoft.com/office/drawing/2014/main" id="{DE960F35-E81D-2408-5671-6075C7A972F4}"/>
              </a:ext>
            </a:extLst>
          </p:cNvPr>
          <p:cNvCxnSpPr>
            <a:cxnSpLocks/>
          </p:cNvCxnSpPr>
          <p:nvPr/>
        </p:nvCxnSpPr>
        <p:spPr>
          <a:xfrm flipV="1">
            <a:off x="11310582" y="2732544"/>
            <a:ext cx="0" cy="7631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7" name="타원 1326">
            <a:extLst>
              <a:ext uri="{FF2B5EF4-FFF2-40B4-BE49-F238E27FC236}">
                <a16:creationId xmlns:a16="http://schemas.microsoft.com/office/drawing/2014/main" id="{84E64F5A-96AD-91FF-F7C7-DD7C60E410AF}"/>
              </a:ext>
            </a:extLst>
          </p:cNvPr>
          <p:cNvSpPr/>
          <p:nvPr/>
        </p:nvSpPr>
        <p:spPr>
          <a:xfrm flipH="1">
            <a:off x="11287427" y="270924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1329" name="직선 연결선 1328">
            <a:extLst>
              <a:ext uri="{FF2B5EF4-FFF2-40B4-BE49-F238E27FC236}">
                <a16:creationId xmlns:a16="http://schemas.microsoft.com/office/drawing/2014/main" id="{47558551-530B-2C44-93DA-890A1F4E086A}"/>
              </a:ext>
            </a:extLst>
          </p:cNvPr>
          <p:cNvCxnSpPr>
            <a:cxnSpLocks/>
          </p:cNvCxnSpPr>
          <p:nvPr/>
        </p:nvCxnSpPr>
        <p:spPr>
          <a:xfrm>
            <a:off x="10145623" y="3497836"/>
            <a:ext cx="1166902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3" name="타원 1332">
            <a:extLst>
              <a:ext uri="{FF2B5EF4-FFF2-40B4-BE49-F238E27FC236}">
                <a16:creationId xmlns:a16="http://schemas.microsoft.com/office/drawing/2014/main" id="{A85893A5-55EA-68B5-A45D-339C5906D5AD}"/>
              </a:ext>
            </a:extLst>
          </p:cNvPr>
          <p:cNvSpPr/>
          <p:nvPr/>
        </p:nvSpPr>
        <p:spPr>
          <a:xfrm flipH="1">
            <a:off x="8983126" y="295681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1335" name="직선 화살표 연결선 1334">
            <a:extLst>
              <a:ext uri="{FF2B5EF4-FFF2-40B4-BE49-F238E27FC236}">
                <a16:creationId xmlns:a16="http://schemas.microsoft.com/office/drawing/2014/main" id="{01FE9C05-DB48-74FD-E0EA-27D4AE4B225E}"/>
              </a:ext>
            </a:extLst>
          </p:cNvPr>
          <p:cNvCxnSpPr>
            <a:cxnSpLocks/>
          </p:cNvCxnSpPr>
          <p:nvPr/>
        </p:nvCxnSpPr>
        <p:spPr>
          <a:xfrm flipH="1">
            <a:off x="8901113" y="2976954"/>
            <a:ext cx="57243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6" name="직선 화살표 연결선 1335">
            <a:extLst>
              <a:ext uri="{FF2B5EF4-FFF2-40B4-BE49-F238E27FC236}">
                <a16:creationId xmlns:a16="http://schemas.microsoft.com/office/drawing/2014/main" id="{0ED2E0E6-0F5D-E52F-0D64-1013D941FBE0}"/>
              </a:ext>
            </a:extLst>
          </p:cNvPr>
          <p:cNvCxnSpPr>
            <a:cxnSpLocks/>
          </p:cNvCxnSpPr>
          <p:nvPr/>
        </p:nvCxnSpPr>
        <p:spPr>
          <a:xfrm flipH="1">
            <a:off x="9004086" y="3486541"/>
            <a:ext cx="429572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9" name="TextBox 1338">
            <a:extLst>
              <a:ext uri="{FF2B5EF4-FFF2-40B4-BE49-F238E27FC236}">
                <a16:creationId xmlns:a16="http://schemas.microsoft.com/office/drawing/2014/main" id="{3A84033E-0149-DA27-57F2-3C2B1750FD7E}"/>
              </a:ext>
            </a:extLst>
          </p:cNvPr>
          <p:cNvSpPr txBox="1"/>
          <p:nvPr/>
        </p:nvSpPr>
        <p:spPr>
          <a:xfrm>
            <a:off x="10211819" y="3406396"/>
            <a:ext cx="33385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FIL2_V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340" name="TextBox 1339">
            <a:extLst>
              <a:ext uri="{FF2B5EF4-FFF2-40B4-BE49-F238E27FC236}">
                <a16:creationId xmlns:a16="http://schemas.microsoft.com/office/drawing/2014/main" id="{273FA07A-0490-3008-F04E-6755284AB5C2}"/>
              </a:ext>
            </a:extLst>
          </p:cNvPr>
          <p:cNvSpPr txBox="1"/>
          <p:nvPr/>
        </p:nvSpPr>
        <p:spPr>
          <a:xfrm>
            <a:off x="10687991" y="2888981"/>
            <a:ext cx="35466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ratio=0.5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341" name="TextBox 1340">
            <a:extLst>
              <a:ext uri="{FF2B5EF4-FFF2-40B4-BE49-F238E27FC236}">
                <a16:creationId xmlns:a16="http://schemas.microsoft.com/office/drawing/2014/main" id="{AD45F29F-8D93-EDF7-B509-72960ED75FEF}"/>
              </a:ext>
            </a:extLst>
          </p:cNvPr>
          <p:cNvSpPr txBox="1"/>
          <p:nvPr/>
        </p:nvSpPr>
        <p:spPr>
          <a:xfrm>
            <a:off x="10713390" y="3409299"/>
            <a:ext cx="38323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ratio=0.5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1343" name="직선 연결선 1342">
            <a:extLst>
              <a:ext uri="{FF2B5EF4-FFF2-40B4-BE49-F238E27FC236}">
                <a16:creationId xmlns:a16="http://schemas.microsoft.com/office/drawing/2014/main" id="{B546861F-8D43-CFF8-CCE9-2CBAEEFDB9C3}"/>
              </a:ext>
            </a:extLst>
          </p:cNvPr>
          <p:cNvCxnSpPr>
            <a:cxnSpLocks/>
          </p:cNvCxnSpPr>
          <p:nvPr/>
        </p:nvCxnSpPr>
        <p:spPr>
          <a:xfrm>
            <a:off x="10172518" y="3566112"/>
            <a:ext cx="1124132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5" name="직선 화살표 연결선 1344">
            <a:extLst>
              <a:ext uri="{FF2B5EF4-FFF2-40B4-BE49-F238E27FC236}">
                <a16:creationId xmlns:a16="http://schemas.microsoft.com/office/drawing/2014/main" id="{91424C9A-8697-3D7B-AFC1-B0FC532CE6AC}"/>
              </a:ext>
            </a:extLst>
          </p:cNvPr>
          <p:cNvCxnSpPr>
            <a:cxnSpLocks/>
          </p:cNvCxnSpPr>
          <p:nvPr/>
        </p:nvCxnSpPr>
        <p:spPr>
          <a:xfrm flipH="1">
            <a:off x="11261511" y="3567517"/>
            <a:ext cx="8066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6" name="TextBox 1345">
            <a:extLst>
              <a:ext uri="{FF2B5EF4-FFF2-40B4-BE49-F238E27FC236}">
                <a16:creationId xmlns:a16="http://schemas.microsoft.com/office/drawing/2014/main" id="{2A7E55B6-566B-45F9-DEB3-A508B2BC29D9}"/>
              </a:ext>
            </a:extLst>
          </p:cNvPr>
          <p:cNvSpPr txBox="1"/>
          <p:nvPr/>
        </p:nvSpPr>
        <p:spPr>
          <a:xfrm>
            <a:off x="10211742" y="3489206"/>
            <a:ext cx="33385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FIL_3V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347" name="TextBox 1346">
            <a:extLst>
              <a:ext uri="{FF2B5EF4-FFF2-40B4-BE49-F238E27FC236}">
                <a16:creationId xmlns:a16="http://schemas.microsoft.com/office/drawing/2014/main" id="{481FF8EA-D910-F524-BFD9-552D634FE3B0}"/>
              </a:ext>
            </a:extLst>
          </p:cNvPr>
          <p:cNvSpPr txBox="1"/>
          <p:nvPr/>
        </p:nvSpPr>
        <p:spPr>
          <a:xfrm>
            <a:off x="10713390" y="3490232"/>
            <a:ext cx="36418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ratio=0.5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1349" name="직선 연결선 1348">
            <a:extLst>
              <a:ext uri="{FF2B5EF4-FFF2-40B4-BE49-F238E27FC236}">
                <a16:creationId xmlns:a16="http://schemas.microsoft.com/office/drawing/2014/main" id="{1510A2CA-6DBB-A819-1955-E005FD2CB252}"/>
              </a:ext>
            </a:extLst>
          </p:cNvPr>
          <p:cNvCxnSpPr>
            <a:cxnSpLocks/>
          </p:cNvCxnSpPr>
          <p:nvPr/>
        </p:nvCxnSpPr>
        <p:spPr>
          <a:xfrm>
            <a:off x="10174578" y="3635961"/>
            <a:ext cx="1124132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0" name="직선 화살표 연결선 1349">
            <a:extLst>
              <a:ext uri="{FF2B5EF4-FFF2-40B4-BE49-F238E27FC236}">
                <a16:creationId xmlns:a16="http://schemas.microsoft.com/office/drawing/2014/main" id="{2BAFE7D0-3624-135A-FFE1-052F83C39328}"/>
              </a:ext>
            </a:extLst>
          </p:cNvPr>
          <p:cNvCxnSpPr>
            <a:cxnSpLocks/>
          </p:cNvCxnSpPr>
          <p:nvPr/>
        </p:nvCxnSpPr>
        <p:spPr>
          <a:xfrm flipH="1">
            <a:off x="11263571" y="3637366"/>
            <a:ext cx="731579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1" name="TextBox 1350">
            <a:extLst>
              <a:ext uri="{FF2B5EF4-FFF2-40B4-BE49-F238E27FC236}">
                <a16:creationId xmlns:a16="http://schemas.microsoft.com/office/drawing/2014/main" id="{FE75E8BD-3925-9F24-7952-2A4EDA3104F1}"/>
              </a:ext>
            </a:extLst>
          </p:cNvPr>
          <p:cNvSpPr txBox="1"/>
          <p:nvPr/>
        </p:nvSpPr>
        <p:spPr>
          <a:xfrm>
            <a:off x="10210802" y="3556715"/>
            <a:ext cx="42409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FREF_4096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352" name="TextBox 1351">
            <a:extLst>
              <a:ext uri="{FF2B5EF4-FFF2-40B4-BE49-F238E27FC236}">
                <a16:creationId xmlns:a16="http://schemas.microsoft.com/office/drawing/2014/main" id="{3183866D-DD8D-6F07-B35C-9D1F264E5DEF}"/>
              </a:ext>
            </a:extLst>
          </p:cNvPr>
          <p:cNvSpPr txBox="1"/>
          <p:nvPr/>
        </p:nvSpPr>
        <p:spPr>
          <a:xfrm>
            <a:off x="10712275" y="3556906"/>
            <a:ext cx="43780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ratio=0.33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353" name="TextBox 1352">
            <a:extLst>
              <a:ext uri="{FF2B5EF4-FFF2-40B4-BE49-F238E27FC236}">
                <a16:creationId xmlns:a16="http://schemas.microsoft.com/office/drawing/2014/main" id="{F631F748-1F72-F65A-E632-062ECE8A1514}"/>
              </a:ext>
            </a:extLst>
          </p:cNvPr>
          <p:cNvSpPr txBox="1"/>
          <p:nvPr/>
        </p:nvSpPr>
        <p:spPr>
          <a:xfrm>
            <a:off x="11527079" y="3659921"/>
            <a:ext cx="39691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latin typeface="+mn-ea"/>
              </a:rPr>
              <a:t>F_P5V</a:t>
            </a:r>
            <a:endParaRPr lang="ko-KR" altLang="en-US" sz="600" b="1" dirty="0">
              <a:latin typeface="+mn-ea"/>
            </a:endParaRPr>
          </a:p>
        </p:txBody>
      </p:sp>
      <p:cxnSp>
        <p:nvCxnSpPr>
          <p:cNvPr id="1354" name="직선 연결선 1353">
            <a:extLst>
              <a:ext uri="{FF2B5EF4-FFF2-40B4-BE49-F238E27FC236}">
                <a16:creationId xmlns:a16="http://schemas.microsoft.com/office/drawing/2014/main" id="{DB6B45AB-36F0-7A04-A4E5-2986D91093BB}"/>
              </a:ext>
            </a:extLst>
          </p:cNvPr>
          <p:cNvCxnSpPr>
            <a:cxnSpLocks/>
          </p:cNvCxnSpPr>
          <p:nvPr/>
        </p:nvCxnSpPr>
        <p:spPr>
          <a:xfrm>
            <a:off x="10179339" y="3707396"/>
            <a:ext cx="1124132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5" name="직선 화살표 연결선 1354">
            <a:extLst>
              <a:ext uri="{FF2B5EF4-FFF2-40B4-BE49-F238E27FC236}">
                <a16:creationId xmlns:a16="http://schemas.microsoft.com/office/drawing/2014/main" id="{B28D30F3-93A7-8A80-618C-0D5F9BCBB94A}"/>
              </a:ext>
            </a:extLst>
          </p:cNvPr>
          <p:cNvCxnSpPr>
            <a:cxnSpLocks/>
          </p:cNvCxnSpPr>
          <p:nvPr/>
        </p:nvCxnSpPr>
        <p:spPr>
          <a:xfrm flipH="1">
            <a:off x="11268332" y="3705626"/>
            <a:ext cx="23310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2" name="직선 연결선 1361">
            <a:extLst>
              <a:ext uri="{FF2B5EF4-FFF2-40B4-BE49-F238E27FC236}">
                <a16:creationId xmlns:a16="http://schemas.microsoft.com/office/drawing/2014/main" id="{692B65A3-E6EC-7043-4CEE-C494D5FD7217}"/>
              </a:ext>
            </a:extLst>
          </p:cNvPr>
          <p:cNvCxnSpPr>
            <a:cxnSpLocks/>
          </p:cNvCxnSpPr>
          <p:nvPr/>
        </p:nvCxnSpPr>
        <p:spPr>
          <a:xfrm flipV="1">
            <a:off x="9651850" y="343901"/>
            <a:ext cx="0" cy="2204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3" name="직선 화살표 연결선 1362">
            <a:extLst>
              <a:ext uri="{FF2B5EF4-FFF2-40B4-BE49-F238E27FC236}">
                <a16:creationId xmlns:a16="http://schemas.microsoft.com/office/drawing/2014/main" id="{34CE4AF0-7B51-E965-9C4D-8F95A6D71580}"/>
              </a:ext>
            </a:extLst>
          </p:cNvPr>
          <p:cNvCxnSpPr>
            <a:cxnSpLocks/>
          </p:cNvCxnSpPr>
          <p:nvPr/>
        </p:nvCxnSpPr>
        <p:spPr>
          <a:xfrm>
            <a:off x="9651850" y="559677"/>
            <a:ext cx="234012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5" name="타원 1364">
            <a:extLst>
              <a:ext uri="{FF2B5EF4-FFF2-40B4-BE49-F238E27FC236}">
                <a16:creationId xmlns:a16="http://schemas.microsoft.com/office/drawing/2014/main" id="{8DBFF3F0-CD77-CA96-EBAC-41459A82566E}"/>
              </a:ext>
            </a:extLst>
          </p:cNvPr>
          <p:cNvSpPr/>
          <p:nvPr/>
        </p:nvSpPr>
        <p:spPr>
          <a:xfrm>
            <a:off x="9628041" y="32129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361" name="직사각형 1360">
            <a:extLst>
              <a:ext uri="{FF2B5EF4-FFF2-40B4-BE49-F238E27FC236}">
                <a16:creationId xmlns:a16="http://schemas.microsoft.com/office/drawing/2014/main" id="{C5B67B16-CA8F-EB5B-63F4-57FABE905F11}"/>
              </a:ext>
            </a:extLst>
          </p:cNvPr>
          <p:cNvSpPr/>
          <p:nvPr/>
        </p:nvSpPr>
        <p:spPr>
          <a:xfrm>
            <a:off x="9825998" y="445468"/>
            <a:ext cx="485775" cy="2142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600" b="1" dirty="0">
                <a:solidFill>
                  <a:schemeClr val="tx1"/>
                </a:solidFill>
                <a:latin typeface="+mn-ea"/>
              </a:rPr>
              <a:t>MAX6341</a:t>
            </a:r>
          </a:p>
          <a:p>
            <a:pPr algn="ctr"/>
            <a:r>
              <a:rPr lang="en-US" altLang="ko-KR" sz="600" dirty="0">
                <a:solidFill>
                  <a:schemeClr val="tx1"/>
                </a:solidFill>
                <a:latin typeface="+mn-ea"/>
              </a:rPr>
              <a:t>4.096Vref</a:t>
            </a:r>
          </a:p>
        </p:txBody>
      </p:sp>
      <p:sp>
        <p:nvSpPr>
          <p:cNvPr id="1370" name="TextBox 1369">
            <a:extLst>
              <a:ext uri="{FF2B5EF4-FFF2-40B4-BE49-F238E27FC236}">
                <a16:creationId xmlns:a16="http://schemas.microsoft.com/office/drawing/2014/main" id="{447715AD-2B91-C3B5-22B7-173CE6549C95}"/>
              </a:ext>
            </a:extLst>
          </p:cNvPr>
          <p:cNvSpPr txBox="1"/>
          <p:nvPr/>
        </p:nvSpPr>
        <p:spPr>
          <a:xfrm>
            <a:off x="11065678" y="466084"/>
            <a:ext cx="604891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latin typeface="+mn-ea"/>
              </a:rPr>
              <a:t>FREF_4096</a:t>
            </a:r>
            <a:endParaRPr lang="ko-KR" altLang="en-US" sz="600" b="1" dirty="0">
              <a:latin typeface="+mn-ea"/>
            </a:endParaRPr>
          </a:p>
        </p:txBody>
      </p:sp>
      <p:cxnSp>
        <p:nvCxnSpPr>
          <p:cNvPr id="1371" name="직선 화살표 연결선 1370">
            <a:extLst>
              <a:ext uri="{FF2B5EF4-FFF2-40B4-BE49-F238E27FC236}">
                <a16:creationId xmlns:a16="http://schemas.microsoft.com/office/drawing/2014/main" id="{7E681DAE-2E1E-389A-333B-6744A3C0EA26}"/>
              </a:ext>
            </a:extLst>
          </p:cNvPr>
          <p:cNvCxnSpPr>
            <a:cxnSpLocks/>
          </p:cNvCxnSpPr>
          <p:nvPr/>
        </p:nvCxnSpPr>
        <p:spPr>
          <a:xfrm>
            <a:off x="10467975" y="707316"/>
            <a:ext cx="56463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3" name="직선 연결선 1372">
            <a:extLst>
              <a:ext uri="{FF2B5EF4-FFF2-40B4-BE49-F238E27FC236}">
                <a16:creationId xmlns:a16="http://schemas.microsoft.com/office/drawing/2014/main" id="{6EC4C043-A1B6-3C36-1D56-0E4EE2594E96}"/>
              </a:ext>
            </a:extLst>
          </p:cNvPr>
          <p:cNvCxnSpPr>
            <a:cxnSpLocks/>
          </p:cNvCxnSpPr>
          <p:nvPr/>
        </p:nvCxnSpPr>
        <p:spPr>
          <a:xfrm flipV="1">
            <a:off x="10468617" y="560046"/>
            <a:ext cx="0" cy="1496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4" name="타원 1373">
            <a:extLst>
              <a:ext uri="{FF2B5EF4-FFF2-40B4-BE49-F238E27FC236}">
                <a16:creationId xmlns:a16="http://schemas.microsoft.com/office/drawing/2014/main" id="{4810CD69-320C-D830-8672-890AE83B8C60}"/>
              </a:ext>
            </a:extLst>
          </p:cNvPr>
          <p:cNvSpPr/>
          <p:nvPr/>
        </p:nvSpPr>
        <p:spPr>
          <a:xfrm>
            <a:off x="10444808" y="53743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376" name="TextBox 1375">
            <a:extLst>
              <a:ext uri="{FF2B5EF4-FFF2-40B4-BE49-F238E27FC236}">
                <a16:creationId xmlns:a16="http://schemas.microsoft.com/office/drawing/2014/main" id="{C1135D53-FAC9-8890-51A5-5B5BDB0238CD}"/>
              </a:ext>
            </a:extLst>
          </p:cNvPr>
          <p:cNvSpPr txBox="1"/>
          <p:nvPr/>
        </p:nvSpPr>
        <p:spPr>
          <a:xfrm>
            <a:off x="11065887" y="656947"/>
            <a:ext cx="47365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latin typeface="+mn-ea"/>
              </a:rPr>
              <a:t>FREF_2048</a:t>
            </a:r>
            <a:endParaRPr lang="ko-KR" altLang="en-US" sz="600" b="1" dirty="0">
              <a:latin typeface="+mn-ea"/>
            </a:endParaRPr>
          </a:p>
        </p:txBody>
      </p:sp>
      <p:sp>
        <p:nvSpPr>
          <p:cNvPr id="1378" name="직사각형 1377">
            <a:extLst>
              <a:ext uri="{FF2B5EF4-FFF2-40B4-BE49-F238E27FC236}">
                <a16:creationId xmlns:a16="http://schemas.microsoft.com/office/drawing/2014/main" id="{0913B65D-2EDB-59DC-F76E-B6628C75B89B}"/>
              </a:ext>
            </a:extLst>
          </p:cNvPr>
          <p:cNvSpPr/>
          <p:nvPr/>
        </p:nvSpPr>
        <p:spPr>
          <a:xfrm>
            <a:off x="10567610" y="637320"/>
            <a:ext cx="167638" cy="1440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½</a:t>
            </a:r>
            <a:endParaRPr lang="ko-KR" altLang="en-US" sz="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380" name="직선 연결선 1379">
            <a:extLst>
              <a:ext uri="{FF2B5EF4-FFF2-40B4-BE49-F238E27FC236}">
                <a16:creationId xmlns:a16="http://schemas.microsoft.com/office/drawing/2014/main" id="{322D684A-140B-D983-AD68-A86C65BC8760}"/>
              </a:ext>
            </a:extLst>
          </p:cNvPr>
          <p:cNvCxnSpPr>
            <a:cxnSpLocks/>
          </p:cNvCxnSpPr>
          <p:nvPr/>
        </p:nvCxnSpPr>
        <p:spPr>
          <a:xfrm flipV="1">
            <a:off x="10469264" y="346043"/>
            <a:ext cx="0" cy="1214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1" name="타원 1380">
            <a:extLst>
              <a:ext uri="{FF2B5EF4-FFF2-40B4-BE49-F238E27FC236}">
                <a16:creationId xmlns:a16="http://schemas.microsoft.com/office/drawing/2014/main" id="{D6292EF4-6E27-9A55-8A8E-0F509987D58D}"/>
              </a:ext>
            </a:extLst>
          </p:cNvPr>
          <p:cNvSpPr/>
          <p:nvPr/>
        </p:nvSpPr>
        <p:spPr>
          <a:xfrm>
            <a:off x="10445455" y="32343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1383" name="직선 화살표 연결선 1382">
            <a:extLst>
              <a:ext uri="{FF2B5EF4-FFF2-40B4-BE49-F238E27FC236}">
                <a16:creationId xmlns:a16="http://schemas.microsoft.com/office/drawing/2014/main" id="{54DBBC2D-3047-8A5E-6862-4D4989501B2E}"/>
              </a:ext>
            </a:extLst>
          </p:cNvPr>
          <p:cNvCxnSpPr>
            <a:cxnSpLocks/>
          </p:cNvCxnSpPr>
          <p:nvPr/>
        </p:nvCxnSpPr>
        <p:spPr>
          <a:xfrm>
            <a:off x="10467975" y="464445"/>
            <a:ext cx="35242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9" name="직사각형 1378">
            <a:extLst>
              <a:ext uri="{FF2B5EF4-FFF2-40B4-BE49-F238E27FC236}">
                <a16:creationId xmlns:a16="http://schemas.microsoft.com/office/drawing/2014/main" id="{754DF966-F406-C864-B268-A8A4503BE043}"/>
              </a:ext>
            </a:extLst>
          </p:cNvPr>
          <p:cNvSpPr/>
          <p:nvPr/>
        </p:nvSpPr>
        <p:spPr>
          <a:xfrm>
            <a:off x="10558109" y="383698"/>
            <a:ext cx="167638" cy="1440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½</a:t>
            </a:r>
            <a:endParaRPr lang="ko-KR" altLang="en-US" sz="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389" name="직선 연결선 1388">
            <a:extLst>
              <a:ext uri="{FF2B5EF4-FFF2-40B4-BE49-F238E27FC236}">
                <a16:creationId xmlns:a16="http://schemas.microsoft.com/office/drawing/2014/main" id="{59AB7C02-E004-B986-B82D-E27A6FEC4C0D}"/>
              </a:ext>
            </a:extLst>
          </p:cNvPr>
          <p:cNvCxnSpPr>
            <a:cxnSpLocks/>
          </p:cNvCxnSpPr>
          <p:nvPr/>
        </p:nvCxnSpPr>
        <p:spPr>
          <a:xfrm>
            <a:off x="10825162" y="467523"/>
            <a:ext cx="0" cy="242202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2" name="TextBox 1391">
            <a:extLst>
              <a:ext uri="{FF2B5EF4-FFF2-40B4-BE49-F238E27FC236}">
                <a16:creationId xmlns:a16="http://schemas.microsoft.com/office/drawing/2014/main" id="{8F4E16BA-0C53-F479-0D02-4A02B4F41D0F}"/>
              </a:ext>
            </a:extLst>
          </p:cNvPr>
          <p:cNvSpPr txBox="1"/>
          <p:nvPr/>
        </p:nvSpPr>
        <p:spPr>
          <a:xfrm>
            <a:off x="10842502" y="419090"/>
            <a:ext cx="19010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2.5V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1396" name="직선 연결선 1395">
            <a:extLst>
              <a:ext uri="{FF2B5EF4-FFF2-40B4-BE49-F238E27FC236}">
                <a16:creationId xmlns:a16="http://schemas.microsoft.com/office/drawing/2014/main" id="{7E5CF546-A704-FD73-5CDF-BC0EA981A872}"/>
              </a:ext>
            </a:extLst>
          </p:cNvPr>
          <p:cNvCxnSpPr>
            <a:cxnSpLocks/>
          </p:cNvCxnSpPr>
          <p:nvPr/>
        </p:nvCxnSpPr>
        <p:spPr>
          <a:xfrm>
            <a:off x="10174838" y="3054936"/>
            <a:ext cx="1124132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7" name="직선 화살표 연결선 1396">
            <a:extLst>
              <a:ext uri="{FF2B5EF4-FFF2-40B4-BE49-F238E27FC236}">
                <a16:creationId xmlns:a16="http://schemas.microsoft.com/office/drawing/2014/main" id="{F6C21AFA-1BA2-FD8E-640E-7638C8DD037A}"/>
              </a:ext>
            </a:extLst>
          </p:cNvPr>
          <p:cNvCxnSpPr>
            <a:cxnSpLocks/>
          </p:cNvCxnSpPr>
          <p:nvPr/>
        </p:nvCxnSpPr>
        <p:spPr>
          <a:xfrm flipH="1">
            <a:off x="11263831" y="3053166"/>
            <a:ext cx="9949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8" name="TextBox 1397">
            <a:extLst>
              <a:ext uri="{FF2B5EF4-FFF2-40B4-BE49-F238E27FC236}">
                <a16:creationId xmlns:a16="http://schemas.microsoft.com/office/drawing/2014/main" id="{35239D0E-180E-6F9C-DD45-4E974D0FAAE3}"/>
              </a:ext>
            </a:extLst>
          </p:cNvPr>
          <p:cNvSpPr txBox="1"/>
          <p:nvPr/>
        </p:nvSpPr>
        <p:spPr>
          <a:xfrm>
            <a:off x="10217151" y="2972515"/>
            <a:ext cx="43070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F_CURRENT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399" name="TextBox 1398">
            <a:extLst>
              <a:ext uri="{FF2B5EF4-FFF2-40B4-BE49-F238E27FC236}">
                <a16:creationId xmlns:a16="http://schemas.microsoft.com/office/drawing/2014/main" id="{9DB28777-BA53-DE74-0507-064A08C4B09D}"/>
              </a:ext>
            </a:extLst>
          </p:cNvPr>
          <p:cNvSpPr txBox="1"/>
          <p:nvPr/>
        </p:nvSpPr>
        <p:spPr>
          <a:xfrm>
            <a:off x="10690311" y="2971501"/>
            <a:ext cx="36504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ratio=1.0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402" name="TextBox 1401">
            <a:extLst>
              <a:ext uri="{FF2B5EF4-FFF2-40B4-BE49-F238E27FC236}">
                <a16:creationId xmlns:a16="http://schemas.microsoft.com/office/drawing/2014/main" id="{F8EBEB3E-4BB8-7386-6460-038E8D65E3D3}"/>
              </a:ext>
            </a:extLst>
          </p:cNvPr>
          <p:cNvSpPr txBox="1"/>
          <p:nvPr/>
        </p:nvSpPr>
        <p:spPr>
          <a:xfrm>
            <a:off x="10228364" y="3111508"/>
            <a:ext cx="33385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unused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1404" name="직선 연결선 1403">
            <a:extLst>
              <a:ext uri="{FF2B5EF4-FFF2-40B4-BE49-F238E27FC236}">
                <a16:creationId xmlns:a16="http://schemas.microsoft.com/office/drawing/2014/main" id="{FFDA78B3-0F6F-3152-3D2F-62A85193A60A}"/>
              </a:ext>
            </a:extLst>
          </p:cNvPr>
          <p:cNvCxnSpPr>
            <a:cxnSpLocks/>
          </p:cNvCxnSpPr>
          <p:nvPr/>
        </p:nvCxnSpPr>
        <p:spPr>
          <a:xfrm>
            <a:off x="10178274" y="3123199"/>
            <a:ext cx="1124132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5" name="직선 화살표 연결선 1404">
            <a:extLst>
              <a:ext uri="{FF2B5EF4-FFF2-40B4-BE49-F238E27FC236}">
                <a16:creationId xmlns:a16="http://schemas.microsoft.com/office/drawing/2014/main" id="{6445D639-EA9B-D6D1-6D4E-6E8E559F7989}"/>
              </a:ext>
            </a:extLst>
          </p:cNvPr>
          <p:cNvCxnSpPr>
            <a:cxnSpLocks/>
          </p:cNvCxnSpPr>
          <p:nvPr/>
        </p:nvCxnSpPr>
        <p:spPr>
          <a:xfrm flipH="1">
            <a:off x="11267267" y="3123016"/>
            <a:ext cx="724708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6" name="TextBox 1405">
            <a:extLst>
              <a:ext uri="{FF2B5EF4-FFF2-40B4-BE49-F238E27FC236}">
                <a16:creationId xmlns:a16="http://schemas.microsoft.com/office/drawing/2014/main" id="{8E57BE8E-C078-0EC8-0C00-AD06B8706A54}"/>
              </a:ext>
            </a:extLst>
          </p:cNvPr>
          <p:cNvSpPr txBox="1"/>
          <p:nvPr/>
        </p:nvSpPr>
        <p:spPr>
          <a:xfrm>
            <a:off x="10215834" y="3045540"/>
            <a:ext cx="41406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FREF_4096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407" name="TextBox 1406">
            <a:extLst>
              <a:ext uri="{FF2B5EF4-FFF2-40B4-BE49-F238E27FC236}">
                <a16:creationId xmlns:a16="http://schemas.microsoft.com/office/drawing/2014/main" id="{06FA7319-68A7-2E8B-E756-3AF8FCCC32C8}"/>
              </a:ext>
            </a:extLst>
          </p:cNvPr>
          <p:cNvSpPr txBox="1"/>
          <p:nvPr/>
        </p:nvSpPr>
        <p:spPr>
          <a:xfrm>
            <a:off x="10693747" y="3042556"/>
            <a:ext cx="36477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ratio=0.33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427" name="TextBox 1426">
            <a:extLst>
              <a:ext uri="{FF2B5EF4-FFF2-40B4-BE49-F238E27FC236}">
                <a16:creationId xmlns:a16="http://schemas.microsoft.com/office/drawing/2014/main" id="{17E3A939-9E48-A9F3-126D-7A7E15CB2B75}"/>
              </a:ext>
            </a:extLst>
          </p:cNvPr>
          <p:cNvSpPr txBox="1"/>
          <p:nvPr/>
        </p:nvSpPr>
        <p:spPr>
          <a:xfrm>
            <a:off x="10627511" y="898821"/>
            <a:ext cx="29459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latin typeface="+mn-ea"/>
              </a:rPr>
              <a:t>F_P5V</a:t>
            </a:r>
            <a:endParaRPr lang="ko-KR" altLang="en-US" sz="600" dirty="0">
              <a:latin typeface="+mn-ea"/>
            </a:endParaRPr>
          </a:p>
        </p:txBody>
      </p:sp>
      <p:grpSp>
        <p:nvGrpSpPr>
          <p:cNvPr id="1455" name="그룹 1454">
            <a:extLst>
              <a:ext uri="{FF2B5EF4-FFF2-40B4-BE49-F238E27FC236}">
                <a16:creationId xmlns:a16="http://schemas.microsoft.com/office/drawing/2014/main" id="{D13F4122-6843-300E-95EC-70D7668A72D0}"/>
              </a:ext>
            </a:extLst>
          </p:cNvPr>
          <p:cNvGrpSpPr/>
          <p:nvPr/>
        </p:nvGrpSpPr>
        <p:grpSpPr>
          <a:xfrm flipH="1">
            <a:off x="10385762" y="1010110"/>
            <a:ext cx="596563" cy="409532"/>
            <a:chOff x="6229350" y="434745"/>
            <a:chExt cx="596563" cy="409532"/>
          </a:xfrm>
        </p:grpSpPr>
        <p:sp>
          <p:nvSpPr>
            <p:cNvPr id="1414" name="TextBox 1413">
              <a:extLst>
                <a:ext uri="{FF2B5EF4-FFF2-40B4-BE49-F238E27FC236}">
                  <a16:creationId xmlns:a16="http://schemas.microsoft.com/office/drawing/2014/main" id="{87C81398-2255-F36E-C0A1-D6E969896726}"/>
                </a:ext>
              </a:extLst>
            </p:cNvPr>
            <p:cNvSpPr txBox="1"/>
            <p:nvPr/>
          </p:nvSpPr>
          <p:spPr>
            <a:xfrm>
              <a:off x="6531314" y="490936"/>
              <a:ext cx="29459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n-ea"/>
                </a:rPr>
                <a:t>AD8236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415" name="이등변 삼각형 1414">
              <a:extLst>
                <a:ext uri="{FF2B5EF4-FFF2-40B4-BE49-F238E27FC236}">
                  <a16:creationId xmlns:a16="http://schemas.microsoft.com/office/drawing/2014/main" id="{96F2127E-9F83-252D-B3CE-A84A2B55F6CA}"/>
                </a:ext>
              </a:extLst>
            </p:cNvPr>
            <p:cNvSpPr/>
            <p:nvPr/>
          </p:nvSpPr>
          <p:spPr>
            <a:xfrm rot="5400000">
              <a:off x="6298144" y="483042"/>
              <a:ext cx="386718" cy="333378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1417" name="TextBox 1416">
              <a:extLst>
                <a:ext uri="{FF2B5EF4-FFF2-40B4-BE49-F238E27FC236}">
                  <a16:creationId xmlns:a16="http://schemas.microsoft.com/office/drawing/2014/main" id="{8D202214-2B23-DEC5-BA30-A2DAA3A6AFB2}"/>
                </a:ext>
              </a:extLst>
            </p:cNvPr>
            <p:cNvSpPr txBox="1"/>
            <p:nvPr/>
          </p:nvSpPr>
          <p:spPr>
            <a:xfrm>
              <a:off x="6304405" y="721166"/>
              <a:ext cx="7722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-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418" name="직선 연결선 1417">
              <a:extLst>
                <a:ext uri="{FF2B5EF4-FFF2-40B4-BE49-F238E27FC236}">
                  <a16:creationId xmlns:a16="http://schemas.microsoft.com/office/drawing/2014/main" id="{002A905A-9AFD-EB13-204D-9473091AB722}"/>
                </a:ext>
              </a:extLst>
            </p:cNvPr>
            <p:cNvCxnSpPr>
              <a:cxnSpLocks/>
            </p:cNvCxnSpPr>
            <p:nvPr/>
          </p:nvCxnSpPr>
          <p:spPr>
            <a:xfrm>
              <a:off x="6451730" y="434745"/>
              <a:ext cx="0" cy="993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9" name="직선 연결선 1418">
              <a:extLst>
                <a:ext uri="{FF2B5EF4-FFF2-40B4-BE49-F238E27FC236}">
                  <a16:creationId xmlns:a16="http://schemas.microsoft.com/office/drawing/2014/main" id="{1C521CB3-69AA-3ED5-873C-52F9E36A6C0B}"/>
                </a:ext>
              </a:extLst>
            </p:cNvPr>
            <p:cNvCxnSpPr>
              <a:cxnSpLocks/>
            </p:cNvCxnSpPr>
            <p:nvPr/>
          </p:nvCxnSpPr>
          <p:spPr>
            <a:xfrm>
              <a:off x="6454111" y="770711"/>
              <a:ext cx="0" cy="620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0" name="직선 연결선 1419">
              <a:extLst>
                <a:ext uri="{FF2B5EF4-FFF2-40B4-BE49-F238E27FC236}">
                  <a16:creationId xmlns:a16="http://schemas.microsoft.com/office/drawing/2014/main" id="{37DC29AF-4D68-60B2-9483-C41C4CDC4E00}"/>
                </a:ext>
              </a:extLst>
            </p:cNvPr>
            <p:cNvCxnSpPr>
              <a:cxnSpLocks/>
            </p:cNvCxnSpPr>
            <p:nvPr/>
          </p:nvCxnSpPr>
          <p:spPr>
            <a:xfrm>
              <a:off x="6657334" y="650300"/>
              <a:ext cx="9827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1" name="직선 연결선 1420">
              <a:extLst>
                <a:ext uri="{FF2B5EF4-FFF2-40B4-BE49-F238E27FC236}">
                  <a16:creationId xmlns:a16="http://schemas.microsoft.com/office/drawing/2014/main" id="{71739D10-570C-3882-E0F7-06D356EB1F8D}"/>
                </a:ext>
              </a:extLst>
            </p:cNvPr>
            <p:cNvCxnSpPr>
              <a:cxnSpLocks/>
            </p:cNvCxnSpPr>
            <p:nvPr/>
          </p:nvCxnSpPr>
          <p:spPr>
            <a:xfrm>
              <a:off x="6229350" y="525503"/>
              <a:ext cx="10049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6" name="직선 연결선 1425">
              <a:extLst>
                <a:ext uri="{FF2B5EF4-FFF2-40B4-BE49-F238E27FC236}">
                  <a16:creationId xmlns:a16="http://schemas.microsoft.com/office/drawing/2014/main" id="{B462B762-0151-DD4E-A298-C7AEC4E77798}"/>
                </a:ext>
              </a:extLst>
            </p:cNvPr>
            <p:cNvCxnSpPr>
              <a:cxnSpLocks/>
            </p:cNvCxnSpPr>
            <p:nvPr/>
          </p:nvCxnSpPr>
          <p:spPr>
            <a:xfrm>
              <a:off x="6236494" y="790659"/>
              <a:ext cx="8462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8" name="TextBox 1447">
              <a:extLst>
                <a:ext uri="{FF2B5EF4-FFF2-40B4-BE49-F238E27FC236}">
                  <a16:creationId xmlns:a16="http://schemas.microsoft.com/office/drawing/2014/main" id="{DF03B920-0800-565E-7FBA-19E6A00D9437}"/>
                </a:ext>
              </a:extLst>
            </p:cNvPr>
            <p:cNvSpPr txBox="1"/>
            <p:nvPr/>
          </p:nvSpPr>
          <p:spPr>
            <a:xfrm>
              <a:off x="6298553" y="469811"/>
              <a:ext cx="9418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+</a:t>
              </a:r>
              <a:endParaRPr lang="ko-KR" altLang="en-US" sz="600" dirty="0">
                <a:latin typeface="+mn-ea"/>
              </a:endParaRPr>
            </a:p>
          </p:txBody>
        </p:sp>
        <p:cxnSp>
          <p:nvCxnSpPr>
            <p:cNvPr id="1452" name="직선 연결선 1451">
              <a:extLst>
                <a:ext uri="{FF2B5EF4-FFF2-40B4-BE49-F238E27FC236}">
                  <a16:creationId xmlns:a16="http://schemas.microsoft.com/office/drawing/2014/main" id="{11551778-5533-730E-F3A9-F09E5F4768E6}"/>
                </a:ext>
              </a:extLst>
            </p:cNvPr>
            <p:cNvCxnSpPr>
              <a:cxnSpLocks/>
            </p:cNvCxnSpPr>
            <p:nvPr/>
          </p:nvCxnSpPr>
          <p:spPr>
            <a:xfrm>
              <a:off x="6532691" y="723898"/>
              <a:ext cx="0" cy="10059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4" name="TextBox 1453">
              <a:extLst>
                <a:ext uri="{FF2B5EF4-FFF2-40B4-BE49-F238E27FC236}">
                  <a16:creationId xmlns:a16="http://schemas.microsoft.com/office/drawing/2014/main" id="{B360283A-8544-31EF-8E0D-AA9433B42343}"/>
                </a:ext>
              </a:extLst>
            </p:cNvPr>
            <p:cNvSpPr txBox="1"/>
            <p:nvPr/>
          </p:nvSpPr>
          <p:spPr>
            <a:xfrm rot="19859173">
              <a:off x="6455367" y="641201"/>
              <a:ext cx="13045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REF</a:t>
              </a:r>
              <a:endParaRPr lang="ko-KR" altLang="en-US" sz="600" dirty="0">
                <a:latin typeface="+mn-ea"/>
              </a:endParaRPr>
            </a:p>
          </p:txBody>
        </p:sp>
      </p:grpSp>
      <p:cxnSp>
        <p:nvCxnSpPr>
          <p:cNvPr id="1458" name="직선 연결선 1457">
            <a:extLst>
              <a:ext uri="{FF2B5EF4-FFF2-40B4-BE49-F238E27FC236}">
                <a16:creationId xmlns:a16="http://schemas.microsoft.com/office/drawing/2014/main" id="{65688642-B125-6BFD-36FE-BECB5D334B37}"/>
              </a:ext>
            </a:extLst>
          </p:cNvPr>
          <p:cNvCxnSpPr>
            <a:cxnSpLocks/>
          </p:cNvCxnSpPr>
          <p:nvPr/>
        </p:nvCxnSpPr>
        <p:spPr>
          <a:xfrm flipV="1">
            <a:off x="11186788" y="851216"/>
            <a:ext cx="0" cy="1496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7" name="직사각형 1456">
            <a:extLst>
              <a:ext uri="{FF2B5EF4-FFF2-40B4-BE49-F238E27FC236}">
                <a16:creationId xmlns:a16="http://schemas.microsoft.com/office/drawing/2014/main" id="{AC4E843C-0389-7C5F-2C47-8C60A328CA21}"/>
              </a:ext>
            </a:extLst>
          </p:cNvPr>
          <p:cNvSpPr/>
          <p:nvPr/>
        </p:nvSpPr>
        <p:spPr>
          <a:xfrm rot="5400000">
            <a:off x="11111384" y="1184766"/>
            <a:ext cx="152221" cy="911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  <a:latin typeface="+mn-ea"/>
              </a:rPr>
              <a:t>5m</a:t>
            </a:r>
            <a:endParaRPr lang="ko-KR" altLang="en-US" sz="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466" name="직선 연결선 1465">
            <a:extLst>
              <a:ext uri="{FF2B5EF4-FFF2-40B4-BE49-F238E27FC236}">
                <a16:creationId xmlns:a16="http://schemas.microsoft.com/office/drawing/2014/main" id="{2332D4BC-63EC-BF32-D81D-D3D6ECF0388C}"/>
              </a:ext>
            </a:extLst>
          </p:cNvPr>
          <p:cNvCxnSpPr>
            <a:cxnSpLocks/>
          </p:cNvCxnSpPr>
          <p:nvPr/>
        </p:nvCxnSpPr>
        <p:spPr>
          <a:xfrm>
            <a:off x="11116608" y="1756770"/>
            <a:ext cx="8478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0" name="직선 연결선 1469">
            <a:extLst>
              <a:ext uri="{FF2B5EF4-FFF2-40B4-BE49-F238E27FC236}">
                <a16:creationId xmlns:a16="http://schemas.microsoft.com/office/drawing/2014/main" id="{E198F485-BFF7-1F15-0949-0EFDDDE83FE8}"/>
              </a:ext>
            </a:extLst>
          </p:cNvPr>
          <p:cNvCxnSpPr>
            <a:cxnSpLocks/>
          </p:cNvCxnSpPr>
          <p:nvPr/>
        </p:nvCxnSpPr>
        <p:spPr>
          <a:xfrm>
            <a:off x="10982325" y="1099040"/>
            <a:ext cx="2190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9" name="타원 1478">
            <a:extLst>
              <a:ext uri="{FF2B5EF4-FFF2-40B4-BE49-F238E27FC236}">
                <a16:creationId xmlns:a16="http://schemas.microsoft.com/office/drawing/2014/main" id="{625AC4A1-D58B-BB13-8F20-A8495E50841F}"/>
              </a:ext>
            </a:extLst>
          </p:cNvPr>
          <p:cNvSpPr/>
          <p:nvPr/>
        </p:nvSpPr>
        <p:spPr>
          <a:xfrm flipH="1">
            <a:off x="11162799" y="107799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480" name="타원 1479">
            <a:extLst>
              <a:ext uri="{FF2B5EF4-FFF2-40B4-BE49-F238E27FC236}">
                <a16:creationId xmlns:a16="http://schemas.microsoft.com/office/drawing/2014/main" id="{F6C8E01D-1E28-84B0-6636-BB7F407B82E3}"/>
              </a:ext>
            </a:extLst>
          </p:cNvPr>
          <p:cNvSpPr/>
          <p:nvPr/>
        </p:nvSpPr>
        <p:spPr>
          <a:xfrm flipH="1">
            <a:off x="11162799" y="134241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481" name="타원 1480">
            <a:extLst>
              <a:ext uri="{FF2B5EF4-FFF2-40B4-BE49-F238E27FC236}">
                <a16:creationId xmlns:a16="http://schemas.microsoft.com/office/drawing/2014/main" id="{02A158B4-1EBD-FBD9-332B-32CFB0D01E35}"/>
              </a:ext>
            </a:extLst>
          </p:cNvPr>
          <p:cNvSpPr/>
          <p:nvPr/>
        </p:nvSpPr>
        <p:spPr>
          <a:xfrm flipH="1">
            <a:off x="11226299" y="210974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484" name="TextBox 1483">
            <a:extLst>
              <a:ext uri="{FF2B5EF4-FFF2-40B4-BE49-F238E27FC236}">
                <a16:creationId xmlns:a16="http://schemas.microsoft.com/office/drawing/2014/main" id="{626D026F-C860-6E54-EC37-D8C9D7B3F70C}"/>
              </a:ext>
            </a:extLst>
          </p:cNvPr>
          <p:cNvSpPr txBox="1"/>
          <p:nvPr/>
        </p:nvSpPr>
        <p:spPr>
          <a:xfrm>
            <a:off x="10293601" y="1400034"/>
            <a:ext cx="463331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latin typeface="+mn-ea"/>
              </a:rPr>
              <a:t>FREF_2048</a:t>
            </a:r>
            <a:endParaRPr lang="ko-KR" altLang="en-US" sz="600" b="1" dirty="0">
              <a:latin typeface="+mn-ea"/>
            </a:endParaRPr>
          </a:p>
        </p:txBody>
      </p:sp>
      <p:cxnSp>
        <p:nvCxnSpPr>
          <p:cNvPr id="1485" name="직선 화살표 연결선 1484">
            <a:extLst>
              <a:ext uri="{FF2B5EF4-FFF2-40B4-BE49-F238E27FC236}">
                <a16:creationId xmlns:a16="http://schemas.microsoft.com/office/drawing/2014/main" id="{816BC52D-FDB4-A83D-ABDB-58842CEFBA5C}"/>
              </a:ext>
            </a:extLst>
          </p:cNvPr>
          <p:cNvCxnSpPr>
            <a:cxnSpLocks/>
          </p:cNvCxnSpPr>
          <p:nvPr/>
        </p:nvCxnSpPr>
        <p:spPr>
          <a:xfrm flipH="1">
            <a:off x="10200325" y="1225551"/>
            <a:ext cx="286507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7" name="TextBox 1486">
            <a:extLst>
              <a:ext uri="{FF2B5EF4-FFF2-40B4-BE49-F238E27FC236}">
                <a16:creationId xmlns:a16="http://schemas.microsoft.com/office/drawing/2014/main" id="{DDF2D9C8-CCA3-8261-9A21-B8BFE24B25DB}"/>
              </a:ext>
            </a:extLst>
          </p:cNvPr>
          <p:cNvSpPr txBox="1"/>
          <p:nvPr/>
        </p:nvSpPr>
        <p:spPr>
          <a:xfrm>
            <a:off x="11303202" y="1602638"/>
            <a:ext cx="65490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latin typeface="+mn-ea"/>
              </a:rPr>
              <a:t>F_CURRENT</a:t>
            </a:r>
          </a:p>
          <a:p>
            <a:pPr algn="ctr"/>
            <a:r>
              <a:rPr lang="en-US" altLang="ko-KR" sz="600" b="1" dirty="0">
                <a:latin typeface="+mn-ea"/>
              </a:rPr>
              <a:t>(1A </a:t>
            </a:r>
            <a:r>
              <a:rPr lang="en-US" altLang="ko-KR" sz="600" b="1" dirty="0">
                <a:latin typeface="+mn-ea"/>
                <a:sym typeface="Wingdings" panose="05000000000000000000" pitchFamily="2" charset="2"/>
              </a:rPr>
              <a:t> 0.5V)</a:t>
            </a:r>
            <a:endParaRPr lang="ko-KR" altLang="en-US" sz="600" b="1" dirty="0">
              <a:latin typeface="+mn-ea"/>
            </a:endParaRPr>
          </a:p>
        </p:txBody>
      </p:sp>
      <p:sp>
        <p:nvSpPr>
          <p:cNvPr id="1488" name="TextBox 1487">
            <a:extLst>
              <a:ext uri="{FF2B5EF4-FFF2-40B4-BE49-F238E27FC236}">
                <a16:creationId xmlns:a16="http://schemas.microsoft.com/office/drawing/2014/main" id="{F5CBBCB9-9FFE-A718-348F-B9377C3D4B7E}"/>
              </a:ext>
            </a:extLst>
          </p:cNvPr>
          <p:cNvSpPr txBox="1"/>
          <p:nvPr/>
        </p:nvSpPr>
        <p:spPr>
          <a:xfrm>
            <a:off x="10892286" y="1192154"/>
            <a:ext cx="28063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latin typeface="+mn-ea"/>
              </a:rPr>
              <a:t>G=100</a:t>
            </a:r>
            <a:endParaRPr lang="ko-KR" altLang="en-US" sz="600" b="1" dirty="0">
              <a:latin typeface="+mn-ea"/>
            </a:endParaRPr>
          </a:p>
        </p:txBody>
      </p:sp>
      <p:cxnSp>
        <p:nvCxnSpPr>
          <p:cNvPr id="1494" name="직선 화살표 연결선 1493">
            <a:extLst>
              <a:ext uri="{FF2B5EF4-FFF2-40B4-BE49-F238E27FC236}">
                <a16:creationId xmlns:a16="http://schemas.microsoft.com/office/drawing/2014/main" id="{E830D40C-7068-B223-0CF4-0D08A907738A}"/>
              </a:ext>
            </a:extLst>
          </p:cNvPr>
          <p:cNvCxnSpPr>
            <a:cxnSpLocks/>
          </p:cNvCxnSpPr>
          <p:nvPr/>
        </p:nvCxnSpPr>
        <p:spPr>
          <a:xfrm flipH="1">
            <a:off x="8910638" y="3191267"/>
            <a:ext cx="50138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8" name="직선 연결선 1497">
            <a:extLst>
              <a:ext uri="{FF2B5EF4-FFF2-40B4-BE49-F238E27FC236}">
                <a16:creationId xmlns:a16="http://schemas.microsoft.com/office/drawing/2014/main" id="{FB9175A4-E9D1-969D-8CA5-A18B80111C06}"/>
              </a:ext>
            </a:extLst>
          </p:cNvPr>
          <p:cNvCxnSpPr>
            <a:cxnSpLocks/>
          </p:cNvCxnSpPr>
          <p:nvPr/>
        </p:nvCxnSpPr>
        <p:spPr>
          <a:xfrm flipV="1">
            <a:off x="9352361" y="3200393"/>
            <a:ext cx="0" cy="5048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0" name="타원 1499">
            <a:extLst>
              <a:ext uri="{FF2B5EF4-FFF2-40B4-BE49-F238E27FC236}">
                <a16:creationId xmlns:a16="http://schemas.microsoft.com/office/drawing/2014/main" id="{907E533B-76D4-2F51-3010-E3A507287D42}"/>
              </a:ext>
            </a:extLst>
          </p:cNvPr>
          <p:cNvSpPr/>
          <p:nvPr/>
        </p:nvSpPr>
        <p:spPr>
          <a:xfrm flipH="1">
            <a:off x="9330797" y="317113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501" name="TextBox 1500">
            <a:extLst>
              <a:ext uri="{FF2B5EF4-FFF2-40B4-BE49-F238E27FC236}">
                <a16:creationId xmlns:a16="http://schemas.microsoft.com/office/drawing/2014/main" id="{DFB46D57-F8F2-CE5A-A708-42C61E47426E}"/>
              </a:ext>
            </a:extLst>
          </p:cNvPr>
          <p:cNvSpPr txBox="1"/>
          <p:nvPr/>
        </p:nvSpPr>
        <p:spPr>
          <a:xfrm>
            <a:off x="9548919" y="3762454"/>
            <a:ext cx="51996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solidFill>
                  <a:srgbClr val="FF0000"/>
                </a:solidFill>
                <a:latin typeface="+mn-ea"/>
              </a:rPr>
              <a:t>I2C:1101_100</a:t>
            </a:r>
            <a:endParaRPr lang="ko-KR" altLang="en-US" sz="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502" name="TextBox 1501">
            <a:extLst>
              <a:ext uri="{FF2B5EF4-FFF2-40B4-BE49-F238E27FC236}">
                <a16:creationId xmlns:a16="http://schemas.microsoft.com/office/drawing/2014/main" id="{1FDF79E6-3A18-ECDE-481D-0FC69F231266}"/>
              </a:ext>
            </a:extLst>
          </p:cNvPr>
          <p:cNvSpPr txBox="1"/>
          <p:nvPr/>
        </p:nvSpPr>
        <p:spPr>
          <a:xfrm>
            <a:off x="9548919" y="3243254"/>
            <a:ext cx="51996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solidFill>
                  <a:srgbClr val="FF0000"/>
                </a:solidFill>
                <a:latin typeface="+mn-ea"/>
              </a:rPr>
              <a:t>I2C:1101_011</a:t>
            </a:r>
            <a:endParaRPr lang="ko-KR" altLang="en-US" sz="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503" name="TextBox 1502">
            <a:extLst>
              <a:ext uri="{FF2B5EF4-FFF2-40B4-BE49-F238E27FC236}">
                <a16:creationId xmlns:a16="http://schemas.microsoft.com/office/drawing/2014/main" id="{73C18C2F-BBD6-E588-5857-1CAD8ECE7924}"/>
              </a:ext>
            </a:extLst>
          </p:cNvPr>
          <p:cNvSpPr txBox="1"/>
          <p:nvPr/>
        </p:nvSpPr>
        <p:spPr>
          <a:xfrm>
            <a:off x="9445040" y="2374148"/>
            <a:ext cx="51996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solidFill>
                  <a:srgbClr val="FF0000"/>
                </a:solidFill>
                <a:latin typeface="+mn-ea"/>
              </a:rPr>
              <a:t>I2C:1100_000</a:t>
            </a:r>
            <a:endParaRPr lang="ko-KR" altLang="en-US" sz="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504" name="TextBox 1503">
            <a:extLst>
              <a:ext uri="{FF2B5EF4-FFF2-40B4-BE49-F238E27FC236}">
                <a16:creationId xmlns:a16="http://schemas.microsoft.com/office/drawing/2014/main" id="{BF34B7F9-D3AB-A786-4CE5-F20A51541475}"/>
              </a:ext>
            </a:extLst>
          </p:cNvPr>
          <p:cNvSpPr txBox="1"/>
          <p:nvPr/>
        </p:nvSpPr>
        <p:spPr>
          <a:xfrm>
            <a:off x="8371457" y="2393200"/>
            <a:ext cx="60347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  <a:latin typeface="+mn-ea"/>
              </a:rPr>
              <a:t>Possible to use one I2C isolator</a:t>
            </a:r>
            <a:endParaRPr lang="ko-KR" altLang="en-US" sz="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508" name="TextBox 1507">
            <a:extLst>
              <a:ext uri="{FF2B5EF4-FFF2-40B4-BE49-F238E27FC236}">
                <a16:creationId xmlns:a16="http://schemas.microsoft.com/office/drawing/2014/main" id="{CA390D0F-A4E1-7C86-9969-1D7F0FB6F353}"/>
              </a:ext>
            </a:extLst>
          </p:cNvPr>
          <p:cNvSpPr txBox="1"/>
          <p:nvPr/>
        </p:nvSpPr>
        <p:spPr>
          <a:xfrm>
            <a:off x="5345273" y="2811109"/>
            <a:ext cx="51996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solidFill>
                  <a:srgbClr val="FF0000"/>
                </a:solidFill>
                <a:latin typeface="+mn-ea"/>
              </a:rPr>
              <a:t>I2C:1101_010</a:t>
            </a:r>
            <a:endParaRPr lang="ko-KR" altLang="en-US" sz="600" b="1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1517" name="직선 연결선 1516">
            <a:extLst>
              <a:ext uri="{FF2B5EF4-FFF2-40B4-BE49-F238E27FC236}">
                <a16:creationId xmlns:a16="http://schemas.microsoft.com/office/drawing/2014/main" id="{74543FB9-6489-FA7E-2A4D-41EDE68E7712}"/>
              </a:ext>
            </a:extLst>
          </p:cNvPr>
          <p:cNvCxnSpPr>
            <a:cxnSpLocks/>
          </p:cNvCxnSpPr>
          <p:nvPr/>
        </p:nvCxnSpPr>
        <p:spPr>
          <a:xfrm flipV="1">
            <a:off x="10446400" y="4060761"/>
            <a:ext cx="0" cy="4477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8" name="직선 화살표 연결선 1517">
            <a:extLst>
              <a:ext uri="{FF2B5EF4-FFF2-40B4-BE49-F238E27FC236}">
                <a16:creationId xmlns:a16="http://schemas.microsoft.com/office/drawing/2014/main" id="{9C569FD8-B39A-EEED-FD89-176846309D5E}"/>
              </a:ext>
            </a:extLst>
          </p:cNvPr>
          <p:cNvCxnSpPr>
            <a:cxnSpLocks/>
          </p:cNvCxnSpPr>
          <p:nvPr/>
        </p:nvCxnSpPr>
        <p:spPr>
          <a:xfrm>
            <a:off x="10445750" y="4508651"/>
            <a:ext cx="9525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0" name="타원 1519">
            <a:extLst>
              <a:ext uri="{FF2B5EF4-FFF2-40B4-BE49-F238E27FC236}">
                <a16:creationId xmlns:a16="http://schemas.microsoft.com/office/drawing/2014/main" id="{37D61F0B-E0A9-842E-ECB3-2DEC13C4D193}"/>
              </a:ext>
            </a:extLst>
          </p:cNvPr>
          <p:cNvSpPr/>
          <p:nvPr/>
        </p:nvSpPr>
        <p:spPr>
          <a:xfrm>
            <a:off x="10422894" y="403700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510" name="직사각형 1509">
            <a:extLst>
              <a:ext uri="{FF2B5EF4-FFF2-40B4-BE49-F238E27FC236}">
                <a16:creationId xmlns:a16="http://schemas.microsoft.com/office/drawing/2014/main" id="{B1923150-7174-EB7B-B33A-594F3D3C85CE}"/>
              </a:ext>
            </a:extLst>
          </p:cNvPr>
          <p:cNvSpPr/>
          <p:nvPr/>
        </p:nvSpPr>
        <p:spPr>
          <a:xfrm>
            <a:off x="10546830" y="4458527"/>
            <a:ext cx="485775" cy="1860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600" b="1" dirty="0">
                <a:solidFill>
                  <a:schemeClr val="tx1"/>
                </a:solidFill>
                <a:latin typeface="+mn-ea"/>
              </a:rPr>
              <a:t>MAX6341</a:t>
            </a:r>
          </a:p>
          <a:p>
            <a:pPr algn="ctr"/>
            <a:r>
              <a:rPr lang="en-US" altLang="ko-KR" sz="600" dirty="0">
                <a:solidFill>
                  <a:schemeClr val="tx1"/>
                </a:solidFill>
                <a:latin typeface="+mn-ea"/>
              </a:rPr>
              <a:t>4.096Vref</a:t>
            </a:r>
          </a:p>
        </p:txBody>
      </p:sp>
      <p:sp>
        <p:nvSpPr>
          <p:cNvPr id="1524" name="TextBox 1523">
            <a:extLst>
              <a:ext uri="{FF2B5EF4-FFF2-40B4-BE49-F238E27FC236}">
                <a16:creationId xmlns:a16="http://schemas.microsoft.com/office/drawing/2014/main" id="{1F9B8503-A123-9A98-2328-8C4FDD526030}"/>
              </a:ext>
            </a:extLst>
          </p:cNvPr>
          <p:cNvSpPr txBox="1"/>
          <p:nvPr/>
        </p:nvSpPr>
        <p:spPr>
          <a:xfrm>
            <a:off x="11674392" y="4504750"/>
            <a:ext cx="47950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latin typeface="+mn-ea"/>
              </a:rPr>
              <a:t>VBREF_0496</a:t>
            </a:r>
            <a:endParaRPr lang="ko-KR" altLang="en-US" sz="600" b="1" dirty="0">
              <a:latin typeface="+mn-ea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9FD15E3-4C98-BA9E-538C-31196FA7457B}"/>
              </a:ext>
            </a:extLst>
          </p:cNvPr>
          <p:cNvSpPr/>
          <p:nvPr/>
        </p:nvSpPr>
        <p:spPr>
          <a:xfrm>
            <a:off x="9751697" y="4329926"/>
            <a:ext cx="485775" cy="18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600" b="1" dirty="0">
                <a:solidFill>
                  <a:schemeClr val="tx1"/>
                </a:solidFill>
                <a:latin typeface="+mn-ea"/>
              </a:rPr>
              <a:t>LM337</a:t>
            </a:r>
          </a:p>
          <a:p>
            <a:pPr algn="ctr"/>
            <a:r>
              <a:rPr lang="en-US" altLang="ko-KR" sz="600" dirty="0">
                <a:solidFill>
                  <a:schemeClr val="tx1"/>
                </a:solidFill>
                <a:latin typeface="+mn-ea"/>
              </a:rPr>
              <a:t>(LDO)</a:t>
            </a:r>
          </a:p>
        </p:txBody>
      </p:sp>
      <p:grpSp>
        <p:nvGrpSpPr>
          <p:cNvPr id="1529" name="그룹 1528">
            <a:extLst>
              <a:ext uri="{FF2B5EF4-FFF2-40B4-BE49-F238E27FC236}">
                <a16:creationId xmlns:a16="http://schemas.microsoft.com/office/drawing/2014/main" id="{140FE468-E36F-969F-7CC1-9C5E9DD67FBE}"/>
              </a:ext>
            </a:extLst>
          </p:cNvPr>
          <p:cNvGrpSpPr/>
          <p:nvPr/>
        </p:nvGrpSpPr>
        <p:grpSpPr>
          <a:xfrm>
            <a:off x="4647251" y="1869208"/>
            <a:ext cx="439207" cy="435331"/>
            <a:chOff x="4794387" y="2211716"/>
            <a:chExt cx="439207" cy="435331"/>
          </a:xfrm>
        </p:grpSpPr>
        <p:sp>
          <p:nvSpPr>
            <p:cNvPr id="1530" name="직사각형 1529">
              <a:extLst>
                <a:ext uri="{FF2B5EF4-FFF2-40B4-BE49-F238E27FC236}">
                  <a16:creationId xmlns:a16="http://schemas.microsoft.com/office/drawing/2014/main" id="{50D984D6-3EB7-9A78-9EBB-4B98742F55E8}"/>
                </a:ext>
              </a:extLst>
            </p:cNvPr>
            <p:cNvSpPr/>
            <p:nvPr/>
          </p:nvSpPr>
          <p:spPr>
            <a:xfrm>
              <a:off x="4794387" y="2308477"/>
              <a:ext cx="396120" cy="24955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531" name="TextBox 1530">
              <a:extLst>
                <a:ext uri="{FF2B5EF4-FFF2-40B4-BE49-F238E27FC236}">
                  <a16:creationId xmlns:a16="http://schemas.microsoft.com/office/drawing/2014/main" id="{398E2331-536B-8A1F-F62B-D3FA46E0C967}"/>
                </a:ext>
              </a:extLst>
            </p:cNvPr>
            <p:cNvSpPr txBox="1"/>
            <p:nvPr/>
          </p:nvSpPr>
          <p:spPr>
            <a:xfrm>
              <a:off x="4795234" y="2554714"/>
              <a:ext cx="43836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(32Kbyte)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532" name="TextBox 1531">
              <a:extLst>
                <a:ext uri="{FF2B5EF4-FFF2-40B4-BE49-F238E27FC236}">
                  <a16:creationId xmlns:a16="http://schemas.microsoft.com/office/drawing/2014/main" id="{EB3712C3-F268-6EFC-BB0D-E5AC53C430BB}"/>
                </a:ext>
              </a:extLst>
            </p:cNvPr>
            <p:cNvSpPr txBox="1"/>
            <p:nvPr/>
          </p:nvSpPr>
          <p:spPr>
            <a:xfrm>
              <a:off x="4815860" y="2321331"/>
              <a:ext cx="20107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 err="1">
                  <a:latin typeface="+mn-ea"/>
                </a:rPr>
                <a:t>Vcc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533" name="TextBox 1532">
              <a:extLst>
                <a:ext uri="{FF2B5EF4-FFF2-40B4-BE49-F238E27FC236}">
                  <a16:creationId xmlns:a16="http://schemas.microsoft.com/office/drawing/2014/main" id="{C9A388C8-43DF-65DE-4DD0-88C9F7FFDC69}"/>
                </a:ext>
              </a:extLst>
            </p:cNvPr>
            <p:cNvSpPr txBox="1"/>
            <p:nvPr/>
          </p:nvSpPr>
          <p:spPr>
            <a:xfrm>
              <a:off x="4822195" y="2455660"/>
              <a:ext cx="2998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I2C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534" name="TextBox 1533">
              <a:extLst>
                <a:ext uri="{FF2B5EF4-FFF2-40B4-BE49-F238E27FC236}">
                  <a16:creationId xmlns:a16="http://schemas.microsoft.com/office/drawing/2014/main" id="{E8D899A2-82A2-4452-6C8E-83C2BC5A82E2}"/>
                </a:ext>
              </a:extLst>
            </p:cNvPr>
            <p:cNvSpPr txBox="1"/>
            <p:nvPr/>
          </p:nvSpPr>
          <p:spPr>
            <a:xfrm>
              <a:off x="4794491" y="2211716"/>
              <a:ext cx="41044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>
                  <a:latin typeface="+mn-ea"/>
                </a:rPr>
                <a:t>AT24C256</a:t>
              </a:r>
              <a:endParaRPr lang="ko-KR" altLang="en-US" sz="600" dirty="0">
                <a:latin typeface="+mn-ea"/>
              </a:endParaRPr>
            </a:p>
          </p:txBody>
        </p:sp>
      </p:grpSp>
      <p:cxnSp>
        <p:nvCxnSpPr>
          <p:cNvPr id="1535" name="직선 연결선 1534">
            <a:extLst>
              <a:ext uri="{FF2B5EF4-FFF2-40B4-BE49-F238E27FC236}">
                <a16:creationId xmlns:a16="http://schemas.microsoft.com/office/drawing/2014/main" id="{9F95BCA2-EC40-4434-D109-1B7C94FC73F7}"/>
              </a:ext>
            </a:extLst>
          </p:cNvPr>
          <p:cNvCxnSpPr>
            <a:cxnSpLocks/>
          </p:cNvCxnSpPr>
          <p:nvPr/>
        </p:nvCxnSpPr>
        <p:spPr>
          <a:xfrm flipV="1">
            <a:off x="4442193" y="1711684"/>
            <a:ext cx="0" cy="4564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6" name="직선 화살표 연결선 1535">
            <a:extLst>
              <a:ext uri="{FF2B5EF4-FFF2-40B4-BE49-F238E27FC236}">
                <a16:creationId xmlns:a16="http://schemas.microsoft.com/office/drawing/2014/main" id="{8E715796-85DE-A82B-5A24-3797EDF01FC9}"/>
              </a:ext>
            </a:extLst>
          </p:cNvPr>
          <p:cNvCxnSpPr>
            <a:cxnSpLocks/>
          </p:cNvCxnSpPr>
          <p:nvPr/>
        </p:nvCxnSpPr>
        <p:spPr>
          <a:xfrm>
            <a:off x="4438650" y="2163353"/>
            <a:ext cx="19777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8" name="타원 1537">
            <a:extLst>
              <a:ext uri="{FF2B5EF4-FFF2-40B4-BE49-F238E27FC236}">
                <a16:creationId xmlns:a16="http://schemas.microsoft.com/office/drawing/2014/main" id="{BDB0C974-1869-B2B9-E2E7-FF0EB595E751}"/>
              </a:ext>
            </a:extLst>
          </p:cNvPr>
          <p:cNvSpPr/>
          <p:nvPr/>
        </p:nvSpPr>
        <p:spPr>
          <a:xfrm>
            <a:off x="4424514" y="169572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1541" name="직선 화살표 연결선 1540">
            <a:extLst>
              <a:ext uri="{FF2B5EF4-FFF2-40B4-BE49-F238E27FC236}">
                <a16:creationId xmlns:a16="http://schemas.microsoft.com/office/drawing/2014/main" id="{0113648C-51DC-C996-41A6-219D9F1DD131}"/>
              </a:ext>
            </a:extLst>
          </p:cNvPr>
          <p:cNvCxnSpPr>
            <a:cxnSpLocks/>
          </p:cNvCxnSpPr>
          <p:nvPr/>
        </p:nvCxnSpPr>
        <p:spPr>
          <a:xfrm>
            <a:off x="4533900" y="2023779"/>
            <a:ext cx="11430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2" name="직선 연결선 1541">
            <a:extLst>
              <a:ext uri="{FF2B5EF4-FFF2-40B4-BE49-F238E27FC236}">
                <a16:creationId xmlns:a16="http://schemas.microsoft.com/office/drawing/2014/main" id="{90282F2A-CFCE-FB2E-A21D-F9CAE5D37244}"/>
              </a:ext>
            </a:extLst>
          </p:cNvPr>
          <p:cNvCxnSpPr>
            <a:cxnSpLocks/>
          </p:cNvCxnSpPr>
          <p:nvPr/>
        </p:nvCxnSpPr>
        <p:spPr>
          <a:xfrm flipV="1">
            <a:off x="4537464" y="1501027"/>
            <a:ext cx="0" cy="5230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4" name="타원 1543">
            <a:extLst>
              <a:ext uri="{FF2B5EF4-FFF2-40B4-BE49-F238E27FC236}">
                <a16:creationId xmlns:a16="http://schemas.microsoft.com/office/drawing/2014/main" id="{9081AB86-C45B-45FF-3F56-904FCEC984A0}"/>
              </a:ext>
            </a:extLst>
          </p:cNvPr>
          <p:cNvSpPr/>
          <p:nvPr/>
        </p:nvSpPr>
        <p:spPr>
          <a:xfrm>
            <a:off x="4519500" y="146959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545" name="TextBox 1544">
            <a:extLst>
              <a:ext uri="{FF2B5EF4-FFF2-40B4-BE49-F238E27FC236}">
                <a16:creationId xmlns:a16="http://schemas.microsoft.com/office/drawing/2014/main" id="{E9147B1C-70BF-8DD9-D690-652615C4E474}"/>
              </a:ext>
            </a:extLst>
          </p:cNvPr>
          <p:cNvSpPr txBox="1"/>
          <p:nvPr/>
        </p:nvSpPr>
        <p:spPr>
          <a:xfrm>
            <a:off x="4637117" y="2288630"/>
            <a:ext cx="51996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solidFill>
                  <a:srgbClr val="FF0000"/>
                </a:solidFill>
                <a:latin typeface="+mn-ea"/>
              </a:rPr>
              <a:t>I2C:1010_xxx</a:t>
            </a:r>
            <a:endParaRPr lang="ko-KR" altLang="en-US" sz="600" b="1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1547" name="직선 화살표 연결선 1546">
            <a:extLst>
              <a:ext uri="{FF2B5EF4-FFF2-40B4-BE49-F238E27FC236}">
                <a16:creationId xmlns:a16="http://schemas.microsoft.com/office/drawing/2014/main" id="{C852E54C-39DB-BD30-7655-8D6C0BE21B97}"/>
              </a:ext>
            </a:extLst>
          </p:cNvPr>
          <p:cNvCxnSpPr>
            <a:cxnSpLocks/>
          </p:cNvCxnSpPr>
          <p:nvPr/>
        </p:nvCxnSpPr>
        <p:spPr>
          <a:xfrm>
            <a:off x="8239128" y="4789904"/>
            <a:ext cx="16722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8" name="그룹 1547">
            <a:extLst>
              <a:ext uri="{FF2B5EF4-FFF2-40B4-BE49-F238E27FC236}">
                <a16:creationId xmlns:a16="http://schemas.microsoft.com/office/drawing/2014/main" id="{1EF5188D-38C3-69EE-99CC-D744F28299EA}"/>
              </a:ext>
            </a:extLst>
          </p:cNvPr>
          <p:cNvGrpSpPr/>
          <p:nvPr/>
        </p:nvGrpSpPr>
        <p:grpSpPr>
          <a:xfrm>
            <a:off x="8406352" y="4618031"/>
            <a:ext cx="622492" cy="542157"/>
            <a:chOff x="9463552" y="2099307"/>
            <a:chExt cx="622492" cy="542157"/>
          </a:xfrm>
        </p:grpSpPr>
        <p:sp>
          <p:nvSpPr>
            <p:cNvPr id="1549" name="직사각형 1548">
              <a:extLst>
                <a:ext uri="{FF2B5EF4-FFF2-40B4-BE49-F238E27FC236}">
                  <a16:creationId xmlns:a16="http://schemas.microsoft.com/office/drawing/2014/main" id="{431FAB14-A67F-0002-1DC5-4F370C44146D}"/>
                </a:ext>
              </a:extLst>
            </p:cNvPr>
            <p:cNvSpPr/>
            <p:nvPr/>
          </p:nvSpPr>
          <p:spPr>
            <a:xfrm>
              <a:off x="9466531" y="2198968"/>
              <a:ext cx="502518" cy="34619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1550" name="TextBox 1549">
              <a:extLst>
                <a:ext uri="{FF2B5EF4-FFF2-40B4-BE49-F238E27FC236}">
                  <a16:creationId xmlns:a16="http://schemas.microsoft.com/office/drawing/2014/main" id="{C7F0ACD8-F446-408D-09FD-8D5DE47680BD}"/>
                </a:ext>
              </a:extLst>
            </p:cNvPr>
            <p:cNvSpPr txBox="1"/>
            <p:nvPr/>
          </p:nvSpPr>
          <p:spPr>
            <a:xfrm>
              <a:off x="9466530" y="2099307"/>
              <a:ext cx="619514" cy="923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>
                  <a:latin typeface="+mn-ea"/>
                </a:rPr>
                <a:t>ISC1540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1551" name="TextBox 1550">
              <a:extLst>
                <a:ext uri="{FF2B5EF4-FFF2-40B4-BE49-F238E27FC236}">
                  <a16:creationId xmlns:a16="http://schemas.microsoft.com/office/drawing/2014/main" id="{32B838DB-2BA4-6279-F93A-386BEEC68E48}"/>
                </a:ext>
              </a:extLst>
            </p:cNvPr>
            <p:cNvSpPr txBox="1"/>
            <p:nvPr/>
          </p:nvSpPr>
          <p:spPr>
            <a:xfrm>
              <a:off x="9500045" y="2220358"/>
              <a:ext cx="2998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V1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552" name="TextBox 1551">
              <a:extLst>
                <a:ext uri="{FF2B5EF4-FFF2-40B4-BE49-F238E27FC236}">
                  <a16:creationId xmlns:a16="http://schemas.microsoft.com/office/drawing/2014/main" id="{D1834E97-98CF-5D0B-5D52-5E6BC2EFD7C6}"/>
                </a:ext>
              </a:extLst>
            </p:cNvPr>
            <p:cNvSpPr txBox="1"/>
            <p:nvPr/>
          </p:nvSpPr>
          <p:spPr>
            <a:xfrm>
              <a:off x="9500045" y="2431534"/>
              <a:ext cx="2998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I2C1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553" name="TextBox 1552">
              <a:extLst>
                <a:ext uri="{FF2B5EF4-FFF2-40B4-BE49-F238E27FC236}">
                  <a16:creationId xmlns:a16="http://schemas.microsoft.com/office/drawing/2014/main" id="{933E97D5-C8E8-87D7-B000-28B28AAE2E9A}"/>
                </a:ext>
              </a:extLst>
            </p:cNvPr>
            <p:cNvSpPr txBox="1"/>
            <p:nvPr/>
          </p:nvSpPr>
          <p:spPr>
            <a:xfrm>
              <a:off x="9760294" y="2220358"/>
              <a:ext cx="17911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V2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554" name="TextBox 1553">
              <a:extLst>
                <a:ext uri="{FF2B5EF4-FFF2-40B4-BE49-F238E27FC236}">
                  <a16:creationId xmlns:a16="http://schemas.microsoft.com/office/drawing/2014/main" id="{A3F47B10-808D-BFD4-EC4E-395B7B1E0611}"/>
                </a:ext>
              </a:extLst>
            </p:cNvPr>
            <p:cNvSpPr txBox="1"/>
            <p:nvPr/>
          </p:nvSpPr>
          <p:spPr>
            <a:xfrm>
              <a:off x="9738071" y="2431534"/>
              <a:ext cx="20134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I2C2</a:t>
              </a:r>
              <a:endParaRPr lang="ko-KR" altLang="en-US" sz="600" dirty="0">
                <a:latin typeface="+mn-ea"/>
              </a:endParaRPr>
            </a:p>
          </p:txBody>
        </p:sp>
        <p:cxnSp>
          <p:nvCxnSpPr>
            <p:cNvPr id="1555" name="직선 연결선 1554">
              <a:extLst>
                <a:ext uri="{FF2B5EF4-FFF2-40B4-BE49-F238E27FC236}">
                  <a16:creationId xmlns:a16="http://schemas.microsoft.com/office/drawing/2014/main" id="{32AA693F-F4BD-3E46-CFE7-4152DC7A7FEF}"/>
                </a:ext>
              </a:extLst>
            </p:cNvPr>
            <p:cNvCxnSpPr>
              <a:cxnSpLocks/>
            </p:cNvCxnSpPr>
            <p:nvPr/>
          </p:nvCxnSpPr>
          <p:spPr>
            <a:xfrm>
              <a:off x="9671394" y="2236728"/>
              <a:ext cx="0" cy="2871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6" name="직선 연결선 1555">
              <a:extLst>
                <a:ext uri="{FF2B5EF4-FFF2-40B4-BE49-F238E27FC236}">
                  <a16:creationId xmlns:a16="http://schemas.microsoft.com/office/drawing/2014/main" id="{9711710D-7EBA-803F-F4A2-E3D25F606D11}"/>
                </a:ext>
              </a:extLst>
            </p:cNvPr>
            <p:cNvCxnSpPr>
              <a:cxnSpLocks/>
            </p:cNvCxnSpPr>
            <p:nvPr/>
          </p:nvCxnSpPr>
          <p:spPr>
            <a:xfrm>
              <a:off x="9766644" y="2236728"/>
              <a:ext cx="0" cy="28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7" name="TextBox 1556">
              <a:extLst>
                <a:ext uri="{FF2B5EF4-FFF2-40B4-BE49-F238E27FC236}">
                  <a16:creationId xmlns:a16="http://schemas.microsoft.com/office/drawing/2014/main" id="{373B7F80-EBF8-0EA2-6BE6-F21A384BA6A6}"/>
                </a:ext>
              </a:extLst>
            </p:cNvPr>
            <p:cNvSpPr txBox="1"/>
            <p:nvPr/>
          </p:nvSpPr>
          <p:spPr>
            <a:xfrm rot="16200000">
              <a:off x="9547671" y="2332581"/>
              <a:ext cx="33009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+mn-ea"/>
                </a:rPr>
                <a:t>isolation</a:t>
              </a:r>
              <a:endParaRPr lang="ko-KR" altLang="en-US" sz="6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1061" name="TextBox 1060">
              <a:extLst>
                <a:ext uri="{FF2B5EF4-FFF2-40B4-BE49-F238E27FC236}">
                  <a16:creationId xmlns:a16="http://schemas.microsoft.com/office/drawing/2014/main" id="{1AD36947-4B96-15F6-1691-F03DE5165BE3}"/>
                </a:ext>
              </a:extLst>
            </p:cNvPr>
            <p:cNvSpPr txBox="1"/>
            <p:nvPr/>
          </p:nvSpPr>
          <p:spPr>
            <a:xfrm>
              <a:off x="9463552" y="2549131"/>
              <a:ext cx="619514" cy="923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>
                  <a:latin typeface="+mn-ea"/>
                </a:rPr>
                <a:t>U18</a:t>
              </a:r>
              <a:endParaRPr lang="ko-KR" altLang="en-US" sz="600" b="1" dirty="0">
                <a:latin typeface="+mn-ea"/>
              </a:endParaRPr>
            </a:p>
          </p:txBody>
        </p:sp>
      </p:grpSp>
      <p:cxnSp>
        <p:nvCxnSpPr>
          <p:cNvPr id="1559" name="직선 화살표 연결선 1558">
            <a:extLst>
              <a:ext uri="{FF2B5EF4-FFF2-40B4-BE49-F238E27FC236}">
                <a16:creationId xmlns:a16="http://schemas.microsoft.com/office/drawing/2014/main" id="{BFBEF7E2-F440-E710-A4EA-C3BF494630A9}"/>
              </a:ext>
            </a:extLst>
          </p:cNvPr>
          <p:cNvCxnSpPr>
            <a:cxnSpLocks/>
          </p:cNvCxnSpPr>
          <p:nvPr/>
        </p:nvCxnSpPr>
        <p:spPr>
          <a:xfrm>
            <a:off x="8239128" y="5000985"/>
            <a:ext cx="16722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0" name="TextBox 1559">
            <a:extLst>
              <a:ext uri="{FF2B5EF4-FFF2-40B4-BE49-F238E27FC236}">
                <a16:creationId xmlns:a16="http://schemas.microsoft.com/office/drawing/2014/main" id="{E555A333-24B9-3607-6AE0-BB98530EE4FA}"/>
              </a:ext>
            </a:extLst>
          </p:cNvPr>
          <p:cNvSpPr txBox="1"/>
          <p:nvPr/>
        </p:nvSpPr>
        <p:spPr>
          <a:xfrm>
            <a:off x="7959917" y="4939429"/>
            <a:ext cx="25901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I2C1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561" name="직선 화살표 연결선 1560">
            <a:extLst>
              <a:ext uri="{FF2B5EF4-FFF2-40B4-BE49-F238E27FC236}">
                <a16:creationId xmlns:a16="http://schemas.microsoft.com/office/drawing/2014/main" id="{B62311CE-C427-42ED-8A29-E2EBC697BAFF}"/>
              </a:ext>
            </a:extLst>
          </p:cNvPr>
          <p:cNvCxnSpPr>
            <a:cxnSpLocks/>
          </p:cNvCxnSpPr>
          <p:nvPr/>
        </p:nvCxnSpPr>
        <p:spPr>
          <a:xfrm flipH="1">
            <a:off x="8913061" y="4787736"/>
            <a:ext cx="614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3" name="직선 화살표 연결선 1562">
            <a:extLst>
              <a:ext uri="{FF2B5EF4-FFF2-40B4-BE49-F238E27FC236}">
                <a16:creationId xmlns:a16="http://schemas.microsoft.com/office/drawing/2014/main" id="{06A9E00F-2D4E-3411-5A61-B868AC66B44C}"/>
              </a:ext>
            </a:extLst>
          </p:cNvPr>
          <p:cNvCxnSpPr>
            <a:cxnSpLocks/>
          </p:cNvCxnSpPr>
          <p:nvPr/>
        </p:nvCxnSpPr>
        <p:spPr>
          <a:xfrm flipH="1">
            <a:off x="8913061" y="5001992"/>
            <a:ext cx="529389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5" name="TextBox 1564">
            <a:extLst>
              <a:ext uri="{FF2B5EF4-FFF2-40B4-BE49-F238E27FC236}">
                <a16:creationId xmlns:a16="http://schemas.microsoft.com/office/drawing/2014/main" id="{0F312E33-94EB-1263-3BCC-7BCCD61C0771}"/>
              </a:ext>
            </a:extLst>
          </p:cNvPr>
          <p:cNvSpPr txBox="1"/>
          <p:nvPr/>
        </p:nvSpPr>
        <p:spPr>
          <a:xfrm>
            <a:off x="9340802" y="4581969"/>
            <a:ext cx="31803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latin typeface="+mn-ea"/>
              </a:rPr>
              <a:t>VB_P5V</a:t>
            </a:r>
            <a:endParaRPr lang="ko-KR" altLang="en-US" sz="600" b="1" dirty="0">
              <a:latin typeface="+mn-ea"/>
            </a:endParaRPr>
          </a:p>
        </p:txBody>
      </p:sp>
      <p:sp>
        <p:nvSpPr>
          <p:cNvPr id="1566" name="TextBox 1565">
            <a:extLst>
              <a:ext uri="{FF2B5EF4-FFF2-40B4-BE49-F238E27FC236}">
                <a16:creationId xmlns:a16="http://schemas.microsoft.com/office/drawing/2014/main" id="{BCA96FBC-D91A-F7C8-5294-3110A73A39C1}"/>
              </a:ext>
            </a:extLst>
          </p:cNvPr>
          <p:cNvSpPr txBox="1"/>
          <p:nvPr/>
        </p:nvSpPr>
        <p:spPr>
          <a:xfrm>
            <a:off x="7879299" y="4726745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+3.3V</a:t>
            </a:r>
            <a:endParaRPr lang="ko-KR" altLang="en-US" sz="800" dirty="0">
              <a:latin typeface="+mn-ea"/>
            </a:endParaRPr>
          </a:p>
        </p:txBody>
      </p:sp>
      <p:grpSp>
        <p:nvGrpSpPr>
          <p:cNvPr id="1567" name="그룹 1566">
            <a:extLst>
              <a:ext uri="{FF2B5EF4-FFF2-40B4-BE49-F238E27FC236}">
                <a16:creationId xmlns:a16="http://schemas.microsoft.com/office/drawing/2014/main" id="{A84BC99D-F798-6C09-54A9-14406BD63322}"/>
              </a:ext>
            </a:extLst>
          </p:cNvPr>
          <p:cNvGrpSpPr/>
          <p:nvPr/>
        </p:nvGrpSpPr>
        <p:grpSpPr>
          <a:xfrm>
            <a:off x="9442020" y="4649084"/>
            <a:ext cx="895344" cy="501908"/>
            <a:chOff x="8382000" y="2002289"/>
            <a:chExt cx="895344" cy="501908"/>
          </a:xfrm>
        </p:grpSpPr>
        <p:sp>
          <p:nvSpPr>
            <p:cNvPr id="1568" name="직사각형 1567">
              <a:extLst>
                <a:ext uri="{FF2B5EF4-FFF2-40B4-BE49-F238E27FC236}">
                  <a16:creationId xmlns:a16="http://schemas.microsoft.com/office/drawing/2014/main" id="{911A5F05-190A-F051-C51A-3F73DB87BB7D}"/>
                </a:ext>
              </a:extLst>
            </p:cNvPr>
            <p:cNvSpPr/>
            <p:nvPr/>
          </p:nvSpPr>
          <p:spPr>
            <a:xfrm>
              <a:off x="8578906" y="2095500"/>
              <a:ext cx="538902" cy="31908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569" name="TextBox 1568">
              <a:extLst>
                <a:ext uri="{FF2B5EF4-FFF2-40B4-BE49-F238E27FC236}">
                  <a16:creationId xmlns:a16="http://schemas.microsoft.com/office/drawing/2014/main" id="{4F5D9E12-BA43-88EB-763D-F7C9ACABEF5C}"/>
                </a:ext>
              </a:extLst>
            </p:cNvPr>
            <p:cNvSpPr txBox="1"/>
            <p:nvPr/>
          </p:nvSpPr>
          <p:spPr>
            <a:xfrm>
              <a:off x="8588429" y="2002289"/>
              <a:ext cx="68891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>
                  <a:latin typeface="+mn-ea"/>
                </a:rPr>
                <a:t>MCP3424</a:t>
              </a:r>
              <a:r>
                <a:rPr lang="en-US" altLang="ko-KR" sz="600" dirty="0">
                  <a:latin typeface="+mn-ea"/>
                </a:rPr>
                <a:t>(ADC)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1570" name="TextBox 1569">
              <a:extLst>
                <a:ext uri="{FF2B5EF4-FFF2-40B4-BE49-F238E27FC236}">
                  <a16:creationId xmlns:a16="http://schemas.microsoft.com/office/drawing/2014/main" id="{302EFF62-ED47-1301-74AF-ABAF5EC0F5E9}"/>
                </a:ext>
              </a:extLst>
            </p:cNvPr>
            <p:cNvSpPr txBox="1"/>
            <p:nvPr/>
          </p:nvSpPr>
          <p:spPr>
            <a:xfrm>
              <a:off x="8606999" y="2099989"/>
              <a:ext cx="22432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 err="1">
                  <a:latin typeface="+mn-ea"/>
                </a:rPr>
                <a:t>Vdd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571" name="TextBox 1570">
              <a:extLst>
                <a:ext uri="{FF2B5EF4-FFF2-40B4-BE49-F238E27FC236}">
                  <a16:creationId xmlns:a16="http://schemas.microsoft.com/office/drawing/2014/main" id="{5CA9598C-BE3A-1E92-24C4-60B9413D5239}"/>
                </a:ext>
              </a:extLst>
            </p:cNvPr>
            <p:cNvSpPr txBox="1"/>
            <p:nvPr/>
          </p:nvSpPr>
          <p:spPr>
            <a:xfrm>
              <a:off x="8607997" y="2306215"/>
              <a:ext cx="17041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I2C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572" name="TextBox 1571">
              <a:extLst>
                <a:ext uri="{FF2B5EF4-FFF2-40B4-BE49-F238E27FC236}">
                  <a16:creationId xmlns:a16="http://schemas.microsoft.com/office/drawing/2014/main" id="{8CECB8C4-7625-E187-B416-F0737F3F8180}"/>
                </a:ext>
              </a:extLst>
            </p:cNvPr>
            <p:cNvSpPr txBox="1"/>
            <p:nvPr/>
          </p:nvSpPr>
          <p:spPr>
            <a:xfrm>
              <a:off x="8828993" y="2102222"/>
              <a:ext cx="26426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573" name="TextBox 1572">
              <a:extLst>
                <a:ext uri="{FF2B5EF4-FFF2-40B4-BE49-F238E27FC236}">
                  <a16:creationId xmlns:a16="http://schemas.microsoft.com/office/drawing/2014/main" id="{1DEF7321-918A-97BB-7222-E82A54B8685F}"/>
                </a:ext>
              </a:extLst>
            </p:cNvPr>
            <p:cNvSpPr txBox="1"/>
            <p:nvPr/>
          </p:nvSpPr>
          <p:spPr>
            <a:xfrm>
              <a:off x="8845606" y="2176042"/>
              <a:ext cx="24765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CH2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574" name="TextBox 1573">
              <a:extLst>
                <a:ext uri="{FF2B5EF4-FFF2-40B4-BE49-F238E27FC236}">
                  <a16:creationId xmlns:a16="http://schemas.microsoft.com/office/drawing/2014/main" id="{9E60FDA9-13A1-4220-6D6C-09FA7A2861B5}"/>
                </a:ext>
              </a:extLst>
            </p:cNvPr>
            <p:cNvSpPr txBox="1"/>
            <p:nvPr/>
          </p:nvSpPr>
          <p:spPr>
            <a:xfrm>
              <a:off x="8858618" y="2247475"/>
              <a:ext cx="2354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CH3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575" name="TextBox 1574">
              <a:extLst>
                <a:ext uri="{FF2B5EF4-FFF2-40B4-BE49-F238E27FC236}">
                  <a16:creationId xmlns:a16="http://schemas.microsoft.com/office/drawing/2014/main" id="{82770F62-5763-206C-E8CC-4F7DE3561C66}"/>
                </a:ext>
              </a:extLst>
            </p:cNvPr>
            <p:cNvSpPr txBox="1"/>
            <p:nvPr/>
          </p:nvSpPr>
          <p:spPr>
            <a:xfrm>
              <a:off x="8881547" y="2314150"/>
              <a:ext cx="21154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CH4</a:t>
              </a:r>
              <a:endParaRPr lang="ko-KR" altLang="en-US" sz="600" dirty="0">
                <a:latin typeface="+mn-ea"/>
              </a:endParaRPr>
            </a:p>
          </p:txBody>
        </p:sp>
        <p:cxnSp>
          <p:nvCxnSpPr>
            <p:cNvPr id="1576" name="직선 연결선 1575">
              <a:extLst>
                <a:ext uri="{FF2B5EF4-FFF2-40B4-BE49-F238E27FC236}">
                  <a16:creationId xmlns:a16="http://schemas.microsoft.com/office/drawing/2014/main" id="{784F65AE-E60B-C28A-F5B8-CC041B50206A}"/>
                </a:ext>
              </a:extLst>
            </p:cNvPr>
            <p:cNvCxnSpPr>
              <a:cxnSpLocks/>
            </p:cNvCxnSpPr>
            <p:nvPr/>
          </p:nvCxnSpPr>
          <p:spPr>
            <a:xfrm>
              <a:off x="9121253" y="2288656"/>
              <a:ext cx="8227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7" name="직선 연결선 1576">
              <a:extLst>
                <a:ext uri="{FF2B5EF4-FFF2-40B4-BE49-F238E27FC236}">
                  <a16:creationId xmlns:a16="http://schemas.microsoft.com/office/drawing/2014/main" id="{1A2FD1EA-924D-4781-F81C-F549E1B0E92E}"/>
                </a:ext>
              </a:extLst>
            </p:cNvPr>
            <p:cNvCxnSpPr>
              <a:cxnSpLocks/>
            </p:cNvCxnSpPr>
            <p:nvPr/>
          </p:nvCxnSpPr>
          <p:spPr>
            <a:xfrm>
              <a:off x="9123075" y="2359296"/>
              <a:ext cx="780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8" name="직선 화살표 연결선 1577">
              <a:extLst>
                <a:ext uri="{FF2B5EF4-FFF2-40B4-BE49-F238E27FC236}">
                  <a16:creationId xmlns:a16="http://schemas.microsoft.com/office/drawing/2014/main" id="{5D5B0C0C-1CFE-51EF-6C0F-958273B9992B}"/>
                </a:ext>
              </a:extLst>
            </p:cNvPr>
            <p:cNvCxnSpPr>
              <a:cxnSpLocks/>
            </p:cNvCxnSpPr>
            <p:nvPr/>
          </p:nvCxnSpPr>
          <p:spPr>
            <a:xfrm>
              <a:off x="8460581" y="2140676"/>
              <a:ext cx="1153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9" name="직선 화살표 연결선 1578">
              <a:extLst>
                <a:ext uri="{FF2B5EF4-FFF2-40B4-BE49-F238E27FC236}">
                  <a16:creationId xmlns:a16="http://schemas.microsoft.com/office/drawing/2014/main" id="{464186F5-A07F-F009-508F-C2E748349BC8}"/>
                </a:ext>
              </a:extLst>
            </p:cNvPr>
            <p:cNvCxnSpPr>
              <a:cxnSpLocks/>
            </p:cNvCxnSpPr>
            <p:nvPr/>
          </p:nvCxnSpPr>
          <p:spPr>
            <a:xfrm>
              <a:off x="8382000" y="2355253"/>
              <a:ext cx="19288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0" name="직선 연결선 1579">
              <a:extLst>
                <a:ext uri="{FF2B5EF4-FFF2-40B4-BE49-F238E27FC236}">
                  <a16:creationId xmlns:a16="http://schemas.microsoft.com/office/drawing/2014/main" id="{C4C6148B-6C5E-DC22-C65E-9A77F347FECD}"/>
                </a:ext>
              </a:extLst>
            </p:cNvPr>
            <p:cNvCxnSpPr>
              <a:cxnSpLocks/>
            </p:cNvCxnSpPr>
            <p:nvPr/>
          </p:nvCxnSpPr>
          <p:spPr>
            <a:xfrm>
              <a:off x="9126015" y="2219599"/>
              <a:ext cx="727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1" name="직선 연결선 1580">
              <a:extLst>
                <a:ext uri="{FF2B5EF4-FFF2-40B4-BE49-F238E27FC236}">
                  <a16:creationId xmlns:a16="http://schemas.microsoft.com/office/drawing/2014/main" id="{F7AA1D7B-11CA-C96B-F94C-53E2DD4DC991}"/>
                </a:ext>
              </a:extLst>
            </p:cNvPr>
            <p:cNvCxnSpPr>
              <a:cxnSpLocks/>
            </p:cNvCxnSpPr>
            <p:nvPr/>
          </p:nvCxnSpPr>
          <p:spPr>
            <a:xfrm>
              <a:off x="9128396" y="2148162"/>
              <a:ext cx="703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0" name="TextBox 1619">
              <a:extLst>
                <a:ext uri="{FF2B5EF4-FFF2-40B4-BE49-F238E27FC236}">
                  <a16:creationId xmlns:a16="http://schemas.microsoft.com/office/drawing/2014/main" id="{40FAAB74-8A87-1DA7-E047-713ECC14B6A1}"/>
                </a:ext>
              </a:extLst>
            </p:cNvPr>
            <p:cNvSpPr txBox="1"/>
            <p:nvPr/>
          </p:nvSpPr>
          <p:spPr>
            <a:xfrm>
              <a:off x="8581481" y="2411864"/>
              <a:ext cx="68891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(18 bit, </a:t>
              </a:r>
              <a:r>
                <a:rPr lang="en-US" altLang="ko-KR" sz="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2.048Vref</a:t>
              </a:r>
              <a:r>
                <a:rPr lang="en-US" altLang="ko-KR" sz="600" dirty="0">
                  <a:latin typeface="+mn-ea"/>
                </a:rPr>
                <a:t>)</a:t>
              </a:r>
              <a:endParaRPr lang="ko-KR" altLang="en-US" sz="600" b="1" dirty="0">
                <a:latin typeface="+mn-ea"/>
              </a:endParaRPr>
            </a:p>
          </p:txBody>
        </p:sp>
      </p:grpSp>
      <p:sp>
        <p:nvSpPr>
          <p:cNvPr id="1584" name="타원 1583">
            <a:extLst>
              <a:ext uri="{FF2B5EF4-FFF2-40B4-BE49-F238E27FC236}">
                <a16:creationId xmlns:a16="http://schemas.microsoft.com/office/drawing/2014/main" id="{775AF393-CF66-3101-4CCB-359DF0E04026}"/>
              </a:ext>
            </a:extLst>
          </p:cNvPr>
          <p:cNvSpPr/>
          <p:nvPr/>
        </p:nvSpPr>
        <p:spPr>
          <a:xfrm>
            <a:off x="9436480" y="476656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1585" name="직선 연결선 1584">
            <a:extLst>
              <a:ext uri="{FF2B5EF4-FFF2-40B4-BE49-F238E27FC236}">
                <a16:creationId xmlns:a16="http://schemas.microsoft.com/office/drawing/2014/main" id="{32536682-BE22-4DE3-AF3E-FACC8865856B}"/>
              </a:ext>
            </a:extLst>
          </p:cNvPr>
          <p:cNvCxnSpPr>
            <a:cxnSpLocks/>
          </p:cNvCxnSpPr>
          <p:nvPr/>
        </p:nvCxnSpPr>
        <p:spPr>
          <a:xfrm flipV="1">
            <a:off x="9460533" y="4688990"/>
            <a:ext cx="0" cy="1133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99" name="그룹 1598">
            <a:extLst>
              <a:ext uri="{FF2B5EF4-FFF2-40B4-BE49-F238E27FC236}">
                <a16:creationId xmlns:a16="http://schemas.microsoft.com/office/drawing/2014/main" id="{9B1E3299-93BE-E0C6-1156-7D00BACC30BA}"/>
              </a:ext>
            </a:extLst>
          </p:cNvPr>
          <p:cNvGrpSpPr/>
          <p:nvPr/>
        </p:nvGrpSpPr>
        <p:grpSpPr>
          <a:xfrm>
            <a:off x="9528484" y="5230109"/>
            <a:ext cx="812905" cy="501908"/>
            <a:chOff x="8464439" y="2002289"/>
            <a:chExt cx="812905" cy="501908"/>
          </a:xfrm>
        </p:grpSpPr>
        <p:sp>
          <p:nvSpPr>
            <p:cNvPr id="1600" name="직사각형 1599">
              <a:extLst>
                <a:ext uri="{FF2B5EF4-FFF2-40B4-BE49-F238E27FC236}">
                  <a16:creationId xmlns:a16="http://schemas.microsoft.com/office/drawing/2014/main" id="{9E852ED0-98D4-AD3B-97D7-CD444897A690}"/>
                </a:ext>
              </a:extLst>
            </p:cNvPr>
            <p:cNvSpPr/>
            <p:nvPr/>
          </p:nvSpPr>
          <p:spPr>
            <a:xfrm>
              <a:off x="8578906" y="2095500"/>
              <a:ext cx="538902" cy="31908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601" name="TextBox 1600">
              <a:extLst>
                <a:ext uri="{FF2B5EF4-FFF2-40B4-BE49-F238E27FC236}">
                  <a16:creationId xmlns:a16="http://schemas.microsoft.com/office/drawing/2014/main" id="{C507EBAF-1647-509E-061F-DE7A372B8CB3}"/>
                </a:ext>
              </a:extLst>
            </p:cNvPr>
            <p:cNvSpPr txBox="1"/>
            <p:nvPr/>
          </p:nvSpPr>
          <p:spPr>
            <a:xfrm>
              <a:off x="8588429" y="2002289"/>
              <a:ext cx="68891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>
                  <a:latin typeface="+mn-ea"/>
                </a:rPr>
                <a:t>ADS1115</a:t>
              </a:r>
              <a:r>
                <a:rPr lang="en-US" altLang="ko-KR" sz="600" dirty="0">
                  <a:latin typeface="+mn-ea"/>
                </a:rPr>
                <a:t>(ADC)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1602" name="TextBox 1601">
              <a:extLst>
                <a:ext uri="{FF2B5EF4-FFF2-40B4-BE49-F238E27FC236}">
                  <a16:creationId xmlns:a16="http://schemas.microsoft.com/office/drawing/2014/main" id="{2A5F9867-424F-177E-9E9D-A6E369635E7D}"/>
                </a:ext>
              </a:extLst>
            </p:cNvPr>
            <p:cNvSpPr txBox="1"/>
            <p:nvPr/>
          </p:nvSpPr>
          <p:spPr>
            <a:xfrm>
              <a:off x="8606999" y="2099989"/>
              <a:ext cx="22432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 err="1">
                  <a:latin typeface="+mn-ea"/>
                </a:rPr>
                <a:t>Vdd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603" name="TextBox 1602">
              <a:extLst>
                <a:ext uri="{FF2B5EF4-FFF2-40B4-BE49-F238E27FC236}">
                  <a16:creationId xmlns:a16="http://schemas.microsoft.com/office/drawing/2014/main" id="{BCAFF042-5B3B-30CD-2DFB-497B8129B3A7}"/>
                </a:ext>
              </a:extLst>
            </p:cNvPr>
            <p:cNvSpPr txBox="1"/>
            <p:nvPr/>
          </p:nvSpPr>
          <p:spPr>
            <a:xfrm>
              <a:off x="8607997" y="2306215"/>
              <a:ext cx="17041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I2C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604" name="TextBox 1603">
              <a:extLst>
                <a:ext uri="{FF2B5EF4-FFF2-40B4-BE49-F238E27FC236}">
                  <a16:creationId xmlns:a16="http://schemas.microsoft.com/office/drawing/2014/main" id="{F15A760C-EA0B-1BCE-E860-7FE669DA499D}"/>
                </a:ext>
              </a:extLst>
            </p:cNvPr>
            <p:cNvSpPr txBox="1"/>
            <p:nvPr/>
          </p:nvSpPr>
          <p:spPr>
            <a:xfrm>
              <a:off x="8828993" y="2102222"/>
              <a:ext cx="26426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605" name="TextBox 1604">
              <a:extLst>
                <a:ext uri="{FF2B5EF4-FFF2-40B4-BE49-F238E27FC236}">
                  <a16:creationId xmlns:a16="http://schemas.microsoft.com/office/drawing/2014/main" id="{F1A5A6AC-3C38-3F97-4CE1-8DEC6EC8C38C}"/>
                </a:ext>
              </a:extLst>
            </p:cNvPr>
            <p:cNvSpPr txBox="1"/>
            <p:nvPr/>
          </p:nvSpPr>
          <p:spPr>
            <a:xfrm>
              <a:off x="8845606" y="2176042"/>
              <a:ext cx="247651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CH2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606" name="TextBox 1605">
              <a:extLst>
                <a:ext uri="{FF2B5EF4-FFF2-40B4-BE49-F238E27FC236}">
                  <a16:creationId xmlns:a16="http://schemas.microsoft.com/office/drawing/2014/main" id="{5834A3D2-C25A-EFEB-9CE2-F08F51A89635}"/>
                </a:ext>
              </a:extLst>
            </p:cNvPr>
            <p:cNvSpPr txBox="1"/>
            <p:nvPr/>
          </p:nvSpPr>
          <p:spPr>
            <a:xfrm>
              <a:off x="8858618" y="2247475"/>
              <a:ext cx="2354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CH3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607" name="TextBox 1606">
              <a:extLst>
                <a:ext uri="{FF2B5EF4-FFF2-40B4-BE49-F238E27FC236}">
                  <a16:creationId xmlns:a16="http://schemas.microsoft.com/office/drawing/2014/main" id="{F7B683FA-7885-C487-9182-B4B1B658E01E}"/>
                </a:ext>
              </a:extLst>
            </p:cNvPr>
            <p:cNvSpPr txBox="1"/>
            <p:nvPr/>
          </p:nvSpPr>
          <p:spPr>
            <a:xfrm>
              <a:off x="8881547" y="2314150"/>
              <a:ext cx="21154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CH4</a:t>
              </a:r>
              <a:endParaRPr lang="ko-KR" altLang="en-US" sz="600" dirty="0">
                <a:latin typeface="+mn-ea"/>
              </a:endParaRPr>
            </a:p>
          </p:txBody>
        </p:sp>
        <p:cxnSp>
          <p:nvCxnSpPr>
            <p:cNvPr id="1608" name="직선 연결선 1607">
              <a:extLst>
                <a:ext uri="{FF2B5EF4-FFF2-40B4-BE49-F238E27FC236}">
                  <a16:creationId xmlns:a16="http://schemas.microsoft.com/office/drawing/2014/main" id="{FD52DD6B-28AC-EAB4-9575-E995701A4848}"/>
                </a:ext>
              </a:extLst>
            </p:cNvPr>
            <p:cNvCxnSpPr>
              <a:cxnSpLocks/>
            </p:cNvCxnSpPr>
            <p:nvPr/>
          </p:nvCxnSpPr>
          <p:spPr>
            <a:xfrm>
              <a:off x="9121253" y="2288656"/>
              <a:ext cx="8227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9" name="직선 연결선 1608">
              <a:extLst>
                <a:ext uri="{FF2B5EF4-FFF2-40B4-BE49-F238E27FC236}">
                  <a16:creationId xmlns:a16="http://schemas.microsoft.com/office/drawing/2014/main" id="{9F459742-04A2-D6B3-BEB4-304865E8DDD0}"/>
                </a:ext>
              </a:extLst>
            </p:cNvPr>
            <p:cNvCxnSpPr>
              <a:cxnSpLocks/>
            </p:cNvCxnSpPr>
            <p:nvPr/>
          </p:nvCxnSpPr>
          <p:spPr>
            <a:xfrm>
              <a:off x="9123075" y="2359296"/>
              <a:ext cx="780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0" name="직선 화살표 연결선 1609">
              <a:extLst>
                <a:ext uri="{FF2B5EF4-FFF2-40B4-BE49-F238E27FC236}">
                  <a16:creationId xmlns:a16="http://schemas.microsoft.com/office/drawing/2014/main" id="{42240922-83B1-80C5-2434-DCBEA14F246D}"/>
                </a:ext>
              </a:extLst>
            </p:cNvPr>
            <p:cNvCxnSpPr>
              <a:cxnSpLocks/>
            </p:cNvCxnSpPr>
            <p:nvPr/>
          </p:nvCxnSpPr>
          <p:spPr>
            <a:xfrm>
              <a:off x="8464439" y="2140676"/>
              <a:ext cx="11151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1" name="직선 화살표 연결선 1610">
              <a:extLst>
                <a:ext uri="{FF2B5EF4-FFF2-40B4-BE49-F238E27FC236}">
                  <a16:creationId xmlns:a16="http://schemas.microsoft.com/office/drawing/2014/main" id="{815E2030-5C1F-13DF-6809-AD19C30340E4}"/>
                </a:ext>
              </a:extLst>
            </p:cNvPr>
            <p:cNvCxnSpPr>
              <a:cxnSpLocks/>
            </p:cNvCxnSpPr>
            <p:nvPr/>
          </p:nvCxnSpPr>
          <p:spPr>
            <a:xfrm>
              <a:off x="8466820" y="2355253"/>
              <a:ext cx="10806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2" name="직선 연결선 1611">
              <a:extLst>
                <a:ext uri="{FF2B5EF4-FFF2-40B4-BE49-F238E27FC236}">
                  <a16:creationId xmlns:a16="http://schemas.microsoft.com/office/drawing/2014/main" id="{5F92119B-52A2-E1FA-AB6C-EC2898B1533A}"/>
                </a:ext>
              </a:extLst>
            </p:cNvPr>
            <p:cNvCxnSpPr>
              <a:cxnSpLocks/>
            </p:cNvCxnSpPr>
            <p:nvPr/>
          </p:nvCxnSpPr>
          <p:spPr>
            <a:xfrm>
              <a:off x="9126015" y="2219599"/>
              <a:ext cx="7275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3" name="직선 연결선 1612">
              <a:extLst>
                <a:ext uri="{FF2B5EF4-FFF2-40B4-BE49-F238E27FC236}">
                  <a16:creationId xmlns:a16="http://schemas.microsoft.com/office/drawing/2014/main" id="{E7D49FCB-0E9A-EAFB-F014-03A2498BC35E}"/>
                </a:ext>
              </a:extLst>
            </p:cNvPr>
            <p:cNvCxnSpPr>
              <a:cxnSpLocks/>
            </p:cNvCxnSpPr>
            <p:nvPr/>
          </p:nvCxnSpPr>
          <p:spPr>
            <a:xfrm>
              <a:off x="9128396" y="2148162"/>
              <a:ext cx="7037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4" name="TextBox 1613">
              <a:extLst>
                <a:ext uri="{FF2B5EF4-FFF2-40B4-BE49-F238E27FC236}">
                  <a16:creationId xmlns:a16="http://schemas.microsoft.com/office/drawing/2014/main" id="{AA2B4811-3D68-6659-E19B-8598C3C10520}"/>
                </a:ext>
              </a:extLst>
            </p:cNvPr>
            <p:cNvSpPr txBox="1"/>
            <p:nvPr/>
          </p:nvSpPr>
          <p:spPr>
            <a:xfrm>
              <a:off x="8606664" y="2210965"/>
              <a:ext cx="17041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RDY</a:t>
              </a:r>
              <a:endParaRPr lang="ko-KR" altLang="en-US" sz="600" dirty="0">
                <a:latin typeface="+mn-ea"/>
              </a:endParaRPr>
            </a:p>
          </p:txBody>
        </p:sp>
        <p:cxnSp>
          <p:nvCxnSpPr>
            <p:cNvPr id="1616" name="직선 화살표 연결선 1615">
              <a:extLst>
                <a:ext uri="{FF2B5EF4-FFF2-40B4-BE49-F238E27FC236}">
                  <a16:creationId xmlns:a16="http://schemas.microsoft.com/office/drawing/2014/main" id="{41C92780-3A9C-E1A0-111E-44CA45AD38CB}"/>
                </a:ext>
              </a:extLst>
            </p:cNvPr>
            <p:cNvCxnSpPr>
              <a:cxnSpLocks/>
            </p:cNvCxnSpPr>
            <p:nvPr/>
          </p:nvCxnSpPr>
          <p:spPr>
            <a:xfrm>
              <a:off x="8464439" y="2247303"/>
              <a:ext cx="11044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1" name="TextBox 1620">
              <a:extLst>
                <a:ext uri="{FF2B5EF4-FFF2-40B4-BE49-F238E27FC236}">
                  <a16:creationId xmlns:a16="http://schemas.microsoft.com/office/drawing/2014/main" id="{B7B94127-4C86-00F5-76D0-CDC51DAC613E}"/>
                </a:ext>
              </a:extLst>
            </p:cNvPr>
            <p:cNvSpPr txBox="1"/>
            <p:nvPr/>
          </p:nvSpPr>
          <p:spPr>
            <a:xfrm>
              <a:off x="8563799" y="2411864"/>
              <a:ext cx="68891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(16 bit </a:t>
              </a:r>
              <a:r>
                <a:rPr lang="el-GR" altLang="ko-KR" sz="600" dirty="0">
                  <a:latin typeface="+mn-ea"/>
                  <a:ea typeface="맑은 고딕" panose="020B0503020000020004" pitchFamily="50" charset="-127"/>
                </a:rPr>
                <a:t>ΔΣ</a:t>
              </a:r>
              <a:r>
                <a:rPr lang="en-US" altLang="ko-KR" sz="600" dirty="0">
                  <a:latin typeface="+mn-ea"/>
                </a:rPr>
                <a:t>)</a:t>
              </a:r>
              <a:endParaRPr lang="ko-KR" altLang="en-US" sz="600" b="1" dirty="0">
                <a:latin typeface="+mn-ea"/>
              </a:endParaRPr>
            </a:p>
          </p:txBody>
        </p:sp>
      </p:grpSp>
      <p:sp>
        <p:nvSpPr>
          <p:cNvPr id="1622" name="TextBox 1621">
            <a:extLst>
              <a:ext uri="{FF2B5EF4-FFF2-40B4-BE49-F238E27FC236}">
                <a16:creationId xmlns:a16="http://schemas.microsoft.com/office/drawing/2014/main" id="{ECB18890-CF61-3A20-0EC4-B726D3B52A36}"/>
              </a:ext>
            </a:extLst>
          </p:cNvPr>
          <p:cNvSpPr txBox="1"/>
          <p:nvPr/>
        </p:nvSpPr>
        <p:spPr>
          <a:xfrm>
            <a:off x="9652552" y="5130236"/>
            <a:ext cx="51996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solidFill>
                  <a:srgbClr val="FF0000"/>
                </a:solidFill>
                <a:latin typeface="+mn-ea"/>
              </a:rPr>
              <a:t>I2C:1101_101</a:t>
            </a:r>
            <a:endParaRPr lang="ko-KR" altLang="en-US" sz="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623" name="TextBox 1622">
            <a:extLst>
              <a:ext uri="{FF2B5EF4-FFF2-40B4-BE49-F238E27FC236}">
                <a16:creationId xmlns:a16="http://schemas.microsoft.com/office/drawing/2014/main" id="{6F75A7CA-4FB1-7B3B-69BE-65E4FFB4E2E4}"/>
              </a:ext>
            </a:extLst>
          </p:cNvPr>
          <p:cNvSpPr txBox="1"/>
          <p:nvPr/>
        </p:nvSpPr>
        <p:spPr>
          <a:xfrm>
            <a:off x="9652552" y="5719553"/>
            <a:ext cx="51996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solidFill>
                  <a:srgbClr val="FF0000"/>
                </a:solidFill>
                <a:latin typeface="+mn-ea"/>
              </a:rPr>
              <a:t>I2C:1001_011</a:t>
            </a:r>
            <a:endParaRPr lang="ko-KR" altLang="en-US" sz="600" b="1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1625" name="직선 화살표 연결선 1624">
            <a:extLst>
              <a:ext uri="{FF2B5EF4-FFF2-40B4-BE49-F238E27FC236}">
                <a16:creationId xmlns:a16="http://schemas.microsoft.com/office/drawing/2014/main" id="{2D2F76C0-27EC-1DA9-3041-9293C3C26B7F}"/>
              </a:ext>
            </a:extLst>
          </p:cNvPr>
          <p:cNvCxnSpPr>
            <a:cxnSpLocks/>
          </p:cNvCxnSpPr>
          <p:nvPr/>
        </p:nvCxnSpPr>
        <p:spPr>
          <a:xfrm>
            <a:off x="8915400" y="5371123"/>
            <a:ext cx="68705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27" name="그룹 1626">
            <a:extLst>
              <a:ext uri="{FF2B5EF4-FFF2-40B4-BE49-F238E27FC236}">
                <a16:creationId xmlns:a16="http://schemas.microsoft.com/office/drawing/2014/main" id="{2E3A98FD-85A9-5FB9-5D44-0CD8BA263140}"/>
              </a:ext>
            </a:extLst>
          </p:cNvPr>
          <p:cNvGrpSpPr/>
          <p:nvPr/>
        </p:nvGrpSpPr>
        <p:grpSpPr>
          <a:xfrm>
            <a:off x="8409330" y="5199056"/>
            <a:ext cx="741019" cy="445858"/>
            <a:chOff x="9466530" y="2099307"/>
            <a:chExt cx="741019" cy="445858"/>
          </a:xfrm>
        </p:grpSpPr>
        <p:sp>
          <p:nvSpPr>
            <p:cNvPr id="1628" name="직사각형 1627">
              <a:extLst>
                <a:ext uri="{FF2B5EF4-FFF2-40B4-BE49-F238E27FC236}">
                  <a16:creationId xmlns:a16="http://schemas.microsoft.com/office/drawing/2014/main" id="{FDC2CD53-5904-89AE-3303-F0601368CF4F}"/>
                </a:ext>
              </a:extLst>
            </p:cNvPr>
            <p:cNvSpPr/>
            <p:nvPr/>
          </p:nvSpPr>
          <p:spPr>
            <a:xfrm>
              <a:off x="9466531" y="2198968"/>
              <a:ext cx="502518" cy="34619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1629" name="TextBox 1628">
              <a:extLst>
                <a:ext uri="{FF2B5EF4-FFF2-40B4-BE49-F238E27FC236}">
                  <a16:creationId xmlns:a16="http://schemas.microsoft.com/office/drawing/2014/main" id="{AB3D51F3-A992-1D4D-3817-B796ADB0218D}"/>
                </a:ext>
              </a:extLst>
            </p:cNvPr>
            <p:cNvSpPr txBox="1"/>
            <p:nvPr/>
          </p:nvSpPr>
          <p:spPr>
            <a:xfrm>
              <a:off x="9466530" y="2099307"/>
              <a:ext cx="741019" cy="923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>
                  <a:latin typeface="+mn-ea"/>
                </a:rPr>
                <a:t>ISC1540(U137)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1630" name="TextBox 1629">
              <a:extLst>
                <a:ext uri="{FF2B5EF4-FFF2-40B4-BE49-F238E27FC236}">
                  <a16:creationId xmlns:a16="http://schemas.microsoft.com/office/drawing/2014/main" id="{825D6778-16A7-6E95-46C0-45F17198F02A}"/>
                </a:ext>
              </a:extLst>
            </p:cNvPr>
            <p:cNvSpPr txBox="1"/>
            <p:nvPr/>
          </p:nvSpPr>
          <p:spPr>
            <a:xfrm>
              <a:off x="9500045" y="2220358"/>
              <a:ext cx="2998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V1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631" name="TextBox 1630">
              <a:extLst>
                <a:ext uri="{FF2B5EF4-FFF2-40B4-BE49-F238E27FC236}">
                  <a16:creationId xmlns:a16="http://schemas.microsoft.com/office/drawing/2014/main" id="{529B2463-D595-60AE-686B-B04203980E0A}"/>
                </a:ext>
              </a:extLst>
            </p:cNvPr>
            <p:cNvSpPr txBox="1"/>
            <p:nvPr/>
          </p:nvSpPr>
          <p:spPr>
            <a:xfrm>
              <a:off x="9500045" y="2431534"/>
              <a:ext cx="2998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I2C1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632" name="TextBox 1631">
              <a:extLst>
                <a:ext uri="{FF2B5EF4-FFF2-40B4-BE49-F238E27FC236}">
                  <a16:creationId xmlns:a16="http://schemas.microsoft.com/office/drawing/2014/main" id="{F7C8FB23-CC56-9A93-A4BF-7D311752A5CF}"/>
                </a:ext>
              </a:extLst>
            </p:cNvPr>
            <p:cNvSpPr txBox="1"/>
            <p:nvPr/>
          </p:nvSpPr>
          <p:spPr>
            <a:xfrm>
              <a:off x="9760294" y="2220358"/>
              <a:ext cx="17911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V2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633" name="TextBox 1632">
              <a:extLst>
                <a:ext uri="{FF2B5EF4-FFF2-40B4-BE49-F238E27FC236}">
                  <a16:creationId xmlns:a16="http://schemas.microsoft.com/office/drawing/2014/main" id="{D1168E14-8685-2558-39E5-6BBD0C388AFB}"/>
                </a:ext>
              </a:extLst>
            </p:cNvPr>
            <p:cNvSpPr txBox="1"/>
            <p:nvPr/>
          </p:nvSpPr>
          <p:spPr>
            <a:xfrm>
              <a:off x="9738071" y="2431534"/>
              <a:ext cx="20134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I2C2</a:t>
              </a:r>
              <a:endParaRPr lang="ko-KR" altLang="en-US" sz="600" dirty="0">
                <a:latin typeface="+mn-ea"/>
              </a:endParaRPr>
            </a:p>
          </p:txBody>
        </p:sp>
        <p:cxnSp>
          <p:nvCxnSpPr>
            <p:cNvPr id="1634" name="직선 연결선 1633">
              <a:extLst>
                <a:ext uri="{FF2B5EF4-FFF2-40B4-BE49-F238E27FC236}">
                  <a16:creationId xmlns:a16="http://schemas.microsoft.com/office/drawing/2014/main" id="{966E6A4F-9201-46A3-A8F8-B9C441D33FAC}"/>
                </a:ext>
              </a:extLst>
            </p:cNvPr>
            <p:cNvCxnSpPr>
              <a:cxnSpLocks/>
            </p:cNvCxnSpPr>
            <p:nvPr/>
          </p:nvCxnSpPr>
          <p:spPr>
            <a:xfrm>
              <a:off x="9671394" y="2236728"/>
              <a:ext cx="0" cy="2871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5" name="직선 연결선 1634">
              <a:extLst>
                <a:ext uri="{FF2B5EF4-FFF2-40B4-BE49-F238E27FC236}">
                  <a16:creationId xmlns:a16="http://schemas.microsoft.com/office/drawing/2014/main" id="{41BFA4E2-8CB1-7A42-90EA-BFC620272C4F}"/>
                </a:ext>
              </a:extLst>
            </p:cNvPr>
            <p:cNvCxnSpPr>
              <a:cxnSpLocks/>
            </p:cNvCxnSpPr>
            <p:nvPr/>
          </p:nvCxnSpPr>
          <p:spPr>
            <a:xfrm>
              <a:off x="9766644" y="2236728"/>
              <a:ext cx="0" cy="28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6" name="TextBox 1635">
              <a:extLst>
                <a:ext uri="{FF2B5EF4-FFF2-40B4-BE49-F238E27FC236}">
                  <a16:creationId xmlns:a16="http://schemas.microsoft.com/office/drawing/2014/main" id="{85405836-17B0-6B0E-22A3-B1F30CA7647E}"/>
                </a:ext>
              </a:extLst>
            </p:cNvPr>
            <p:cNvSpPr txBox="1"/>
            <p:nvPr/>
          </p:nvSpPr>
          <p:spPr>
            <a:xfrm rot="16200000">
              <a:off x="9547671" y="2332581"/>
              <a:ext cx="33009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+mn-ea"/>
                </a:rPr>
                <a:t>isolation</a:t>
              </a:r>
              <a:endParaRPr lang="ko-KR" altLang="en-US" sz="600" dirty="0">
                <a:solidFill>
                  <a:srgbClr val="0070C0"/>
                </a:solidFill>
                <a:latin typeface="+mn-ea"/>
              </a:endParaRPr>
            </a:p>
          </p:txBody>
        </p:sp>
      </p:grpSp>
      <p:cxnSp>
        <p:nvCxnSpPr>
          <p:cNvPr id="1639" name="직선 화살표 연결선 1638">
            <a:extLst>
              <a:ext uri="{FF2B5EF4-FFF2-40B4-BE49-F238E27FC236}">
                <a16:creationId xmlns:a16="http://schemas.microsoft.com/office/drawing/2014/main" id="{A930AA83-4305-2326-28D8-41CB48053A42}"/>
              </a:ext>
            </a:extLst>
          </p:cNvPr>
          <p:cNvCxnSpPr>
            <a:cxnSpLocks/>
          </p:cNvCxnSpPr>
          <p:nvPr/>
        </p:nvCxnSpPr>
        <p:spPr>
          <a:xfrm flipH="1">
            <a:off x="11136183" y="5408369"/>
            <a:ext cx="38430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42" name="그룹 1641">
            <a:extLst>
              <a:ext uri="{FF2B5EF4-FFF2-40B4-BE49-F238E27FC236}">
                <a16:creationId xmlns:a16="http://schemas.microsoft.com/office/drawing/2014/main" id="{E936AFEC-20B5-E79B-B96D-9CBA815E9C4A}"/>
              </a:ext>
            </a:extLst>
          </p:cNvPr>
          <p:cNvGrpSpPr/>
          <p:nvPr/>
        </p:nvGrpSpPr>
        <p:grpSpPr>
          <a:xfrm>
            <a:off x="8409330" y="5656175"/>
            <a:ext cx="683868" cy="445858"/>
            <a:chOff x="9466530" y="2099307"/>
            <a:chExt cx="683868" cy="445858"/>
          </a:xfrm>
        </p:grpSpPr>
        <p:sp>
          <p:nvSpPr>
            <p:cNvPr id="1643" name="직사각형 1642">
              <a:extLst>
                <a:ext uri="{FF2B5EF4-FFF2-40B4-BE49-F238E27FC236}">
                  <a16:creationId xmlns:a16="http://schemas.microsoft.com/office/drawing/2014/main" id="{57709AFB-1475-E022-C90E-EC724B5E6110}"/>
                </a:ext>
              </a:extLst>
            </p:cNvPr>
            <p:cNvSpPr/>
            <p:nvPr/>
          </p:nvSpPr>
          <p:spPr>
            <a:xfrm>
              <a:off x="9466531" y="2198968"/>
              <a:ext cx="502518" cy="34619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1644" name="TextBox 1643">
              <a:extLst>
                <a:ext uri="{FF2B5EF4-FFF2-40B4-BE49-F238E27FC236}">
                  <a16:creationId xmlns:a16="http://schemas.microsoft.com/office/drawing/2014/main" id="{9F6C28C0-ED4B-46C4-067C-DB14D0D59269}"/>
                </a:ext>
              </a:extLst>
            </p:cNvPr>
            <p:cNvSpPr txBox="1"/>
            <p:nvPr/>
          </p:nvSpPr>
          <p:spPr>
            <a:xfrm>
              <a:off x="9466530" y="2099307"/>
              <a:ext cx="683868" cy="923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>
                  <a:latin typeface="+mn-ea"/>
                </a:rPr>
                <a:t>ISC1540(U101)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1645" name="TextBox 1644">
              <a:extLst>
                <a:ext uri="{FF2B5EF4-FFF2-40B4-BE49-F238E27FC236}">
                  <a16:creationId xmlns:a16="http://schemas.microsoft.com/office/drawing/2014/main" id="{FB8E46AD-1C5C-EB82-D784-D1CF6EEC8D52}"/>
                </a:ext>
              </a:extLst>
            </p:cNvPr>
            <p:cNvSpPr txBox="1"/>
            <p:nvPr/>
          </p:nvSpPr>
          <p:spPr>
            <a:xfrm>
              <a:off x="9500045" y="2220358"/>
              <a:ext cx="2998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V1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646" name="TextBox 1645">
              <a:extLst>
                <a:ext uri="{FF2B5EF4-FFF2-40B4-BE49-F238E27FC236}">
                  <a16:creationId xmlns:a16="http://schemas.microsoft.com/office/drawing/2014/main" id="{9A29A912-593C-DFC2-B70C-07268C92A305}"/>
                </a:ext>
              </a:extLst>
            </p:cNvPr>
            <p:cNvSpPr txBox="1"/>
            <p:nvPr/>
          </p:nvSpPr>
          <p:spPr>
            <a:xfrm>
              <a:off x="9500045" y="2431534"/>
              <a:ext cx="2998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I2C1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647" name="TextBox 1646">
              <a:extLst>
                <a:ext uri="{FF2B5EF4-FFF2-40B4-BE49-F238E27FC236}">
                  <a16:creationId xmlns:a16="http://schemas.microsoft.com/office/drawing/2014/main" id="{6749D652-12D6-4AE9-7003-D8AD4603C7AE}"/>
                </a:ext>
              </a:extLst>
            </p:cNvPr>
            <p:cNvSpPr txBox="1"/>
            <p:nvPr/>
          </p:nvSpPr>
          <p:spPr>
            <a:xfrm>
              <a:off x="9760294" y="2220358"/>
              <a:ext cx="17911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V2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648" name="TextBox 1647">
              <a:extLst>
                <a:ext uri="{FF2B5EF4-FFF2-40B4-BE49-F238E27FC236}">
                  <a16:creationId xmlns:a16="http://schemas.microsoft.com/office/drawing/2014/main" id="{DBA7A401-1BD2-2F1A-8D73-7225C6E085E6}"/>
                </a:ext>
              </a:extLst>
            </p:cNvPr>
            <p:cNvSpPr txBox="1"/>
            <p:nvPr/>
          </p:nvSpPr>
          <p:spPr>
            <a:xfrm>
              <a:off x="9738071" y="2431534"/>
              <a:ext cx="201342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I2C2</a:t>
              </a:r>
              <a:endParaRPr lang="ko-KR" altLang="en-US" sz="600" dirty="0">
                <a:latin typeface="+mn-ea"/>
              </a:endParaRPr>
            </a:p>
          </p:txBody>
        </p:sp>
        <p:cxnSp>
          <p:nvCxnSpPr>
            <p:cNvPr id="1649" name="직선 연결선 1648">
              <a:extLst>
                <a:ext uri="{FF2B5EF4-FFF2-40B4-BE49-F238E27FC236}">
                  <a16:creationId xmlns:a16="http://schemas.microsoft.com/office/drawing/2014/main" id="{668EFF1D-1BC9-B9D3-670F-4506CE7E7363}"/>
                </a:ext>
              </a:extLst>
            </p:cNvPr>
            <p:cNvCxnSpPr>
              <a:cxnSpLocks/>
            </p:cNvCxnSpPr>
            <p:nvPr/>
          </p:nvCxnSpPr>
          <p:spPr>
            <a:xfrm>
              <a:off x="9671394" y="2236728"/>
              <a:ext cx="0" cy="2871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0" name="직선 연결선 1649">
              <a:extLst>
                <a:ext uri="{FF2B5EF4-FFF2-40B4-BE49-F238E27FC236}">
                  <a16:creationId xmlns:a16="http://schemas.microsoft.com/office/drawing/2014/main" id="{46A4C39D-370B-FB25-80BF-026BA1AF3674}"/>
                </a:ext>
              </a:extLst>
            </p:cNvPr>
            <p:cNvCxnSpPr>
              <a:cxnSpLocks/>
            </p:cNvCxnSpPr>
            <p:nvPr/>
          </p:nvCxnSpPr>
          <p:spPr>
            <a:xfrm>
              <a:off x="9766644" y="2236728"/>
              <a:ext cx="0" cy="2847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1" name="TextBox 1650">
              <a:extLst>
                <a:ext uri="{FF2B5EF4-FFF2-40B4-BE49-F238E27FC236}">
                  <a16:creationId xmlns:a16="http://schemas.microsoft.com/office/drawing/2014/main" id="{BC0BDE05-95A0-B6E1-0182-B1986F999B09}"/>
                </a:ext>
              </a:extLst>
            </p:cNvPr>
            <p:cNvSpPr txBox="1"/>
            <p:nvPr/>
          </p:nvSpPr>
          <p:spPr>
            <a:xfrm rot="16200000">
              <a:off x="9547671" y="2332581"/>
              <a:ext cx="33009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070C0"/>
                  </a:solidFill>
                  <a:latin typeface="+mn-ea"/>
                </a:rPr>
                <a:t>isolation</a:t>
              </a:r>
              <a:endParaRPr lang="ko-KR" altLang="en-US" sz="600" dirty="0">
                <a:solidFill>
                  <a:srgbClr val="0070C0"/>
                </a:solidFill>
                <a:latin typeface="+mn-ea"/>
              </a:endParaRPr>
            </a:p>
          </p:txBody>
        </p:sp>
      </p:grpSp>
      <p:cxnSp>
        <p:nvCxnSpPr>
          <p:cNvPr id="1652" name="직선 화살표 연결선 1651">
            <a:extLst>
              <a:ext uri="{FF2B5EF4-FFF2-40B4-BE49-F238E27FC236}">
                <a16:creationId xmlns:a16="http://schemas.microsoft.com/office/drawing/2014/main" id="{08DFC836-058F-EDEA-4F88-8E8642598158}"/>
              </a:ext>
            </a:extLst>
          </p:cNvPr>
          <p:cNvCxnSpPr>
            <a:cxnSpLocks/>
          </p:cNvCxnSpPr>
          <p:nvPr/>
        </p:nvCxnSpPr>
        <p:spPr>
          <a:xfrm flipH="1">
            <a:off x="8920347" y="5583074"/>
            <a:ext cx="614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3" name="TextBox 1652">
            <a:extLst>
              <a:ext uri="{FF2B5EF4-FFF2-40B4-BE49-F238E27FC236}">
                <a16:creationId xmlns:a16="http://schemas.microsoft.com/office/drawing/2014/main" id="{122931FE-C79D-AE60-8724-1FD019FAA356}"/>
              </a:ext>
            </a:extLst>
          </p:cNvPr>
          <p:cNvSpPr txBox="1"/>
          <p:nvPr/>
        </p:nvSpPr>
        <p:spPr>
          <a:xfrm>
            <a:off x="10938508" y="6250769"/>
            <a:ext cx="59067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latin typeface="+mn-ea"/>
              </a:rPr>
              <a:t>EMISSION_CUR</a:t>
            </a:r>
            <a:endParaRPr lang="ko-KR" altLang="en-US" sz="600" b="1" dirty="0">
              <a:latin typeface="+mn-ea"/>
            </a:endParaRPr>
          </a:p>
        </p:txBody>
      </p:sp>
      <p:cxnSp>
        <p:nvCxnSpPr>
          <p:cNvPr id="1654" name="직선 연결선 1653">
            <a:extLst>
              <a:ext uri="{FF2B5EF4-FFF2-40B4-BE49-F238E27FC236}">
                <a16:creationId xmlns:a16="http://schemas.microsoft.com/office/drawing/2014/main" id="{1F18E733-34DC-043F-B734-65B22D4103A8}"/>
              </a:ext>
            </a:extLst>
          </p:cNvPr>
          <p:cNvCxnSpPr>
            <a:cxnSpLocks/>
          </p:cNvCxnSpPr>
          <p:nvPr/>
        </p:nvCxnSpPr>
        <p:spPr>
          <a:xfrm>
            <a:off x="10259936" y="4794879"/>
            <a:ext cx="884314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5" name="직선 화살표 연결선 1654">
            <a:extLst>
              <a:ext uri="{FF2B5EF4-FFF2-40B4-BE49-F238E27FC236}">
                <a16:creationId xmlns:a16="http://schemas.microsoft.com/office/drawing/2014/main" id="{A326F069-26C5-EABF-A1E2-5FFB97F811BB}"/>
              </a:ext>
            </a:extLst>
          </p:cNvPr>
          <p:cNvCxnSpPr>
            <a:cxnSpLocks/>
          </p:cNvCxnSpPr>
          <p:nvPr/>
        </p:nvCxnSpPr>
        <p:spPr>
          <a:xfrm flipH="1">
            <a:off x="11133029" y="4790728"/>
            <a:ext cx="38587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6" name="TextBox 1655">
            <a:extLst>
              <a:ext uri="{FF2B5EF4-FFF2-40B4-BE49-F238E27FC236}">
                <a16:creationId xmlns:a16="http://schemas.microsoft.com/office/drawing/2014/main" id="{2F6B6E73-944B-1877-35F7-AA4CA5B838B7}"/>
              </a:ext>
            </a:extLst>
          </p:cNvPr>
          <p:cNvSpPr txBox="1"/>
          <p:nvPr/>
        </p:nvSpPr>
        <p:spPr>
          <a:xfrm>
            <a:off x="10353998" y="4702140"/>
            <a:ext cx="56482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EMISSION_CUR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1659" name="직선 연결선 1658">
            <a:extLst>
              <a:ext uri="{FF2B5EF4-FFF2-40B4-BE49-F238E27FC236}">
                <a16:creationId xmlns:a16="http://schemas.microsoft.com/office/drawing/2014/main" id="{934F68BC-5E2A-1424-6D6A-6DF9C125A606}"/>
              </a:ext>
            </a:extLst>
          </p:cNvPr>
          <p:cNvCxnSpPr>
            <a:cxnSpLocks/>
          </p:cNvCxnSpPr>
          <p:nvPr/>
        </p:nvCxnSpPr>
        <p:spPr>
          <a:xfrm>
            <a:off x="10259936" y="4865595"/>
            <a:ext cx="877964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0" name="직선 화살표 연결선 1659">
            <a:extLst>
              <a:ext uri="{FF2B5EF4-FFF2-40B4-BE49-F238E27FC236}">
                <a16:creationId xmlns:a16="http://schemas.microsoft.com/office/drawing/2014/main" id="{DB60EC68-ADD8-F9F4-8A4C-8F2CCC2AE5B7}"/>
              </a:ext>
            </a:extLst>
          </p:cNvPr>
          <p:cNvCxnSpPr>
            <a:cxnSpLocks/>
          </p:cNvCxnSpPr>
          <p:nvPr/>
        </p:nvCxnSpPr>
        <p:spPr>
          <a:xfrm flipH="1">
            <a:off x="11133029" y="4866206"/>
            <a:ext cx="24617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1" name="TextBox 1660">
            <a:extLst>
              <a:ext uri="{FF2B5EF4-FFF2-40B4-BE49-F238E27FC236}">
                <a16:creationId xmlns:a16="http://schemas.microsoft.com/office/drawing/2014/main" id="{B9852733-E445-73BB-426B-DDAE6892531C}"/>
              </a:ext>
            </a:extLst>
          </p:cNvPr>
          <p:cNvSpPr txBox="1"/>
          <p:nvPr/>
        </p:nvSpPr>
        <p:spPr>
          <a:xfrm>
            <a:off x="10353997" y="4779206"/>
            <a:ext cx="73310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VB_P5V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1663" name="직선 연결선 1662">
            <a:extLst>
              <a:ext uri="{FF2B5EF4-FFF2-40B4-BE49-F238E27FC236}">
                <a16:creationId xmlns:a16="http://schemas.microsoft.com/office/drawing/2014/main" id="{97D96ABB-5ED6-9D8F-DA0A-5CE5CB0AE891}"/>
              </a:ext>
            </a:extLst>
          </p:cNvPr>
          <p:cNvCxnSpPr>
            <a:cxnSpLocks/>
          </p:cNvCxnSpPr>
          <p:nvPr/>
        </p:nvCxnSpPr>
        <p:spPr>
          <a:xfrm>
            <a:off x="10259936" y="4934101"/>
            <a:ext cx="877964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4" name="직선 화살표 연결선 1663">
            <a:extLst>
              <a:ext uri="{FF2B5EF4-FFF2-40B4-BE49-F238E27FC236}">
                <a16:creationId xmlns:a16="http://schemas.microsoft.com/office/drawing/2014/main" id="{F0B93298-4F10-9BA9-3D49-07723ABD4F4A}"/>
              </a:ext>
            </a:extLst>
          </p:cNvPr>
          <p:cNvCxnSpPr>
            <a:cxnSpLocks/>
          </p:cNvCxnSpPr>
          <p:nvPr/>
        </p:nvCxnSpPr>
        <p:spPr>
          <a:xfrm flipH="1">
            <a:off x="11133029" y="4934712"/>
            <a:ext cx="308877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5" name="TextBox 1664">
            <a:extLst>
              <a:ext uri="{FF2B5EF4-FFF2-40B4-BE49-F238E27FC236}">
                <a16:creationId xmlns:a16="http://schemas.microsoft.com/office/drawing/2014/main" id="{7507C928-A62F-2583-88E5-8155FBEB8BFD}"/>
              </a:ext>
            </a:extLst>
          </p:cNvPr>
          <p:cNvSpPr txBox="1"/>
          <p:nvPr/>
        </p:nvSpPr>
        <p:spPr>
          <a:xfrm>
            <a:off x="10353997" y="4847712"/>
            <a:ext cx="73310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VBREF_0496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666" name="TextBox 1665">
            <a:extLst>
              <a:ext uri="{FF2B5EF4-FFF2-40B4-BE49-F238E27FC236}">
                <a16:creationId xmlns:a16="http://schemas.microsoft.com/office/drawing/2014/main" id="{1B3142FF-A5CE-AB9D-5147-121EE4D39364}"/>
              </a:ext>
            </a:extLst>
          </p:cNvPr>
          <p:cNvSpPr txBox="1"/>
          <p:nvPr/>
        </p:nvSpPr>
        <p:spPr>
          <a:xfrm>
            <a:off x="11588626" y="4954889"/>
            <a:ext cx="59623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latin typeface="+mn-ea"/>
              </a:rPr>
              <a:t>VB_P5V, N3.6V</a:t>
            </a:r>
            <a:endParaRPr lang="ko-KR" altLang="en-US" sz="600" b="1" dirty="0">
              <a:latin typeface="+mn-ea"/>
            </a:endParaRPr>
          </a:p>
        </p:txBody>
      </p:sp>
      <p:cxnSp>
        <p:nvCxnSpPr>
          <p:cNvPr id="1667" name="직선 연결선 1666">
            <a:extLst>
              <a:ext uri="{FF2B5EF4-FFF2-40B4-BE49-F238E27FC236}">
                <a16:creationId xmlns:a16="http://schemas.microsoft.com/office/drawing/2014/main" id="{A2F5ECE5-A6E2-B13E-3C51-82CB1FAD7D50}"/>
              </a:ext>
            </a:extLst>
          </p:cNvPr>
          <p:cNvCxnSpPr>
            <a:cxnSpLocks/>
          </p:cNvCxnSpPr>
          <p:nvPr/>
        </p:nvCxnSpPr>
        <p:spPr>
          <a:xfrm>
            <a:off x="10263105" y="5003951"/>
            <a:ext cx="871620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8" name="직선 화살표 연결선 1667">
            <a:extLst>
              <a:ext uri="{FF2B5EF4-FFF2-40B4-BE49-F238E27FC236}">
                <a16:creationId xmlns:a16="http://schemas.microsoft.com/office/drawing/2014/main" id="{C82C7429-DD8B-5F08-C37C-423570BB3C4C}"/>
              </a:ext>
            </a:extLst>
          </p:cNvPr>
          <p:cNvCxnSpPr>
            <a:cxnSpLocks/>
          </p:cNvCxnSpPr>
          <p:nvPr/>
        </p:nvCxnSpPr>
        <p:spPr>
          <a:xfrm flipH="1">
            <a:off x="11129854" y="5004562"/>
            <a:ext cx="435877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9" name="TextBox 1668">
            <a:extLst>
              <a:ext uri="{FF2B5EF4-FFF2-40B4-BE49-F238E27FC236}">
                <a16:creationId xmlns:a16="http://schemas.microsoft.com/office/drawing/2014/main" id="{DA605E39-153E-9677-EFAA-7C6F1843C350}"/>
              </a:ext>
            </a:extLst>
          </p:cNvPr>
          <p:cNvSpPr txBox="1"/>
          <p:nvPr/>
        </p:nvSpPr>
        <p:spPr>
          <a:xfrm>
            <a:off x="10350822" y="4917562"/>
            <a:ext cx="73310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VB_N3.6V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22D514-DAA7-E423-3222-2487A5B5B64C}"/>
              </a:ext>
            </a:extLst>
          </p:cNvPr>
          <p:cNvSpPr/>
          <p:nvPr/>
        </p:nvSpPr>
        <p:spPr>
          <a:xfrm>
            <a:off x="512352" y="4141567"/>
            <a:ext cx="296909" cy="190384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800" b="1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AC7982-885A-2A16-AAD4-0FC9086C8BFF}"/>
              </a:ext>
            </a:extLst>
          </p:cNvPr>
          <p:cNvSpPr txBox="1"/>
          <p:nvPr/>
        </p:nvSpPr>
        <p:spPr>
          <a:xfrm>
            <a:off x="512352" y="4018095"/>
            <a:ext cx="90035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1" dirty="0">
                <a:latin typeface="+mn-ea"/>
              </a:rPr>
              <a:t>PS</a:t>
            </a:r>
            <a:r>
              <a:rPr lang="ko-KR" altLang="en-US" sz="800" b="1" dirty="0">
                <a:latin typeface="+mn-ea"/>
              </a:rPr>
              <a:t> </a:t>
            </a:r>
            <a:r>
              <a:rPr lang="en-US" altLang="ko-KR" sz="800" b="1" dirty="0">
                <a:latin typeface="+mn-ea"/>
              </a:rPr>
              <a:t>connector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CB74D7-7B89-EDAC-5923-F33E3726FAE3}"/>
              </a:ext>
            </a:extLst>
          </p:cNvPr>
          <p:cNvSpPr txBox="1"/>
          <p:nvPr/>
        </p:nvSpPr>
        <p:spPr>
          <a:xfrm>
            <a:off x="1075887" y="4234181"/>
            <a:ext cx="28698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+20V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8F48D94F-7165-080D-3D2E-BDAAE23C5066}"/>
              </a:ext>
            </a:extLst>
          </p:cNvPr>
          <p:cNvCxnSpPr>
            <a:cxnSpLocks/>
          </p:cNvCxnSpPr>
          <p:nvPr/>
        </p:nvCxnSpPr>
        <p:spPr>
          <a:xfrm>
            <a:off x="519555" y="5717362"/>
            <a:ext cx="982814" cy="0"/>
          </a:xfrm>
          <a:prstGeom prst="line">
            <a:avLst/>
          </a:prstGeom>
          <a:ln w="254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243274A0-375D-FBCC-E8E4-3513628B7280}"/>
              </a:ext>
            </a:extLst>
          </p:cNvPr>
          <p:cNvCxnSpPr>
            <a:cxnSpLocks/>
          </p:cNvCxnSpPr>
          <p:nvPr/>
        </p:nvCxnSpPr>
        <p:spPr>
          <a:xfrm>
            <a:off x="811819" y="4302059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3C9B950E-421E-8531-CDE2-D9A787E9DFD8}"/>
              </a:ext>
            </a:extLst>
          </p:cNvPr>
          <p:cNvSpPr txBox="1"/>
          <p:nvPr/>
        </p:nvSpPr>
        <p:spPr>
          <a:xfrm>
            <a:off x="1093892" y="4341911"/>
            <a:ext cx="38315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-20V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4950B1AB-F6D9-C23B-A7D6-62A9DADEB170}"/>
              </a:ext>
            </a:extLst>
          </p:cNvPr>
          <p:cNvCxnSpPr>
            <a:cxnSpLocks/>
          </p:cNvCxnSpPr>
          <p:nvPr/>
        </p:nvCxnSpPr>
        <p:spPr>
          <a:xfrm>
            <a:off x="808644" y="4402989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F32B11A7-B114-D3BC-1674-4F514B6EE1F1}"/>
              </a:ext>
            </a:extLst>
          </p:cNvPr>
          <p:cNvSpPr txBox="1"/>
          <p:nvPr/>
        </p:nvSpPr>
        <p:spPr>
          <a:xfrm>
            <a:off x="1062620" y="4447198"/>
            <a:ext cx="29491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+10V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33" name="직선 화살표 연결선 232">
            <a:extLst>
              <a:ext uri="{FF2B5EF4-FFF2-40B4-BE49-F238E27FC236}">
                <a16:creationId xmlns:a16="http://schemas.microsoft.com/office/drawing/2014/main" id="{416DD563-F501-3487-9546-E51451DA8B52}"/>
              </a:ext>
            </a:extLst>
          </p:cNvPr>
          <p:cNvCxnSpPr>
            <a:cxnSpLocks/>
          </p:cNvCxnSpPr>
          <p:nvPr/>
        </p:nvCxnSpPr>
        <p:spPr>
          <a:xfrm>
            <a:off x="808644" y="4516332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B27432EB-9C57-12C1-6D24-9184024D35A4}"/>
              </a:ext>
            </a:extLst>
          </p:cNvPr>
          <p:cNvSpPr txBox="1"/>
          <p:nvPr/>
        </p:nvSpPr>
        <p:spPr>
          <a:xfrm>
            <a:off x="1096274" y="4556862"/>
            <a:ext cx="25322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-10V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35" name="직선 화살표 연결선 234">
            <a:extLst>
              <a:ext uri="{FF2B5EF4-FFF2-40B4-BE49-F238E27FC236}">
                <a16:creationId xmlns:a16="http://schemas.microsoft.com/office/drawing/2014/main" id="{33D3BE6F-44CC-5AB9-784F-C77C883F5B21}"/>
              </a:ext>
            </a:extLst>
          </p:cNvPr>
          <p:cNvCxnSpPr>
            <a:cxnSpLocks/>
          </p:cNvCxnSpPr>
          <p:nvPr/>
        </p:nvCxnSpPr>
        <p:spPr>
          <a:xfrm>
            <a:off x="808644" y="4622702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TextBox 235">
            <a:extLst>
              <a:ext uri="{FF2B5EF4-FFF2-40B4-BE49-F238E27FC236}">
                <a16:creationId xmlns:a16="http://schemas.microsoft.com/office/drawing/2014/main" id="{F8917A30-758D-53EB-2DE1-E2045BEAA68C}"/>
              </a:ext>
            </a:extLst>
          </p:cNvPr>
          <p:cNvSpPr txBox="1"/>
          <p:nvPr/>
        </p:nvSpPr>
        <p:spPr>
          <a:xfrm>
            <a:off x="1062620" y="4663698"/>
            <a:ext cx="32300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+7.5V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37" name="직선 화살표 연결선 236">
            <a:extLst>
              <a:ext uri="{FF2B5EF4-FFF2-40B4-BE49-F238E27FC236}">
                <a16:creationId xmlns:a16="http://schemas.microsoft.com/office/drawing/2014/main" id="{BEDE868D-6EEC-96BD-C7F3-6BC1EE7EE606}"/>
              </a:ext>
            </a:extLst>
          </p:cNvPr>
          <p:cNvCxnSpPr>
            <a:cxnSpLocks/>
          </p:cNvCxnSpPr>
          <p:nvPr/>
        </p:nvCxnSpPr>
        <p:spPr>
          <a:xfrm>
            <a:off x="811819" y="4732058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6246A7D9-3FC4-5D29-7A25-6CB7CCB48B45}"/>
              </a:ext>
            </a:extLst>
          </p:cNvPr>
          <p:cNvSpPr txBox="1"/>
          <p:nvPr/>
        </p:nvSpPr>
        <p:spPr>
          <a:xfrm>
            <a:off x="1096273" y="4774153"/>
            <a:ext cx="38315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-7.5V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44" name="직선 화살표 연결선 243">
            <a:extLst>
              <a:ext uri="{FF2B5EF4-FFF2-40B4-BE49-F238E27FC236}">
                <a16:creationId xmlns:a16="http://schemas.microsoft.com/office/drawing/2014/main" id="{38A02BBB-207D-19C9-6D3C-F0E4B9359A2C}"/>
              </a:ext>
            </a:extLst>
          </p:cNvPr>
          <p:cNvCxnSpPr>
            <a:cxnSpLocks/>
          </p:cNvCxnSpPr>
          <p:nvPr/>
        </p:nvCxnSpPr>
        <p:spPr>
          <a:xfrm>
            <a:off x="811819" y="4839794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>
            <a:extLst>
              <a:ext uri="{FF2B5EF4-FFF2-40B4-BE49-F238E27FC236}">
                <a16:creationId xmlns:a16="http://schemas.microsoft.com/office/drawing/2014/main" id="{06E79CB1-F10C-175A-E800-FB86FE577170}"/>
              </a:ext>
            </a:extLst>
          </p:cNvPr>
          <p:cNvSpPr txBox="1"/>
          <p:nvPr/>
        </p:nvSpPr>
        <p:spPr>
          <a:xfrm>
            <a:off x="1063407" y="4887535"/>
            <a:ext cx="29413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+3.6V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47" name="직선 화살표 연결선 246">
            <a:extLst>
              <a:ext uri="{FF2B5EF4-FFF2-40B4-BE49-F238E27FC236}">
                <a16:creationId xmlns:a16="http://schemas.microsoft.com/office/drawing/2014/main" id="{AA9E15EC-935F-7FA6-84DA-C3A2BAE70A4D}"/>
              </a:ext>
            </a:extLst>
          </p:cNvPr>
          <p:cNvCxnSpPr>
            <a:cxnSpLocks/>
          </p:cNvCxnSpPr>
          <p:nvPr/>
        </p:nvCxnSpPr>
        <p:spPr>
          <a:xfrm>
            <a:off x="810225" y="4952693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TextBox 248">
            <a:extLst>
              <a:ext uri="{FF2B5EF4-FFF2-40B4-BE49-F238E27FC236}">
                <a16:creationId xmlns:a16="http://schemas.microsoft.com/office/drawing/2014/main" id="{9E8ECD87-A0B6-C63C-F3C8-940D80BDFD6F}"/>
              </a:ext>
            </a:extLst>
          </p:cNvPr>
          <p:cNvSpPr txBox="1"/>
          <p:nvPr/>
        </p:nvSpPr>
        <p:spPr>
          <a:xfrm>
            <a:off x="1084368" y="5002249"/>
            <a:ext cx="27316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GND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50" name="직선 화살표 연결선 249">
            <a:extLst>
              <a:ext uri="{FF2B5EF4-FFF2-40B4-BE49-F238E27FC236}">
                <a16:creationId xmlns:a16="http://schemas.microsoft.com/office/drawing/2014/main" id="{D6575FBF-D4BB-E8D5-322F-118EDD79113F}"/>
              </a:ext>
            </a:extLst>
          </p:cNvPr>
          <p:cNvCxnSpPr>
            <a:cxnSpLocks/>
          </p:cNvCxnSpPr>
          <p:nvPr/>
        </p:nvCxnSpPr>
        <p:spPr>
          <a:xfrm>
            <a:off x="810225" y="5065101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51A41EAC-6284-ACCF-8CAA-C92DF5EE12C9}"/>
              </a:ext>
            </a:extLst>
          </p:cNvPr>
          <p:cNvSpPr txBox="1"/>
          <p:nvPr/>
        </p:nvSpPr>
        <p:spPr>
          <a:xfrm>
            <a:off x="1070549" y="4134539"/>
            <a:ext cx="38315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+24V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57" name="직선 화살표 연결선 256">
            <a:extLst>
              <a:ext uri="{FF2B5EF4-FFF2-40B4-BE49-F238E27FC236}">
                <a16:creationId xmlns:a16="http://schemas.microsoft.com/office/drawing/2014/main" id="{247B1AE6-8B79-1FE9-5B5B-4E23AF765083}"/>
              </a:ext>
            </a:extLst>
          </p:cNvPr>
          <p:cNvCxnSpPr>
            <a:cxnSpLocks/>
          </p:cNvCxnSpPr>
          <p:nvPr/>
        </p:nvCxnSpPr>
        <p:spPr>
          <a:xfrm>
            <a:off x="808644" y="4202761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화살표 연결선 259">
            <a:extLst>
              <a:ext uri="{FF2B5EF4-FFF2-40B4-BE49-F238E27FC236}">
                <a16:creationId xmlns:a16="http://schemas.microsoft.com/office/drawing/2014/main" id="{D77C65D0-5825-F0B4-0A2C-6A707A2BD9E7}"/>
              </a:ext>
            </a:extLst>
          </p:cNvPr>
          <p:cNvCxnSpPr>
            <a:cxnSpLocks/>
          </p:cNvCxnSpPr>
          <p:nvPr/>
        </p:nvCxnSpPr>
        <p:spPr>
          <a:xfrm>
            <a:off x="811813" y="5813911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12F4BAB4-7B65-07EB-4E0A-C8A2492A8601}"/>
              </a:ext>
            </a:extLst>
          </p:cNvPr>
          <p:cNvSpPr txBox="1"/>
          <p:nvPr/>
        </p:nvSpPr>
        <p:spPr>
          <a:xfrm>
            <a:off x="1086750" y="5876167"/>
            <a:ext cx="55640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FIL_GND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62" name="직선 화살표 연결선 261">
            <a:extLst>
              <a:ext uri="{FF2B5EF4-FFF2-40B4-BE49-F238E27FC236}">
                <a16:creationId xmlns:a16="http://schemas.microsoft.com/office/drawing/2014/main" id="{08FC9436-A034-F460-AB54-9C535A7F7808}"/>
              </a:ext>
            </a:extLst>
          </p:cNvPr>
          <p:cNvCxnSpPr>
            <a:cxnSpLocks/>
          </p:cNvCxnSpPr>
          <p:nvPr/>
        </p:nvCxnSpPr>
        <p:spPr>
          <a:xfrm>
            <a:off x="809432" y="5935844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TextBox 262">
            <a:extLst>
              <a:ext uri="{FF2B5EF4-FFF2-40B4-BE49-F238E27FC236}">
                <a16:creationId xmlns:a16="http://schemas.microsoft.com/office/drawing/2014/main" id="{D79E9D10-CC0E-AA31-985B-E46F01A83043}"/>
              </a:ext>
            </a:extLst>
          </p:cNvPr>
          <p:cNvSpPr txBox="1"/>
          <p:nvPr/>
        </p:nvSpPr>
        <p:spPr>
          <a:xfrm>
            <a:off x="1084368" y="5743991"/>
            <a:ext cx="38315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FIL_3V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E7625540-9804-7EFC-A752-BC1C1E860436}"/>
              </a:ext>
            </a:extLst>
          </p:cNvPr>
          <p:cNvCxnSpPr>
            <a:cxnSpLocks/>
          </p:cNvCxnSpPr>
          <p:nvPr/>
        </p:nvCxnSpPr>
        <p:spPr>
          <a:xfrm>
            <a:off x="813400" y="5188926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97BA9B2-9EFD-F193-00B2-FD70DD8A4DCA}"/>
              </a:ext>
            </a:extLst>
          </p:cNvPr>
          <p:cNvSpPr txBox="1"/>
          <p:nvPr/>
        </p:nvSpPr>
        <p:spPr>
          <a:xfrm>
            <a:off x="1058427" y="5125660"/>
            <a:ext cx="29413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+mn-ea"/>
              </a:rPr>
              <a:t>+3.3V</a:t>
            </a:r>
            <a:endParaRPr lang="ko-KR" altLang="en-US" sz="8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98B3BC4-27B0-8C5F-6999-8658E99C58F7}"/>
              </a:ext>
            </a:extLst>
          </p:cNvPr>
          <p:cNvCxnSpPr>
            <a:cxnSpLocks/>
          </p:cNvCxnSpPr>
          <p:nvPr/>
        </p:nvCxnSpPr>
        <p:spPr>
          <a:xfrm>
            <a:off x="810342" y="5293701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9A4F58D-DA00-6DD7-F80F-D64B973341C9}"/>
              </a:ext>
            </a:extLst>
          </p:cNvPr>
          <p:cNvSpPr txBox="1"/>
          <p:nvPr/>
        </p:nvSpPr>
        <p:spPr>
          <a:xfrm>
            <a:off x="1055369" y="5230435"/>
            <a:ext cx="29413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+mn-ea"/>
              </a:rPr>
              <a:t>+5V</a:t>
            </a:r>
            <a:endParaRPr lang="ko-KR" altLang="en-US" sz="8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29A98FA-EF37-23CA-CAFE-4543B5FA9A18}"/>
              </a:ext>
            </a:extLst>
          </p:cNvPr>
          <p:cNvCxnSpPr>
            <a:cxnSpLocks/>
          </p:cNvCxnSpPr>
          <p:nvPr/>
        </p:nvCxnSpPr>
        <p:spPr>
          <a:xfrm>
            <a:off x="813517" y="5398476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5114CFA-D190-35A7-9D00-B0F1564AAC48}"/>
              </a:ext>
            </a:extLst>
          </p:cNvPr>
          <p:cNvSpPr txBox="1"/>
          <p:nvPr/>
        </p:nvSpPr>
        <p:spPr>
          <a:xfrm>
            <a:off x="1080465" y="5332035"/>
            <a:ext cx="38752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+mn-ea"/>
              </a:rPr>
              <a:t>I2C_PS</a:t>
            </a:r>
            <a:endParaRPr lang="ko-KR" altLang="en-US" sz="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48408EF-911E-B913-463C-E420D2F4CC5B}"/>
              </a:ext>
            </a:extLst>
          </p:cNvPr>
          <p:cNvSpPr txBox="1"/>
          <p:nvPr/>
        </p:nvSpPr>
        <p:spPr>
          <a:xfrm>
            <a:off x="1084367" y="5450876"/>
            <a:ext cx="103170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PGOOD/FAN_ALERT-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5593EA4C-7382-2189-202B-EE90CDB178A5}"/>
              </a:ext>
            </a:extLst>
          </p:cNvPr>
          <p:cNvCxnSpPr>
            <a:cxnSpLocks/>
          </p:cNvCxnSpPr>
          <p:nvPr/>
        </p:nvCxnSpPr>
        <p:spPr>
          <a:xfrm>
            <a:off x="810225" y="5513728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EF3655E6-806F-721C-4EAE-0F30D4BCC802}"/>
              </a:ext>
            </a:extLst>
          </p:cNvPr>
          <p:cNvCxnSpPr>
            <a:cxnSpLocks/>
          </p:cNvCxnSpPr>
          <p:nvPr/>
        </p:nvCxnSpPr>
        <p:spPr>
          <a:xfrm>
            <a:off x="805580" y="5608026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2259B68B-F20C-F583-DB32-471A54D29B45}"/>
              </a:ext>
            </a:extLst>
          </p:cNvPr>
          <p:cNvSpPr txBox="1"/>
          <p:nvPr/>
        </p:nvSpPr>
        <p:spPr>
          <a:xfrm>
            <a:off x="1084378" y="5562338"/>
            <a:ext cx="24176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LED</a:t>
            </a:r>
            <a:endParaRPr lang="ko-KR" altLang="en-US" sz="800" dirty="0">
              <a:latin typeface="+mn-ea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0FCE3668-766B-509C-7066-A4428EF2AE60}"/>
              </a:ext>
            </a:extLst>
          </p:cNvPr>
          <p:cNvSpPr/>
          <p:nvPr/>
        </p:nvSpPr>
        <p:spPr>
          <a:xfrm>
            <a:off x="737548" y="3054640"/>
            <a:ext cx="752856" cy="3921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LTM8024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(DCDC module)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+FET +inductor</a:t>
            </a: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405D4337-38B6-3A1E-21F0-49D2F18B692C}"/>
              </a:ext>
            </a:extLst>
          </p:cNvPr>
          <p:cNvCxnSpPr>
            <a:cxnSpLocks/>
          </p:cNvCxnSpPr>
          <p:nvPr/>
        </p:nvCxnSpPr>
        <p:spPr>
          <a:xfrm>
            <a:off x="586788" y="3184596"/>
            <a:ext cx="1414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타원 93">
            <a:extLst>
              <a:ext uri="{FF2B5EF4-FFF2-40B4-BE49-F238E27FC236}">
                <a16:creationId xmlns:a16="http://schemas.microsoft.com/office/drawing/2014/main" id="{3929B0C5-F22C-120B-2E34-02ADF4D6EB3F}"/>
              </a:ext>
            </a:extLst>
          </p:cNvPr>
          <p:cNvSpPr/>
          <p:nvPr/>
        </p:nvSpPr>
        <p:spPr>
          <a:xfrm>
            <a:off x="559327" y="316221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275" name="직선 화살표 연결선 274">
            <a:extLst>
              <a:ext uri="{FF2B5EF4-FFF2-40B4-BE49-F238E27FC236}">
                <a16:creationId xmlns:a16="http://schemas.microsoft.com/office/drawing/2014/main" id="{D78CCA30-E39B-FE48-4CE6-E6A7F3D9D05A}"/>
              </a:ext>
            </a:extLst>
          </p:cNvPr>
          <p:cNvCxnSpPr>
            <a:cxnSpLocks/>
          </p:cNvCxnSpPr>
          <p:nvPr/>
        </p:nvCxnSpPr>
        <p:spPr>
          <a:xfrm>
            <a:off x="1488572" y="3183815"/>
            <a:ext cx="181743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화살표 연결선 288">
            <a:extLst>
              <a:ext uri="{FF2B5EF4-FFF2-40B4-BE49-F238E27FC236}">
                <a16:creationId xmlns:a16="http://schemas.microsoft.com/office/drawing/2014/main" id="{9188C3E4-9B43-2A5E-4BA7-68A3E4A4BA80}"/>
              </a:ext>
            </a:extLst>
          </p:cNvPr>
          <p:cNvCxnSpPr>
            <a:cxnSpLocks/>
          </p:cNvCxnSpPr>
          <p:nvPr/>
        </p:nvCxnSpPr>
        <p:spPr>
          <a:xfrm>
            <a:off x="1491747" y="3336215"/>
            <a:ext cx="178568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D7FD45E0-54BC-1413-9AD1-01CA615BC21F}"/>
              </a:ext>
            </a:extLst>
          </p:cNvPr>
          <p:cNvSpPr txBox="1"/>
          <p:nvPr/>
        </p:nvSpPr>
        <p:spPr>
          <a:xfrm>
            <a:off x="1678736" y="3101468"/>
            <a:ext cx="23998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+5V</a:t>
            </a:r>
            <a:endParaRPr lang="ko-KR" altLang="en-US" sz="800" dirty="0">
              <a:latin typeface="+mn-ea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E10B0DA4-4305-CE69-E84D-B88F6875B51D}"/>
              </a:ext>
            </a:extLst>
          </p:cNvPr>
          <p:cNvSpPr txBox="1"/>
          <p:nvPr/>
        </p:nvSpPr>
        <p:spPr>
          <a:xfrm>
            <a:off x="1690298" y="3272918"/>
            <a:ext cx="29877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+3.3V</a:t>
            </a:r>
            <a:endParaRPr lang="ko-KR" altLang="en-US" sz="800" dirty="0">
              <a:latin typeface="+mn-ea"/>
            </a:endParaRPr>
          </a:p>
        </p:txBody>
      </p:sp>
      <p:sp>
        <p:nvSpPr>
          <p:cNvPr id="1595" name="직사각형 1594">
            <a:extLst>
              <a:ext uri="{FF2B5EF4-FFF2-40B4-BE49-F238E27FC236}">
                <a16:creationId xmlns:a16="http://schemas.microsoft.com/office/drawing/2014/main" id="{B31FB5C8-93B0-C70A-8336-2DC18C4B0F45}"/>
              </a:ext>
            </a:extLst>
          </p:cNvPr>
          <p:cNvSpPr/>
          <p:nvPr/>
        </p:nvSpPr>
        <p:spPr>
          <a:xfrm>
            <a:off x="4499732" y="756177"/>
            <a:ext cx="294253" cy="221243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LED</a:t>
            </a:r>
            <a:endParaRPr lang="en-US" altLang="ko-KR" sz="8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596" name="직선 화살표 연결선 1595">
            <a:extLst>
              <a:ext uri="{FF2B5EF4-FFF2-40B4-BE49-F238E27FC236}">
                <a16:creationId xmlns:a16="http://schemas.microsoft.com/office/drawing/2014/main" id="{0630E4E4-9879-FDCA-DF06-19EBD9FA38F5}"/>
              </a:ext>
            </a:extLst>
          </p:cNvPr>
          <p:cNvCxnSpPr>
            <a:cxnSpLocks/>
          </p:cNvCxnSpPr>
          <p:nvPr/>
        </p:nvCxnSpPr>
        <p:spPr>
          <a:xfrm>
            <a:off x="4219274" y="864488"/>
            <a:ext cx="244199" cy="0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AA768CDD-67C1-1840-252A-C0BEA3DA4174}"/>
              </a:ext>
            </a:extLst>
          </p:cNvPr>
          <p:cNvSpPr txBox="1"/>
          <p:nvPr/>
        </p:nvSpPr>
        <p:spPr>
          <a:xfrm>
            <a:off x="7698070" y="420933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+24V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81289CEA-37CC-E023-5C7B-9F4AA5ED30D7}"/>
              </a:ext>
            </a:extLst>
          </p:cNvPr>
          <p:cNvCxnSpPr>
            <a:cxnSpLocks/>
          </p:cNvCxnSpPr>
          <p:nvPr/>
        </p:nvCxnSpPr>
        <p:spPr>
          <a:xfrm>
            <a:off x="8077596" y="475094"/>
            <a:ext cx="1399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D7879FF9-53AB-E625-D3D2-D4000CC66B4E}"/>
              </a:ext>
            </a:extLst>
          </p:cNvPr>
          <p:cNvSpPr txBox="1"/>
          <p:nvPr/>
        </p:nvSpPr>
        <p:spPr>
          <a:xfrm>
            <a:off x="7713303" y="4118007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+24V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6EA1A4AC-0EF6-ED4E-847C-9AAAF785D605}"/>
              </a:ext>
            </a:extLst>
          </p:cNvPr>
          <p:cNvCxnSpPr>
            <a:cxnSpLocks/>
          </p:cNvCxnSpPr>
          <p:nvPr/>
        </p:nvCxnSpPr>
        <p:spPr>
          <a:xfrm>
            <a:off x="406295" y="1487994"/>
            <a:ext cx="3304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8F779F55-19FC-ABB8-C606-67194467910D}"/>
              </a:ext>
            </a:extLst>
          </p:cNvPr>
          <p:cNvCxnSpPr>
            <a:cxnSpLocks/>
          </p:cNvCxnSpPr>
          <p:nvPr/>
        </p:nvCxnSpPr>
        <p:spPr>
          <a:xfrm>
            <a:off x="404408" y="1115292"/>
            <a:ext cx="3304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98988534-F047-252E-0EE4-0E4385FD2776}"/>
              </a:ext>
            </a:extLst>
          </p:cNvPr>
          <p:cNvCxnSpPr>
            <a:cxnSpLocks/>
          </p:cNvCxnSpPr>
          <p:nvPr/>
        </p:nvCxnSpPr>
        <p:spPr>
          <a:xfrm>
            <a:off x="404408" y="755368"/>
            <a:ext cx="3304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4" name="그룹 273">
            <a:extLst>
              <a:ext uri="{FF2B5EF4-FFF2-40B4-BE49-F238E27FC236}">
                <a16:creationId xmlns:a16="http://schemas.microsoft.com/office/drawing/2014/main" id="{673DF584-5EC9-0DD5-7547-F8E7AC2AEB74}"/>
              </a:ext>
            </a:extLst>
          </p:cNvPr>
          <p:cNvGrpSpPr/>
          <p:nvPr/>
        </p:nvGrpSpPr>
        <p:grpSpPr>
          <a:xfrm>
            <a:off x="735190" y="491553"/>
            <a:ext cx="600075" cy="366190"/>
            <a:chOff x="735190" y="491553"/>
            <a:chExt cx="600075" cy="366190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A67486B3-A417-9146-99B9-0BD4C863DFC0}"/>
                </a:ext>
              </a:extLst>
            </p:cNvPr>
            <p:cNvSpPr/>
            <p:nvPr/>
          </p:nvSpPr>
          <p:spPr>
            <a:xfrm>
              <a:off x="735190" y="491553"/>
              <a:ext cx="600075" cy="36619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+mn-ea"/>
                </a:rPr>
                <a:t>LT8365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+mn-ea"/>
                </a:rPr>
                <a:t>(DCDC)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+mn-ea"/>
                </a:rPr>
                <a:t>+FET</a:t>
              </a: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EB9B5DBB-7E00-FC89-F8C5-FF056F50EE6B}"/>
                </a:ext>
              </a:extLst>
            </p:cNvPr>
            <p:cNvSpPr txBox="1"/>
            <p:nvPr/>
          </p:nvSpPr>
          <p:spPr>
            <a:xfrm>
              <a:off x="758778" y="718740"/>
              <a:ext cx="13611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EN</a:t>
              </a:r>
              <a:endParaRPr lang="ko-KR" altLang="en-US" sz="600" dirty="0">
                <a:latin typeface="+mn-ea"/>
              </a:endParaRPr>
            </a:p>
          </p:txBody>
        </p:sp>
      </p:grpSp>
      <p:grpSp>
        <p:nvGrpSpPr>
          <p:cNvPr id="277" name="그룹 276">
            <a:extLst>
              <a:ext uri="{FF2B5EF4-FFF2-40B4-BE49-F238E27FC236}">
                <a16:creationId xmlns:a16="http://schemas.microsoft.com/office/drawing/2014/main" id="{47C56711-CC29-AA0D-262F-6B49687FB1AC}"/>
              </a:ext>
            </a:extLst>
          </p:cNvPr>
          <p:cNvGrpSpPr/>
          <p:nvPr/>
        </p:nvGrpSpPr>
        <p:grpSpPr>
          <a:xfrm>
            <a:off x="735672" y="856566"/>
            <a:ext cx="600075" cy="366190"/>
            <a:chOff x="735672" y="856566"/>
            <a:chExt cx="600075" cy="366190"/>
          </a:xfrm>
        </p:grpSpPr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53A92867-B849-B894-114B-FC8B2E69636D}"/>
                </a:ext>
              </a:extLst>
            </p:cNvPr>
            <p:cNvSpPr/>
            <p:nvPr/>
          </p:nvSpPr>
          <p:spPr>
            <a:xfrm>
              <a:off x="735672" y="856566"/>
              <a:ext cx="600075" cy="36619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+mn-ea"/>
                </a:rPr>
                <a:t>LT8365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+mn-ea"/>
                </a:rPr>
                <a:t>(DCDC)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+mn-ea"/>
                </a:rPr>
                <a:t>+FET</a:t>
              </a: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60C4EFEF-1902-F41D-82BD-C83D83C4D9D7}"/>
                </a:ext>
              </a:extLst>
            </p:cNvPr>
            <p:cNvSpPr txBox="1"/>
            <p:nvPr/>
          </p:nvSpPr>
          <p:spPr>
            <a:xfrm>
              <a:off x="757547" y="1068862"/>
              <a:ext cx="13611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EN</a:t>
              </a:r>
              <a:endParaRPr lang="ko-KR" altLang="en-US" sz="600" dirty="0">
                <a:latin typeface="+mn-ea"/>
              </a:endParaRPr>
            </a:p>
          </p:txBody>
        </p:sp>
      </p:grpSp>
      <p:grpSp>
        <p:nvGrpSpPr>
          <p:cNvPr id="1499" name="그룹 1498">
            <a:extLst>
              <a:ext uri="{FF2B5EF4-FFF2-40B4-BE49-F238E27FC236}">
                <a16:creationId xmlns:a16="http://schemas.microsoft.com/office/drawing/2014/main" id="{3E8FC854-446D-424E-FCEC-655F5377D163}"/>
              </a:ext>
            </a:extLst>
          </p:cNvPr>
          <p:cNvGrpSpPr/>
          <p:nvPr/>
        </p:nvGrpSpPr>
        <p:grpSpPr>
          <a:xfrm>
            <a:off x="735254" y="1222620"/>
            <a:ext cx="600075" cy="366190"/>
            <a:chOff x="735254" y="1222620"/>
            <a:chExt cx="600075" cy="366190"/>
          </a:xfrm>
        </p:grpSpPr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6F19D84-9286-32BB-C330-23117F77BB7E}"/>
                </a:ext>
              </a:extLst>
            </p:cNvPr>
            <p:cNvSpPr/>
            <p:nvPr/>
          </p:nvSpPr>
          <p:spPr>
            <a:xfrm>
              <a:off x="735254" y="1222620"/>
              <a:ext cx="600075" cy="36619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+mn-ea"/>
                </a:rPr>
                <a:t>LT8365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+mn-ea"/>
                </a:rPr>
                <a:t>(DCDC)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  <a:latin typeface="+mn-ea"/>
                </a:rPr>
                <a:t>+FET</a:t>
              </a: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47061F1E-6B7E-AED0-4D64-7D1727A7F1A0}"/>
                </a:ext>
              </a:extLst>
            </p:cNvPr>
            <p:cNvSpPr txBox="1"/>
            <p:nvPr/>
          </p:nvSpPr>
          <p:spPr>
            <a:xfrm>
              <a:off x="757547" y="1441061"/>
              <a:ext cx="13611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EN</a:t>
              </a:r>
              <a:endParaRPr lang="ko-KR" altLang="en-US" sz="600" dirty="0">
                <a:latin typeface="+mn-ea"/>
              </a:endParaRPr>
            </a:p>
          </p:txBody>
        </p:sp>
      </p:grpSp>
      <p:cxnSp>
        <p:nvCxnSpPr>
          <p:cNvPr id="1511" name="직선 화살표 연결선 1510">
            <a:extLst>
              <a:ext uri="{FF2B5EF4-FFF2-40B4-BE49-F238E27FC236}">
                <a16:creationId xmlns:a16="http://schemas.microsoft.com/office/drawing/2014/main" id="{583AA894-4710-E51C-A9B7-08D30E15F204}"/>
              </a:ext>
            </a:extLst>
          </p:cNvPr>
          <p:cNvCxnSpPr>
            <a:cxnSpLocks/>
          </p:cNvCxnSpPr>
          <p:nvPr/>
        </p:nvCxnSpPr>
        <p:spPr>
          <a:xfrm>
            <a:off x="4362711" y="609021"/>
            <a:ext cx="14570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2" name="직사각형 1511">
            <a:extLst>
              <a:ext uri="{FF2B5EF4-FFF2-40B4-BE49-F238E27FC236}">
                <a16:creationId xmlns:a16="http://schemas.microsoft.com/office/drawing/2014/main" id="{E2F75AAF-08F3-9D98-2502-4F43B64E3A17}"/>
              </a:ext>
            </a:extLst>
          </p:cNvPr>
          <p:cNvSpPr/>
          <p:nvPr/>
        </p:nvSpPr>
        <p:spPr>
          <a:xfrm>
            <a:off x="4497062" y="499775"/>
            <a:ext cx="485775" cy="2142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600" b="1" dirty="0">
                <a:solidFill>
                  <a:schemeClr val="tx1"/>
                </a:solidFill>
                <a:latin typeface="+mn-ea"/>
              </a:rPr>
              <a:t>MAX6341</a:t>
            </a:r>
          </a:p>
          <a:p>
            <a:pPr algn="ctr"/>
            <a:r>
              <a:rPr lang="en-US" altLang="ko-KR" sz="600" dirty="0">
                <a:solidFill>
                  <a:schemeClr val="tx1"/>
                </a:solidFill>
                <a:latin typeface="+mn-ea"/>
              </a:rPr>
              <a:t>4.096Vref</a:t>
            </a: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A7413103-05A3-FB34-499E-418E227A7A98}"/>
              </a:ext>
            </a:extLst>
          </p:cNvPr>
          <p:cNvSpPr txBox="1"/>
          <p:nvPr/>
        </p:nvSpPr>
        <p:spPr>
          <a:xfrm>
            <a:off x="6260319" y="3224600"/>
            <a:ext cx="44260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(0~+208.9V)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9B0E0892-1B7C-61D8-011F-559509D08552}"/>
              </a:ext>
            </a:extLst>
          </p:cNvPr>
          <p:cNvSpPr txBox="1"/>
          <p:nvPr/>
        </p:nvSpPr>
        <p:spPr>
          <a:xfrm>
            <a:off x="6266423" y="3803691"/>
            <a:ext cx="44260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(-100.35V~</a:t>
            </a:r>
          </a:p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 +104.45V)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3104F520-5AAB-061D-4567-A832921EDB43}"/>
              </a:ext>
            </a:extLst>
          </p:cNvPr>
          <p:cNvSpPr txBox="1"/>
          <p:nvPr/>
        </p:nvSpPr>
        <p:spPr>
          <a:xfrm>
            <a:off x="6256898" y="4384407"/>
            <a:ext cx="44260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(-100.35V~</a:t>
            </a:r>
          </a:p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 +104.45V)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588" name="TextBox 587">
            <a:extLst>
              <a:ext uri="{FF2B5EF4-FFF2-40B4-BE49-F238E27FC236}">
                <a16:creationId xmlns:a16="http://schemas.microsoft.com/office/drawing/2014/main" id="{CABE3591-35C5-97D9-C373-7EFE6E2F6956}"/>
              </a:ext>
            </a:extLst>
          </p:cNvPr>
          <p:cNvSpPr txBox="1"/>
          <p:nvPr/>
        </p:nvSpPr>
        <p:spPr>
          <a:xfrm>
            <a:off x="6254691" y="4967675"/>
            <a:ext cx="44260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(0~+106.5V)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589" name="TextBox 588">
            <a:extLst>
              <a:ext uri="{FF2B5EF4-FFF2-40B4-BE49-F238E27FC236}">
                <a16:creationId xmlns:a16="http://schemas.microsoft.com/office/drawing/2014/main" id="{D5B7DC08-6918-E626-AC98-65F0D77A06DC}"/>
              </a:ext>
            </a:extLst>
          </p:cNvPr>
          <p:cNvSpPr txBox="1"/>
          <p:nvPr/>
        </p:nvSpPr>
        <p:spPr>
          <a:xfrm>
            <a:off x="6251516" y="5542350"/>
            <a:ext cx="44260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(0~+106.5V)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590" name="직선 연결선 589">
            <a:extLst>
              <a:ext uri="{FF2B5EF4-FFF2-40B4-BE49-F238E27FC236}">
                <a16:creationId xmlns:a16="http://schemas.microsoft.com/office/drawing/2014/main" id="{74936AF8-FD98-9E3F-B11F-9A0821101A55}"/>
              </a:ext>
            </a:extLst>
          </p:cNvPr>
          <p:cNvCxnSpPr>
            <a:cxnSpLocks/>
          </p:cNvCxnSpPr>
          <p:nvPr/>
        </p:nvCxnSpPr>
        <p:spPr>
          <a:xfrm>
            <a:off x="3740088" y="3272017"/>
            <a:ext cx="565212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1" name="직선 연결선 590">
            <a:extLst>
              <a:ext uri="{FF2B5EF4-FFF2-40B4-BE49-F238E27FC236}">
                <a16:creationId xmlns:a16="http://schemas.microsoft.com/office/drawing/2014/main" id="{5A624A25-8F0E-3441-02D9-4D4693D5839F}"/>
              </a:ext>
            </a:extLst>
          </p:cNvPr>
          <p:cNvCxnSpPr>
            <a:cxnSpLocks/>
          </p:cNvCxnSpPr>
          <p:nvPr/>
        </p:nvCxnSpPr>
        <p:spPr>
          <a:xfrm>
            <a:off x="4302919" y="4431686"/>
            <a:ext cx="409145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2" name="직선 연결선 591">
            <a:extLst>
              <a:ext uri="{FF2B5EF4-FFF2-40B4-BE49-F238E27FC236}">
                <a16:creationId xmlns:a16="http://schemas.microsoft.com/office/drawing/2014/main" id="{0259B649-02C4-DB7C-7220-F8A5BC082835}"/>
              </a:ext>
            </a:extLst>
          </p:cNvPr>
          <p:cNvCxnSpPr>
            <a:cxnSpLocks/>
          </p:cNvCxnSpPr>
          <p:nvPr/>
        </p:nvCxnSpPr>
        <p:spPr>
          <a:xfrm>
            <a:off x="4302488" y="3274219"/>
            <a:ext cx="0" cy="1159669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04235C03-B572-80A9-2B79-B9D56AAF9BF1}"/>
              </a:ext>
            </a:extLst>
          </p:cNvPr>
          <p:cNvCxnSpPr>
            <a:cxnSpLocks/>
          </p:cNvCxnSpPr>
          <p:nvPr/>
        </p:nvCxnSpPr>
        <p:spPr>
          <a:xfrm>
            <a:off x="2301240" y="4820900"/>
            <a:ext cx="584835" cy="0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210F68DD-102C-F331-72F9-301C9CDD9798}"/>
              </a:ext>
            </a:extLst>
          </p:cNvPr>
          <p:cNvCxnSpPr>
            <a:cxnSpLocks/>
          </p:cNvCxnSpPr>
          <p:nvPr/>
        </p:nvCxnSpPr>
        <p:spPr>
          <a:xfrm flipV="1">
            <a:off x="4114923" y="3927382"/>
            <a:ext cx="0" cy="816068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연결선 303">
            <a:extLst>
              <a:ext uri="{FF2B5EF4-FFF2-40B4-BE49-F238E27FC236}">
                <a16:creationId xmlns:a16="http://schemas.microsoft.com/office/drawing/2014/main" id="{86BD206B-7A03-BC0F-0207-879101FF4939}"/>
              </a:ext>
            </a:extLst>
          </p:cNvPr>
          <p:cNvCxnSpPr>
            <a:cxnSpLocks/>
          </p:cNvCxnSpPr>
          <p:nvPr/>
        </p:nvCxnSpPr>
        <p:spPr>
          <a:xfrm>
            <a:off x="2301240" y="3490575"/>
            <a:ext cx="583393" cy="0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직선 화살표 연결선 313">
            <a:extLst>
              <a:ext uri="{FF2B5EF4-FFF2-40B4-BE49-F238E27FC236}">
                <a16:creationId xmlns:a16="http://schemas.microsoft.com/office/drawing/2014/main" id="{57386A9C-502E-693D-13D8-4897F4C6B31A}"/>
              </a:ext>
            </a:extLst>
          </p:cNvPr>
          <p:cNvCxnSpPr>
            <a:cxnSpLocks/>
          </p:cNvCxnSpPr>
          <p:nvPr/>
        </p:nvCxnSpPr>
        <p:spPr>
          <a:xfrm>
            <a:off x="2856868" y="3816311"/>
            <a:ext cx="11760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F4DC2A53-F3B3-FA4F-C697-7535C11B195B}"/>
              </a:ext>
            </a:extLst>
          </p:cNvPr>
          <p:cNvSpPr txBox="1"/>
          <p:nvPr/>
        </p:nvSpPr>
        <p:spPr>
          <a:xfrm>
            <a:off x="2346963" y="3757921"/>
            <a:ext cx="49301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DAC1_SPI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580" name="직선 화살표 연결선 579">
            <a:extLst>
              <a:ext uri="{FF2B5EF4-FFF2-40B4-BE49-F238E27FC236}">
                <a16:creationId xmlns:a16="http://schemas.microsoft.com/office/drawing/2014/main" id="{D8650382-6D68-BD28-87CA-04B73E348D5D}"/>
              </a:ext>
            </a:extLst>
          </p:cNvPr>
          <p:cNvCxnSpPr>
            <a:cxnSpLocks/>
          </p:cNvCxnSpPr>
          <p:nvPr/>
        </p:nvCxnSpPr>
        <p:spPr>
          <a:xfrm>
            <a:off x="10364459" y="4592677"/>
            <a:ext cx="17971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직선 연결선 583">
            <a:extLst>
              <a:ext uri="{FF2B5EF4-FFF2-40B4-BE49-F238E27FC236}">
                <a16:creationId xmlns:a16="http://schemas.microsoft.com/office/drawing/2014/main" id="{2BE78EC9-7A62-A103-E0C3-DF3E4E31F25F}"/>
              </a:ext>
            </a:extLst>
          </p:cNvPr>
          <p:cNvCxnSpPr>
            <a:cxnSpLocks/>
          </p:cNvCxnSpPr>
          <p:nvPr/>
        </p:nvCxnSpPr>
        <p:spPr>
          <a:xfrm flipV="1">
            <a:off x="10358759" y="4424617"/>
            <a:ext cx="0" cy="1727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6" name="타원 585">
            <a:extLst>
              <a:ext uri="{FF2B5EF4-FFF2-40B4-BE49-F238E27FC236}">
                <a16:creationId xmlns:a16="http://schemas.microsoft.com/office/drawing/2014/main" id="{B2785270-DBF2-019C-F2C5-B6BA2B50BC88}"/>
              </a:ext>
            </a:extLst>
          </p:cNvPr>
          <p:cNvSpPr/>
          <p:nvPr/>
        </p:nvSpPr>
        <p:spPr>
          <a:xfrm>
            <a:off x="10339339" y="439719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593" name="직선 화살표 연결선 592">
            <a:extLst>
              <a:ext uri="{FF2B5EF4-FFF2-40B4-BE49-F238E27FC236}">
                <a16:creationId xmlns:a16="http://schemas.microsoft.com/office/drawing/2014/main" id="{DE9E3464-E5C1-C841-84C1-15801D5133BE}"/>
              </a:ext>
            </a:extLst>
          </p:cNvPr>
          <p:cNvCxnSpPr>
            <a:cxnSpLocks/>
          </p:cNvCxnSpPr>
          <p:nvPr/>
        </p:nvCxnSpPr>
        <p:spPr>
          <a:xfrm>
            <a:off x="11037205" y="4547814"/>
            <a:ext cx="60234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5" name="TextBox 594">
            <a:extLst>
              <a:ext uri="{FF2B5EF4-FFF2-40B4-BE49-F238E27FC236}">
                <a16:creationId xmlns:a16="http://schemas.microsoft.com/office/drawing/2014/main" id="{66A66CAC-9130-4B86-35E2-90FB799A0FBC}"/>
              </a:ext>
            </a:extLst>
          </p:cNvPr>
          <p:cNvSpPr txBox="1"/>
          <p:nvPr/>
        </p:nvSpPr>
        <p:spPr>
          <a:xfrm flipH="1">
            <a:off x="10612988" y="6030877"/>
            <a:ext cx="34455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latin typeface="+mn-ea"/>
              </a:rPr>
              <a:t>VB_P1.4V</a:t>
            </a:r>
            <a:endParaRPr lang="ko-KR" altLang="en-US" sz="600" dirty="0">
              <a:latin typeface="+mn-ea"/>
            </a:endParaRPr>
          </a:p>
        </p:txBody>
      </p:sp>
      <p:grpSp>
        <p:nvGrpSpPr>
          <p:cNvPr id="597" name="그룹 596">
            <a:extLst>
              <a:ext uri="{FF2B5EF4-FFF2-40B4-BE49-F238E27FC236}">
                <a16:creationId xmlns:a16="http://schemas.microsoft.com/office/drawing/2014/main" id="{E3735C47-9743-3BE3-2D7A-64992A07B648}"/>
              </a:ext>
            </a:extLst>
          </p:cNvPr>
          <p:cNvGrpSpPr/>
          <p:nvPr/>
        </p:nvGrpSpPr>
        <p:grpSpPr>
          <a:xfrm>
            <a:off x="10493192" y="6141466"/>
            <a:ext cx="534650" cy="408345"/>
            <a:chOff x="6224588" y="434745"/>
            <a:chExt cx="534650" cy="408345"/>
          </a:xfrm>
        </p:grpSpPr>
        <p:sp>
          <p:nvSpPr>
            <p:cNvPr id="599" name="TextBox 598">
              <a:extLst>
                <a:ext uri="{FF2B5EF4-FFF2-40B4-BE49-F238E27FC236}">
                  <a16:creationId xmlns:a16="http://schemas.microsoft.com/office/drawing/2014/main" id="{CF8014B6-81D7-08F6-03B1-CB24A08D35FC}"/>
                </a:ext>
              </a:extLst>
            </p:cNvPr>
            <p:cNvSpPr txBox="1"/>
            <p:nvPr/>
          </p:nvSpPr>
          <p:spPr>
            <a:xfrm>
              <a:off x="6464639" y="455217"/>
              <a:ext cx="29459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b="1" dirty="0">
                  <a:latin typeface="+mn-ea"/>
                </a:rPr>
                <a:t>AD8236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601" name="이등변 삼각형 600">
              <a:extLst>
                <a:ext uri="{FF2B5EF4-FFF2-40B4-BE49-F238E27FC236}">
                  <a16:creationId xmlns:a16="http://schemas.microsoft.com/office/drawing/2014/main" id="{3131AA19-6CED-0067-8D7B-88E9FC8A43F7}"/>
                </a:ext>
              </a:extLst>
            </p:cNvPr>
            <p:cNvSpPr/>
            <p:nvPr/>
          </p:nvSpPr>
          <p:spPr>
            <a:xfrm rot="5400000">
              <a:off x="6298144" y="483042"/>
              <a:ext cx="386718" cy="333378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603" name="TextBox 602">
              <a:extLst>
                <a:ext uri="{FF2B5EF4-FFF2-40B4-BE49-F238E27FC236}">
                  <a16:creationId xmlns:a16="http://schemas.microsoft.com/office/drawing/2014/main" id="{5958FB73-C012-9BEE-07B7-5B5FE71AB262}"/>
                </a:ext>
              </a:extLst>
            </p:cNvPr>
            <p:cNvSpPr txBox="1"/>
            <p:nvPr/>
          </p:nvSpPr>
          <p:spPr>
            <a:xfrm>
              <a:off x="6342464" y="714814"/>
              <a:ext cx="7722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-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604" name="직선 연결선 603">
              <a:extLst>
                <a:ext uri="{FF2B5EF4-FFF2-40B4-BE49-F238E27FC236}">
                  <a16:creationId xmlns:a16="http://schemas.microsoft.com/office/drawing/2014/main" id="{7E62448F-F255-3E1A-FD55-78AE529E0EAE}"/>
                </a:ext>
              </a:extLst>
            </p:cNvPr>
            <p:cNvCxnSpPr>
              <a:cxnSpLocks/>
            </p:cNvCxnSpPr>
            <p:nvPr/>
          </p:nvCxnSpPr>
          <p:spPr>
            <a:xfrm>
              <a:off x="6451730" y="434745"/>
              <a:ext cx="0" cy="993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직선 연결선 604">
              <a:extLst>
                <a:ext uri="{FF2B5EF4-FFF2-40B4-BE49-F238E27FC236}">
                  <a16:creationId xmlns:a16="http://schemas.microsoft.com/office/drawing/2014/main" id="{692A5EA9-C4BB-1A93-015E-6BF7B3B2EAD8}"/>
                </a:ext>
              </a:extLst>
            </p:cNvPr>
            <p:cNvCxnSpPr>
              <a:cxnSpLocks/>
            </p:cNvCxnSpPr>
            <p:nvPr/>
          </p:nvCxnSpPr>
          <p:spPr>
            <a:xfrm>
              <a:off x="6454111" y="770711"/>
              <a:ext cx="0" cy="620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직선 연결선 605">
              <a:extLst>
                <a:ext uri="{FF2B5EF4-FFF2-40B4-BE49-F238E27FC236}">
                  <a16:creationId xmlns:a16="http://schemas.microsoft.com/office/drawing/2014/main" id="{5B11C53E-F89F-EC93-59E6-3E50CE3BB730}"/>
                </a:ext>
              </a:extLst>
            </p:cNvPr>
            <p:cNvCxnSpPr>
              <a:cxnSpLocks/>
            </p:cNvCxnSpPr>
            <p:nvPr/>
          </p:nvCxnSpPr>
          <p:spPr>
            <a:xfrm>
              <a:off x="6657334" y="650300"/>
              <a:ext cx="9827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직선 연결선 606">
              <a:extLst>
                <a:ext uri="{FF2B5EF4-FFF2-40B4-BE49-F238E27FC236}">
                  <a16:creationId xmlns:a16="http://schemas.microsoft.com/office/drawing/2014/main" id="{760B3F7B-4CC8-EACD-0BBE-7A8CACF77E19}"/>
                </a:ext>
              </a:extLst>
            </p:cNvPr>
            <p:cNvCxnSpPr>
              <a:cxnSpLocks/>
            </p:cNvCxnSpPr>
            <p:nvPr/>
          </p:nvCxnSpPr>
          <p:spPr>
            <a:xfrm>
              <a:off x="6224588" y="531856"/>
              <a:ext cx="10049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직선 연결선 607">
              <a:extLst>
                <a:ext uri="{FF2B5EF4-FFF2-40B4-BE49-F238E27FC236}">
                  <a16:creationId xmlns:a16="http://schemas.microsoft.com/office/drawing/2014/main" id="{BF0B3274-540F-0430-D023-308CDFC7A82B}"/>
                </a:ext>
              </a:extLst>
            </p:cNvPr>
            <p:cNvCxnSpPr>
              <a:cxnSpLocks/>
            </p:cNvCxnSpPr>
            <p:nvPr/>
          </p:nvCxnSpPr>
          <p:spPr>
            <a:xfrm>
              <a:off x="6241256" y="778754"/>
              <a:ext cx="8462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9" name="TextBox 608">
              <a:extLst>
                <a:ext uri="{FF2B5EF4-FFF2-40B4-BE49-F238E27FC236}">
                  <a16:creationId xmlns:a16="http://schemas.microsoft.com/office/drawing/2014/main" id="{B930A6F1-6716-60D9-EEF1-2DDC30A146C1}"/>
                </a:ext>
              </a:extLst>
            </p:cNvPr>
            <p:cNvSpPr txBox="1"/>
            <p:nvPr/>
          </p:nvSpPr>
          <p:spPr>
            <a:xfrm>
              <a:off x="6344909" y="483305"/>
              <a:ext cx="7958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+</a:t>
              </a:r>
              <a:endParaRPr lang="ko-KR" altLang="en-US" sz="600" dirty="0">
                <a:latin typeface="+mn-ea"/>
              </a:endParaRPr>
            </a:p>
          </p:txBody>
        </p:sp>
        <p:cxnSp>
          <p:nvCxnSpPr>
            <p:cNvPr id="610" name="직선 연결선 609">
              <a:extLst>
                <a:ext uri="{FF2B5EF4-FFF2-40B4-BE49-F238E27FC236}">
                  <a16:creationId xmlns:a16="http://schemas.microsoft.com/office/drawing/2014/main" id="{B3124ECC-5438-A913-D559-8CFF9435E52E}"/>
                </a:ext>
              </a:extLst>
            </p:cNvPr>
            <p:cNvCxnSpPr>
              <a:cxnSpLocks/>
            </p:cNvCxnSpPr>
            <p:nvPr/>
          </p:nvCxnSpPr>
          <p:spPr>
            <a:xfrm>
              <a:off x="6532691" y="723898"/>
              <a:ext cx="0" cy="10059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1" name="TextBox 610">
              <a:extLst>
                <a:ext uri="{FF2B5EF4-FFF2-40B4-BE49-F238E27FC236}">
                  <a16:creationId xmlns:a16="http://schemas.microsoft.com/office/drawing/2014/main" id="{63975964-3E4D-625E-C34A-67C334599059}"/>
                </a:ext>
              </a:extLst>
            </p:cNvPr>
            <p:cNvSpPr txBox="1"/>
            <p:nvPr/>
          </p:nvSpPr>
          <p:spPr>
            <a:xfrm rot="19859173">
              <a:off x="6455367" y="641201"/>
              <a:ext cx="13045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REF</a:t>
              </a:r>
              <a:endParaRPr lang="ko-KR" altLang="en-US" sz="600" dirty="0">
                <a:latin typeface="+mn-ea"/>
              </a:endParaRPr>
            </a:p>
          </p:txBody>
        </p:sp>
      </p:grpSp>
      <p:cxnSp>
        <p:nvCxnSpPr>
          <p:cNvPr id="618" name="직선 연결선 617">
            <a:extLst>
              <a:ext uri="{FF2B5EF4-FFF2-40B4-BE49-F238E27FC236}">
                <a16:creationId xmlns:a16="http://schemas.microsoft.com/office/drawing/2014/main" id="{A132C384-07BF-884E-493D-0ED62E7C5A7A}"/>
              </a:ext>
            </a:extLst>
          </p:cNvPr>
          <p:cNvCxnSpPr>
            <a:cxnSpLocks/>
          </p:cNvCxnSpPr>
          <p:nvPr/>
        </p:nvCxnSpPr>
        <p:spPr>
          <a:xfrm flipH="1">
            <a:off x="8260556" y="6239921"/>
            <a:ext cx="22476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2" name="직선 연결선 631">
            <a:extLst>
              <a:ext uri="{FF2B5EF4-FFF2-40B4-BE49-F238E27FC236}">
                <a16:creationId xmlns:a16="http://schemas.microsoft.com/office/drawing/2014/main" id="{583ACC12-431B-375D-D04F-10BF854DD432}"/>
              </a:ext>
            </a:extLst>
          </p:cNvPr>
          <p:cNvCxnSpPr>
            <a:cxnSpLocks/>
          </p:cNvCxnSpPr>
          <p:nvPr/>
        </p:nvCxnSpPr>
        <p:spPr>
          <a:xfrm flipH="1" flipV="1">
            <a:off x="10719693" y="6474373"/>
            <a:ext cx="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4" name="타원 633">
            <a:extLst>
              <a:ext uri="{FF2B5EF4-FFF2-40B4-BE49-F238E27FC236}">
                <a16:creationId xmlns:a16="http://schemas.microsoft.com/office/drawing/2014/main" id="{70F2C930-BFAD-BB32-0AF7-057F77EEE0F1}"/>
              </a:ext>
            </a:extLst>
          </p:cNvPr>
          <p:cNvSpPr/>
          <p:nvPr/>
        </p:nvSpPr>
        <p:spPr>
          <a:xfrm>
            <a:off x="10219421" y="621569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635" name="타원 634">
            <a:extLst>
              <a:ext uri="{FF2B5EF4-FFF2-40B4-BE49-F238E27FC236}">
                <a16:creationId xmlns:a16="http://schemas.microsoft.com/office/drawing/2014/main" id="{5AF0F915-2F59-88C2-42FB-9D7464061AEE}"/>
              </a:ext>
            </a:extLst>
          </p:cNvPr>
          <p:cNvSpPr/>
          <p:nvPr/>
        </p:nvSpPr>
        <p:spPr>
          <a:xfrm>
            <a:off x="10217039" y="646503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639" name="직선 화살표 연결선 638">
            <a:extLst>
              <a:ext uri="{FF2B5EF4-FFF2-40B4-BE49-F238E27FC236}">
                <a16:creationId xmlns:a16="http://schemas.microsoft.com/office/drawing/2014/main" id="{599BC161-804B-25C2-F8E2-35798E84898B}"/>
              </a:ext>
            </a:extLst>
          </p:cNvPr>
          <p:cNvCxnSpPr>
            <a:cxnSpLocks/>
          </p:cNvCxnSpPr>
          <p:nvPr/>
        </p:nvCxnSpPr>
        <p:spPr>
          <a:xfrm>
            <a:off x="11023420" y="6355319"/>
            <a:ext cx="49230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0" name="TextBox 639">
            <a:extLst>
              <a:ext uri="{FF2B5EF4-FFF2-40B4-BE49-F238E27FC236}">
                <a16:creationId xmlns:a16="http://schemas.microsoft.com/office/drawing/2014/main" id="{0B91A8A0-B959-C197-3DD7-F192DD32EB3A}"/>
              </a:ext>
            </a:extLst>
          </p:cNvPr>
          <p:cNvSpPr txBox="1"/>
          <p:nvPr/>
        </p:nvSpPr>
        <p:spPr>
          <a:xfrm flipH="1">
            <a:off x="10181974" y="5635431"/>
            <a:ext cx="135279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solidFill>
                  <a:srgbClr val="FF0000"/>
                </a:solidFill>
                <a:latin typeface="+mn-ea"/>
              </a:rPr>
              <a:t>what’s the purpose of this block ?</a:t>
            </a:r>
          </a:p>
          <a:p>
            <a:r>
              <a:rPr lang="en-US" altLang="ko-KR" sz="600" b="1" dirty="0">
                <a:solidFill>
                  <a:srgbClr val="FF0000"/>
                </a:solidFill>
                <a:latin typeface="+mn-ea"/>
              </a:rPr>
              <a:t>same measurement with MCP3424</a:t>
            </a:r>
            <a:endParaRPr lang="ko-KR" altLang="en-US" sz="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41" name="TextBox 640">
            <a:extLst>
              <a:ext uri="{FF2B5EF4-FFF2-40B4-BE49-F238E27FC236}">
                <a16:creationId xmlns:a16="http://schemas.microsoft.com/office/drawing/2014/main" id="{90B3281D-7992-6D97-A46A-C6D720A6A667}"/>
              </a:ext>
            </a:extLst>
          </p:cNvPr>
          <p:cNvSpPr txBox="1"/>
          <p:nvPr/>
        </p:nvSpPr>
        <p:spPr>
          <a:xfrm flipH="1">
            <a:off x="10423040" y="6308882"/>
            <a:ext cx="16937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latin typeface="+mn-ea"/>
              </a:rPr>
              <a:t>G=5</a:t>
            </a:r>
            <a:endParaRPr lang="ko-KR" altLang="en-US" sz="600" b="1" dirty="0">
              <a:latin typeface="+mn-ea"/>
            </a:endParaRPr>
          </a:p>
        </p:txBody>
      </p:sp>
      <p:sp>
        <p:nvSpPr>
          <p:cNvPr id="645" name="TextBox 644">
            <a:extLst>
              <a:ext uri="{FF2B5EF4-FFF2-40B4-BE49-F238E27FC236}">
                <a16:creationId xmlns:a16="http://schemas.microsoft.com/office/drawing/2014/main" id="{16703E8F-AB88-AC31-9E76-E4C2165B23C0}"/>
              </a:ext>
            </a:extLst>
          </p:cNvPr>
          <p:cNvSpPr txBox="1"/>
          <p:nvPr/>
        </p:nvSpPr>
        <p:spPr>
          <a:xfrm flipH="1">
            <a:off x="10529974" y="6628682"/>
            <a:ext cx="40853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latin typeface="+mn-ea"/>
              </a:rPr>
              <a:t>VB_N3.6V</a:t>
            </a:r>
            <a:endParaRPr lang="ko-KR" altLang="en-US" sz="600" dirty="0">
              <a:latin typeface="+mn-ea"/>
            </a:endParaRPr>
          </a:p>
        </p:txBody>
      </p:sp>
      <p:cxnSp>
        <p:nvCxnSpPr>
          <p:cNvPr id="647" name="직선 연결선 646">
            <a:extLst>
              <a:ext uri="{FF2B5EF4-FFF2-40B4-BE49-F238E27FC236}">
                <a16:creationId xmlns:a16="http://schemas.microsoft.com/office/drawing/2014/main" id="{7D39833C-47C9-EB5B-C9BC-49A972CCC548}"/>
              </a:ext>
            </a:extLst>
          </p:cNvPr>
          <p:cNvCxnSpPr>
            <a:cxnSpLocks/>
          </p:cNvCxnSpPr>
          <p:nvPr/>
        </p:nvCxnSpPr>
        <p:spPr>
          <a:xfrm flipH="1">
            <a:off x="10247138" y="6485982"/>
            <a:ext cx="299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8" name="TextBox 637">
            <a:extLst>
              <a:ext uri="{FF2B5EF4-FFF2-40B4-BE49-F238E27FC236}">
                <a16:creationId xmlns:a16="http://schemas.microsoft.com/office/drawing/2014/main" id="{14EB1518-5305-EC56-73B1-0B015D3D416E}"/>
              </a:ext>
            </a:extLst>
          </p:cNvPr>
          <p:cNvSpPr txBox="1"/>
          <p:nvPr/>
        </p:nvSpPr>
        <p:spPr>
          <a:xfrm flipH="1">
            <a:off x="10816955" y="6466450"/>
            <a:ext cx="33205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latin typeface="+mn-ea"/>
              </a:rPr>
              <a:t>VB_GND</a:t>
            </a:r>
            <a:endParaRPr lang="ko-KR" altLang="en-US" sz="600" b="1" dirty="0">
              <a:latin typeface="+mn-ea"/>
            </a:endParaRPr>
          </a:p>
        </p:txBody>
      </p:sp>
      <p:grpSp>
        <p:nvGrpSpPr>
          <p:cNvPr id="662" name="그룹 661">
            <a:extLst>
              <a:ext uri="{FF2B5EF4-FFF2-40B4-BE49-F238E27FC236}">
                <a16:creationId xmlns:a16="http://schemas.microsoft.com/office/drawing/2014/main" id="{978EAD75-5392-5B25-4BB1-B3E36837E63B}"/>
              </a:ext>
            </a:extLst>
          </p:cNvPr>
          <p:cNvGrpSpPr/>
          <p:nvPr/>
        </p:nvGrpSpPr>
        <p:grpSpPr>
          <a:xfrm flipH="1">
            <a:off x="10052886" y="6587940"/>
            <a:ext cx="311573" cy="157461"/>
            <a:chOff x="10793315" y="6640966"/>
            <a:chExt cx="311573" cy="157461"/>
          </a:xfrm>
        </p:grpSpPr>
        <p:sp>
          <p:nvSpPr>
            <p:cNvPr id="663" name="TextBox 662">
              <a:extLst>
                <a:ext uri="{FF2B5EF4-FFF2-40B4-BE49-F238E27FC236}">
                  <a16:creationId xmlns:a16="http://schemas.microsoft.com/office/drawing/2014/main" id="{71AD0AB5-CB2B-252C-7CB3-EF346179F018}"/>
                </a:ext>
              </a:extLst>
            </p:cNvPr>
            <p:cNvSpPr txBox="1"/>
            <p:nvPr/>
          </p:nvSpPr>
          <p:spPr>
            <a:xfrm>
              <a:off x="10793315" y="6706094"/>
              <a:ext cx="31157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>
                  <a:latin typeface="+mn-ea"/>
                </a:rPr>
                <a:t>VB_GND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664" name="이등변 삼각형 663">
              <a:extLst>
                <a:ext uri="{FF2B5EF4-FFF2-40B4-BE49-F238E27FC236}">
                  <a16:creationId xmlns:a16="http://schemas.microsoft.com/office/drawing/2014/main" id="{A0BCED43-FFB6-38D9-F611-2FA31B1B7C35}"/>
                </a:ext>
              </a:extLst>
            </p:cNvPr>
            <p:cNvSpPr/>
            <p:nvPr/>
          </p:nvSpPr>
          <p:spPr>
            <a:xfrm rot="10800000">
              <a:off x="10877550" y="6640966"/>
              <a:ext cx="71429" cy="61577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665" name="직선 연결선 664">
            <a:extLst>
              <a:ext uri="{FF2B5EF4-FFF2-40B4-BE49-F238E27FC236}">
                <a16:creationId xmlns:a16="http://schemas.microsoft.com/office/drawing/2014/main" id="{735FDCF0-0A1C-8D34-7866-3AEBC46BE1FC}"/>
              </a:ext>
            </a:extLst>
          </p:cNvPr>
          <p:cNvCxnSpPr>
            <a:cxnSpLocks/>
          </p:cNvCxnSpPr>
          <p:nvPr/>
        </p:nvCxnSpPr>
        <p:spPr>
          <a:xfrm flipV="1">
            <a:off x="10243560" y="6234149"/>
            <a:ext cx="0" cy="3547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2" name="직사각형 611">
            <a:extLst>
              <a:ext uri="{FF2B5EF4-FFF2-40B4-BE49-F238E27FC236}">
                <a16:creationId xmlns:a16="http://schemas.microsoft.com/office/drawing/2014/main" id="{EE8B5674-5AF0-1200-1D05-E209C17473A0}"/>
              </a:ext>
            </a:extLst>
          </p:cNvPr>
          <p:cNvSpPr/>
          <p:nvPr/>
        </p:nvSpPr>
        <p:spPr>
          <a:xfrm rot="16200000" flipH="1">
            <a:off x="10186393" y="6332031"/>
            <a:ext cx="118300" cy="74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  <a:latin typeface="+mn-ea"/>
              </a:rPr>
              <a:t>50</a:t>
            </a:r>
            <a:endParaRPr lang="ko-KR" altLang="en-US" sz="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70" name="TextBox 669">
            <a:extLst>
              <a:ext uri="{FF2B5EF4-FFF2-40B4-BE49-F238E27FC236}">
                <a16:creationId xmlns:a16="http://schemas.microsoft.com/office/drawing/2014/main" id="{A0239B1A-86AC-8F76-D77C-440D00D2444D}"/>
              </a:ext>
            </a:extLst>
          </p:cNvPr>
          <p:cNvSpPr txBox="1"/>
          <p:nvPr/>
        </p:nvSpPr>
        <p:spPr>
          <a:xfrm flipH="1">
            <a:off x="7724701" y="6189933"/>
            <a:ext cx="51442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b="1" dirty="0">
                <a:latin typeface="+mn-ea"/>
              </a:rPr>
              <a:t>IONBOX</a:t>
            </a:r>
          </a:p>
          <a:p>
            <a:pPr algn="r"/>
            <a:r>
              <a:rPr lang="en-US" altLang="ko-KR" sz="600" b="1" dirty="0">
                <a:latin typeface="+mn-ea"/>
              </a:rPr>
              <a:t>J33 (side 51)</a:t>
            </a:r>
            <a:endParaRPr lang="ko-KR" altLang="en-US" sz="600" b="1" dirty="0">
              <a:latin typeface="+mn-ea"/>
            </a:endParaRPr>
          </a:p>
        </p:txBody>
      </p:sp>
      <p:cxnSp>
        <p:nvCxnSpPr>
          <p:cNvPr id="792" name="직선 연결선 791">
            <a:extLst>
              <a:ext uri="{FF2B5EF4-FFF2-40B4-BE49-F238E27FC236}">
                <a16:creationId xmlns:a16="http://schemas.microsoft.com/office/drawing/2014/main" id="{80A34A96-936E-B5C5-D0FD-B495DCECCE9E}"/>
              </a:ext>
            </a:extLst>
          </p:cNvPr>
          <p:cNvCxnSpPr>
            <a:cxnSpLocks/>
          </p:cNvCxnSpPr>
          <p:nvPr/>
        </p:nvCxnSpPr>
        <p:spPr>
          <a:xfrm>
            <a:off x="10341447" y="5408551"/>
            <a:ext cx="817090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3" name="직선 화살표 연결선 852">
            <a:extLst>
              <a:ext uri="{FF2B5EF4-FFF2-40B4-BE49-F238E27FC236}">
                <a16:creationId xmlns:a16="http://schemas.microsoft.com/office/drawing/2014/main" id="{F218C74F-2B69-B5A5-99E5-C55A9E5D958A}"/>
              </a:ext>
            </a:extLst>
          </p:cNvPr>
          <p:cNvCxnSpPr>
            <a:cxnSpLocks/>
          </p:cNvCxnSpPr>
          <p:nvPr/>
        </p:nvCxnSpPr>
        <p:spPr>
          <a:xfrm flipH="1">
            <a:off x="11149012" y="5550451"/>
            <a:ext cx="28575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직선 연결선 861">
            <a:extLst>
              <a:ext uri="{FF2B5EF4-FFF2-40B4-BE49-F238E27FC236}">
                <a16:creationId xmlns:a16="http://schemas.microsoft.com/office/drawing/2014/main" id="{1964B9BB-A4CF-F05C-B743-B72DF2DCD5FB}"/>
              </a:ext>
            </a:extLst>
          </p:cNvPr>
          <p:cNvCxnSpPr>
            <a:cxnSpLocks/>
          </p:cNvCxnSpPr>
          <p:nvPr/>
        </p:nvCxnSpPr>
        <p:spPr>
          <a:xfrm>
            <a:off x="10338272" y="5550634"/>
            <a:ext cx="813122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3" name="타원 872">
            <a:extLst>
              <a:ext uri="{FF2B5EF4-FFF2-40B4-BE49-F238E27FC236}">
                <a16:creationId xmlns:a16="http://schemas.microsoft.com/office/drawing/2014/main" id="{32184B4F-21A4-AD93-CC26-F02A635911DD}"/>
              </a:ext>
            </a:extLst>
          </p:cNvPr>
          <p:cNvSpPr/>
          <p:nvPr/>
        </p:nvSpPr>
        <p:spPr>
          <a:xfrm>
            <a:off x="9436480" y="534758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874" name="직선 연결선 873">
            <a:extLst>
              <a:ext uri="{FF2B5EF4-FFF2-40B4-BE49-F238E27FC236}">
                <a16:creationId xmlns:a16="http://schemas.microsoft.com/office/drawing/2014/main" id="{6EDF9702-CDE7-8014-2FD6-189099079079}"/>
              </a:ext>
            </a:extLst>
          </p:cNvPr>
          <p:cNvCxnSpPr>
            <a:cxnSpLocks/>
          </p:cNvCxnSpPr>
          <p:nvPr/>
        </p:nvCxnSpPr>
        <p:spPr>
          <a:xfrm flipV="1">
            <a:off x="9527524" y="5473056"/>
            <a:ext cx="0" cy="5594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5" name="직선 화살표 연결선 874">
            <a:extLst>
              <a:ext uri="{FF2B5EF4-FFF2-40B4-BE49-F238E27FC236}">
                <a16:creationId xmlns:a16="http://schemas.microsoft.com/office/drawing/2014/main" id="{5FC395A4-9FBA-FDFA-07A9-6ECD9B149CCB}"/>
              </a:ext>
            </a:extLst>
          </p:cNvPr>
          <p:cNvCxnSpPr>
            <a:cxnSpLocks/>
          </p:cNvCxnSpPr>
          <p:nvPr/>
        </p:nvCxnSpPr>
        <p:spPr>
          <a:xfrm>
            <a:off x="8913016" y="5820376"/>
            <a:ext cx="54769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2" name="직선 화살표 연결선 891">
            <a:extLst>
              <a:ext uri="{FF2B5EF4-FFF2-40B4-BE49-F238E27FC236}">
                <a16:creationId xmlns:a16="http://schemas.microsoft.com/office/drawing/2014/main" id="{008EB4AD-61D1-D7B7-F8AC-B5C70D70B2FE}"/>
              </a:ext>
            </a:extLst>
          </p:cNvPr>
          <p:cNvCxnSpPr>
            <a:cxnSpLocks/>
          </p:cNvCxnSpPr>
          <p:nvPr/>
        </p:nvCxnSpPr>
        <p:spPr>
          <a:xfrm flipH="1">
            <a:off x="8913061" y="6033916"/>
            <a:ext cx="614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2" name="직선 연결선 901">
            <a:extLst>
              <a:ext uri="{FF2B5EF4-FFF2-40B4-BE49-F238E27FC236}">
                <a16:creationId xmlns:a16="http://schemas.microsoft.com/office/drawing/2014/main" id="{37F0216D-1092-057C-72F8-8F7F19C1FC45}"/>
              </a:ext>
            </a:extLst>
          </p:cNvPr>
          <p:cNvCxnSpPr>
            <a:cxnSpLocks/>
          </p:cNvCxnSpPr>
          <p:nvPr/>
        </p:nvCxnSpPr>
        <p:spPr>
          <a:xfrm flipV="1">
            <a:off x="8322740" y="4793765"/>
            <a:ext cx="0" cy="10244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4" name="직선 화살표 연결선 903">
            <a:extLst>
              <a:ext uri="{FF2B5EF4-FFF2-40B4-BE49-F238E27FC236}">
                <a16:creationId xmlns:a16="http://schemas.microsoft.com/office/drawing/2014/main" id="{6B9FB9A0-3C4C-4C44-3BB6-B16317D06A04}"/>
              </a:ext>
            </a:extLst>
          </p:cNvPr>
          <p:cNvCxnSpPr>
            <a:cxnSpLocks/>
          </p:cNvCxnSpPr>
          <p:nvPr/>
        </p:nvCxnSpPr>
        <p:spPr>
          <a:xfrm>
            <a:off x="8322740" y="5362935"/>
            <a:ext cx="83612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5" name="직선 화살표 연결선 914">
            <a:extLst>
              <a:ext uri="{FF2B5EF4-FFF2-40B4-BE49-F238E27FC236}">
                <a16:creationId xmlns:a16="http://schemas.microsoft.com/office/drawing/2014/main" id="{FC1258C3-134F-4CDD-2114-1EF8817ACCAD}"/>
              </a:ext>
            </a:extLst>
          </p:cNvPr>
          <p:cNvCxnSpPr>
            <a:cxnSpLocks/>
          </p:cNvCxnSpPr>
          <p:nvPr/>
        </p:nvCxnSpPr>
        <p:spPr>
          <a:xfrm>
            <a:off x="8322740" y="5820125"/>
            <a:ext cx="83612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8" name="타원 917">
            <a:extLst>
              <a:ext uri="{FF2B5EF4-FFF2-40B4-BE49-F238E27FC236}">
                <a16:creationId xmlns:a16="http://schemas.microsoft.com/office/drawing/2014/main" id="{D3D5B223-3CCC-EF58-CF1D-FCCFE69C7C27}"/>
              </a:ext>
            </a:extLst>
          </p:cNvPr>
          <p:cNvSpPr/>
          <p:nvPr/>
        </p:nvSpPr>
        <p:spPr>
          <a:xfrm>
            <a:off x="8297410" y="476656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930" name="타원 929">
            <a:extLst>
              <a:ext uri="{FF2B5EF4-FFF2-40B4-BE49-F238E27FC236}">
                <a16:creationId xmlns:a16="http://schemas.microsoft.com/office/drawing/2014/main" id="{7022B8D2-C1C3-DEC6-DF97-F07BAA394502}"/>
              </a:ext>
            </a:extLst>
          </p:cNvPr>
          <p:cNvSpPr/>
          <p:nvPr/>
        </p:nvSpPr>
        <p:spPr>
          <a:xfrm>
            <a:off x="8298163" y="534123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4C0C4BE9-08CD-0F50-0AF0-7A448ACCD671}"/>
              </a:ext>
            </a:extLst>
          </p:cNvPr>
          <p:cNvSpPr/>
          <p:nvPr/>
        </p:nvSpPr>
        <p:spPr>
          <a:xfrm>
            <a:off x="494094" y="2672634"/>
            <a:ext cx="1502586" cy="837173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13" name="직선 화살표 연결선 212">
            <a:extLst>
              <a:ext uri="{FF2B5EF4-FFF2-40B4-BE49-F238E27FC236}">
                <a16:creationId xmlns:a16="http://schemas.microsoft.com/office/drawing/2014/main" id="{4490876F-AB93-37DD-90C5-564FFFF04512}"/>
              </a:ext>
            </a:extLst>
          </p:cNvPr>
          <p:cNvCxnSpPr>
            <a:cxnSpLocks/>
          </p:cNvCxnSpPr>
          <p:nvPr/>
        </p:nvCxnSpPr>
        <p:spPr>
          <a:xfrm>
            <a:off x="1479550" y="2766468"/>
            <a:ext cx="190293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7B22A40C-0D36-DEE7-6E64-B896DA9DA392}"/>
              </a:ext>
            </a:extLst>
          </p:cNvPr>
          <p:cNvCxnSpPr>
            <a:cxnSpLocks/>
          </p:cNvCxnSpPr>
          <p:nvPr/>
        </p:nvCxnSpPr>
        <p:spPr>
          <a:xfrm>
            <a:off x="1479550" y="2855368"/>
            <a:ext cx="193468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C169784C-6B17-DAEE-63C9-CD3B5879D006}"/>
              </a:ext>
            </a:extLst>
          </p:cNvPr>
          <p:cNvSpPr txBox="1"/>
          <p:nvPr/>
        </p:nvSpPr>
        <p:spPr>
          <a:xfrm>
            <a:off x="1684198" y="2684121"/>
            <a:ext cx="23998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+5V</a:t>
            </a:r>
            <a:endParaRPr lang="ko-KR" altLang="en-US" sz="800" dirty="0">
              <a:latin typeface="+mn-ea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2A45B260-EB34-D9B7-A28D-B794E49FC713}"/>
              </a:ext>
            </a:extLst>
          </p:cNvPr>
          <p:cNvSpPr txBox="1"/>
          <p:nvPr/>
        </p:nvSpPr>
        <p:spPr>
          <a:xfrm>
            <a:off x="1695760" y="2792071"/>
            <a:ext cx="29877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+3.3V</a:t>
            </a:r>
            <a:endParaRPr lang="ko-KR" altLang="en-US" sz="800" dirty="0">
              <a:latin typeface="+mn-ea"/>
            </a:endParaRPr>
          </a:p>
        </p:txBody>
      </p: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D027B5A1-696D-24E4-D784-2B3200569095}"/>
              </a:ext>
            </a:extLst>
          </p:cNvPr>
          <p:cNvSpPr/>
          <p:nvPr/>
        </p:nvSpPr>
        <p:spPr>
          <a:xfrm>
            <a:off x="1054104" y="2734248"/>
            <a:ext cx="430781" cy="158556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from FP</a:t>
            </a:r>
            <a:endParaRPr lang="en-US" altLang="ko-KR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5" name="화살표: 아래쪽 294">
            <a:extLst>
              <a:ext uri="{FF2B5EF4-FFF2-40B4-BE49-F238E27FC236}">
                <a16:creationId xmlns:a16="http://schemas.microsoft.com/office/drawing/2014/main" id="{13DDBF67-8C7D-9013-6AC2-7DF046B31F4B}"/>
              </a:ext>
            </a:extLst>
          </p:cNvPr>
          <p:cNvSpPr/>
          <p:nvPr/>
        </p:nvSpPr>
        <p:spPr>
          <a:xfrm>
            <a:off x="1165225" y="2917825"/>
            <a:ext cx="257173" cy="123110"/>
          </a:xfrm>
          <a:prstGeom prst="downArrow">
            <a:avLst/>
          </a:prstGeom>
          <a:gradFill>
            <a:gsLst>
              <a:gs pos="19000">
                <a:srgbClr val="E00000"/>
              </a:gs>
              <a:gs pos="84953">
                <a:srgbClr val="E80000"/>
              </a:gs>
              <a:gs pos="2000">
                <a:srgbClr val="FFC1C1"/>
              </a:gs>
              <a:gs pos="40000">
                <a:srgbClr val="C00000"/>
              </a:gs>
              <a:gs pos="59000">
                <a:srgbClr val="C00000"/>
              </a:gs>
              <a:gs pos="100000">
                <a:srgbClr val="FFC1C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46" name="직선 연결선 645">
            <a:extLst>
              <a:ext uri="{FF2B5EF4-FFF2-40B4-BE49-F238E27FC236}">
                <a16:creationId xmlns:a16="http://schemas.microsoft.com/office/drawing/2014/main" id="{2E35973B-07DB-7B4D-9E8A-FB2B38FE5063}"/>
              </a:ext>
            </a:extLst>
          </p:cNvPr>
          <p:cNvCxnSpPr>
            <a:cxnSpLocks/>
          </p:cNvCxnSpPr>
          <p:nvPr/>
        </p:nvCxnSpPr>
        <p:spPr>
          <a:xfrm flipV="1">
            <a:off x="11514280" y="4784725"/>
            <a:ext cx="0" cy="15755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2" name="TextBox 671">
            <a:extLst>
              <a:ext uri="{FF2B5EF4-FFF2-40B4-BE49-F238E27FC236}">
                <a16:creationId xmlns:a16="http://schemas.microsoft.com/office/drawing/2014/main" id="{055D8330-BAB3-95F4-DF87-C5490AF275ED}"/>
              </a:ext>
            </a:extLst>
          </p:cNvPr>
          <p:cNvSpPr txBox="1"/>
          <p:nvPr/>
        </p:nvSpPr>
        <p:spPr>
          <a:xfrm>
            <a:off x="7969110" y="780253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FIL_3V</a:t>
            </a:r>
            <a:endParaRPr lang="ko-KR" altLang="en-US" sz="800" dirty="0">
              <a:latin typeface="+mn-ea"/>
            </a:endParaRPr>
          </a:p>
        </p:txBody>
      </p:sp>
      <p:sp>
        <p:nvSpPr>
          <p:cNvPr id="673" name="TextBox 672">
            <a:extLst>
              <a:ext uri="{FF2B5EF4-FFF2-40B4-BE49-F238E27FC236}">
                <a16:creationId xmlns:a16="http://schemas.microsoft.com/office/drawing/2014/main" id="{2BA05211-7806-C369-89DD-0ED4E68705F0}"/>
              </a:ext>
            </a:extLst>
          </p:cNvPr>
          <p:cNvSpPr txBox="1"/>
          <p:nvPr/>
        </p:nvSpPr>
        <p:spPr>
          <a:xfrm>
            <a:off x="7955979" y="921025"/>
            <a:ext cx="44159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FIL_GND</a:t>
            </a:r>
            <a:endParaRPr lang="ko-KR" altLang="en-US" sz="800" dirty="0">
              <a:latin typeface="+mn-ea"/>
            </a:endParaRPr>
          </a:p>
        </p:txBody>
      </p:sp>
      <p:sp>
        <p:nvSpPr>
          <p:cNvPr id="677" name="TextBox 676">
            <a:extLst>
              <a:ext uri="{FF2B5EF4-FFF2-40B4-BE49-F238E27FC236}">
                <a16:creationId xmlns:a16="http://schemas.microsoft.com/office/drawing/2014/main" id="{FCC163D8-C026-9031-0509-6DCE6FDE5E08}"/>
              </a:ext>
            </a:extLst>
          </p:cNvPr>
          <p:cNvSpPr txBox="1"/>
          <p:nvPr/>
        </p:nvSpPr>
        <p:spPr>
          <a:xfrm>
            <a:off x="8910501" y="1255912"/>
            <a:ext cx="44159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latin typeface="+mn-ea"/>
              </a:rPr>
              <a:t>FIL_GND</a:t>
            </a:r>
            <a:endParaRPr lang="ko-KR" altLang="en-US" sz="600" b="1" dirty="0">
              <a:latin typeface="+mn-ea"/>
            </a:endParaRPr>
          </a:p>
        </p:txBody>
      </p:sp>
      <p:cxnSp>
        <p:nvCxnSpPr>
          <p:cNvPr id="679" name="직선 화살표 연결선 678">
            <a:extLst>
              <a:ext uri="{FF2B5EF4-FFF2-40B4-BE49-F238E27FC236}">
                <a16:creationId xmlns:a16="http://schemas.microsoft.com/office/drawing/2014/main" id="{4821EE55-730C-F67B-4FC2-ED544FD49FD8}"/>
              </a:ext>
            </a:extLst>
          </p:cNvPr>
          <p:cNvCxnSpPr>
            <a:cxnSpLocks/>
          </p:cNvCxnSpPr>
          <p:nvPr/>
        </p:nvCxnSpPr>
        <p:spPr>
          <a:xfrm>
            <a:off x="9012017" y="470751"/>
            <a:ext cx="11928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직선 연결선 681">
            <a:extLst>
              <a:ext uri="{FF2B5EF4-FFF2-40B4-BE49-F238E27FC236}">
                <a16:creationId xmlns:a16="http://schemas.microsoft.com/office/drawing/2014/main" id="{DF951822-BB16-2005-61A6-CEA47C5248A1}"/>
              </a:ext>
            </a:extLst>
          </p:cNvPr>
          <p:cNvCxnSpPr>
            <a:cxnSpLocks/>
          </p:cNvCxnSpPr>
          <p:nvPr/>
        </p:nvCxnSpPr>
        <p:spPr>
          <a:xfrm flipV="1">
            <a:off x="9131150" y="586916"/>
            <a:ext cx="0" cy="6751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8" name="직선 화살표 연결선 687">
            <a:extLst>
              <a:ext uri="{FF2B5EF4-FFF2-40B4-BE49-F238E27FC236}">
                <a16:creationId xmlns:a16="http://schemas.microsoft.com/office/drawing/2014/main" id="{83314B21-9778-2B6B-5105-686BD243FE63}"/>
              </a:ext>
            </a:extLst>
          </p:cNvPr>
          <p:cNvCxnSpPr>
            <a:cxnSpLocks/>
          </p:cNvCxnSpPr>
          <p:nvPr/>
        </p:nvCxnSpPr>
        <p:spPr>
          <a:xfrm>
            <a:off x="6797040" y="1119260"/>
            <a:ext cx="2334260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1" name="타원 700">
            <a:extLst>
              <a:ext uri="{FF2B5EF4-FFF2-40B4-BE49-F238E27FC236}">
                <a16:creationId xmlns:a16="http://schemas.microsoft.com/office/drawing/2014/main" id="{8D63B02F-5A4E-0692-CF67-4269FFE375A1}"/>
              </a:ext>
            </a:extLst>
          </p:cNvPr>
          <p:cNvSpPr/>
          <p:nvPr/>
        </p:nvSpPr>
        <p:spPr>
          <a:xfrm>
            <a:off x="9104679" y="109545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869" name="직선 연결선 868">
            <a:extLst>
              <a:ext uri="{FF2B5EF4-FFF2-40B4-BE49-F238E27FC236}">
                <a16:creationId xmlns:a16="http://schemas.microsoft.com/office/drawing/2014/main" id="{51B5F7FF-6BFE-3DD6-CAA7-CF9CD2E2D61D}"/>
              </a:ext>
            </a:extLst>
          </p:cNvPr>
          <p:cNvCxnSpPr>
            <a:cxnSpLocks/>
          </p:cNvCxnSpPr>
          <p:nvPr/>
        </p:nvCxnSpPr>
        <p:spPr>
          <a:xfrm>
            <a:off x="10169343" y="3193049"/>
            <a:ext cx="1124132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5" name="직선 화살표 연결선 884">
            <a:extLst>
              <a:ext uri="{FF2B5EF4-FFF2-40B4-BE49-F238E27FC236}">
                <a16:creationId xmlns:a16="http://schemas.microsoft.com/office/drawing/2014/main" id="{E6FB58FD-3B68-C00B-F3D0-4F67E90742FB}"/>
              </a:ext>
            </a:extLst>
          </p:cNvPr>
          <p:cNvCxnSpPr>
            <a:cxnSpLocks/>
          </p:cNvCxnSpPr>
          <p:nvPr/>
        </p:nvCxnSpPr>
        <p:spPr>
          <a:xfrm flipH="1">
            <a:off x="11267219" y="3192866"/>
            <a:ext cx="162299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0" name="TextBox 889">
            <a:extLst>
              <a:ext uri="{FF2B5EF4-FFF2-40B4-BE49-F238E27FC236}">
                <a16:creationId xmlns:a16="http://schemas.microsoft.com/office/drawing/2014/main" id="{FB8DF16E-E56E-0EED-7A66-9B167D2AAD26}"/>
              </a:ext>
            </a:extLst>
          </p:cNvPr>
          <p:cNvSpPr txBox="1"/>
          <p:nvPr/>
        </p:nvSpPr>
        <p:spPr>
          <a:xfrm>
            <a:off x="11329758" y="3305691"/>
            <a:ext cx="396911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latin typeface="+mn-ea"/>
              </a:rPr>
              <a:t>FIL_GND</a:t>
            </a:r>
            <a:endParaRPr lang="ko-KR" altLang="en-US" sz="600" b="1" dirty="0">
              <a:latin typeface="+mn-ea"/>
            </a:endParaRPr>
          </a:p>
        </p:txBody>
      </p:sp>
      <p:sp>
        <p:nvSpPr>
          <p:cNvPr id="895" name="TextBox 894">
            <a:extLst>
              <a:ext uri="{FF2B5EF4-FFF2-40B4-BE49-F238E27FC236}">
                <a16:creationId xmlns:a16="http://schemas.microsoft.com/office/drawing/2014/main" id="{2973FCC2-E8D4-A829-A574-40A7B9A9839B}"/>
              </a:ext>
            </a:extLst>
          </p:cNvPr>
          <p:cNvSpPr txBox="1"/>
          <p:nvPr/>
        </p:nvSpPr>
        <p:spPr>
          <a:xfrm>
            <a:off x="9453111" y="2462627"/>
            <a:ext cx="62250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solidFill>
                  <a:srgbClr val="0070C0"/>
                </a:solidFill>
                <a:latin typeface="+mn-ea"/>
              </a:rPr>
              <a:t>int. ref=2.048V</a:t>
            </a:r>
          </a:p>
          <a:p>
            <a:r>
              <a:rPr lang="en-US" altLang="ko-KR" sz="600" b="1" dirty="0">
                <a:solidFill>
                  <a:srgbClr val="0070C0"/>
                </a:solidFill>
                <a:latin typeface="+mn-ea"/>
              </a:rPr>
              <a:t>Gain=x1/x2</a:t>
            </a:r>
            <a:endParaRPr lang="ko-KR" altLang="en-US" sz="6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899" name="TextBox 898">
            <a:extLst>
              <a:ext uri="{FF2B5EF4-FFF2-40B4-BE49-F238E27FC236}">
                <a16:creationId xmlns:a16="http://schemas.microsoft.com/office/drawing/2014/main" id="{2CDFA3D5-B55F-A871-AB0E-C856CFA49BE2}"/>
              </a:ext>
            </a:extLst>
          </p:cNvPr>
          <p:cNvSpPr txBox="1"/>
          <p:nvPr/>
        </p:nvSpPr>
        <p:spPr>
          <a:xfrm>
            <a:off x="10657409" y="1441061"/>
            <a:ext cx="44159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latin typeface="+mn-ea"/>
              </a:rPr>
              <a:t>FIL_GND</a:t>
            </a:r>
            <a:endParaRPr lang="ko-KR" altLang="en-US" sz="600" b="1" dirty="0">
              <a:latin typeface="+mn-ea"/>
            </a:endParaRPr>
          </a:p>
        </p:txBody>
      </p:sp>
      <p:cxnSp>
        <p:nvCxnSpPr>
          <p:cNvPr id="914" name="직선 연결선 913">
            <a:extLst>
              <a:ext uri="{FF2B5EF4-FFF2-40B4-BE49-F238E27FC236}">
                <a16:creationId xmlns:a16="http://schemas.microsoft.com/office/drawing/2014/main" id="{E6B243DF-F882-B707-2730-ABF311276726}"/>
              </a:ext>
            </a:extLst>
          </p:cNvPr>
          <p:cNvCxnSpPr>
            <a:cxnSpLocks/>
          </p:cNvCxnSpPr>
          <p:nvPr/>
        </p:nvCxnSpPr>
        <p:spPr>
          <a:xfrm>
            <a:off x="10947400" y="1366775"/>
            <a:ext cx="2333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2" name="직선 연결선 931">
            <a:extLst>
              <a:ext uri="{FF2B5EF4-FFF2-40B4-BE49-F238E27FC236}">
                <a16:creationId xmlns:a16="http://schemas.microsoft.com/office/drawing/2014/main" id="{19A98CBE-FF7B-5153-9E03-BF797A2F0593}"/>
              </a:ext>
            </a:extLst>
          </p:cNvPr>
          <p:cNvCxnSpPr>
            <a:cxnSpLocks/>
          </p:cNvCxnSpPr>
          <p:nvPr/>
        </p:nvCxnSpPr>
        <p:spPr>
          <a:xfrm flipV="1">
            <a:off x="11367732" y="1571625"/>
            <a:ext cx="0" cy="14827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9" name="직선 화살표 연결선 938">
            <a:extLst>
              <a:ext uri="{FF2B5EF4-FFF2-40B4-BE49-F238E27FC236}">
                <a16:creationId xmlns:a16="http://schemas.microsoft.com/office/drawing/2014/main" id="{110958C8-1E5E-DA36-363B-5E872B913B8A}"/>
              </a:ext>
            </a:extLst>
          </p:cNvPr>
          <p:cNvCxnSpPr>
            <a:cxnSpLocks/>
          </p:cNvCxnSpPr>
          <p:nvPr/>
        </p:nvCxnSpPr>
        <p:spPr>
          <a:xfrm flipH="1">
            <a:off x="10198100" y="1568074"/>
            <a:ext cx="117157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3" name="직선 연결선 942">
            <a:extLst>
              <a:ext uri="{FF2B5EF4-FFF2-40B4-BE49-F238E27FC236}">
                <a16:creationId xmlns:a16="http://schemas.microsoft.com/office/drawing/2014/main" id="{6668A9B7-CCDB-B0C9-0323-D396D2B48C92}"/>
              </a:ext>
            </a:extLst>
          </p:cNvPr>
          <p:cNvCxnSpPr>
            <a:cxnSpLocks/>
          </p:cNvCxnSpPr>
          <p:nvPr/>
        </p:nvCxnSpPr>
        <p:spPr>
          <a:xfrm flipV="1">
            <a:off x="10200919" y="1226519"/>
            <a:ext cx="0" cy="3427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7" name="직선 연결선 966">
            <a:extLst>
              <a:ext uri="{FF2B5EF4-FFF2-40B4-BE49-F238E27FC236}">
                <a16:creationId xmlns:a16="http://schemas.microsoft.com/office/drawing/2014/main" id="{2F9C88C7-6BCB-9AD9-3179-AEBDAD5F43D4}"/>
              </a:ext>
            </a:extLst>
          </p:cNvPr>
          <p:cNvCxnSpPr>
            <a:cxnSpLocks/>
          </p:cNvCxnSpPr>
          <p:nvPr/>
        </p:nvCxnSpPr>
        <p:spPr>
          <a:xfrm flipV="1">
            <a:off x="11991620" y="556423"/>
            <a:ext cx="0" cy="30821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6" name="직선 화살표 연결선 975">
            <a:extLst>
              <a:ext uri="{FF2B5EF4-FFF2-40B4-BE49-F238E27FC236}">
                <a16:creationId xmlns:a16="http://schemas.microsoft.com/office/drawing/2014/main" id="{EEBB4390-95C0-A622-AE26-ED0C33273A53}"/>
              </a:ext>
            </a:extLst>
          </p:cNvPr>
          <p:cNvCxnSpPr>
            <a:cxnSpLocks/>
          </p:cNvCxnSpPr>
          <p:nvPr/>
        </p:nvCxnSpPr>
        <p:spPr>
          <a:xfrm>
            <a:off x="8322740" y="842409"/>
            <a:ext cx="374226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5" name="직선 연결선 984">
            <a:extLst>
              <a:ext uri="{FF2B5EF4-FFF2-40B4-BE49-F238E27FC236}">
                <a16:creationId xmlns:a16="http://schemas.microsoft.com/office/drawing/2014/main" id="{CB20FA80-347C-85BF-4FDC-939267E0CCEA}"/>
              </a:ext>
            </a:extLst>
          </p:cNvPr>
          <p:cNvCxnSpPr>
            <a:cxnSpLocks/>
          </p:cNvCxnSpPr>
          <p:nvPr/>
        </p:nvCxnSpPr>
        <p:spPr>
          <a:xfrm flipV="1">
            <a:off x="12064645" y="841397"/>
            <a:ext cx="0" cy="27209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0" name="타원 1019">
            <a:extLst>
              <a:ext uri="{FF2B5EF4-FFF2-40B4-BE49-F238E27FC236}">
                <a16:creationId xmlns:a16="http://schemas.microsoft.com/office/drawing/2014/main" id="{C33B13DB-0F94-2087-606A-D9158454CB01}"/>
              </a:ext>
            </a:extLst>
          </p:cNvPr>
          <p:cNvSpPr/>
          <p:nvPr/>
        </p:nvSpPr>
        <p:spPr>
          <a:xfrm flipH="1">
            <a:off x="11966047" y="310763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021" name="TextBox 1020">
            <a:extLst>
              <a:ext uri="{FF2B5EF4-FFF2-40B4-BE49-F238E27FC236}">
                <a16:creationId xmlns:a16="http://schemas.microsoft.com/office/drawing/2014/main" id="{BF7036DE-569E-5516-9EE7-92F1C863869A}"/>
              </a:ext>
            </a:extLst>
          </p:cNvPr>
          <p:cNvSpPr txBox="1"/>
          <p:nvPr/>
        </p:nvSpPr>
        <p:spPr>
          <a:xfrm>
            <a:off x="10226048" y="3626048"/>
            <a:ext cx="33385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unused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1037" name="직선 연결선 1036">
            <a:extLst>
              <a:ext uri="{FF2B5EF4-FFF2-40B4-BE49-F238E27FC236}">
                <a16:creationId xmlns:a16="http://schemas.microsoft.com/office/drawing/2014/main" id="{810A96BC-B361-0190-E0C6-BF74EF3F8926}"/>
              </a:ext>
            </a:extLst>
          </p:cNvPr>
          <p:cNvCxnSpPr>
            <a:cxnSpLocks/>
          </p:cNvCxnSpPr>
          <p:nvPr/>
        </p:nvCxnSpPr>
        <p:spPr>
          <a:xfrm flipV="1">
            <a:off x="11429162" y="2344866"/>
            <a:ext cx="0" cy="966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직선 연결선 1040">
            <a:extLst>
              <a:ext uri="{FF2B5EF4-FFF2-40B4-BE49-F238E27FC236}">
                <a16:creationId xmlns:a16="http://schemas.microsoft.com/office/drawing/2014/main" id="{06C491EC-97B2-85E6-FFEE-9E3DD5281955}"/>
              </a:ext>
            </a:extLst>
          </p:cNvPr>
          <p:cNvCxnSpPr>
            <a:cxnSpLocks/>
          </p:cNvCxnSpPr>
          <p:nvPr/>
        </p:nvCxnSpPr>
        <p:spPr>
          <a:xfrm>
            <a:off x="11430274" y="2350231"/>
            <a:ext cx="695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직선 연결선 1042">
            <a:extLst>
              <a:ext uri="{FF2B5EF4-FFF2-40B4-BE49-F238E27FC236}">
                <a16:creationId xmlns:a16="http://schemas.microsoft.com/office/drawing/2014/main" id="{82F46F22-5EC7-BF00-DAA9-58022B4B3BDF}"/>
              </a:ext>
            </a:extLst>
          </p:cNvPr>
          <p:cNvCxnSpPr>
            <a:cxnSpLocks/>
          </p:cNvCxnSpPr>
          <p:nvPr/>
        </p:nvCxnSpPr>
        <p:spPr>
          <a:xfrm>
            <a:off x="11430274" y="2943956"/>
            <a:ext cx="695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6" name="타원 1045">
            <a:extLst>
              <a:ext uri="{FF2B5EF4-FFF2-40B4-BE49-F238E27FC236}">
                <a16:creationId xmlns:a16="http://schemas.microsoft.com/office/drawing/2014/main" id="{1E010AD3-D698-61CA-FA1F-29C76E017BBA}"/>
              </a:ext>
            </a:extLst>
          </p:cNvPr>
          <p:cNvSpPr/>
          <p:nvPr/>
        </p:nvSpPr>
        <p:spPr>
          <a:xfrm flipH="1">
            <a:off x="11406658" y="317291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047" name="타원 1046">
            <a:extLst>
              <a:ext uri="{FF2B5EF4-FFF2-40B4-BE49-F238E27FC236}">
                <a16:creationId xmlns:a16="http://schemas.microsoft.com/office/drawing/2014/main" id="{4113E58A-14F2-9E6C-7164-19D8AB969D93}"/>
              </a:ext>
            </a:extLst>
          </p:cNvPr>
          <p:cNvSpPr/>
          <p:nvPr/>
        </p:nvSpPr>
        <p:spPr>
          <a:xfrm flipH="1">
            <a:off x="11409833" y="291891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9828F662-4D41-A354-B615-87095AD6F05F}"/>
              </a:ext>
            </a:extLst>
          </p:cNvPr>
          <p:cNvSpPr txBox="1"/>
          <p:nvPr/>
        </p:nvSpPr>
        <p:spPr>
          <a:xfrm>
            <a:off x="10985935" y="150242"/>
            <a:ext cx="115675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Filament Block</a:t>
            </a:r>
            <a:endParaRPr lang="ko-KR" altLang="en-US" sz="1000" b="1" dirty="0">
              <a:latin typeface="+mn-ea"/>
            </a:endParaRPr>
          </a:p>
        </p:txBody>
      </p:sp>
      <p:sp>
        <p:nvSpPr>
          <p:cNvPr id="1057" name="타원 1056">
            <a:extLst>
              <a:ext uri="{FF2B5EF4-FFF2-40B4-BE49-F238E27FC236}">
                <a16:creationId xmlns:a16="http://schemas.microsoft.com/office/drawing/2014/main" id="{EB15C808-4174-889C-9524-36FF9F36D0EA}"/>
              </a:ext>
            </a:extLst>
          </p:cNvPr>
          <p:cNvSpPr/>
          <p:nvPr/>
        </p:nvSpPr>
        <p:spPr>
          <a:xfrm flipH="1">
            <a:off x="11165199" y="82191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3604B42F-8A12-E0C1-34A6-B4F0EFC3B885}"/>
              </a:ext>
            </a:extLst>
          </p:cNvPr>
          <p:cNvSpPr txBox="1"/>
          <p:nvPr/>
        </p:nvSpPr>
        <p:spPr>
          <a:xfrm flipH="1">
            <a:off x="9059372" y="3087567"/>
            <a:ext cx="36888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latin typeface="+mn-ea"/>
              </a:rPr>
              <a:t>I2C_FADC</a:t>
            </a:r>
            <a:endParaRPr lang="ko-KR" altLang="en-US" sz="600" b="1" dirty="0">
              <a:latin typeface="+mn-ea"/>
            </a:endParaRP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27B7EC92-F5C8-4160-AA3F-B0DF1B926C21}"/>
              </a:ext>
            </a:extLst>
          </p:cNvPr>
          <p:cNvSpPr txBox="1"/>
          <p:nvPr/>
        </p:nvSpPr>
        <p:spPr>
          <a:xfrm>
            <a:off x="11376643" y="2020661"/>
            <a:ext cx="27966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latin typeface="+mn-ea"/>
              </a:rPr>
              <a:t>FIL1_V</a:t>
            </a:r>
            <a:endParaRPr lang="ko-KR" altLang="en-US" sz="600" b="1" dirty="0">
              <a:latin typeface="+mn-ea"/>
            </a:endParaRP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36930696-5910-D529-95CA-FEDCF1292468}"/>
              </a:ext>
            </a:extLst>
          </p:cNvPr>
          <p:cNvSpPr txBox="1"/>
          <p:nvPr/>
        </p:nvSpPr>
        <p:spPr>
          <a:xfrm>
            <a:off x="11424168" y="2630503"/>
            <a:ext cx="27966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b="1" dirty="0">
                <a:latin typeface="+mn-ea"/>
              </a:rPr>
              <a:t>FIL2_V</a:t>
            </a:r>
            <a:endParaRPr lang="ko-KR" altLang="en-US" sz="600" b="1" dirty="0">
              <a:latin typeface="+mn-ea"/>
            </a:endParaRPr>
          </a:p>
        </p:txBody>
      </p:sp>
      <p:cxnSp>
        <p:nvCxnSpPr>
          <p:cNvPr id="1067" name="직선 화살표 연결선 1066">
            <a:extLst>
              <a:ext uri="{FF2B5EF4-FFF2-40B4-BE49-F238E27FC236}">
                <a16:creationId xmlns:a16="http://schemas.microsoft.com/office/drawing/2014/main" id="{32E5B22F-D2AB-0846-D8A4-00A499002ADB}"/>
              </a:ext>
            </a:extLst>
          </p:cNvPr>
          <p:cNvCxnSpPr>
            <a:cxnSpLocks/>
          </p:cNvCxnSpPr>
          <p:nvPr/>
        </p:nvCxnSpPr>
        <p:spPr>
          <a:xfrm>
            <a:off x="9010436" y="4272081"/>
            <a:ext cx="1208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0" name="그룹 1069">
            <a:extLst>
              <a:ext uri="{FF2B5EF4-FFF2-40B4-BE49-F238E27FC236}">
                <a16:creationId xmlns:a16="http://schemas.microsoft.com/office/drawing/2014/main" id="{755650C2-B3D3-B67A-2AF5-2BA52F695B49}"/>
              </a:ext>
            </a:extLst>
          </p:cNvPr>
          <p:cNvGrpSpPr/>
          <p:nvPr/>
        </p:nvGrpSpPr>
        <p:grpSpPr>
          <a:xfrm flipH="1">
            <a:off x="8985964" y="4425048"/>
            <a:ext cx="317383" cy="153910"/>
            <a:chOff x="10741143" y="6640966"/>
            <a:chExt cx="317383" cy="153910"/>
          </a:xfrm>
        </p:grpSpPr>
        <p:sp>
          <p:nvSpPr>
            <p:cNvPr id="1071" name="TextBox 1070">
              <a:extLst>
                <a:ext uri="{FF2B5EF4-FFF2-40B4-BE49-F238E27FC236}">
                  <a16:creationId xmlns:a16="http://schemas.microsoft.com/office/drawing/2014/main" id="{42107270-F0D6-6D69-DF8E-467F452373FE}"/>
                </a:ext>
              </a:extLst>
            </p:cNvPr>
            <p:cNvSpPr txBox="1"/>
            <p:nvPr/>
          </p:nvSpPr>
          <p:spPr>
            <a:xfrm>
              <a:off x="10741143" y="6702543"/>
              <a:ext cx="31738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dirty="0">
                  <a:latin typeface="+mn-ea"/>
                </a:rPr>
                <a:t>VB_GND</a:t>
              </a:r>
              <a:endParaRPr lang="ko-KR" altLang="en-US" sz="600" b="1" dirty="0">
                <a:latin typeface="+mn-ea"/>
              </a:endParaRPr>
            </a:p>
          </p:txBody>
        </p:sp>
        <p:sp>
          <p:nvSpPr>
            <p:cNvPr id="1072" name="이등변 삼각형 1071">
              <a:extLst>
                <a:ext uri="{FF2B5EF4-FFF2-40B4-BE49-F238E27FC236}">
                  <a16:creationId xmlns:a16="http://schemas.microsoft.com/office/drawing/2014/main" id="{DD65E184-8C49-88CD-FAC9-068C00C5750E}"/>
                </a:ext>
              </a:extLst>
            </p:cNvPr>
            <p:cNvSpPr/>
            <p:nvPr/>
          </p:nvSpPr>
          <p:spPr>
            <a:xfrm rot="10800000">
              <a:off x="10877550" y="6640966"/>
              <a:ext cx="71429" cy="61577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1073" name="직선 연결선 1072">
            <a:extLst>
              <a:ext uri="{FF2B5EF4-FFF2-40B4-BE49-F238E27FC236}">
                <a16:creationId xmlns:a16="http://schemas.microsoft.com/office/drawing/2014/main" id="{6966B6F4-5766-F1B0-1F9F-164ACBE2FC3A}"/>
              </a:ext>
            </a:extLst>
          </p:cNvPr>
          <p:cNvCxnSpPr>
            <a:cxnSpLocks/>
          </p:cNvCxnSpPr>
          <p:nvPr/>
        </p:nvCxnSpPr>
        <p:spPr>
          <a:xfrm flipV="1">
            <a:off x="9131300" y="4273420"/>
            <a:ext cx="0" cy="1461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6" name="TextBox 1075">
            <a:extLst>
              <a:ext uri="{FF2B5EF4-FFF2-40B4-BE49-F238E27FC236}">
                <a16:creationId xmlns:a16="http://schemas.microsoft.com/office/drawing/2014/main" id="{5788822D-80BC-578A-5641-2E4A8C8DDBB7}"/>
              </a:ext>
            </a:extLst>
          </p:cNvPr>
          <p:cNvSpPr txBox="1"/>
          <p:nvPr/>
        </p:nvSpPr>
        <p:spPr>
          <a:xfrm>
            <a:off x="10941990" y="4699176"/>
            <a:ext cx="38323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ratio=0.5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1086" name="직선 연결선 1085">
            <a:extLst>
              <a:ext uri="{FF2B5EF4-FFF2-40B4-BE49-F238E27FC236}">
                <a16:creationId xmlns:a16="http://schemas.microsoft.com/office/drawing/2014/main" id="{91579501-8932-4B04-9D29-A07077F92DF5}"/>
              </a:ext>
            </a:extLst>
          </p:cNvPr>
          <p:cNvCxnSpPr>
            <a:cxnSpLocks/>
          </p:cNvCxnSpPr>
          <p:nvPr/>
        </p:nvCxnSpPr>
        <p:spPr>
          <a:xfrm flipV="1">
            <a:off x="11373500" y="4055038"/>
            <a:ext cx="0" cy="8154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8" name="타원 1087">
            <a:extLst>
              <a:ext uri="{FF2B5EF4-FFF2-40B4-BE49-F238E27FC236}">
                <a16:creationId xmlns:a16="http://schemas.microsoft.com/office/drawing/2014/main" id="{A288EF9C-9DD6-9A98-2347-B5E87A3D29E7}"/>
              </a:ext>
            </a:extLst>
          </p:cNvPr>
          <p:cNvSpPr/>
          <p:nvPr/>
        </p:nvSpPr>
        <p:spPr>
          <a:xfrm>
            <a:off x="11349994" y="403790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AFD0EEB3-9AAF-5F50-5C3A-D3A72C804EC5}"/>
              </a:ext>
            </a:extLst>
          </p:cNvPr>
          <p:cNvSpPr txBox="1"/>
          <p:nvPr/>
        </p:nvSpPr>
        <p:spPr>
          <a:xfrm>
            <a:off x="10946378" y="4778870"/>
            <a:ext cx="38323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ratio=0.33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100" name="TextBox 1099">
            <a:extLst>
              <a:ext uri="{FF2B5EF4-FFF2-40B4-BE49-F238E27FC236}">
                <a16:creationId xmlns:a16="http://schemas.microsoft.com/office/drawing/2014/main" id="{A1AFF7B7-F518-01D9-ED73-5AD2D008D06D}"/>
              </a:ext>
            </a:extLst>
          </p:cNvPr>
          <p:cNvSpPr txBox="1"/>
          <p:nvPr/>
        </p:nvSpPr>
        <p:spPr>
          <a:xfrm>
            <a:off x="10946378" y="4853029"/>
            <a:ext cx="38323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ratio=0.33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cxnSp>
        <p:nvCxnSpPr>
          <p:cNvPr id="1102" name="직선 연결선 1101">
            <a:extLst>
              <a:ext uri="{FF2B5EF4-FFF2-40B4-BE49-F238E27FC236}">
                <a16:creationId xmlns:a16="http://schemas.microsoft.com/office/drawing/2014/main" id="{54F3E4A0-1718-FA39-2F47-596955B49C70}"/>
              </a:ext>
            </a:extLst>
          </p:cNvPr>
          <p:cNvCxnSpPr>
            <a:cxnSpLocks/>
          </p:cNvCxnSpPr>
          <p:nvPr/>
        </p:nvCxnSpPr>
        <p:spPr>
          <a:xfrm flipV="1">
            <a:off x="11436950" y="4549775"/>
            <a:ext cx="0" cy="1000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6" name="타원 1105">
            <a:extLst>
              <a:ext uri="{FF2B5EF4-FFF2-40B4-BE49-F238E27FC236}">
                <a16:creationId xmlns:a16="http://schemas.microsoft.com/office/drawing/2014/main" id="{FA14C1CA-ED5E-C934-7799-620ED816B571}"/>
              </a:ext>
            </a:extLst>
          </p:cNvPr>
          <p:cNvSpPr/>
          <p:nvPr/>
        </p:nvSpPr>
        <p:spPr>
          <a:xfrm>
            <a:off x="11414396" y="452298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107" name="오른쪽 대괄호 1106">
            <a:extLst>
              <a:ext uri="{FF2B5EF4-FFF2-40B4-BE49-F238E27FC236}">
                <a16:creationId xmlns:a16="http://schemas.microsoft.com/office/drawing/2014/main" id="{1FD89EDC-F288-45C8-B5DF-720B5F2356D3}"/>
              </a:ext>
            </a:extLst>
          </p:cNvPr>
          <p:cNvSpPr/>
          <p:nvPr/>
        </p:nvSpPr>
        <p:spPr>
          <a:xfrm>
            <a:off x="10277475" y="5360981"/>
            <a:ext cx="45719" cy="104761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2C05B1FB-9568-3903-FA1D-28177BDAF2E7}"/>
              </a:ext>
            </a:extLst>
          </p:cNvPr>
          <p:cNvSpPr txBox="1"/>
          <p:nvPr/>
        </p:nvSpPr>
        <p:spPr>
          <a:xfrm>
            <a:off x="10377810" y="5311740"/>
            <a:ext cx="56482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EMISSION_CUR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FC1A920F-0747-F1A7-94D7-181B36F747F4}"/>
              </a:ext>
            </a:extLst>
          </p:cNvPr>
          <p:cNvSpPr txBox="1"/>
          <p:nvPr/>
        </p:nvSpPr>
        <p:spPr>
          <a:xfrm>
            <a:off x="10965802" y="5308776"/>
            <a:ext cx="38323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ratio=0.5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111" name="타원 1110">
            <a:extLst>
              <a:ext uri="{FF2B5EF4-FFF2-40B4-BE49-F238E27FC236}">
                <a16:creationId xmlns:a16="http://schemas.microsoft.com/office/drawing/2014/main" id="{178F001C-F6FC-A47F-5C3C-93DADBEC580B}"/>
              </a:ext>
            </a:extLst>
          </p:cNvPr>
          <p:cNvSpPr/>
          <p:nvPr/>
        </p:nvSpPr>
        <p:spPr>
          <a:xfrm>
            <a:off x="11488215" y="538181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115" name="오른쪽 대괄호 1114">
            <a:extLst>
              <a:ext uri="{FF2B5EF4-FFF2-40B4-BE49-F238E27FC236}">
                <a16:creationId xmlns:a16="http://schemas.microsoft.com/office/drawing/2014/main" id="{F1164EC4-E659-1327-E77F-B2BE68018D55}"/>
              </a:ext>
            </a:extLst>
          </p:cNvPr>
          <p:cNvSpPr/>
          <p:nvPr/>
        </p:nvSpPr>
        <p:spPr>
          <a:xfrm>
            <a:off x="10277226" y="5499093"/>
            <a:ext cx="45719" cy="104761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8" name="타원 1117">
            <a:extLst>
              <a:ext uri="{FF2B5EF4-FFF2-40B4-BE49-F238E27FC236}">
                <a16:creationId xmlns:a16="http://schemas.microsoft.com/office/drawing/2014/main" id="{18BA03C0-ABF8-FE39-ED59-A5A233FCCAB4}"/>
              </a:ext>
            </a:extLst>
          </p:cNvPr>
          <p:cNvSpPr/>
          <p:nvPr/>
        </p:nvSpPr>
        <p:spPr>
          <a:xfrm>
            <a:off x="11414396" y="491033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119" name="TextBox 1118">
            <a:extLst>
              <a:ext uri="{FF2B5EF4-FFF2-40B4-BE49-F238E27FC236}">
                <a16:creationId xmlns:a16="http://schemas.microsoft.com/office/drawing/2014/main" id="{04570876-BDF7-5A68-0B2F-ED422AD8D9F6}"/>
              </a:ext>
            </a:extLst>
          </p:cNvPr>
          <p:cNvSpPr txBox="1"/>
          <p:nvPr/>
        </p:nvSpPr>
        <p:spPr>
          <a:xfrm>
            <a:off x="10380190" y="5454931"/>
            <a:ext cx="73310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VBREF_0496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120" name="TextBox 1119">
            <a:extLst>
              <a:ext uri="{FF2B5EF4-FFF2-40B4-BE49-F238E27FC236}">
                <a16:creationId xmlns:a16="http://schemas.microsoft.com/office/drawing/2014/main" id="{17D3E984-392A-04E4-31F7-4D4E027F1562}"/>
              </a:ext>
            </a:extLst>
          </p:cNvPr>
          <p:cNvSpPr txBox="1"/>
          <p:nvPr/>
        </p:nvSpPr>
        <p:spPr>
          <a:xfrm>
            <a:off x="10972571" y="5460248"/>
            <a:ext cx="38323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ratio=0.33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30C8BCE6-CB96-063E-AF19-1760FDCAE9D9}"/>
              </a:ext>
            </a:extLst>
          </p:cNvPr>
          <p:cNvSpPr txBox="1"/>
          <p:nvPr/>
        </p:nvSpPr>
        <p:spPr>
          <a:xfrm>
            <a:off x="10944372" y="4925394"/>
            <a:ext cx="38323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ratio=0.5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ED9F1998-71B1-8440-89C8-163327D9F901}"/>
              </a:ext>
            </a:extLst>
          </p:cNvPr>
          <p:cNvSpPr txBox="1"/>
          <p:nvPr/>
        </p:nvSpPr>
        <p:spPr>
          <a:xfrm>
            <a:off x="10340996" y="3895992"/>
            <a:ext cx="1156759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b="1" dirty="0">
                <a:latin typeface="+mn-ea"/>
              </a:rPr>
              <a:t>IONBOX Block</a:t>
            </a:r>
            <a:endParaRPr lang="ko-KR" altLang="en-US" sz="1000" b="1" dirty="0">
              <a:latin typeface="+mn-ea"/>
            </a:endParaRPr>
          </a:p>
        </p:txBody>
      </p:sp>
      <p:cxnSp>
        <p:nvCxnSpPr>
          <p:cNvPr id="1123" name="직선 연결선 1122">
            <a:extLst>
              <a:ext uri="{FF2B5EF4-FFF2-40B4-BE49-F238E27FC236}">
                <a16:creationId xmlns:a16="http://schemas.microsoft.com/office/drawing/2014/main" id="{3FA7D9FF-4B37-41E7-F44F-DBA9873DA292}"/>
              </a:ext>
            </a:extLst>
          </p:cNvPr>
          <p:cNvCxnSpPr>
            <a:cxnSpLocks/>
          </p:cNvCxnSpPr>
          <p:nvPr/>
        </p:nvCxnSpPr>
        <p:spPr>
          <a:xfrm>
            <a:off x="8674037" y="6791325"/>
            <a:ext cx="3428315" cy="0"/>
          </a:xfrm>
          <a:prstGeom prst="line">
            <a:avLst/>
          </a:prstGeom>
          <a:ln w="254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4" name="직사각형 1123">
            <a:extLst>
              <a:ext uri="{FF2B5EF4-FFF2-40B4-BE49-F238E27FC236}">
                <a16:creationId xmlns:a16="http://schemas.microsoft.com/office/drawing/2014/main" id="{48894679-E604-7DBE-9385-E173EFD14144}"/>
              </a:ext>
            </a:extLst>
          </p:cNvPr>
          <p:cNvSpPr/>
          <p:nvPr/>
        </p:nvSpPr>
        <p:spPr>
          <a:xfrm>
            <a:off x="9566162" y="5229359"/>
            <a:ext cx="2013062" cy="60151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26" name="TextBox 1125">
            <a:extLst>
              <a:ext uri="{FF2B5EF4-FFF2-40B4-BE49-F238E27FC236}">
                <a16:creationId xmlns:a16="http://schemas.microsoft.com/office/drawing/2014/main" id="{44A0EB49-90AB-446A-74A4-72DC1917884B}"/>
              </a:ext>
            </a:extLst>
          </p:cNvPr>
          <p:cNvSpPr txBox="1"/>
          <p:nvPr/>
        </p:nvSpPr>
        <p:spPr>
          <a:xfrm>
            <a:off x="3531411" y="2977988"/>
            <a:ext cx="90359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solidFill>
                  <a:srgbClr val="FF0000"/>
                </a:solidFill>
                <a:latin typeface="+mn-ea"/>
              </a:rPr>
              <a:t>out range : 0 ~ 4.096V</a:t>
            </a:r>
            <a:endParaRPr lang="ko-KR" altLang="en-US" sz="600" b="1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1132" name="직선 화살표 연결선 1131">
            <a:extLst>
              <a:ext uri="{FF2B5EF4-FFF2-40B4-BE49-F238E27FC236}">
                <a16:creationId xmlns:a16="http://schemas.microsoft.com/office/drawing/2014/main" id="{5AE737CA-F713-F5EA-FEBD-28ED4B2C599B}"/>
              </a:ext>
            </a:extLst>
          </p:cNvPr>
          <p:cNvCxnSpPr>
            <a:cxnSpLocks/>
          </p:cNvCxnSpPr>
          <p:nvPr/>
        </p:nvCxnSpPr>
        <p:spPr>
          <a:xfrm>
            <a:off x="8406352" y="982103"/>
            <a:ext cx="18202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4" name="직선 연결선 1133">
            <a:extLst>
              <a:ext uri="{FF2B5EF4-FFF2-40B4-BE49-F238E27FC236}">
                <a16:creationId xmlns:a16="http://schemas.microsoft.com/office/drawing/2014/main" id="{A059C474-7D0F-ACBF-7295-D47DAD7164CE}"/>
              </a:ext>
            </a:extLst>
          </p:cNvPr>
          <p:cNvCxnSpPr>
            <a:cxnSpLocks/>
          </p:cNvCxnSpPr>
          <p:nvPr/>
        </p:nvCxnSpPr>
        <p:spPr>
          <a:xfrm flipV="1">
            <a:off x="8588225" y="986895"/>
            <a:ext cx="0" cy="1277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6" name="타원 1135">
            <a:extLst>
              <a:ext uri="{FF2B5EF4-FFF2-40B4-BE49-F238E27FC236}">
                <a16:creationId xmlns:a16="http://schemas.microsoft.com/office/drawing/2014/main" id="{1C8E45E9-3B2D-CB22-1006-51CAD22A7388}"/>
              </a:ext>
            </a:extLst>
          </p:cNvPr>
          <p:cNvSpPr/>
          <p:nvPr/>
        </p:nvSpPr>
        <p:spPr>
          <a:xfrm>
            <a:off x="8564109" y="109422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138" name="타원 1137">
            <a:extLst>
              <a:ext uri="{FF2B5EF4-FFF2-40B4-BE49-F238E27FC236}">
                <a16:creationId xmlns:a16="http://schemas.microsoft.com/office/drawing/2014/main" id="{9EEB4681-EE04-5FCF-B6DF-0B3BF6267F76}"/>
              </a:ext>
            </a:extLst>
          </p:cNvPr>
          <p:cNvSpPr/>
          <p:nvPr/>
        </p:nvSpPr>
        <p:spPr>
          <a:xfrm>
            <a:off x="6776108" y="207381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139" name="TextBox 1138">
            <a:extLst>
              <a:ext uri="{FF2B5EF4-FFF2-40B4-BE49-F238E27FC236}">
                <a16:creationId xmlns:a16="http://schemas.microsoft.com/office/drawing/2014/main" id="{3C702AD9-0E99-E924-0C3D-9EFD0B41FF82}"/>
              </a:ext>
            </a:extLst>
          </p:cNvPr>
          <p:cNvSpPr txBox="1"/>
          <p:nvPr/>
        </p:nvSpPr>
        <p:spPr>
          <a:xfrm>
            <a:off x="5878121" y="566797"/>
            <a:ext cx="49736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latin typeface="+mn-ea"/>
              </a:rPr>
              <a:t>VREF_4096</a:t>
            </a:r>
            <a:endParaRPr lang="ko-KR" altLang="en-US" sz="600" b="1" dirty="0">
              <a:latin typeface="+mn-ea"/>
            </a:endParaRPr>
          </a:p>
        </p:txBody>
      </p:sp>
      <p:cxnSp>
        <p:nvCxnSpPr>
          <p:cNvPr id="1163" name="직선 화살표 연결선 1162">
            <a:extLst>
              <a:ext uri="{FF2B5EF4-FFF2-40B4-BE49-F238E27FC236}">
                <a16:creationId xmlns:a16="http://schemas.microsoft.com/office/drawing/2014/main" id="{0E832845-9263-3C9A-DD77-4516CAEB27BB}"/>
              </a:ext>
            </a:extLst>
          </p:cNvPr>
          <p:cNvCxnSpPr>
            <a:cxnSpLocks/>
          </p:cNvCxnSpPr>
          <p:nvPr/>
        </p:nvCxnSpPr>
        <p:spPr>
          <a:xfrm flipH="1">
            <a:off x="6755606" y="6487949"/>
            <a:ext cx="348821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TextBox 296">
            <a:extLst>
              <a:ext uri="{FF2B5EF4-FFF2-40B4-BE49-F238E27FC236}">
                <a16:creationId xmlns:a16="http://schemas.microsoft.com/office/drawing/2014/main" id="{2E849743-CF5F-8BD6-E40C-FA6AEEEF9900}"/>
              </a:ext>
            </a:extLst>
          </p:cNvPr>
          <p:cNvSpPr txBox="1"/>
          <p:nvPr/>
        </p:nvSpPr>
        <p:spPr>
          <a:xfrm>
            <a:off x="5353918" y="2288630"/>
            <a:ext cx="51996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solidFill>
                  <a:srgbClr val="FF0000"/>
                </a:solidFill>
                <a:latin typeface="+mn-ea"/>
              </a:rPr>
              <a:t>I2C:1101_001</a:t>
            </a:r>
            <a:endParaRPr lang="ko-KR" altLang="en-US" sz="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BE42F5D6-CFA2-0720-1349-71E28BBE23F7}"/>
              </a:ext>
            </a:extLst>
          </p:cNvPr>
          <p:cNvSpPr txBox="1"/>
          <p:nvPr/>
        </p:nvSpPr>
        <p:spPr>
          <a:xfrm>
            <a:off x="5352684" y="1777492"/>
            <a:ext cx="51996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solidFill>
                  <a:srgbClr val="FF0000"/>
                </a:solidFill>
                <a:latin typeface="+mn-ea"/>
              </a:rPr>
              <a:t>I2C:1101_000</a:t>
            </a:r>
            <a:endParaRPr lang="ko-KR" altLang="en-US" sz="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02" name="TextBox 601">
            <a:extLst>
              <a:ext uri="{FF2B5EF4-FFF2-40B4-BE49-F238E27FC236}">
                <a16:creationId xmlns:a16="http://schemas.microsoft.com/office/drawing/2014/main" id="{1D626C52-3B74-A97D-EA61-D4405D09741F}"/>
              </a:ext>
            </a:extLst>
          </p:cNvPr>
          <p:cNvSpPr txBox="1"/>
          <p:nvPr/>
        </p:nvSpPr>
        <p:spPr>
          <a:xfrm>
            <a:off x="6714515" y="183238"/>
            <a:ext cx="813275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u="sng" dirty="0">
                <a:solidFill>
                  <a:srgbClr val="7030A0"/>
                </a:solidFill>
                <a:latin typeface="+mn-ea"/>
              </a:rPr>
              <a:t>ADC required items</a:t>
            </a:r>
          </a:p>
          <a:p>
            <a:r>
              <a:rPr lang="en-US" altLang="ko-KR" sz="600" dirty="0">
                <a:solidFill>
                  <a:srgbClr val="7030A0"/>
                </a:solidFill>
                <a:latin typeface="+mn-ea"/>
              </a:rPr>
              <a:t>1) Q_DC+</a:t>
            </a:r>
          </a:p>
          <a:p>
            <a:r>
              <a:rPr lang="en-US" altLang="ko-KR" sz="600" dirty="0">
                <a:solidFill>
                  <a:srgbClr val="7030A0"/>
                </a:solidFill>
                <a:latin typeface="+mn-ea"/>
              </a:rPr>
              <a:t>2) Q_DC-</a:t>
            </a:r>
          </a:p>
          <a:p>
            <a:r>
              <a:rPr lang="en-US" altLang="ko-KR" sz="600" dirty="0">
                <a:solidFill>
                  <a:srgbClr val="7030A0"/>
                </a:solidFill>
                <a:latin typeface="+mn-ea"/>
              </a:rPr>
              <a:t>3) +215V</a:t>
            </a:r>
          </a:p>
          <a:p>
            <a:r>
              <a:rPr lang="en-US" altLang="ko-KR" sz="600" dirty="0">
                <a:solidFill>
                  <a:srgbClr val="7030A0"/>
                </a:solidFill>
                <a:latin typeface="+mn-ea"/>
              </a:rPr>
              <a:t>4) +110V</a:t>
            </a:r>
          </a:p>
          <a:p>
            <a:r>
              <a:rPr lang="en-US" altLang="ko-KR" sz="600" dirty="0">
                <a:solidFill>
                  <a:srgbClr val="7030A0"/>
                </a:solidFill>
                <a:latin typeface="+mn-ea"/>
              </a:rPr>
              <a:t>5) -110V</a:t>
            </a:r>
          </a:p>
          <a:p>
            <a:r>
              <a:rPr lang="en-US" altLang="ko-KR" sz="600" dirty="0">
                <a:solidFill>
                  <a:srgbClr val="7030A0"/>
                </a:solidFill>
                <a:latin typeface="+mn-ea"/>
              </a:rPr>
              <a:t>6) FIL_OS</a:t>
            </a:r>
          </a:p>
          <a:p>
            <a:r>
              <a:rPr lang="en-US" altLang="ko-KR" sz="600" dirty="0">
                <a:solidFill>
                  <a:srgbClr val="7030A0"/>
                </a:solidFill>
                <a:latin typeface="+mn-ea"/>
              </a:rPr>
              <a:t>7) IONBOX_OS</a:t>
            </a:r>
          </a:p>
          <a:p>
            <a:r>
              <a:rPr lang="en-US" altLang="ko-KR" sz="600" dirty="0">
                <a:solidFill>
                  <a:srgbClr val="7030A0"/>
                </a:solidFill>
                <a:latin typeface="+mn-ea"/>
              </a:rPr>
              <a:t>8) LENS_DC</a:t>
            </a:r>
            <a:endParaRPr lang="ko-KR" altLang="en-US" sz="600" dirty="0">
              <a:solidFill>
                <a:srgbClr val="7030A0"/>
              </a:solidFill>
              <a:latin typeface="+mn-ea"/>
            </a:endParaRPr>
          </a:p>
        </p:txBody>
      </p:sp>
      <p:sp>
        <p:nvSpPr>
          <p:cNvPr id="619" name="직사각형 618">
            <a:extLst>
              <a:ext uri="{FF2B5EF4-FFF2-40B4-BE49-F238E27FC236}">
                <a16:creationId xmlns:a16="http://schemas.microsoft.com/office/drawing/2014/main" id="{B8F403FD-E46B-E14C-6299-3CDFF8D38FF5}"/>
              </a:ext>
            </a:extLst>
          </p:cNvPr>
          <p:cNvSpPr/>
          <p:nvPr/>
        </p:nvSpPr>
        <p:spPr>
          <a:xfrm>
            <a:off x="5298235" y="1341366"/>
            <a:ext cx="779483" cy="1592331"/>
          </a:xfrm>
          <a:prstGeom prst="rect">
            <a:avLst/>
          </a:prstGeom>
          <a:noFill/>
          <a:ln w="1905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43" name="직선 화살표 연결선 642">
            <a:extLst>
              <a:ext uri="{FF2B5EF4-FFF2-40B4-BE49-F238E27FC236}">
                <a16:creationId xmlns:a16="http://schemas.microsoft.com/office/drawing/2014/main" id="{0118E0F0-9A8C-8A8F-CC27-F7CB140BDB76}"/>
              </a:ext>
            </a:extLst>
          </p:cNvPr>
          <p:cNvCxnSpPr>
            <a:cxnSpLocks/>
          </p:cNvCxnSpPr>
          <p:nvPr/>
        </p:nvCxnSpPr>
        <p:spPr>
          <a:xfrm flipH="1">
            <a:off x="6096000" y="297363"/>
            <a:ext cx="519284" cy="104400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6" name="직사각형 665">
            <a:extLst>
              <a:ext uri="{FF2B5EF4-FFF2-40B4-BE49-F238E27FC236}">
                <a16:creationId xmlns:a16="http://schemas.microsoft.com/office/drawing/2014/main" id="{C2B2C40B-8100-A416-ACDF-92BA18F693FB}"/>
              </a:ext>
            </a:extLst>
          </p:cNvPr>
          <p:cNvSpPr/>
          <p:nvPr/>
        </p:nvSpPr>
        <p:spPr>
          <a:xfrm>
            <a:off x="9434607" y="2780823"/>
            <a:ext cx="763407" cy="1082592"/>
          </a:xfrm>
          <a:prstGeom prst="rect">
            <a:avLst/>
          </a:prstGeom>
          <a:noFill/>
          <a:ln w="1905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18C1E818-FB15-51A3-AD38-C88553AB288A}"/>
              </a:ext>
            </a:extLst>
          </p:cNvPr>
          <p:cNvSpPr txBox="1"/>
          <p:nvPr/>
        </p:nvSpPr>
        <p:spPr>
          <a:xfrm>
            <a:off x="8254111" y="3391134"/>
            <a:ext cx="813275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u="sng" dirty="0">
                <a:solidFill>
                  <a:srgbClr val="7030A0"/>
                </a:solidFill>
                <a:latin typeface="+mn-ea"/>
              </a:rPr>
              <a:t>ADC required items</a:t>
            </a:r>
          </a:p>
          <a:p>
            <a:r>
              <a:rPr lang="en-US" altLang="ko-KR" sz="600" dirty="0">
                <a:solidFill>
                  <a:srgbClr val="7030A0"/>
                </a:solidFill>
                <a:latin typeface="+mn-ea"/>
              </a:rPr>
              <a:t>1) FIL1_V</a:t>
            </a:r>
          </a:p>
          <a:p>
            <a:r>
              <a:rPr lang="en-US" altLang="ko-KR" sz="600" dirty="0">
                <a:solidFill>
                  <a:srgbClr val="7030A0"/>
                </a:solidFill>
                <a:latin typeface="+mn-ea"/>
              </a:rPr>
              <a:t>2) FIL2_V</a:t>
            </a:r>
          </a:p>
          <a:p>
            <a:r>
              <a:rPr lang="en-US" altLang="ko-KR" sz="600" dirty="0">
                <a:solidFill>
                  <a:srgbClr val="7030A0"/>
                </a:solidFill>
                <a:latin typeface="+mn-ea"/>
              </a:rPr>
              <a:t>3) F_CURRENT</a:t>
            </a:r>
          </a:p>
          <a:p>
            <a:r>
              <a:rPr lang="en-US" altLang="ko-KR" sz="600" dirty="0">
                <a:solidFill>
                  <a:srgbClr val="7030A0"/>
                </a:solidFill>
                <a:latin typeface="+mn-ea"/>
              </a:rPr>
              <a:t>4) FIL_3V</a:t>
            </a:r>
          </a:p>
        </p:txBody>
      </p:sp>
      <p:cxnSp>
        <p:nvCxnSpPr>
          <p:cNvPr id="680" name="직선 화살표 연결선 679">
            <a:extLst>
              <a:ext uri="{FF2B5EF4-FFF2-40B4-BE49-F238E27FC236}">
                <a16:creationId xmlns:a16="http://schemas.microsoft.com/office/drawing/2014/main" id="{E5574AD6-43B8-4E2B-40B3-2B642F8FAA2A}"/>
              </a:ext>
            </a:extLst>
          </p:cNvPr>
          <p:cNvCxnSpPr>
            <a:cxnSpLocks/>
          </p:cNvCxnSpPr>
          <p:nvPr/>
        </p:nvCxnSpPr>
        <p:spPr>
          <a:xfrm>
            <a:off x="8816340" y="3519203"/>
            <a:ext cx="618267" cy="10791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직선 연결선 862">
            <a:extLst>
              <a:ext uri="{FF2B5EF4-FFF2-40B4-BE49-F238E27FC236}">
                <a16:creationId xmlns:a16="http://schemas.microsoft.com/office/drawing/2014/main" id="{83E43733-460F-8C73-4E96-12182C3C576E}"/>
              </a:ext>
            </a:extLst>
          </p:cNvPr>
          <p:cNvCxnSpPr>
            <a:cxnSpLocks/>
          </p:cNvCxnSpPr>
          <p:nvPr/>
        </p:nvCxnSpPr>
        <p:spPr>
          <a:xfrm>
            <a:off x="5143501" y="1018142"/>
            <a:ext cx="190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5" name="직선 연결선 864">
            <a:extLst>
              <a:ext uri="{FF2B5EF4-FFF2-40B4-BE49-F238E27FC236}">
                <a16:creationId xmlns:a16="http://schemas.microsoft.com/office/drawing/2014/main" id="{1D2D8DB1-A474-473B-0C34-4318AD23736A}"/>
              </a:ext>
            </a:extLst>
          </p:cNvPr>
          <p:cNvCxnSpPr>
            <a:cxnSpLocks/>
          </p:cNvCxnSpPr>
          <p:nvPr/>
        </p:nvCxnSpPr>
        <p:spPr>
          <a:xfrm flipV="1">
            <a:off x="5147043" y="606276"/>
            <a:ext cx="0" cy="4102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4" name="직사각형 853">
            <a:extLst>
              <a:ext uri="{FF2B5EF4-FFF2-40B4-BE49-F238E27FC236}">
                <a16:creationId xmlns:a16="http://schemas.microsoft.com/office/drawing/2014/main" id="{3BDED212-D4A8-6E50-29B6-A765C6386744}"/>
              </a:ext>
            </a:extLst>
          </p:cNvPr>
          <p:cNvSpPr/>
          <p:nvPr/>
        </p:nvSpPr>
        <p:spPr>
          <a:xfrm>
            <a:off x="5055497" y="759696"/>
            <a:ext cx="196612" cy="19508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  <a:latin typeface="+mn-ea"/>
              </a:rPr>
              <a:t>1/2</a:t>
            </a:r>
          </a:p>
        </p:txBody>
      </p:sp>
      <p:sp>
        <p:nvSpPr>
          <p:cNvPr id="937" name="타원 936">
            <a:extLst>
              <a:ext uri="{FF2B5EF4-FFF2-40B4-BE49-F238E27FC236}">
                <a16:creationId xmlns:a16="http://schemas.microsoft.com/office/drawing/2014/main" id="{D7ACD8D3-25F8-631E-C4EE-042C36CF472D}"/>
              </a:ext>
            </a:extLst>
          </p:cNvPr>
          <p:cNvSpPr/>
          <p:nvPr/>
        </p:nvSpPr>
        <p:spPr>
          <a:xfrm>
            <a:off x="5125283" y="58851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60257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CDEBE-6650-5F2A-F1A5-B0378DDC2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9B65DD-0B29-3FD2-A062-5C2417F86B97}"/>
              </a:ext>
            </a:extLst>
          </p:cNvPr>
          <p:cNvSpPr txBox="1"/>
          <p:nvPr/>
        </p:nvSpPr>
        <p:spPr>
          <a:xfrm>
            <a:off x="263229" y="3781"/>
            <a:ext cx="6771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b="1" u="sng" dirty="0"/>
              <a:t>ATIK IDBB rev0.1 Block Diagram (3/3)</a:t>
            </a:r>
            <a:endParaRPr lang="ko-KR" altLang="en-US" b="1" u="sng" dirty="0"/>
          </a:p>
        </p:txBody>
      </p:sp>
      <p:cxnSp>
        <p:nvCxnSpPr>
          <p:cNvPr id="616" name="직선 연결선 615">
            <a:extLst>
              <a:ext uri="{FF2B5EF4-FFF2-40B4-BE49-F238E27FC236}">
                <a16:creationId xmlns:a16="http://schemas.microsoft.com/office/drawing/2014/main" id="{B3DE8002-30B5-2404-B5AF-C1B317E80A18}"/>
              </a:ext>
            </a:extLst>
          </p:cNvPr>
          <p:cNvCxnSpPr>
            <a:cxnSpLocks/>
          </p:cNvCxnSpPr>
          <p:nvPr/>
        </p:nvCxnSpPr>
        <p:spPr>
          <a:xfrm>
            <a:off x="2023054" y="2611823"/>
            <a:ext cx="8026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7" name="직선 연결선 876">
            <a:extLst>
              <a:ext uri="{FF2B5EF4-FFF2-40B4-BE49-F238E27FC236}">
                <a16:creationId xmlns:a16="http://schemas.microsoft.com/office/drawing/2014/main" id="{AD8939AD-9352-28C0-9C3D-4427B01FB93F}"/>
              </a:ext>
            </a:extLst>
          </p:cNvPr>
          <p:cNvCxnSpPr>
            <a:cxnSpLocks/>
          </p:cNvCxnSpPr>
          <p:nvPr/>
        </p:nvCxnSpPr>
        <p:spPr>
          <a:xfrm>
            <a:off x="1781115" y="2717518"/>
            <a:ext cx="241938" cy="0"/>
          </a:xfrm>
          <a:prstGeom prst="line">
            <a:avLst/>
          </a:prstGeom>
          <a:ln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6" name="직선 연결선 885">
            <a:extLst>
              <a:ext uri="{FF2B5EF4-FFF2-40B4-BE49-F238E27FC236}">
                <a16:creationId xmlns:a16="http://schemas.microsoft.com/office/drawing/2014/main" id="{E266EDBD-4D2B-7251-5960-32A0E5E7C4E9}"/>
              </a:ext>
            </a:extLst>
          </p:cNvPr>
          <p:cNvCxnSpPr>
            <a:cxnSpLocks/>
          </p:cNvCxnSpPr>
          <p:nvPr/>
        </p:nvCxnSpPr>
        <p:spPr>
          <a:xfrm>
            <a:off x="2023053" y="2375010"/>
            <a:ext cx="0" cy="2368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8" name="직선 연결선 887">
            <a:extLst>
              <a:ext uri="{FF2B5EF4-FFF2-40B4-BE49-F238E27FC236}">
                <a16:creationId xmlns:a16="http://schemas.microsoft.com/office/drawing/2014/main" id="{A0BEF692-A0CF-2A60-F6C6-E656C9978484}"/>
              </a:ext>
            </a:extLst>
          </p:cNvPr>
          <p:cNvCxnSpPr>
            <a:cxnSpLocks/>
          </p:cNvCxnSpPr>
          <p:nvPr/>
        </p:nvCxnSpPr>
        <p:spPr>
          <a:xfrm>
            <a:off x="2979590" y="2262767"/>
            <a:ext cx="5724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3" name="타원 892">
            <a:extLst>
              <a:ext uri="{FF2B5EF4-FFF2-40B4-BE49-F238E27FC236}">
                <a16:creationId xmlns:a16="http://schemas.microsoft.com/office/drawing/2014/main" id="{0F67DCEA-871E-1D2D-0105-C454DDC03864}"/>
              </a:ext>
            </a:extLst>
          </p:cNvPr>
          <p:cNvSpPr/>
          <p:nvPr/>
        </p:nvSpPr>
        <p:spPr>
          <a:xfrm>
            <a:off x="2000194" y="258924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grpSp>
        <p:nvGrpSpPr>
          <p:cNvPr id="919" name="그룹 918">
            <a:extLst>
              <a:ext uri="{FF2B5EF4-FFF2-40B4-BE49-F238E27FC236}">
                <a16:creationId xmlns:a16="http://schemas.microsoft.com/office/drawing/2014/main" id="{A934C374-AC26-7AF5-BA00-53BD62C0775F}"/>
              </a:ext>
            </a:extLst>
          </p:cNvPr>
          <p:cNvGrpSpPr/>
          <p:nvPr/>
        </p:nvGrpSpPr>
        <p:grpSpPr>
          <a:xfrm>
            <a:off x="1570625" y="2611823"/>
            <a:ext cx="136663" cy="106468"/>
            <a:chOff x="2581137" y="2065628"/>
            <a:chExt cx="136663" cy="106468"/>
          </a:xfrm>
        </p:grpSpPr>
        <p:cxnSp>
          <p:nvCxnSpPr>
            <p:cNvPr id="920" name="직선 연결선 919">
              <a:extLst>
                <a:ext uri="{FF2B5EF4-FFF2-40B4-BE49-F238E27FC236}">
                  <a16:creationId xmlns:a16="http://schemas.microsoft.com/office/drawing/2014/main" id="{A860083C-463E-B95B-413D-23FF7AA62BD5}"/>
                </a:ext>
              </a:extLst>
            </p:cNvPr>
            <p:cNvCxnSpPr>
              <a:cxnSpLocks/>
            </p:cNvCxnSpPr>
            <p:nvPr/>
          </p:nvCxnSpPr>
          <p:spPr>
            <a:xfrm>
              <a:off x="2661273" y="2065628"/>
              <a:ext cx="0" cy="562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직선 연결선 924">
              <a:extLst>
                <a:ext uri="{FF2B5EF4-FFF2-40B4-BE49-F238E27FC236}">
                  <a16:creationId xmlns:a16="http://schemas.microsoft.com/office/drawing/2014/main" id="{0DF23D6E-0DF8-9A6C-7A15-6A45BF54CED7}"/>
                </a:ext>
              </a:extLst>
            </p:cNvPr>
            <p:cNvCxnSpPr>
              <a:cxnSpLocks/>
            </p:cNvCxnSpPr>
            <p:nvPr/>
          </p:nvCxnSpPr>
          <p:spPr>
            <a:xfrm>
              <a:off x="2599189" y="2121909"/>
              <a:ext cx="1186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6" name="직선 연결선 925">
              <a:extLst>
                <a:ext uri="{FF2B5EF4-FFF2-40B4-BE49-F238E27FC236}">
                  <a16:creationId xmlns:a16="http://schemas.microsoft.com/office/drawing/2014/main" id="{178D93E6-76DB-61CF-A5FA-FA063CD1CC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2400" y="2121909"/>
              <a:ext cx="49414" cy="494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직선 연결선 926">
              <a:extLst>
                <a:ext uri="{FF2B5EF4-FFF2-40B4-BE49-F238E27FC236}">
                  <a16:creationId xmlns:a16="http://schemas.microsoft.com/office/drawing/2014/main" id="{79BEF06A-9FE3-5DA7-AA67-FB2D9B39E3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1263" y="2121910"/>
              <a:ext cx="50186" cy="501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직선 연결선 928">
              <a:extLst>
                <a:ext uri="{FF2B5EF4-FFF2-40B4-BE49-F238E27FC236}">
                  <a16:creationId xmlns:a16="http://schemas.microsoft.com/office/drawing/2014/main" id="{EA5846AD-C75E-F519-BB80-94946D76E6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81137" y="2121909"/>
              <a:ext cx="49602" cy="4960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2" name="그룹 581">
            <a:extLst>
              <a:ext uri="{FF2B5EF4-FFF2-40B4-BE49-F238E27FC236}">
                <a16:creationId xmlns:a16="http://schemas.microsoft.com/office/drawing/2014/main" id="{B4F860D3-116A-91D9-9356-ECF612E89955}"/>
              </a:ext>
            </a:extLst>
          </p:cNvPr>
          <p:cNvGrpSpPr/>
          <p:nvPr/>
        </p:nvGrpSpPr>
        <p:grpSpPr>
          <a:xfrm>
            <a:off x="2393564" y="1873841"/>
            <a:ext cx="645423" cy="637000"/>
            <a:chOff x="4710113" y="3293876"/>
            <a:chExt cx="645423" cy="637000"/>
          </a:xfrm>
        </p:grpSpPr>
        <p:sp>
          <p:nvSpPr>
            <p:cNvPr id="872" name="TextBox 871">
              <a:extLst>
                <a:ext uri="{FF2B5EF4-FFF2-40B4-BE49-F238E27FC236}">
                  <a16:creationId xmlns:a16="http://schemas.microsoft.com/office/drawing/2014/main" id="{68322EDD-792D-1985-F937-50B946FE5558}"/>
                </a:ext>
              </a:extLst>
            </p:cNvPr>
            <p:cNvSpPr txBox="1"/>
            <p:nvPr/>
          </p:nvSpPr>
          <p:spPr>
            <a:xfrm>
              <a:off x="4987821" y="3419621"/>
              <a:ext cx="36771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+215V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876" name="TextBox 875">
              <a:extLst>
                <a:ext uri="{FF2B5EF4-FFF2-40B4-BE49-F238E27FC236}">
                  <a16:creationId xmlns:a16="http://schemas.microsoft.com/office/drawing/2014/main" id="{3826D815-C1C0-AB2C-99FB-0091440BA1E2}"/>
                </a:ext>
              </a:extLst>
            </p:cNvPr>
            <p:cNvSpPr txBox="1"/>
            <p:nvPr/>
          </p:nvSpPr>
          <p:spPr>
            <a:xfrm>
              <a:off x="5002030" y="3802595"/>
              <a:ext cx="26543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-5V</a:t>
              </a:r>
              <a:endParaRPr lang="ko-KR" altLang="en-US" sz="800" dirty="0">
                <a:latin typeface="+mn-ea"/>
              </a:endParaRPr>
            </a:p>
          </p:txBody>
        </p:sp>
        <p:grpSp>
          <p:nvGrpSpPr>
            <p:cNvPr id="313" name="그룹 312">
              <a:extLst>
                <a:ext uri="{FF2B5EF4-FFF2-40B4-BE49-F238E27FC236}">
                  <a16:creationId xmlns:a16="http://schemas.microsoft.com/office/drawing/2014/main" id="{A330CF28-4E0B-984F-F186-BD7F030974BD}"/>
                </a:ext>
              </a:extLst>
            </p:cNvPr>
            <p:cNvGrpSpPr/>
            <p:nvPr/>
          </p:nvGrpSpPr>
          <p:grpSpPr>
            <a:xfrm>
              <a:off x="4710113" y="3293876"/>
              <a:ext cx="613584" cy="637000"/>
              <a:chOff x="4710113" y="3293876"/>
              <a:chExt cx="613584" cy="637000"/>
            </a:xfrm>
          </p:grpSpPr>
          <p:sp>
            <p:nvSpPr>
              <p:cNvPr id="905" name="이등변 삼각형 904">
                <a:extLst>
                  <a:ext uri="{FF2B5EF4-FFF2-40B4-BE49-F238E27FC236}">
                    <a16:creationId xmlns:a16="http://schemas.microsoft.com/office/drawing/2014/main" id="{2BE9123B-CFBF-CBD1-D47B-6EB292ED5B98}"/>
                  </a:ext>
                </a:extLst>
              </p:cNvPr>
              <p:cNvSpPr/>
              <p:nvPr/>
            </p:nvSpPr>
            <p:spPr>
              <a:xfrm rot="5400000">
                <a:off x="4793222" y="3499429"/>
                <a:ext cx="414779" cy="357568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906" name="TextBox 905">
                <a:extLst>
                  <a:ext uri="{FF2B5EF4-FFF2-40B4-BE49-F238E27FC236}">
                    <a16:creationId xmlns:a16="http://schemas.microsoft.com/office/drawing/2014/main" id="{5652D1F0-EEC6-B18C-8B4E-8CD70F0F2214}"/>
                  </a:ext>
                </a:extLst>
              </p:cNvPr>
              <p:cNvSpPr txBox="1"/>
              <p:nvPr/>
            </p:nvSpPr>
            <p:spPr>
              <a:xfrm>
                <a:off x="4832517" y="3517982"/>
                <a:ext cx="143202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+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908" name="TextBox 907">
                <a:extLst>
                  <a:ext uri="{FF2B5EF4-FFF2-40B4-BE49-F238E27FC236}">
                    <a16:creationId xmlns:a16="http://schemas.microsoft.com/office/drawing/2014/main" id="{D15449AB-1E3D-3F9E-282C-65172D9E12EE}"/>
                  </a:ext>
                </a:extLst>
              </p:cNvPr>
              <p:cNvSpPr txBox="1"/>
              <p:nvPr/>
            </p:nvSpPr>
            <p:spPr>
              <a:xfrm>
                <a:off x="4846979" y="3726347"/>
                <a:ext cx="11427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-</a:t>
                </a:r>
                <a:endParaRPr lang="ko-KR" altLang="en-US" sz="800" dirty="0">
                  <a:latin typeface="+mn-ea"/>
                </a:endParaRPr>
              </a:p>
            </p:txBody>
          </p:sp>
          <p:cxnSp>
            <p:nvCxnSpPr>
              <p:cNvPr id="870" name="직선 연결선 869">
                <a:extLst>
                  <a:ext uri="{FF2B5EF4-FFF2-40B4-BE49-F238E27FC236}">
                    <a16:creationId xmlns:a16="http://schemas.microsoft.com/office/drawing/2014/main" id="{9A9CD4C8-0892-4124-2609-816FAC73CE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3860" y="3427361"/>
                <a:ext cx="0" cy="1334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7" name="직선 연결선 886">
                <a:extLst>
                  <a:ext uri="{FF2B5EF4-FFF2-40B4-BE49-F238E27FC236}">
                    <a16:creationId xmlns:a16="http://schemas.microsoft.com/office/drawing/2014/main" id="{44F73199-72F2-D61B-5C42-0DE60403EC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10113" y="3589426"/>
                <a:ext cx="11171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직선 연결선 296">
                <a:extLst>
                  <a:ext uri="{FF2B5EF4-FFF2-40B4-BE49-F238E27FC236}">
                    <a16:creationId xmlns:a16="http://schemas.microsoft.com/office/drawing/2014/main" id="{1941486B-8ECC-28EA-FECF-97ABAE376D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10113" y="3795045"/>
                <a:ext cx="11171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직선 연결선 302">
                <a:extLst>
                  <a:ext uri="{FF2B5EF4-FFF2-40B4-BE49-F238E27FC236}">
                    <a16:creationId xmlns:a16="http://schemas.microsoft.com/office/drawing/2014/main" id="{82979AE3-2432-AA73-5068-EE51E7B951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5147" y="3797426"/>
                <a:ext cx="0" cy="1334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1" name="직선 연결선 580">
                <a:extLst>
                  <a:ext uri="{FF2B5EF4-FFF2-40B4-BE49-F238E27FC236}">
                    <a16:creationId xmlns:a16="http://schemas.microsoft.com/office/drawing/2014/main" id="{C17B17F5-2CE7-CA18-048E-CCE842E178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4425" y="3678213"/>
                <a:ext cx="11171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3" name="TextBox 582">
                <a:extLst>
                  <a:ext uri="{FF2B5EF4-FFF2-40B4-BE49-F238E27FC236}">
                    <a16:creationId xmlns:a16="http://schemas.microsoft.com/office/drawing/2014/main" id="{E8F0A197-BEF4-CA09-0654-2B13A5A21074}"/>
                  </a:ext>
                </a:extLst>
              </p:cNvPr>
              <p:cNvSpPr txBox="1"/>
              <p:nvPr/>
            </p:nvSpPr>
            <p:spPr>
              <a:xfrm>
                <a:off x="4765970" y="3293876"/>
                <a:ext cx="557727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b="1" dirty="0">
                    <a:latin typeface="+mn-ea"/>
                  </a:rPr>
                  <a:t>ADHV4702</a:t>
                </a:r>
                <a:endParaRPr lang="ko-KR" altLang="en-US" sz="800" b="1" dirty="0">
                  <a:latin typeface="+mn-ea"/>
                </a:endParaRPr>
              </a:p>
            </p:txBody>
          </p:sp>
        </p:grpSp>
      </p:grpSp>
      <p:grpSp>
        <p:nvGrpSpPr>
          <p:cNvPr id="613" name="그룹 612">
            <a:extLst>
              <a:ext uri="{FF2B5EF4-FFF2-40B4-BE49-F238E27FC236}">
                <a16:creationId xmlns:a16="http://schemas.microsoft.com/office/drawing/2014/main" id="{1F783AA0-7F17-7552-3AAF-02960293136E}"/>
              </a:ext>
            </a:extLst>
          </p:cNvPr>
          <p:cNvGrpSpPr/>
          <p:nvPr/>
        </p:nvGrpSpPr>
        <p:grpSpPr>
          <a:xfrm>
            <a:off x="2023054" y="2016468"/>
            <a:ext cx="374274" cy="190039"/>
            <a:chOff x="3621537" y="4414681"/>
            <a:chExt cx="374274" cy="190039"/>
          </a:xfrm>
        </p:grpSpPr>
        <p:sp>
          <p:nvSpPr>
            <p:cNvPr id="894" name="TextBox 893">
              <a:extLst>
                <a:ext uri="{FF2B5EF4-FFF2-40B4-BE49-F238E27FC236}">
                  <a16:creationId xmlns:a16="http://schemas.microsoft.com/office/drawing/2014/main" id="{7AF54CC2-D28F-5C2E-2269-A688443A0145}"/>
                </a:ext>
              </a:extLst>
            </p:cNvPr>
            <p:cNvSpPr txBox="1"/>
            <p:nvPr/>
          </p:nvSpPr>
          <p:spPr>
            <a:xfrm>
              <a:off x="3722604" y="4414681"/>
              <a:ext cx="20672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12K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594" name="직선 연결선 593">
              <a:extLst>
                <a:ext uri="{FF2B5EF4-FFF2-40B4-BE49-F238E27FC236}">
                  <a16:creationId xmlns:a16="http://schemas.microsoft.com/office/drawing/2014/main" id="{CC84F3CC-BCA9-AB42-8FB3-E0FCD1858449}"/>
                </a:ext>
              </a:extLst>
            </p:cNvPr>
            <p:cNvCxnSpPr>
              <a:cxnSpLocks/>
            </p:cNvCxnSpPr>
            <p:nvPr/>
          </p:nvCxnSpPr>
          <p:spPr>
            <a:xfrm>
              <a:off x="3621537" y="4567287"/>
              <a:ext cx="3742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2" name="직사각형 601">
              <a:extLst>
                <a:ext uri="{FF2B5EF4-FFF2-40B4-BE49-F238E27FC236}">
                  <a16:creationId xmlns:a16="http://schemas.microsoft.com/office/drawing/2014/main" id="{98642C3B-4B3E-8F9B-673C-1B49B6C8C076}"/>
                </a:ext>
              </a:extLst>
            </p:cNvPr>
            <p:cNvSpPr/>
            <p:nvPr/>
          </p:nvSpPr>
          <p:spPr>
            <a:xfrm rot="10800000">
              <a:off x="3734915" y="4529853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619" name="그룹 618">
            <a:extLst>
              <a:ext uri="{FF2B5EF4-FFF2-40B4-BE49-F238E27FC236}">
                <a16:creationId xmlns:a16="http://schemas.microsoft.com/office/drawing/2014/main" id="{CE8AF542-33E5-0085-708E-6A503DE91B09}"/>
              </a:ext>
            </a:extLst>
          </p:cNvPr>
          <p:cNvGrpSpPr/>
          <p:nvPr/>
        </p:nvGrpSpPr>
        <p:grpSpPr>
          <a:xfrm>
            <a:off x="2024088" y="2222407"/>
            <a:ext cx="374274" cy="190039"/>
            <a:chOff x="3621537" y="4414681"/>
            <a:chExt cx="374274" cy="190039"/>
          </a:xfrm>
        </p:grpSpPr>
        <p:sp>
          <p:nvSpPr>
            <p:cNvPr id="642" name="TextBox 641">
              <a:extLst>
                <a:ext uri="{FF2B5EF4-FFF2-40B4-BE49-F238E27FC236}">
                  <a16:creationId xmlns:a16="http://schemas.microsoft.com/office/drawing/2014/main" id="{81994173-DFDD-E1C4-12FA-CB4CB450FDE6}"/>
                </a:ext>
              </a:extLst>
            </p:cNvPr>
            <p:cNvSpPr txBox="1"/>
            <p:nvPr/>
          </p:nvSpPr>
          <p:spPr>
            <a:xfrm>
              <a:off x="3722604" y="4414681"/>
              <a:ext cx="20672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12K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643" name="직선 연결선 642">
              <a:extLst>
                <a:ext uri="{FF2B5EF4-FFF2-40B4-BE49-F238E27FC236}">
                  <a16:creationId xmlns:a16="http://schemas.microsoft.com/office/drawing/2014/main" id="{79A1BBAF-F309-2FD0-30B2-D75B39D9B3B1}"/>
                </a:ext>
              </a:extLst>
            </p:cNvPr>
            <p:cNvCxnSpPr>
              <a:cxnSpLocks/>
            </p:cNvCxnSpPr>
            <p:nvPr/>
          </p:nvCxnSpPr>
          <p:spPr>
            <a:xfrm>
              <a:off x="3621537" y="4567287"/>
              <a:ext cx="3742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4" name="직사각형 643">
              <a:extLst>
                <a:ext uri="{FF2B5EF4-FFF2-40B4-BE49-F238E27FC236}">
                  <a16:creationId xmlns:a16="http://schemas.microsoft.com/office/drawing/2014/main" id="{15E440D3-3BBB-78F4-0C06-550F27301982}"/>
                </a:ext>
              </a:extLst>
            </p:cNvPr>
            <p:cNvSpPr/>
            <p:nvPr/>
          </p:nvSpPr>
          <p:spPr>
            <a:xfrm rot="10800000">
              <a:off x="3734915" y="4529853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666" name="그룹 665">
            <a:extLst>
              <a:ext uri="{FF2B5EF4-FFF2-40B4-BE49-F238E27FC236}">
                <a16:creationId xmlns:a16="http://schemas.microsoft.com/office/drawing/2014/main" id="{363F6880-C193-2BB6-BA99-740288966939}"/>
              </a:ext>
            </a:extLst>
          </p:cNvPr>
          <p:cNvGrpSpPr/>
          <p:nvPr/>
        </p:nvGrpSpPr>
        <p:grpSpPr>
          <a:xfrm>
            <a:off x="1650599" y="2459218"/>
            <a:ext cx="374274" cy="190039"/>
            <a:chOff x="3621537" y="4414681"/>
            <a:chExt cx="374274" cy="190039"/>
          </a:xfrm>
        </p:grpSpPr>
        <p:sp>
          <p:nvSpPr>
            <p:cNvPr id="667" name="TextBox 666">
              <a:extLst>
                <a:ext uri="{FF2B5EF4-FFF2-40B4-BE49-F238E27FC236}">
                  <a16:creationId xmlns:a16="http://schemas.microsoft.com/office/drawing/2014/main" id="{4CCE82EF-A245-3413-7BEA-9801BDA09E6C}"/>
                </a:ext>
              </a:extLst>
            </p:cNvPr>
            <p:cNvSpPr txBox="1"/>
            <p:nvPr/>
          </p:nvSpPr>
          <p:spPr>
            <a:xfrm>
              <a:off x="3722604" y="4414681"/>
              <a:ext cx="20672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2K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669" name="직선 연결선 668">
              <a:extLst>
                <a:ext uri="{FF2B5EF4-FFF2-40B4-BE49-F238E27FC236}">
                  <a16:creationId xmlns:a16="http://schemas.microsoft.com/office/drawing/2014/main" id="{619D27AB-1AFD-1F07-D05E-7DF7B367DA6C}"/>
                </a:ext>
              </a:extLst>
            </p:cNvPr>
            <p:cNvCxnSpPr>
              <a:cxnSpLocks/>
            </p:cNvCxnSpPr>
            <p:nvPr/>
          </p:nvCxnSpPr>
          <p:spPr>
            <a:xfrm>
              <a:off x="3621537" y="4567287"/>
              <a:ext cx="3742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1" name="직사각형 670">
              <a:extLst>
                <a:ext uri="{FF2B5EF4-FFF2-40B4-BE49-F238E27FC236}">
                  <a16:creationId xmlns:a16="http://schemas.microsoft.com/office/drawing/2014/main" id="{F4972E73-6F3C-C47B-B163-C7950330E20F}"/>
                </a:ext>
              </a:extLst>
            </p:cNvPr>
            <p:cNvSpPr/>
            <p:nvPr/>
          </p:nvSpPr>
          <p:spPr>
            <a:xfrm rot="10800000">
              <a:off x="3734915" y="4529853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680" name="그룹 679">
            <a:extLst>
              <a:ext uri="{FF2B5EF4-FFF2-40B4-BE49-F238E27FC236}">
                <a16:creationId xmlns:a16="http://schemas.microsoft.com/office/drawing/2014/main" id="{634A831D-AB30-8D93-C689-B57560ACC4B6}"/>
              </a:ext>
            </a:extLst>
          </p:cNvPr>
          <p:cNvGrpSpPr/>
          <p:nvPr/>
        </p:nvGrpSpPr>
        <p:grpSpPr>
          <a:xfrm>
            <a:off x="2825657" y="2459218"/>
            <a:ext cx="374274" cy="190039"/>
            <a:chOff x="3621537" y="4414681"/>
            <a:chExt cx="374274" cy="190039"/>
          </a:xfrm>
        </p:grpSpPr>
        <p:sp>
          <p:nvSpPr>
            <p:cNvPr id="683" name="TextBox 682">
              <a:extLst>
                <a:ext uri="{FF2B5EF4-FFF2-40B4-BE49-F238E27FC236}">
                  <a16:creationId xmlns:a16="http://schemas.microsoft.com/office/drawing/2014/main" id="{2547B764-F188-2870-6465-C293A7C9232E}"/>
                </a:ext>
              </a:extLst>
            </p:cNvPr>
            <p:cNvSpPr txBox="1"/>
            <p:nvPr/>
          </p:nvSpPr>
          <p:spPr>
            <a:xfrm>
              <a:off x="3684595" y="4414681"/>
              <a:ext cx="24473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100K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700" name="직선 연결선 699">
              <a:extLst>
                <a:ext uri="{FF2B5EF4-FFF2-40B4-BE49-F238E27FC236}">
                  <a16:creationId xmlns:a16="http://schemas.microsoft.com/office/drawing/2014/main" id="{79083A23-D0E4-8BD8-C9F2-EE9641C42F47}"/>
                </a:ext>
              </a:extLst>
            </p:cNvPr>
            <p:cNvCxnSpPr>
              <a:cxnSpLocks/>
            </p:cNvCxnSpPr>
            <p:nvPr/>
          </p:nvCxnSpPr>
          <p:spPr>
            <a:xfrm>
              <a:off x="3621537" y="4567287"/>
              <a:ext cx="3742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0" name="직사각형 719">
              <a:extLst>
                <a:ext uri="{FF2B5EF4-FFF2-40B4-BE49-F238E27FC236}">
                  <a16:creationId xmlns:a16="http://schemas.microsoft.com/office/drawing/2014/main" id="{FFC141C2-AAA9-503E-BB4C-65A66FBD6A12}"/>
                </a:ext>
              </a:extLst>
            </p:cNvPr>
            <p:cNvSpPr/>
            <p:nvPr/>
          </p:nvSpPr>
          <p:spPr>
            <a:xfrm rot="10800000">
              <a:off x="3734915" y="4529853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794" name="직선 연결선 793">
            <a:extLst>
              <a:ext uri="{FF2B5EF4-FFF2-40B4-BE49-F238E27FC236}">
                <a16:creationId xmlns:a16="http://schemas.microsoft.com/office/drawing/2014/main" id="{971006BF-9145-275E-42D9-AFF0A87BDDE9}"/>
              </a:ext>
            </a:extLst>
          </p:cNvPr>
          <p:cNvCxnSpPr>
            <a:cxnSpLocks/>
          </p:cNvCxnSpPr>
          <p:nvPr/>
        </p:nvCxnSpPr>
        <p:spPr>
          <a:xfrm>
            <a:off x="3204481" y="2258178"/>
            <a:ext cx="0" cy="3536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7" name="타원 826">
            <a:extLst>
              <a:ext uri="{FF2B5EF4-FFF2-40B4-BE49-F238E27FC236}">
                <a16:creationId xmlns:a16="http://schemas.microsoft.com/office/drawing/2014/main" id="{87BDA0E8-7739-E8E0-F73B-C1451DCE0EA6}"/>
              </a:ext>
            </a:extLst>
          </p:cNvPr>
          <p:cNvSpPr/>
          <p:nvPr/>
        </p:nvSpPr>
        <p:spPr>
          <a:xfrm>
            <a:off x="3177071" y="224459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grpSp>
        <p:nvGrpSpPr>
          <p:cNvPr id="829" name="그룹 828">
            <a:extLst>
              <a:ext uri="{FF2B5EF4-FFF2-40B4-BE49-F238E27FC236}">
                <a16:creationId xmlns:a16="http://schemas.microsoft.com/office/drawing/2014/main" id="{EB281FC6-2CC0-6267-A31C-BD732FD7F919}"/>
              </a:ext>
            </a:extLst>
          </p:cNvPr>
          <p:cNvGrpSpPr/>
          <p:nvPr/>
        </p:nvGrpSpPr>
        <p:grpSpPr>
          <a:xfrm>
            <a:off x="1289020" y="2021373"/>
            <a:ext cx="374274" cy="190039"/>
            <a:chOff x="3621537" y="4414681"/>
            <a:chExt cx="374274" cy="190039"/>
          </a:xfrm>
        </p:grpSpPr>
        <p:sp>
          <p:nvSpPr>
            <p:cNvPr id="854" name="TextBox 853">
              <a:extLst>
                <a:ext uri="{FF2B5EF4-FFF2-40B4-BE49-F238E27FC236}">
                  <a16:creationId xmlns:a16="http://schemas.microsoft.com/office/drawing/2014/main" id="{658AF5DF-A7B3-3A64-7A77-E8ABE8A83873}"/>
                </a:ext>
              </a:extLst>
            </p:cNvPr>
            <p:cNvSpPr txBox="1"/>
            <p:nvPr/>
          </p:nvSpPr>
          <p:spPr>
            <a:xfrm>
              <a:off x="3722604" y="4414681"/>
              <a:ext cx="20672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1K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856" name="직선 연결선 855">
              <a:extLst>
                <a:ext uri="{FF2B5EF4-FFF2-40B4-BE49-F238E27FC236}">
                  <a16:creationId xmlns:a16="http://schemas.microsoft.com/office/drawing/2014/main" id="{CB9EAF1F-C313-6B4F-6BAC-1A527E756055}"/>
                </a:ext>
              </a:extLst>
            </p:cNvPr>
            <p:cNvCxnSpPr>
              <a:cxnSpLocks/>
            </p:cNvCxnSpPr>
            <p:nvPr/>
          </p:nvCxnSpPr>
          <p:spPr>
            <a:xfrm>
              <a:off x="3621537" y="4567287"/>
              <a:ext cx="3742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3" name="직사각형 862">
              <a:extLst>
                <a:ext uri="{FF2B5EF4-FFF2-40B4-BE49-F238E27FC236}">
                  <a16:creationId xmlns:a16="http://schemas.microsoft.com/office/drawing/2014/main" id="{017EEAE8-EC33-3247-BC8F-E796D8B7C912}"/>
                </a:ext>
              </a:extLst>
            </p:cNvPr>
            <p:cNvSpPr/>
            <p:nvPr/>
          </p:nvSpPr>
          <p:spPr>
            <a:xfrm rot="10800000">
              <a:off x="3734915" y="4529853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865" name="직선 연결선 864">
            <a:extLst>
              <a:ext uri="{FF2B5EF4-FFF2-40B4-BE49-F238E27FC236}">
                <a16:creationId xmlns:a16="http://schemas.microsoft.com/office/drawing/2014/main" id="{64D585A6-48C6-A6CB-9B7F-C5AAB84F5FC0}"/>
              </a:ext>
            </a:extLst>
          </p:cNvPr>
          <p:cNvCxnSpPr>
            <a:cxnSpLocks/>
          </p:cNvCxnSpPr>
          <p:nvPr/>
        </p:nvCxnSpPr>
        <p:spPr>
          <a:xfrm>
            <a:off x="1626490" y="2169067"/>
            <a:ext cx="3965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1" name="직선 연결선 930">
            <a:extLst>
              <a:ext uri="{FF2B5EF4-FFF2-40B4-BE49-F238E27FC236}">
                <a16:creationId xmlns:a16="http://schemas.microsoft.com/office/drawing/2014/main" id="{A699B445-F513-CA99-8498-F1F6D86FE678}"/>
              </a:ext>
            </a:extLst>
          </p:cNvPr>
          <p:cNvCxnSpPr>
            <a:cxnSpLocks/>
          </p:cNvCxnSpPr>
          <p:nvPr/>
        </p:nvCxnSpPr>
        <p:spPr>
          <a:xfrm>
            <a:off x="1069972" y="2174008"/>
            <a:ext cx="2672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4" name="TextBox 943">
            <a:extLst>
              <a:ext uri="{FF2B5EF4-FFF2-40B4-BE49-F238E27FC236}">
                <a16:creationId xmlns:a16="http://schemas.microsoft.com/office/drawing/2014/main" id="{706532B9-BFD3-F706-9BDD-E06F70DBD2C5}"/>
              </a:ext>
            </a:extLst>
          </p:cNvPr>
          <p:cNvSpPr txBox="1"/>
          <p:nvPr/>
        </p:nvSpPr>
        <p:spPr>
          <a:xfrm>
            <a:off x="3260838" y="2111588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Vo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945" name="TextBox 944">
            <a:extLst>
              <a:ext uri="{FF2B5EF4-FFF2-40B4-BE49-F238E27FC236}">
                <a16:creationId xmlns:a16="http://schemas.microsoft.com/office/drawing/2014/main" id="{32656A8F-35ED-0F3C-4A9E-1BE612A4CD0A}"/>
              </a:ext>
            </a:extLst>
          </p:cNvPr>
          <p:cNvSpPr txBox="1"/>
          <p:nvPr/>
        </p:nvSpPr>
        <p:spPr>
          <a:xfrm>
            <a:off x="1886808" y="2036391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 err="1">
                <a:solidFill>
                  <a:srgbClr val="0070C0"/>
                </a:solidFill>
                <a:latin typeface="+mn-ea"/>
              </a:rPr>
              <a:t>Vb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961" name="TextBox 960">
            <a:extLst>
              <a:ext uri="{FF2B5EF4-FFF2-40B4-BE49-F238E27FC236}">
                <a16:creationId xmlns:a16="http://schemas.microsoft.com/office/drawing/2014/main" id="{F333F2A5-0605-E9AC-07DB-EE00617A7340}"/>
              </a:ext>
            </a:extLst>
          </p:cNvPr>
          <p:cNvSpPr txBox="1"/>
          <p:nvPr/>
        </p:nvSpPr>
        <p:spPr>
          <a:xfrm>
            <a:off x="1893235" y="2290312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Va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963" name="TextBox 962">
            <a:extLst>
              <a:ext uri="{FF2B5EF4-FFF2-40B4-BE49-F238E27FC236}">
                <a16:creationId xmlns:a16="http://schemas.microsoft.com/office/drawing/2014/main" id="{35267A80-36EB-846E-262F-47522B347083}"/>
              </a:ext>
            </a:extLst>
          </p:cNvPr>
          <p:cNvSpPr txBox="1"/>
          <p:nvPr/>
        </p:nvSpPr>
        <p:spPr>
          <a:xfrm>
            <a:off x="3204149" y="665006"/>
            <a:ext cx="1439722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u="sng" dirty="0">
                <a:latin typeface="+mn-ea"/>
              </a:rPr>
              <a:t>Non-inverting Amp</a:t>
            </a:r>
          </a:p>
          <a:p>
            <a:endParaRPr lang="en-US" altLang="ko-KR" sz="1000" dirty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Va=</a:t>
            </a:r>
            <a:r>
              <a:rPr lang="en-US" altLang="ko-KR" sz="1000" dirty="0" err="1">
                <a:latin typeface="+mn-ea"/>
              </a:rPr>
              <a:t>Vb</a:t>
            </a:r>
            <a:r>
              <a:rPr lang="en-US" altLang="ko-KR" sz="1000" dirty="0">
                <a:latin typeface="+mn-ea"/>
              </a:rPr>
              <a:t>=V1,  i1 = Va/R1</a:t>
            </a:r>
          </a:p>
          <a:p>
            <a:r>
              <a:rPr lang="en-US" altLang="ko-KR" sz="1000" dirty="0">
                <a:latin typeface="+mn-ea"/>
              </a:rPr>
              <a:t>Vo = i1*R2 + Va</a:t>
            </a:r>
          </a:p>
          <a:p>
            <a:r>
              <a:rPr lang="en-US" altLang="ko-KR" sz="1000" dirty="0">
                <a:latin typeface="+mn-ea"/>
              </a:rPr>
              <a:t>     = Va*R2/R1 + Va</a:t>
            </a:r>
          </a:p>
          <a:p>
            <a:r>
              <a:rPr lang="en-US" altLang="ko-KR" sz="1000" dirty="0">
                <a:latin typeface="+mn-ea"/>
              </a:rPr>
              <a:t>     = (1+R2/R1) V1</a:t>
            </a:r>
          </a:p>
          <a:p>
            <a:r>
              <a:rPr lang="en-US" altLang="ko-KR" sz="1000" dirty="0">
                <a:latin typeface="+mn-ea"/>
              </a:rPr>
              <a:t>     = 51 V1</a:t>
            </a:r>
            <a:endParaRPr lang="ko-KR" altLang="en-US" sz="1000" dirty="0">
              <a:latin typeface="+mn-ea"/>
            </a:endParaRPr>
          </a:p>
        </p:txBody>
      </p:sp>
      <p:sp>
        <p:nvSpPr>
          <p:cNvPr id="968" name="TextBox 967">
            <a:extLst>
              <a:ext uri="{FF2B5EF4-FFF2-40B4-BE49-F238E27FC236}">
                <a16:creationId xmlns:a16="http://schemas.microsoft.com/office/drawing/2014/main" id="{484CBD91-20FF-CF72-8C34-FF798ADEBEF0}"/>
              </a:ext>
            </a:extLst>
          </p:cNvPr>
          <p:cNvSpPr txBox="1"/>
          <p:nvPr/>
        </p:nvSpPr>
        <p:spPr>
          <a:xfrm>
            <a:off x="1886808" y="2748560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+mn-ea"/>
              </a:rPr>
              <a:t>i1</a:t>
            </a:r>
            <a:endParaRPr lang="ko-KR" altLang="en-US" sz="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69" name="TextBox 968">
            <a:extLst>
              <a:ext uri="{FF2B5EF4-FFF2-40B4-BE49-F238E27FC236}">
                <a16:creationId xmlns:a16="http://schemas.microsoft.com/office/drawing/2014/main" id="{1EB53A28-9130-A38B-AAA4-D8688E999E4A}"/>
              </a:ext>
            </a:extLst>
          </p:cNvPr>
          <p:cNvSpPr txBox="1"/>
          <p:nvPr/>
        </p:nvSpPr>
        <p:spPr>
          <a:xfrm>
            <a:off x="1569365" y="2455428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R1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1" name="TextBox 980">
                <a:extLst>
                  <a:ext uri="{FF2B5EF4-FFF2-40B4-BE49-F238E27FC236}">
                    <a16:creationId xmlns:a16="http://schemas.microsoft.com/office/drawing/2014/main" id="{AA02B852-0099-5309-B9B9-8D9D960512A6}"/>
                  </a:ext>
                </a:extLst>
              </p:cNvPr>
              <p:cNvSpPr txBox="1"/>
              <p:nvPr/>
            </p:nvSpPr>
            <p:spPr>
              <a:xfrm>
                <a:off x="389033" y="523842"/>
                <a:ext cx="2838628" cy="10772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</a:rPr>
                  <a:t>&lt; Q_DC+ circuit &gt;</a:t>
                </a:r>
              </a:p>
              <a:p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Non-inverting amp configuration</a:t>
                </a:r>
              </a:p>
              <a:p>
                <a:endParaRPr lang="en-US" altLang="ko-KR" sz="1000" dirty="0">
                  <a:solidFill>
                    <a:schemeClr val="tx1"/>
                  </a:solidFill>
                  <a:latin typeface="+mn-ea"/>
                </a:endParaRPr>
              </a:p>
              <a:p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1) input :   16-bit DAC voltage</a:t>
                </a:r>
              </a:p>
              <a:p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               0 ~ +4.096V, 1 step = 62.5uV</a:t>
                </a:r>
              </a:p>
              <a:p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2) output : Vo=(1+R2/R1)Vi = 51</a:t>
                </a:r>
                <a14:m>
                  <m:oMath xmlns:m="http://schemas.openxmlformats.org/officeDocument/2006/math">
                    <m:r>
                      <a:rPr lang="en-US" altLang="ko-KR" sz="1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Vi</a:t>
                </a:r>
              </a:p>
              <a:p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               0 ~ +209V,   1 step = 3.1875mV</a:t>
                </a:r>
                <a:endParaRPr lang="ko-KR" altLang="en-US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981" name="TextBox 980">
                <a:extLst>
                  <a:ext uri="{FF2B5EF4-FFF2-40B4-BE49-F238E27FC236}">
                    <a16:creationId xmlns:a16="http://schemas.microsoft.com/office/drawing/2014/main" id="{AA02B852-0099-5309-B9B9-8D9D96051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33" y="523842"/>
                <a:ext cx="2838628" cy="1077218"/>
              </a:xfrm>
              <a:prstGeom prst="rect">
                <a:avLst/>
              </a:prstGeom>
              <a:blipFill>
                <a:blip r:embed="rId2"/>
                <a:stretch>
                  <a:fillRect l="-2796" t="-4520" b="-56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2" name="직선 연결선 981">
            <a:extLst>
              <a:ext uri="{FF2B5EF4-FFF2-40B4-BE49-F238E27FC236}">
                <a16:creationId xmlns:a16="http://schemas.microsoft.com/office/drawing/2014/main" id="{63FF5616-3415-E036-716E-8CAB656036F1}"/>
              </a:ext>
            </a:extLst>
          </p:cNvPr>
          <p:cNvCxnSpPr>
            <a:cxnSpLocks/>
          </p:cNvCxnSpPr>
          <p:nvPr/>
        </p:nvCxnSpPr>
        <p:spPr>
          <a:xfrm>
            <a:off x="7931312" y="2639219"/>
            <a:ext cx="8026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6" name="직선 연결선 985">
            <a:extLst>
              <a:ext uri="{FF2B5EF4-FFF2-40B4-BE49-F238E27FC236}">
                <a16:creationId xmlns:a16="http://schemas.microsoft.com/office/drawing/2014/main" id="{8E144F58-D801-8D5E-7EB1-C7B21986FAF7}"/>
              </a:ext>
            </a:extLst>
          </p:cNvPr>
          <p:cNvCxnSpPr>
            <a:cxnSpLocks/>
          </p:cNvCxnSpPr>
          <p:nvPr/>
        </p:nvCxnSpPr>
        <p:spPr>
          <a:xfrm>
            <a:off x="7689373" y="2744914"/>
            <a:ext cx="241938" cy="0"/>
          </a:xfrm>
          <a:prstGeom prst="line">
            <a:avLst/>
          </a:prstGeom>
          <a:ln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6" name="직선 연결선 995">
            <a:extLst>
              <a:ext uri="{FF2B5EF4-FFF2-40B4-BE49-F238E27FC236}">
                <a16:creationId xmlns:a16="http://schemas.microsoft.com/office/drawing/2014/main" id="{EE7260C2-3165-2725-506E-17CD784D4D5A}"/>
              </a:ext>
            </a:extLst>
          </p:cNvPr>
          <p:cNvCxnSpPr>
            <a:cxnSpLocks/>
          </p:cNvCxnSpPr>
          <p:nvPr/>
        </p:nvCxnSpPr>
        <p:spPr>
          <a:xfrm>
            <a:off x="7931311" y="2402406"/>
            <a:ext cx="0" cy="2368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7" name="직선 연결선 996">
            <a:extLst>
              <a:ext uri="{FF2B5EF4-FFF2-40B4-BE49-F238E27FC236}">
                <a16:creationId xmlns:a16="http://schemas.microsoft.com/office/drawing/2014/main" id="{45CD2E21-A675-518A-5BD9-D6FA99FB9EF7}"/>
              </a:ext>
            </a:extLst>
          </p:cNvPr>
          <p:cNvCxnSpPr>
            <a:cxnSpLocks/>
          </p:cNvCxnSpPr>
          <p:nvPr/>
        </p:nvCxnSpPr>
        <p:spPr>
          <a:xfrm>
            <a:off x="8887848" y="2290163"/>
            <a:ext cx="5724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4" name="타원 1003">
            <a:extLst>
              <a:ext uri="{FF2B5EF4-FFF2-40B4-BE49-F238E27FC236}">
                <a16:creationId xmlns:a16="http://schemas.microsoft.com/office/drawing/2014/main" id="{3D1B81FB-208E-6BA9-0D48-CB44C10E2422}"/>
              </a:ext>
            </a:extLst>
          </p:cNvPr>
          <p:cNvSpPr/>
          <p:nvPr/>
        </p:nvSpPr>
        <p:spPr>
          <a:xfrm>
            <a:off x="7908452" y="261664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006" name="TextBox 1005">
            <a:extLst>
              <a:ext uri="{FF2B5EF4-FFF2-40B4-BE49-F238E27FC236}">
                <a16:creationId xmlns:a16="http://schemas.microsoft.com/office/drawing/2014/main" id="{C8FA2C33-99F7-9FA8-448E-77F1D029CA3D}"/>
              </a:ext>
            </a:extLst>
          </p:cNvPr>
          <p:cNvSpPr txBox="1"/>
          <p:nvPr/>
        </p:nvSpPr>
        <p:spPr>
          <a:xfrm>
            <a:off x="6151138" y="2557964"/>
            <a:ext cx="77322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DAC OUT5</a:t>
            </a:r>
          </a:p>
          <a:p>
            <a:pPr algn="r"/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(0~4.096V)</a:t>
            </a:r>
          </a:p>
        </p:txBody>
      </p:sp>
      <p:grpSp>
        <p:nvGrpSpPr>
          <p:cNvPr id="1026" name="그룹 1025">
            <a:extLst>
              <a:ext uri="{FF2B5EF4-FFF2-40B4-BE49-F238E27FC236}">
                <a16:creationId xmlns:a16="http://schemas.microsoft.com/office/drawing/2014/main" id="{31B1F932-38E7-1D83-0F82-DA88A108870F}"/>
              </a:ext>
            </a:extLst>
          </p:cNvPr>
          <p:cNvGrpSpPr/>
          <p:nvPr/>
        </p:nvGrpSpPr>
        <p:grpSpPr>
          <a:xfrm>
            <a:off x="8301822" y="1901237"/>
            <a:ext cx="645423" cy="637000"/>
            <a:chOff x="4710113" y="3293876"/>
            <a:chExt cx="645423" cy="637000"/>
          </a:xfrm>
        </p:grpSpPr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B86FF55D-581A-C53A-9393-2FA51B569152}"/>
                </a:ext>
              </a:extLst>
            </p:cNvPr>
            <p:cNvSpPr txBox="1"/>
            <p:nvPr/>
          </p:nvSpPr>
          <p:spPr>
            <a:xfrm>
              <a:off x="4987821" y="3419621"/>
              <a:ext cx="36771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+110V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3217FE6F-5FBC-C1C5-26DC-33AF6A25E63B}"/>
                </a:ext>
              </a:extLst>
            </p:cNvPr>
            <p:cNvSpPr txBox="1"/>
            <p:nvPr/>
          </p:nvSpPr>
          <p:spPr>
            <a:xfrm>
              <a:off x="5002029" y="3802595"/>
              <a:ext cx="35159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-110V</a:t>
              </a:r>
              <a:endParaRPr lang="ko-KR" altLang="en-US" sz="800" dirty="0">
                <a:latin typeface="+mn-ea"/>
              </a:endParaRPr>
            </a:p>
          </p:txBody>
        </p:sp>
        <p:grpSp>
          <p:nvGrpSpPr>
            <p:cNvPr id="1029" name="그룹 1028">
              <a:extLst>
                <a:ext uri="{FF2B5EF4-FFF2-40B4-BE49-F238E27FC236}">
                  <a16:creationId xmlns:a16="http://schemas.microsoft.com/office/drawing/2014/main" id="{C086F352-ED90-F23D-5FE2-B575E096CB5E}"/>
                </a:ext>
              </a:extLst>
            </p:cNvPr>
            <p:cNvGrpSpPr/>
            <p:nvPr/>
          </p:nvGrpSpPr>
          <p:grpSpPr>
            <a:xfrm>
              <a:off x="4710113" y="3293876"/>
              <a:ext cx="613584" cy="637000"/>
              <a:chOff x="4710113" y="3293876"/>
              <a:chExt cx="613584" cy="637000"/>
            </a:xfrm>
          </p:grpSpPr>
          <p:sp>
            <p:nvSpPr>
              <p:cNvPr id="1030" name="이등변 삼각형 1029">
                <a:extLst>
                  <a:ext uri="{FF2B5EF4-FFF2-40B4-BE49-F238E27FC236}">
                    <a16:creationId xmlns:a16="http://schemas.microsoft.com/office/drawing/2014/main" id="{54B56167-48FE-85D1-2D5C-116166687D47}"/>
                  </a:ext>
                </a:extLst>
              </p:cNvPr>
              <p:cNvSpPr/>
              <p:nvPr/>
            </p:nvSpPr>
            <p:spPr>
              <a:xfrm rot="5400000">
                <a:off x="4793222" y="3499429"/>
                <a:ext cx="414779" cy="357568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1031" name="TextBox 1030">
                <a:extLst>
                  <a:ext uri="{FF2B5EF4-FFF2-40B4-BE49-F238E27FC236}">
                    <a16:creationId xmlns:a16="http://schemas.microsoft.com/office/drawing/2014/main" id="{E0F9E253-6F0E-5955-4152-49D87D97B641}"/>
                  </a:ext>
                </a:extLst>
              </p:cNvPr>
              <p:cNvSpPr txBox="1"/>
              <p:nvPr/>
            </p:nvSpPr>
            <p:spPr>
              <a:xfrm>
                <a:off x="4832517" y="3517982"/>
                <a:ext cx="143202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+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7EFF2B62-DF1B-9F82-730A-CA679A82876B}"/>
                  </a:ext>
                </a:extLst>
              </p:cNvPr>
              <p:cNvSpPr txBox="1"/>
              <p:nvPr/>
            </p:nvSpPr>
            <p:spPr>
              <a:xfrm>
                <a:off x="4846979" y="3726347"/>
                <a:ext cx="11427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-</a:t>
                </a:r>
                <a:endParaRPr lang="ko-KR" altLang="en-US" sz="800" dirty="0">
                  <a:latin typeface="+mn-ea"/>
                </a:endParaRPr>
              </a:p>
            </p:txBody>
          </p:sp>
          <p:cxnSp>
            <p:nvCxnSpPr>
              <p:cNvPr id="1033" name="직선 연결선 1032">
                <a:extLst>
                  <a:ext uri="{FF2B5EF4-FFF2-40B4-BE49-F238E27FC236}">
                    <a16:creationId xmlns:a16="http://schemas.microsoft.com/office/drawing/2014/main" id="{9303AE09-7C47-652E-3194-F26C7A9E33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3860" y="3427361"/>
                <a:ext cx="0" cy="1334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4" name="직선 연결선 1033">
                <a:extLst>
                  <a:ext uri="{FF2B5EF4-FFF2-40B4-BE49-F238E27FC236}">
                    <a16:creationId xmlns:a16="http://schemas.microsoft.com/office/drawing/2014/main" id="{9A4A9310-D60C-FE75-2DDF-2F74F057FB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10113" y="3589426"/>
                <a:ext cx="11171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5" name="직선 연결선 1034">
                <a:extLst>
                  <a:ext uri="{FF2B5EF4-FFF2-40B4-BE49-F238E27FC236}">
                    <a16:creationId xmlns:a16="http://schemas.microsoft.com/office/drawing/2014/main" id="{B949FB3B-C264-CA21-2FE2-AE8593B5D0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10113" y="3795045"/>
                <a:ext cx="11171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6" name="직선 연결선 1035">
                <a:extLst>
                  <a:ext uri="{FF2B5EF4-FFF2-40B4-BE49-F238E27FC236}">
                    <a16:creationId xmlns:a16="http://schemas.microsoft.com/office/drawing/2014/main" id="{DB47D324-1666-B72A-85E5-1E721419E2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5147" y="3797426"/>
                <a:ext cx="0" cy="1334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8" name="직선 연결선 1037">
                <a:extLst>
                  <a:ext uri="{FF2B5EF4-FFF2-40B4-BE49-F238E27FC236}">
                    <a16:creationId xmlns:a16="http://schemas.microsoft.com/office/drawing/2014/main" id="{ABCDEEC3-246E-552C-A402-84BA05136F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4425" y="3678213"/>
                <a:ext cx="11171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0" name="TextBox 1039">
                <a:extLst>
                  <a:ext uri="{FF2B5EF4-FFF2-40B4-BE49-F238E27FC236}">
                    <a16:creationId xmlns:a16="http://schemas.microsoft.com/office/drawing/2014/main" id="{27F64306-005C-0970-48FC-6314628EB071}"/>
                  </a:ext>
                </a:extLst>
              </p:cNvPr>
              <p:cNvSpPr txBox="1"/>
              <p:nvPr/>
            </p:nvSpPr>
            <p:spPr>
              <a:xfrm>
                <a:off x="4765970" y="3293876"/>
                <a:ext cx="557727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b="1" dirty="0">
                    <a:latin typeface="+mn-ea"/>
                  </a:rPr>
                  <a:t>ADHV4702</a:t>
                </a:r>
                <a:endParaRPr lang="ko-KR" altLang="en-US" sz="800" b="1" dirty="0">
                  <a:latin typeface="+mn-ea"/>
                </a:endParaRPr>
              </a:p>
            </p:txBody>
          </p:sp>
        </p:grpSp>
      </p:grpSp>
      <p:grpSp>
        <p:nvGrpSpPr>
          <p:cNvPr id="1042" name="그룹 1041">
            <a:extLst>
              <a:ext uri="{FF2B5EF4-FFF2-40B4-BE49-F238E27FC236}">
                <a16:creationId xmlns:a16="http://schemas.microsoft.com/office/drawing/2014/main" id="{B7D6C3AA-E32C-0A34-6E5C-360142EDD959}"/>
              </a:ext>
            </a:extLst>
          </p:cNvPr>
          <p:cNvGrpSpPr/>
          <p:nvPr/>
        </p:nvGrpSpPr>
        <p:grpSpPr>
          <a:xfrm>
            <a:off x="7931312" y="2043864"/>
            <a:ext cx="374274" cy="190039"/>
            <a:chOff x="3621537" y="4414681"/>
            <a:chExt cx="374274" cy="190039"/>
          </a:xfrm>
        </p:grpSpPr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1AAF6B0A-05F7-E40B-981A-9F8104943A77}"/>
                </a:ext>
              </a:extLst>
            </p:cNvPr>
            <p:cNvSpPr txBox="1"/>
            <p:nvPr/>
          </p:nvSpPr>
          <p:spPr>
            <a:xfrm>
              <a:off x="3722604" y="4414681"/>
              <a:ext cx="20672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12K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045" name="직선 연결선 1044">
              <a:extLst>
                <a:ext uri="{FF2B5EF4-FFF2-40B4-BE49-F238E27FC236}">
                  <a16:creationId xmlns:a16="http://schemas.microsoft.com/office/drawing/2014/main" id="{1BAA812F-4ADD-E88C-8917-FB66CC00AB5C}"/>
                </a:ext>
              </a:extLst>
            </p:cNvPr>
            <p:cNvCxnSpPr>
              <a:cxnSpLocks/>
            </p:cNvCxnSpPr>
            <p:nvPr/>
          </p:nvCxnSpPr>
          <p:spPr>
            <a:xfrm>
              <a:off x="3621537" y="4567287"/>
              <a:ext cx="3742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" name="직사각형 1047">
              <a:extLst>
                <a:ext uri="{FF2B5EF4-FFF2-40B4-BE49-F238E27FC236}">
                  <a16:creationId xmlns:a16="http://schemas.microsoft.com/office/drawing/2014/main" id="{1CFBCB03-9A74-EAE0-90DF-0C81F163FAF0}"/>
                </a:ext>
              </a:extLst>
            </p:cNvPr>
            <p:cNvSpPr/>
            <p:nvPr/>
          </p:nvSpPr>
          <p:spPr>
            <a:xfrm rot="10800000">
              <a:off x="3734915" y="4529853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1049" name="그룹 1048">
            <a:extLst>
              <a:ext uri="{FF2B5EF4-FFF2-40B4-BE49-F238E27FC236}">
                <a16:creationId xmlns:a16="http://schemas.microsoft.com/office/drawing/2014/main" id="{48FC96D0-0DDB-365C-D74A-E0B8CDBB57CF}"/>
              </a:ext>
            </a:extLst>
          </p:cNvPr>
          <p:cNvGrpSpPr/>
          <p:nvPr/>
        </p:nvGrpSpPr>
        <p:grpSpPr>
          <a:xfrm>
            <a:off x="7932346" y="2249803"/>
            <a:ext cx="374274" cy="190039"/>
            <a:chOff x="3621537" y="4414681"/>
            <a:chExt cx="374274" cy="190039"/>
          </a:xfrm>
        </p:grpSpPr>
        <p:sp>
          <p:nvSpPr>
            <p:cNvPr id="1052" name="TextBox 1051">
              <a:extLst>
                <a:ext uri="{FF2B5EF4-FFF2-40B4-BE49-F238E27FC236}">
                  <a16:creationId xmlns:a16="http://schemas.microsoft.com/office/drawing/2014/main" id="{A8E8F874-6143-4B05-16BA-DDB2B8BE22A1}"/>
                </a:ext>
              </a:extLst>
            </p:cNvPr>
            <p:cNvSpPr txBox="1"/>
            <p:nvPr/>
          </p:nvSpPr>
          <p:spPr>
            <a:xfrm>
              <a:off x="3722604" y="4414681"/>
              <a:ext cx="20672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12K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053" name="직선 연결선 1052">
              <a:extLst>
                <a:ext uri="{FF2B5EF4-FFF2-40B4-BE49-F238E27FC236}">
                  <a16:creationId xmlns:a16="http://schemas.microsoft.com/office/drawing/2014/main" id="{C91BC4A6-9DCC-A844-D8D2-D07CCA3746DB}"/>
                </a:ext>
              </a:extLst>
            </p:cNvPr>
            <p:cNvCxnSpPr>
              <a:cxnSpLocks/>
            </p:cNvCxnSpPr>
            <p:nvPr/>
          </p:nvCxnSpPr>
          <p:spPr>
            <a:xfrm>
              <a:off x="3621537" y="4567287"/>
              <a:ext cx="3742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4" name="직사각형 1053">
              <a:extLst>
                <a:ext uri="{FF2B5EF4-FFF2-40B4-BE49-F238E27FC236}">
                  <a16:creationId xmlns:a16="http://schemas.microsoft.com/office/drawing/2014/main" id="{514A137A-AAAA-436D-EB91-39BA43D69BA5}"/>
                </a:ext>
              </a:extLst>
            </p:cNvPr>
            <p:cNvSpPr/>
            <p:nvPr/>
          </p:nvSpPr>
          <p:spPr>
            <a:xfrm rot="10800000">
              <a:off x="3734915" y="4529853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1064" name="그룹 1063">
            <a:extLst>
              <a:ext uri="{FF2B5EF4-FFF2-40B4-BE49-F238E27FC236}">
                <a16:creationId xmlns:a16="http://schemas.microsoft.com/office/drawing/2014/main" id="{D456E745-1E05-C2CC-6F4B-EDF1FC46357B}"/>
              </a:ext>
            </a:extLst>
          </p:cNvPr>
          <p:cNvGrpSpPr/>
          <p:nvPr/>
        </p:nvGrpSpPr>
        <p:grpSpPr>
          <a:xfrm>
            <a:off x="7558857" y="2486614"/>
            <a:ext cx="374274" cy="190039"/>
            <a:chOff x="3621537" y="4414681"/>
            <a:chExt cx="374274" cy="190039"/>
          </a:xfrm>
        </p:grpSpPr>
        <p:sp>
          <p:nvSpPr>
            <p:cNvPr id="1065" name="TextBox 1064">
              <a:extLst>
                <a:ext uri="{FF2B5EF4-FFF2-40B4-BE49-F238E27FC236}">
                  <a16:creationId xmlns:a16="http://schemas.microsoft.com/office/drawing/2014/main" id="{8F139FB4-02A5-11FA-1189-958DA2696338}"/>
                </a:ext>
              </a:extLst>
            </p:cNvPr>
            <p:cNvSpPr txBox="1"/>
            <p:nvPr/>
          </p:nvSpPr>
          <p:spPr>
            <a:xfrm>
              <a:off x="3722604" y="4414681"/>
              <a:ext cx="20672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2K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066" name="직선 연결선 1065">
              <a:extLst>
                <a:ext uri="{FF2B5EF4-FFF2-40B4-BE49-F238E27FC236}">
                  <a16:creationId xmlns:a16="http://schemas.microsoft.com/office/drawing/2014/main" id="{FBF9A8D2-C055-1240-0D8D-476B0C88752A}"/>
                </a:ext>
              </a:extLst>
            </p:cNvPr>
            <p:cNvCxnSpPr>
              <a:cxnSpLocks/>
            </p:cNvCxnSpPr>
            <p:nvPr/>
          </p:nvCxnSpPr>
          <p:spPr>
            <a:xfrm>
              <a:off x="3621537" y="4567287"/>
              <a:ext cx="3742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8" name="직사각형 1067">
              <a:extLst>
                <a:ext uri="{FF2B5EF4-FFF2-40B4-BE49-F238E27FC236}">
                  <a16:creationId xmlns:a16="http://schemas.microsoft.com/office/drawing/2014/main" id="{9AA28369-3D78-5D9A-CB8C-04BE3AD8571E}"/>
                </a:ext>
              </a:extLst>
            </p:cNvPr>
            <p:cNvSpPr/>
            <p:nvPr/>
          </p:nvSpPr>
          <p:spPr>
            <a:xfrm rot="10800000">
              <a:off x="3734915" y="4529853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1069" name="그룹 1068">
            <a:extLst>
              <a:ext uri="{FF2B5EF4-FFF2-40B4-BE49-F238E27FC236}">
                <a16:creationId xmlns:a16="http://schemas.microsoft.com/office/drawing/2014/main" id="{78BA25AA-E715-9C41-B5A2-2757EC734E1E}"/>
              </a:ext>
            </a:extLst>
          </p:cNvPr>
          <p:cNvGrpSpPr/>
          <p:nvPr/>
        </p:nvGrpSpPr>
        <p:grpSpPr>
          <a:xfrm>
            <a:off x="8733915" y="2486614"/>
            <a:ext cx="374274" cy="190039"/>
            <a:chOff x="3621537" y="4414681"/>
            <a:chExt cx="374274" cy="190039"/>
          </a:xfrm>
        </p:grpSpPr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225FF350-CB4D-101A-E361-0069E5DB8787}"/>
                </a:ext>
              </a:extLst>
            </p:cNvPr>
            <p:cNvSpPr txBox="1"/>
            <p:nvPr/>
          </p:nvSpPr>
          <p:spPr>
            <a:xfrm>
              <a:off x="3684595" y="4414681"/>
              <a:ext cx="24473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100K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075" name="직선 연결선 1074">
              <a:extLst>
                <a:ext uri="{FF2B5EF4-FFF2-40B4-BE49-F238E27FC236}">
                  <a16:creationId xmlns:a16="http://schemas.microsoft.com/office/drawing/2014/main" id="{D59AB5E1-D05F-FFEC-9431-505903639287}"/>
                </a:ext>
              </a:extLst>
            </p:cNvPr>
            <p:cNvCxnSpPr>
              <a:cxnSpLocks/>
            </p:cNvCxnSpPr>
            <p:nvPr/>
          </p:nvCxnSpPr>
          <p:spPr>
            <a:xfrm>
              <a:off x="3621537" y="4567287"/>
              <a:ext cx="3742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7" name="직사각형 1076">
              <a:extLst>
                <a:ext uri="{FF2B5EF4-FFF2-40B4-BE49-F238E27FC236}">
                  <a16:creationId xmlns:a16="http://schemas.microsoft.com/office/drawing/2014/main" id="{647E6413-6E53-7631-67C7-323D5A5EA797}"/>
                </a:ext>
              </a:extLst>
            </p:cNvPr>
            <p:cNvSpPr/>
            <p:nvPr/>
          </p:nvSpPr>
          <p:spPr>
            <a:xfrm rot="10800000">
              <a:off x="3734915" y="4529853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1078" name="직선 연결선 1077">
            <a:extLst>
              <a:ext uri="{FF2B5EF4-FFF2-40B4-BE49-F238E27FC236}">
                <a16:creationId xmlns:a16="http://schemas.microsoft.com/office/drawing/2014/main" id="{F9734994-9D33-FC9D-BBBC-90D5B02139E4}"/>
              </a:ext>
            </a:extLst>
          </p:cNvPr>
          <p:cNvCxnSpPr>
            <a:cxnSpLocks/>
          </p:cNvCxnSpPr>
          <p:nvPr/>
        </p:nvCxnSpPr>
        <p:spPr>
          <a:xfrm>
            <a:off x="9112739" y="2285574"/>
            <a:ext cx="0" cy="3536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9" name="타원 1078">
            <a:extLst>
              <a:ext uri="{FF2B5EF4-FFF2-40B4-BE49-F238E27FC236}">
                <a16:creationId xmlns:a16="http://schemas.microsoft.com/office/drawing/2014/main" id="{05B89BFB-FA6E-7350-05AA-973E03DE5ABF}"/>
              </a:ext>
            </a:extLst>
          </p:cNvPr>
          <p:cNvSpPr/>
          <p:nvPr/>
        </p:nvSpPr>
        <p:spPr>
          <a:xfrm>
            <a:off x="9085329" y="227198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grpSp>
        <p:nvGrpSpPr>
          <p:cNvPr id="1080" name="그룹 1079">
            <a:extLst>
              <a:ext uri="{FF2B5EF4-FFF2-40B4-BE49-F238E27FC236}">
                <a16:creationId xmlns:a16="http://schemas.microsoft.com/office/drawing/2014/main" id="{A95CC471-2B7E-6B72-E6B7-5DC35CD1DE0C}"/>
              </a:ext>
            </a:extLst>
          </p:cNvPr>
          <p:cNvGrpSpPr/>
          <p:nvPr/>
        </p:nvGrpSpPr>
        <p:grpSpPr>
          <a:xfrm>
            <a:off x="7197278" y="2048769"/>
            <a:ext cx="374274" cy="190039"/>
            <a:chOff x="3621537" y="4414681"/>
            <a:chExt cx="374274" cy="190039"/>
          </a:xfrm>
        </p:grpSpPr>
        <p:sp>
          <p:nvSpPr>
            <p:cNvPr id="1085" name="TextBox 1084">
              <a:extLst>
                <a:ext uri="{FF2B5EF4-FFF2-40B4-BE49-F238E27FC236}">
                  <a16:creationId xmlns:a16="http://schemas.microsoft.com/office/drawing/2014/main" id="{DE9BBC16-6248-5500-C149-100A723756ED}"/>
                </a:ext>
              </a:extLst>
            </p:cNvPr>
            <p:cNvSpPr txBox="1"/>
            <p:nvPr/>
          </p:nvSpPr>
          <p:spPr>
            <a:xfrm>
              <a:off x="3722604" y="4414681"/>
              <a:ext cx="20672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1K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087" name="직선 연결선 1086">
              <a:extLst>
                <a:ext uri="{FF2B5EF4-FFF2-40B4-BE49-F238E27FC236}">
                  <a16:creationId xmlns:a16="http://schemas.microsoft.com/office/drawing/2014/main" id="{38A7A5DC-7B97-925F-0A36-1CD78DD77EB7}"/>
                </a:ext>
              </a:extLst>
            </p:cNvPr>
            <p:cNvCxnSpPr>
              <a:cxnSpLocks/>
            </p:cNvCxnSpPr>
            <p:nvPr/>
          </p:nvCxnSpPr>
          <p:spPr>
            <a:xfrm>
              <a:off x="3621537" y="4567287"/>
              <a:ext cx="3742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3" name="직사각형 1092">
              <a:extLst>
                <a:ext uri="{FF2B5EF4-FFF2-40B4-BE49-F238E27FC236}">
                  <a16:creationId xmlns:a16="http://schemas.microsoft.com/office/drawing/2014/main" id="{7B9EFC2B-68A7-D142-FB80-92BABC0119D0}"/>
                </a:ext>
              </a:extLst>
            </p:cNvPr>
            <p:cNvSpPr/>
            <p:nvPr/>
          </p:nvSpPr>
          <p:spPr>
            <a:xfrm rot="10800000">
              <a:off x="3734915" y="4529853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1095" name="직선 연결선 1094">
            <a:extLst>
              <a:ext uri="{FF2B5EF4-FFF2-40B4-BE49-F238E27FC236}">
                <a16:creationId xmlns:a16="http://schemas.microsoft.com/office/drawing/2014/main" id="{F1E70CA7-458D-9FBF-3671-4E4E7B8B77A6}"/>
              </a:ext>
            </a:extLst>
          </p:cNvPr>
          <p:cNvCxnSpPr>
            <a:cxnSpLocks/>
          </p:cNvCxnSpPr>
          <p:nvPr/>
        </p:nvCxnSpPr>
        <p:spPr>
          <a:xfrm>
            <a:off x="7534748" y="2196463"/>
            <a:ext cx="3965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직선 연결선 1095">
            <a:extLst>
              <a:ext uri="{FF2B5EF4-FFF2-40B4-BE49-F238E27FC236}">
                <a16:creationId xmlns:a16="http://schemas.microsoft.com/office/drawing/2014/main" id="{051683F7-B35E-F275-B6FC-F3F6D44D2190}"/>
              </a:ext>
            </a:extLst>
          </p:cNvPr>
          <p:cNvCxnSpPr>
            <a:cxnSpLocks/>
          </p:cNvCxnSpPr>
          <p:nvPr/>
        </p:nvCxnSpPr>
        <p:spPr>
          <a:xfrm>
            <a:off x="6978230" y="2201404"/>
            <a:ext cx="2672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8" name="TextBox 1097">
            <a:extLst>
              <a:ext uri="{FF2B5EF4-FFF2-40B4-BE49-F238E27FC236}">
                <a16:creationId xmlns:a16="http://schemas.microsoft.com/office/drawing/2014/main" id="{29C07AFA-DD73-08D1-D90B-AF638A53F1CF}"/>
              </a:ext>
            </a:extLst>
          </p:cNvPr>
          <p:cNvSpPr txBox="1"/>
          <p:nvPr/>
        </p:nvSpPr>
        <p:spPr>
          <a:xfrm>
            <a:off x="9169096" y="2138984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Vo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099" name="TextBox 1098">
            <a:extLst>
              <a:ext uri="{FF2B5EF4-FFF2-40B4-BE49-F238E27FC236}">
                <a16:creationId xmlns:a16="http://schemas.microsoft.com/office/drawing/2014/main" id="{776653DF-8CB8-9BA7-CC48-B78114226E61}"/>
              </a:ext>
            </a:extLst>
          </p:cNvPr>
          <p:cNvSpPr txBox="1"/>
          <p:nvPr/>
        </p:nvSpPr>
        <p:spPr>
          <a:xfrm>
            <a:off x="7795066" y="2063787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 err="1">
                <a:solidFill>
                  <a:srgbClr val="0070C0"/>
                </a:solidFill>
                <a:latin typeface="+mn-ea"/>
              </a:rPr>
              <a:t>Vb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31F162BE-D102-8625-6893-C60E05573D49}"/>
              </a:ext>
            </a:extLst>
          </p:cNvPr>
          <p:cNvSpPr txBox="1"/>
          <p:nvPr/>
        </p:nvSpPr>
        <p:spPr>
          <a:xfrm>
            <a:off x="7801493" y="2317708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Va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366AB8D6-567A-5A8B-2B7E-FDC4CE8ACAE1}"/>
              </a:ext>
            </a:extLst>
          </p:cNvPr>
          <p:cNvSpPr txBox="1"/>
          <p:nvPr/>
        </p:nvSpPr>
        <p:spPr>
          <a:xfrm>
            <a:off x="9564006" y="659904"/>
            <a:ext cx="1864483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u="sng" dirty="0">
                <a:latin typeface="+mn-ea"/>
              </a:rPr>
              <a:t>Differential Amp</a:t>
            </a:r>
          </a:p>
          <a:p>
            <a:endParaRPr lang="en-US" altLang="ko-KR" sz="1000" dirty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Va=</a:t>
            </a:r>
            <a:r>
              <a:rPr lang="en-US" altLang="ko-KR" sz="1000" dirty="0" err="1">
                <a:latin typeface="+mn-ea"/>
              </a:rPr>
              <a:t>Vb</a:t>
            </a:r>
            <a:r>
              <a:rPr lang="en-US" altLang="ko-KR" sz="1000" dirty="0">
                <a:latin typeface="+mn-ea"/>
              </a:rPr>
              <a:t>=V2=2.048V</a:t>
            </a:r>
          </a:p>
          <a:p>
            <a:r>
              <a:rPr lang="en-US" altLang="ko-KR" sz="1000" dirty="0">
                <a:latin typeface="+mn-ea"/>
              </a:rPr>
              <a:t>i1 = (Va-V1)/R1</a:t>
            </a:r>
          </a:p>
          <a:p>
            <a:r>
              <a:rPr lang="en-US" altLang="ko-KR" sz="1000" dirty="0">
                <a:latin typeface="+mn-ea"/>
              </a:rPr>
              <a:t>Vo = i1*R2 + (Va-V1)</a:t>
            </a:r>
          </a:p>
          <a:p>
            <a:r>
              <a:rPr lang="en-US" altLang="ko-KR" sz="1000" dirty="0">
                <a:latin typeface="+mn-ea"/>
              </a:rPr>
              <a:t>     = (Va-V1)*R2/R1 + (Va-V1)</a:t>
            </a:r>
          </a:p>
          <a:p>
            <a:r>
              <a:rPr lang="en-US" altLang="ko-KR" sz="1000" dirty="0">
                <a:latin typeface="+mn-ea"/>
              </a:rPr>
              <a:t>     = (1+R2/R1) (Va-V1)</a:t>
            </a:r>
          </a:p>
          <a:p>
            <a:r>
              <a:rPr lang="en-US" altLang="ko-KR" sz="1000" dirty="0">
                <a:latin typeface="+mn-ea"/>
              </a:rPr>
              <a:t>     = 51 (2.048 – V1)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A2D541CD-932F-8647-04E0-DB68D35661C6}"/>
              </a:ext>
            </a:extLst>
          </p:cNvPr>
          <p:cNvSpPr txBox="1"/>
          <p:nvPr/>
        </p:nvSpPr>
        <p:spPr>
          <a:xfrm>
            <a:off x="7795066" y="2775956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+mn-ea"/>
              </a:rPr>
              <a:t>i1</a:t>
            </a:r>
            <a:endParaRPr lang="ko-KR" altLang="en-US" sz="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C6D20A54-CC27-C112-6466-3D7FC92FDF38}"/>
              </a:ext>
            </a:extLst>
          </p:cNvPr>
          <p:cNvSpPr txBox="1"/>
          <p:nvPr/>
        </p:nvSpPr>
        <p:spPr>
          <a:xfrm>
            <a:off x="7441380" y="2511167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R1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7" name="TextBox 1116">
                <a:extLst>
                  <a:ext uri="{FF2B5EF4-FFF2-40B4-BE49-F238E27FC236}">
                    <a16:creationId xmlns:a16="http://schemas.microsoft.com/office/drawing/2014/main" id="{768DF698-58AD-189A-5851-B1ACF217BC89}"/>
                  </a:ext>
                </a:extLst>
              </p:cNvPr>
              <p:cNvSpPr txBox="1"/>
              <p:nvPr/>
            </p:nvSpPr>
            <p:spPr>
              <a:xfrm>
                <a:off x="6252202" y="521286"/>
                <a:ext cx="3137649" cy="12311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</a:rPr>
                  <a:t>&lt; Q_DC- circuit &gt;</a:t>
                </a:r>
              </a:p>
              <a:p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Differential amp configuration</a:t>
                </a:r>
              </a:p>
              <a:p>
                <a:endParaRPr lang="en-US" altLang="ko-KR" sz="1000" dirty="0">
                  <a:solidFill>
                    <a:schemeClr val="tx1"/>
                  </a:solidFill>
                  <a:latin typeface="+mn-ea"/>
                </a:endParaRPr>
              </a:p>
              <a:p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1) input :   V+ : fixed 2.048V</a:t>
                </a:r>
              </a:p>
              <a:p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               V- : 16-bit DAC voltage</a:t>
                </a:r>
              </a:p>
              <a:p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                     0 ~ +4.096V, 1 step = 62.5uV</a:t>
                </a:r>
              </a:p>
              <a:p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2) output : Vo=(1+R2/R1)(V2-V1) = 51</a:t>
                </a:r>
                <a14:m>
                  <m:oMath xmlns:m="http://schemas.openxmlformats.org/officeDocument/2006/math">
                    <m:r>
                      <a:rPr lang="en-US" altLang="ko-KR" sz="1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(V2-V1)</a:t>
                </a:r>
              </a:p>
              <a:p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               -104.45 ~ +104.45V,   1 step = 3.1875mV</a:t>
                </a:r>
                <a:endParaRPr lang="ko-KR" altLang="en-US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117" name="TextBox 1116">
                <a:extLst>
                  <a:ext uri="{FF2B5EF4-FFF2-40B4-BE49-F238E27FC236}">
                    <a16:creationId xmlns:a16="http://schemas.microsoft.com/office/drawing/2014/main" id="{768DF698-58AD-189A-5851-B1ACF217B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202" y="521286"/>
                <a:ext cx="3137649" cy="1231106"/>
              </a:xfrm>
              <a:prstGeom prst="rect">
                <a:avLst/>
              </a:prstGeom>
              <a:blipFill>
                <a:blip r:embed="rId3"/>
                <a:stretch>
                  <a:fillRect l="-2529" t="-3980" r="-1751" b="-54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8" name="직선 연결선 1127">
            <a:extLst>
              <a:ext uri="{FF2B5EF4-FFF2-40B4-BE49-F238E27FC236}">
                <a16:creationId xmlns:a16="http://schemas.microsoft.com/office/drawing/2014/main" id="{52CC937A-074B-B216-D698-87B668D57DF1}"/>
              </a:ext>
            </a:extLst>
          </p:cNvPr>
          <p:cNvCxnSpPr>
            <a:cxnSpLocks/>
          </p:cNvCxnSpPr>
          <p:nvPr/>
        </p:nvCxnSpPr>
        <p:spPr>
          <a:xfrm>
            <a:off x="6978230" y="2639219"/>
            <a:ext cx="6097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0" name="TextBox 1129">
            <a:extLst>
              <a:ext uri="{FF2B5EF4-FFF2-40B4-BE49-F238E27FC236}">
                <a16:creationId xmlns:a16="http://schemas.microsoft.com/office/drawing/2014/main" id="{802AA24C-8A6A-82B7-BA98-42A359127FA4}"/>
              </a:ext>
            </a:extLst>
          </p:cNvPr>
          <p:cNvSpPr txBox="1"/>
          <p:nvPr/>
        </p:nvSpPr>
        <p:spPr>
          <a:xfrm>
            <a:off x="6275499" y="2086875"/>
            <a:ext cx="6117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VREF / 2</a:t>
            </a:r>
          </a:p>
          <a:p>
            <a:pPr algn="r"/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= 2.048V</a:t>
            </a:r>
            <a:endParaRPr lang="ko-KR" altLang="en-US" sz="10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4B1E793A-86A0-D89C-4B86-47DD7A5389E9}"/>
              </a:ext>
            </a:extLst>
          </p:cNvPr>
          <p:cNvSpPr txBox="1"/>
          <p:nvPr/>
        </p:nvSpPr>
        <p:spPr>
          <a:xfrm>
            <a:off x="1084054" y="2036391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V1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D5C49171-47C9-33C3-274D-99DDA24BC8AA}"/>
              </a:ext>
            </a:extLst>
          </p:cNvPr>
          <p:cNvSpPr txBox="1"/>
          <p:nvPr/>
        </p:nvSpPr>
        <p:spPr>
          <a:xfrm>
            <a:off x="6989272" y="2496409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V1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133" name="TextBox 1132">
            <a:extLst>
              <a:ext uri="{FF2B5EF4-FFF2-40B4-BE49-F238E27FC236}">
                <a16:creationId xmlns:a16="http://schemas.microsoft.com/office/drawing/2014/main" id="{E0C9389A-28C2-0DEA-24AA-398C4D7B14C4}"/>
              </a:ext>
            </a:extLst>
          </p:cNvPr>
          <p:cNvSpPr txBox="1"/>
          <p:nvPr/>
        </p:nvSpPr>
        <p:spPr>
          <a:xfrm>
            <a:off x="6971538" y="2071912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V2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63B07DC7-0288-8958-B582-A94D35CD3103}"/>
              </a:ext>
            </a:extLst>
          </p:cNvPr>
          <p:cNvSpPr txBox="1"/>
          <p:nvPr/>
        </p:nvSpPr>
        <p:spPr>
          <a:xfrm>
            <a:off x="2956315" y="2687004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R2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E8DD1565-94AB-AD7F-37B8-CC28F43C5258}"/>
              </a:ext>
            </a:extLst>
          </p:cNvPr>
          <p:cNvSpPr txBox="1"/>
          <p:nvPr/>
        </p:nvSpPr>
        <p:spPr>
          <a:xfrm>
            <a:off x="8864573" y="2704824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R2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09067F61-A3C4-F651-A4D6-0ECC8083D12A}"/>
              </a:ext>
            </a:extLst>
          </p:cNvPr>
          <p:cNvSpPr txBox="1"/>
          <p:nvPr/>
        </p:nvSpPr>
        <p:spPr>
          <a:xfrm>
            <a:off x="226223" y="2028187"/>
            <a:ext cx="77322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DAC OUT0</a:t>
            </a:r>
          </a:p>
          <a:p>
            <a:pPr algn="r"/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(0~4.096V)</a:t>
            </a:r>
          </a:p>
        </p:txBody>
      </p:sp>
      <p:sp>
        <p:nvSpPr>
          <p:cNvPr id="1139" name="TextBox 1138">
            <a:extLst>
              <a:ext uri="{FF2B5EF4-FFF2-40B4-BE49-F238E27FC236}">
                <a16:creationId xmlns:a16="http://schemas.microsoft.com/office/drawing/2014/main" id="{1FBF359A-7C30-9BEB-B341-9A988F092DAE}"/>
              </a:ext>
            </a:extLst>
          </p:cNvPr>
          <p:cNvSpPr txBox="1"/>
          <p:nvPr/>
        </p:nvSpPr>
        <p:spPr>
          <a:xfrm>
            <a:off x="3630992" y="2183810"/>
            <a:ext cx="77322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Q_DC+</a:t>
            </a:r>
          </a:p>
          <a:p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(0~+209V)</a:t>
            </a:r>
          </a:p>
        </p:txBody>
      </p:sp>
      <p:sp>
        <p:nvSpPr>
          <p:cNvPr id="1140" name="TextBox 1139">
            <a:extLst>
              <a:ext uri="{FF2B5EF4-FFF2-40B4-BE49-F238E27FC236}">
                <a16:creationId xmlns:a16="http://schemas.microsoft.com/office/drawing/2014/main" id="{8568F2D6-12EB-36B7-57F1-2E83F4D8C17F}"/>
              </a:ext>
            </a:extLst>
          </p:cNvPr>
          <p:cNvSpPr txBox="1"/>
          <p:nvPr/>
        </p:nvSpPr>
        <p:spPr>
          <a:xfrm>
            <a:off x="9500636" y="2219193"/>
            <a:ext cx="819236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Q_DC-</a:t>
            </a:r>
          </a:p>
          <a:p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(-104.45 ~</a:t>
            </a:r>
          </a:p>
          <a:p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+104.45V)</a:t>
            </a:r>
          </a:p>
        </p:txBody>
      </p:sp>
      <p:grpSp>
        <p:nvGrpSpPr>
          <p:cNvPr id="1328" name="그룹 1327">
            <a:extLst>
              <a:ext uri="{FF2B5EF4-FFF2-40B4-BE49-F238E27FC236}">
                <a16:creationId xmlns:a16="http://schemas.microsoft.com/office/drawing/2014/main" id="{4BB196E6-A438-0D48-0708-845D6D9F0B7D}"/>
              </a:ext>
            </a:extLst>
          </p:cNvPr>
          <p:cNvGrpSpPr/>
          <p:nvPr/>
        </p:nvGrpSpPr>
        <p:grpSpPr>
          <a:xfrm>
            <a:off x="4241763" y="1789639"/>
            <a:ext cx="1778718" cy="1251536"/>
            <a:chOff x="3491886" y="2471492"/>
            <a:chExt cx="1778718" cy="1251536"/>
          </a:xfrm>
        </p:grpSpPr>
        <p:cxnSp>
          <p:nvCxnSpPr>
            <p:cNvPr id="1204" name="직선 연결선 1203">
              <a:extLst>
                <a:ext uri="{FF2B5EF4-FFF2-40B4-BE49-F238E27FC236}">
                  <a16:creationId xmlns:a16="http://schemas.microsoft.com/office/drawing/2014/main" id="{4E0FC95F-9E1C-1CEE-D1C7-7870D9A588AF}"/>
                </a:ext>
              </a:extLst>
            </p:cNvPr>
            <p:cNvCxnSpPr>
              <a:cxnSpLocks/>
            </p:cNvCxnSpPr>
            <p:nvPr/>
          </p:nvCxnSpPr>
          <p:spPr>
            <a:xfrm>
              <a:off x="3797576" y="3552597"/>
              <a:ext cx="122986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6" name="직선 연결선 1205">
              <a:extLst>
                <a:ext uri="{FF2B5EF4-FFF2-40B4-BE49-F238E27FC236}">
                  <a16:creationId xmlns:a16="http://schemas.microsoft.com/office/drawing/2014/main" id="{23DB496B-A82C-A1FF-942D-0FFAA3E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3797576" y="2594603"/>
              <a:ext cx="0" cy="9579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9" name="TextBox 1208">
              <a:extLst>
                <a:ext uri="{FF2B5EF4-FFF2-40B4-BE49-F238E27FC236}">
                  <a16:creationId xmlns:a16="http://schemas.microsoft.com/office/drawing/2014/main" id="{E2BD1EC6-1E2B-AD21-BF90-D78CA55677F7}"/>
                </a:ext>
              </a:extLst>
            </p:cNvPr>
            <p:cNvSpPr txBox="1"/>
            <p:nvPr/>
          </p:nvSpPr>
          <p:spPr>
            <a:xfrm>
              <a:off x="5049848" y="3491041"/>
              <a:ext cx="2207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Vi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210" name="TextBox 1209">
              <a:extLst>
                <a:ext uri="{FF2B5EF4-FFF2-40B4-BE49-F238E27FC236}">
                  <a16:creationId xmlns:a16="http://schemas.microsoft.com/office/drawing/2014/main" id="{CA1AC8C3-99A3-2C26-2AE9-759E28E86DAF}"/>
                </a:ext>
              </a:extLst>
            </p:cNvPr>
            <p:cNvSpPr txBox="1"/>
            <p:nvPr/>
          </p:nvSpPr>
          <p:spPr>
            <a:xfrm>
              <a:off x="3695621" y="2471492"/>
              <a:ext cx="2207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Vo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211" name="TextBox 1210">
              <a:extLst>
                <a:ext uri="{FF2B5EF4-FFF2-40B4-BE49-F238E27FC236}">
                  <a16:creationId xmlns:a16="http://schemas.microsoft.com/office/drawing/2014/main" id="{ED34EF4D-3278-7578-5244-9FCC35E81581}"/>
                </a:ext>
              </a:extLst>
            </p:cNvPr>
            <p:cNvSpPr txBox="1"/>
            <p:nvPr/>
          </p:nvSpPr>
          <p:spPr>
            <a:xfrm>
              <a:off x="3539169" y="3491041"/>
              <a:ext cx="2207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0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212" name="TextBox 1211">
              <a:extLst>
                <a:ext uri="{FF2B5EF4-FFF2-40B4-BE49-F238E27FC236}">
                  <a16:creationId xmlns:a16="http://schemas.microsoft.com/office/drawing/2014/main" id="{1B7AE97F-BD04-93FE-A9DA-999BDD209AC5}"/>
                </a:ext>
              </a:extLst>
            </p:cNvPr>
            <p:cNvSpPr txBox="1"/>
            <p:nvPr/>
          </p:nvSpPr>
          <p:spPr>
            <a:xfrm>
              <a:off x="3491886" y="2644313"/>
              <a:ext cx="28023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+210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214" name="직선 연결선 1213">
              <a:extLst>
                <a:ext uri="{FF2B5EF4-FFF2-40B4-BE49-F238E27FC236}">
                  <a16:creationId xmlns:a16="http://schemas.microsoft.com/office/drawing/2014/main" id="{CB6F59B9-EE2B-FDC3-46FD-7672197A58F4}"/>
                </a:ext>
              </a:extLst>
            </p:cNvPr>
            <p:cNvCxnSpPr>
              <a:cxnSpLocks/>
            </p:cNvCxnSpPr>
            <p:nvPr/>
          </p:nvCxnSpPr>
          <p:spPr>
            <a:xfrm>
              <a:off x="4065118" y="3504152"/>
              <a:ext cx="0" cy="92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6" name="TextBox 1215">
              <a:extLst>
                <a:ext uri="{FF2B5EF4-FFF2-40B4-BE49-F238E27FC236}">
                  <a16:creationId xmlns:a16="http://schemas.microsoft.com/office/drawing/2014/main" id="{D8445127-F93D-249D-0164-4B2DCE0487BB}"/>
                </a:ext>
              </a:extLst>
            </p:cNvPr>
            <p:cNvSpPr txBox="1"/>
            <p:nvPr/>
          </p:nvSpPr>
          <p:spPr>
            <a:xfrm>
              <a:off x="4045829" y="3599917"/>
              <a:ext cx="14168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1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217" name="TextBox 1216">
              <a:extLst>
                <a:ext uri="{FF2B5EF4-FFF2-40B4-BE49-F238E27FC236}">
                  <a16:creationId xmlns:a16="http://schemas.microsoft.com/office/drawing/2014/main" id="{2B6CAE45-BDE0-D836-7266-4253B52FC161}"/>
                </a:ext>
              </a:extLst>
            </p:cNvPr>
            <p:cNvSpPr txBox="1"/>
            <p:nvPr/>
          </p:nvSpPr>
          <p:spPr>
            <a:xfrm>
              <a:off x="4313371" y="3599917"/>
              <a:ext cx="14168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2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218" name="직선 연결선 1217">
              <a:extLst>
                <a:ext uri="{FF2B5EF4-FFF2-40B4-BE49-F238E27FC236}">
                  <a16:creationId xmlns:a16="http://schemas.microsoft.com/office/drawing/2014/main" id="{4D556E79-FF03-AA13-64E0-51883068D797}"/>
                </a:ext>
              </a:extLst>
            </p:cNvPr>
            <p:cNvCxnSpPr>
              <a:cxnSpLocks/>
            </p:cNvCxnSpPr>
            <p:nvPr/>
          </p:nvCxnSpPr>
          <p:spPr>
            <a:xfrm>
              <a:off x="4336580" y="3504152"/>
              <a:ext cx="0" cy="92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0" name="직선 연결선 1219">
              <a:extLst>
                <a:ext uri="{FF2B5EF4-FFF2-40B4-BE49-F238E27FC236}">
                  <a16:creationId xmlns:a16="http://schemas.microsoft.com/office/drawing/2014/main" id="{984CB09B-F725-C247-9638-7049CB102397}"/>
                </a:ext>
              </a:extLst>
            </p:cNvPr>
            <p:cNvCxnSpPr>
              <a:cxnSpLocks/>
            </p:cNvCxnSpPr>
            <p:nvPr/>
          </p:nvCxnSpPr>
          <p:spPr>
            <a:xfrm>
              <a:off x="4608042" y="3506238"/>
              <a:ext cx="0" cy="92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2" name="직선 연결선 1221">
              <a:extLst>
                <a:ext uri="{FF2B5EF4-FFF2-40B4-BE49-F238E27FC236}">
                  <a16:creationId xmlns:a16="http://schemas.microsoft.com/office/drawing/2014/main" id="{DC291B23-8467-18C4-8287-41CA1F3767E4}"/>
                </a:ext>
              </a:extLst>
            </p:cNvPr>
            <p:cNvCxnSpPr>
              <a:cxnSpLocks/>
            </p:cNvCxnSpPr>
            <p:nvPr/>
          </p:nvCxnSpPr>
          <p:spPr>
            <a:xfrm>
              <a:off x="4879504" y="3506533"/>
              <a:ext cx="0" cy="92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3" name="TextBox 1222">
              <a:extLst>
                <a:ext uri="{FF2B5EF4-FFF2-40B4-BE49-F238E27FC236}">
                  <a16:creationId xmlns:a16="http://schemas.microsoft.com/office/drawing/2014/main" id="{72CABAF3-C66E-BCB4-9852-6A9B57E4713C}"/>
                </a:ext>
              </a:extLst>
            </p:cNvPr>
            <p:cNvSpPr txBox="1"/>
            <p:nvPr/>
          </p:nvSpPr>
          <p:spPr>
            <a:xfrm>
              <a:off x="4581185" y="3598112"/>
              <a:ext cx="14168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3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224" name="TextBox 1223">
              <a:extLst>
                <a:ext uri="{FF2B5EF4-FFF2-40B4-BE49-F238E27FC236}">
                  <a16:creationId xmlns:a16="http://schemas.microsoft.com/office/drawing/2014/main" id="{BC574C8B-678C-C328-163E-76E7C4161275}"/>
                </a:ext>
              </a:extLst>
            </p:cNvPr>
            <p:cNvSpPr txBox="1"/>
            <p:nvPr/>
          </p:nvSpPr>
          <p:spPr>
            <a:xfrm>
              <a:off x="4857865" y="3596868"/>
              <a:ext cx="14168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4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226" name="직선 연결선 1225">
              <a:extLst>
                <a:ext uri="{FF2B5EF4-FFF2-40B4-BE49-F238E27FC236}">
                  <a16:creationId xmlns:a16="http://schemas.microsoft.com/office/drawing/2014/main" id="{FD80A724-6049-735B-0A18-54B12D31CD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4525" y="2747143"/>
              <a:ext cx="1085450" cy="80545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9" name="직선 연결선 1228">
              <a:extLst>
                <a:ext uri="{FF2B5EF4-FFF2-40B4-BE49-F238E27FC236}">
                  <a16:creationId xmlns:a16="http://schemas.microsoft.com/office/drawing/2014/main" id="{92495989-C476-816E-BE88-ECA66C38A9C9}"/>
                </a:ext>
              </a:extLst>
            </p:cNvPr>
            <p:cNvCxnSpPr>
              <a:cxnSpLocks/>
            </p:cNvCxnSpPr>
            <p:nvPr/>
          </p:nvCxnSpPr>
          <p:spPr>
            <a:xfrm>
              <a:off x="4879506" y="2735818"/>
              <a:ext cx="0" cy="816779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2" name="직선 연결선 1231">
              <a:extLst>
                <a:ext uri="{FF2B5EF4-FFF2-40B4-BE49-F238E27FC236}">
                  <a16:creationId xmlns:a16="http://schemas.microsoft.com/office/drawing/2014/main" id="{BA0EF930-F4E1-F578-8FDC-701F254D7DEB}"/>
                </a:ext>
              </a:extLst>
            </p:cNvPr>
            <p:cNvCxnSpPr>
              <a:cxnSpLocks/>
            </p:cNvCxnSpPr>
            <p:nvPr/>
          </p:nvCxnSpPr>
          <p:spPr>
            <a:xfrm>
              <a:off x="3805999" y="2739272"/>
              <a:ext cx="1078063" cy="0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0" name="그룹 1329">
            <a:extLst>
              <a:ext uri="{FF2B5EF4-FFF2-40B4-BE49-F238E27FC236}">
                <a16:creationId xmlns:a16="http://schemas.microsoft.com/office/drawing/2014/main" id="{522FCF8A-343F-14E0-428F-98A9FC157658}"/>
              </a:ext>
            </a:extLst>
          </p:cNvPr>
          <p:cNvGrpSpPr/>
          <p:nvPr/>
        </p:nvGrpSpPr>
        <p:grpSpPr>
          <a:xfrm>
            <a:off x="10328220" y="1878331"/>
            <a:ext cx="1778718" cy="1388781"/>
            <a:chOff x="7694156" y="3744412"/>
            <a:chExt cx="1778718" cy="1388781"/>
          </a:xfrm>
        </p:grpSpPr>
        <p:cxnSp>
          <p:nvCxnSpPr>
            <p:cNvPr id="1236" name="직선 연결선 1235">
              <a:extLst>
                <a:ext uri="{FF2B5EF4-FFF2-40B4-BE49-F238E27FC236}">
                  <a16:creationId xmlns:a16="http://schemas.microsoft.com/office/drawing/2014/main" id="{4767AD0E-E472-E52E-BF1C-6E7637FB9903}"/>
                </a:ext>
              </a:extLst>
            </p:cNvPr>
            <p:cNvCxnSpPr>
              <a:cxnSpLocks/>
            </p:cNvCxnSpPr>
            <p:nvPr/>
          </p:nvCxnSpPr>
          <p:spPr>
            <a:xfrm>
              <a:off x="7999846" y="4527067"/>
              <a:ext cx="122986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8" name="직선 연결선 1237">
              <a:extLst>
                <a:ext uri="{FF2B5EF4-FFF2-40B4-BE49-F238E27FC236}">
                  <a16:creationId xmlns:a16="http://schemas.microsoft.com/office/drawing/2014/main" id="{B90612A1-4AFC-7576-D9CE-F3F59ACE7948}"/>
                </a:ext>
              </a:extLst>
            </p:cNvPr>
            <p:cNvCxnSpPr>
              <a:cxnSpLocks/>
            </p:cNvCxnSpPr>
            <p:nvPr/>
          </p:nvCxnSpPr>
          <p:spPr>
            <a:xfrm>
              <a:off x="7999846" y="3867523"/>
              <a:ext cx="0" cy="12656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9" name="TextBox 1238">
              <a:extLst>
                <a:ext uri="{FF2B5EF4-FFF2-40B4-BE49-F238E27FC236}">
                  <a16:creationId xmlns:a16="http://schemas.microsoft.com/office/drawing/2014/main" id="{F3D7B1CF-1CF5-3C35-9F21-9876A51B3445}"/>
                </a:ext>
              </a:extLst>
            </p:cNvPr>
            <p:cNvSpPr txBox="1"/>
            <p:nvPr/>
          </p:nvSpPr>
          <p:spPr>
            <a:xfrm>
              <a:off x="9252118" y="4465511"/>
              <a:ext cx="2207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Vi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240" name="TextBox 1239">
              <a:extLst>
                <a:ext uri="{FF2B5EF4-FFF2-40B4-BE49-F238E27FC236}">
                  <a16:creationId xmlns:a16="http://schemas.microsoft.com/office/drawing/2014/main" id="{6A986F7A-21D2-A11C-5D35-2BFD7EA489CB}"/>
                </a:ext>
              </a:extLst>
            </p:cNvPr>
            <p:cNvSpPr txBox="1"/>
            <p:nvPr/>
          </p:nvSpPr>
          <p:spPr>
            <a:xfrm>
              <a:off x="7897891" y="3744412"/>
              <a:ext cx="2207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Vo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242" name="TextBox 1241">
              <a:extLst>
                <a:ext uri="{FF2B5EF4-FFF2-40B4-BE49-F238E27FC236}">
                  <a16:creationId xmlns:a16="http://schemas.microsoft.com/office/drawing/2014/main" id="{FA487147-4193-011D-AFFD-6B4369E6688C}"/>
                </a:ext>
              </a:extLst>
            </p:cNvPr>
            <p:cNvSpPr txBox="1"/>
            <p:nvPr/>
          </p:nvSpPr>
          <p:spPr>
            <a:xfrm>
              <a:off x="7741439" y="4465511"/>
              <a:ext cx="2207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0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244" name="TextBox 1243">
              <a:extLst>
                <a:ext uri="{FF2B5EF4-FFF2-40B4-BE49-F238E27FC236}">
                  <a16:creationId xmlns:a16="http://schemas.microsoft.com/office/drawing/2014/main" id="{12B14CDF-19E5-8210-820D-8610F0CA60BB}"/>
                </a:ext>
              </a:extLst>
            </p:cNvPr>
            <p:cNvSpPr txBox="1"/>
            <p:nvPr/>
          </p:nvSpPr>
          <p:spPr>
            <a:xfrm>
              <a:off x="7694156" y="3917233"/>
              <a:ext cx="28023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+110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245" name="TextBox 1244">
              <a:extLst>
                <a:ext uri="{FF2B5EF4-FFF2-40B4-BE49-F238E27FC236}">
                  <a16:creationId xmlns:a16="http://schemas.microsoft.com/office/drawing/2014/main" id="{BC4B667F-2018-D306-52BF-E2DCB49B1499}"/>
                </a:ext>
              </a:extLst>
            </p:cNvPr>
            <p:cNvSpPr txBox="1"/>
            <p:nvPr/>
          </p:nvSpPr>
          <p:spPr>
            <a:xfrm>
              <a:off x="7694156" y="5001447"/>
              <a:ext cx="28023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-110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246" name="직선 연결선 1245">
              <a:extLst>
                <a:ext uri="{FF2B5EF4-FFF2-40B4-BE49-F238E27FC236}">
                  <a16:creationId xmlns:a16="http://schemas.microsoft.com/office/drawing/2014/main" id="{A60F0270-B387-BD5C-F63F-E1E87E6D092F}"/>
                </a:ext>
              </a:extLst>
            </p:cNvPr>
            <p:cNvCxnSpPr>
              <a:cxnSpLocks/>
            </p:cNvCxnSpPr>
            <p:nvPr/>
          </p:nvCxnSpPr>
          <p:spPr>
            <a:xfrm>
              <a:off x="8267388" y="4478622"/>
              <a:ext cx="0" cy="92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7" name="TextBox 1246">
              <a:extLst>
                <a:ext uri="{FF2B5EF4-FFF2-40B4-BE49-F238E27FC236}">
                  <a16:creationId xmlns:a16="http://schemas.microsoft.com/office/drawing/2014/main" id="{94D8F546-3391-3733-4885-C4C214FDD0DE}"/>
                </a:ext>
              </a:extLst>
            </p:cNvPr>
            <p:cNvSpPr txBox="1"/>
            <p:nvPr/>
          </p:nvSpPr>
          <p:spPr>
            <a:xfrm>
              <a:off x="8248099" y="4574387"/>
              <a:ext cx="14168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1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248" name="TextBox 1247">
              <a:extLst>
                <a:ext uri="{FF2B5EF4-FFF2-40B4-BE49-F238E27FC236}">
                  <a16:creationId xmlns:a16="http://schemas.microsoft.com/office/drawing/2014/main" id="{6CCB9737-A215-AA97-B647-AC18EB3C0EFF}"/>
                </a:ext>
              </a:extLst>
            </p:cNvPr>
            <p:cNvSpPr txBox="1"/>
            <p:nvPr/>
          </p:nvSpPr>
          <p:spPr>
            <a:xfrm>
              <a:off x="8515641" y="4574387"/>
              <a:ext cx="14168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2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249" name="직선 연결선 1248">
              <a:extLst>
                <a:ext uri="{FF2B5EF4-FFF2-40B4-BE49-F238E27FC236}">
                  <a16:creationId xmlns:a16="http://schemas.microsoft.com/office/drawing/2014/main" id="{6BA8700A-1CB8-3913-7967-840543081A35}"/>
                </a:ext>
              </a:extLst>
            </p:cNvPr>
            <p:cNvCxnSpPr>
              <a:cxnSpLocks/>
            </p:cNvCxnSpPr>
            <p:nvPr/>
          </p:nvCxnSpPr>
          <p:spPr>
            <a:xfrm>
              <a:off x="8538850" y="4478622"/>
              <a:ext cx="0" cy="92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0" name="직선 연결선 1249">
              <a:extLst>
                <a:ext uri="{FF2B5EF4-FFF2-40B4-BE49-F238E27FC236}">
                  <a16:creationId xmlns:a16="http://schemas.microsoft.com/office/drawing/2014/main" id="{DD50C2F4-9FD5-20A8-970D-BAA7D2110596}"/>
                </a:ext>
              </a:extLst>
            </p:cNvPr>
            <p:cNvCxnSpPr>
              <a:cxnSpLocks/>
            </p:cNvCxnSpPr>
            <p:nvPr/>
          </p:nvCxnSpPr>
          <p:spPr>
            <a:xfrm>
              <a:off x="8810312" y="4480708"/>
              <a:ext cx="0" cy="92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1" name="직선 연결선 1250">
              <a:extLst>
                <a:ext uri="{FF2B5EF4-FFF2-40B4-BE49-F238E27FC236}">
                  <a16:creationId xmlns:a16="http://schemas.microsoft.com/office/drawing/2014/main" id="{24EEDC8C-F5ED-6228-8245-1ED0710AB855}"/>
                </a:ext>
              </a:extLst>
            </p:cNvPr>
            <p:cNvCxnSpPr>
              <a:cxnSpLocks/>
            </p:cNvCxnSpPr>
            <p:nvPr/>
          </p:nvCxnSpPr>
          <p:spPr>
            <a:xfrm>
              <a:off x="9081774" y="4481003"/>
              <a:ext cx="0" cy="92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2" name="TextBox 1251">
              <a:extLst>
                <a:ext uri="{FF2B5EF4-FFF2-40B4-BE49-F238E27FC236}">
                  <a16:creationId xmlns:a16="http://schemas.microsoft.com/office/drawing/2014/main" id="{A99EF0D2-B25F-5900-8842-A5531A564293}"/>
                </a:ext>
              </a:extLst>
            </p:cNvPr>
            <p:cNvSpPr txBox="1"/>
            <p:nvPr/>
          </p:nvSpPr>
          <p:spPr>
            <a:xfrm>
              <a:off x="8783455" y="4572582"/>
              <a:ext cx="14168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3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285" name="TextBox 1284">
              <a:extLst>
                <a:ext uri="{FF2B5EF4-FFF2-40B4-BE49-F238E27FC236}">
                  <a16:creationId xmlns:a16="http://schemas.microsoft.com/office/drawing/2014/main" id="{5805CC7B-60E7-4A9D-B7BC-E03459E77B4F}"/>
                </a:ext>
              </a:extLst>
            </p:cNvPr>
            <p:cNvSpPr txBox="1"/>
            <p:nvPr/>
          </p:nvSpPr>
          <p:spPr>
            <a:xfrm>
              <a:off x="9060135" y="4571338"/>
              <a:ext cx="14168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4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286" name="직선 연결선 1285">
              <a:extLst>
                <a:ext uri="{FF2B5EF4-FFF2-40B4-BE49-F238E27FC236}">
                  <a16:creationId xmlns:a16="http://schemas.microsoft.com/office/drawing/2014/main" id="{F06FDC69-4B47-7E08-38D9-805AF85EAA79}"/>
                </a:ext>
              </a:extLst>
            </p:cNvPr>
            <p:cNvCxnSpPr>
              <a:cxnSpLocks/>
            </p:cNvCxnSpPr>
            <p:nvPr/>
          </p:nvCxnSpPr>
          <p:spPr>
            <a:xfrm>
              <a:off x="8008269" y="4015882"/>
              <a:ext cx="1078244" cy="1005173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7" name="직선 연결선 1286">
              <a:extLst>
                <a:ext uri="{FF2B5EF4-FFF2-40B4-BE49-F238E27FC236}">
                  <a16:creationId xmlns:a16="http://schemas.microsoft.com/office/drawing/2014/main" id="{C6A7E2A8-2FB0-47DC-0756-A9DB3137341B}"/>
                </a:ext>
              </a:extLst>
            </p:cNvPr>
            <p:cNvCxnSpPr>
              <a:cxnSpLocks/>
            </p:cNvCxnSpPr>
            <p:nvPr/>
          </p:nvCxnSpPr>
          <p:spPr>
            <a:xfrm>
              <a:off x="9081776" y="4008738"/>
              <a:ext cx="0" cy="101231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0" name="직선 연결선 1299">
              <a:extLst>
                <a:ext uri="{FF2B5EF4-FFF2-40B4-BE49-F238E27FC236}">
                  <a16:creationId xmlns:a16="http://schemas.microsoft.com/office/drawing/2014/main" id="{8DD6AAB5-270A-1D0C-389E-96099711FB04}"/>
                </a:ext>
              </a:extLst>
            </p:cNvPr>
            <p:cNvCxnSpPr>
              <a:cxnSpLocks/>
            </p:cNvCxnSpPr>
            <p:nvPr/>
          </p:nvCxnSpPr>
          <p:spPr>
            <a:xfrm>
              <a:off x="8008269" y="4012192"/>
              <a:ext cx="1078063" cy="0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2" name="직선 연결선 1301">
              <a:extLst>
                <a:ext uri="{FF2B5EF4-FFF2-40B4-BE49-F238E27FC236}">
                  <a16:creationId xmlns:a16="http://schemas.microsoft.com/office/drawing/2014/main" id="{F9EC2375-53EE-AF92-20F2-07124D312EE5}"/>
                </a:ext>
              </a:extLst>
            </p:cNvPr>
            <p:cNvCxnSpPr>
              <a:cxnSpLocks/>
            </p:cNvCxnSpPr>
            <p:nvPr/>
          </p:nvCxnSpPr>
          <p:spPr>
            <a:xfrm>
              <a:off x="8001126" y="5017365"/>
              <a:ext cx="1078063" cy="0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31" name="직선 연결선 1330">
            <a:extLst>
              <a:ext uri="{FF2B5EF4-FFF2-40B4-BE49-F238E27FC236}">
                <a16:creationId xmlns:a16="http://schemas.microsoft.com/office/drawing/2014/main" id="{35B11432-6DF4-18F0-060B-A8B251C581E4}"/>
              </a:ext>
            </a:extLst>
          </p:cNvPr>
          <p:cNvCxnSpPr>
            <a:cxnSpLocks/>
          </p:cNvCxnSpPr>
          <p:nvPr/>
        </p:nvCxnSpPr>
        <p:spPr>
          <a:xfrm>
            <a:off x="6061203" y="521179"/>
            <a:ext cx="0" cy="6026840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4" name="직선 연결선 1333">
            <a:extLst>
              <a:ext uri="{FF2B5EF4-FFF2-40B4-BE49-F238E27FC236}">
                <a16:creationId xmlns:a16="http://schemas.microsoft.com/office/drawing/2014/main" id="{B60A75DB-1DE3-0455-912D-B13746B51D80}"/>
              </a:ext>
            </a:extLst>
          </p:cNvPr>
          <p:cNvCxnSpPr>
            <a:cxnSpLocks/>
          </p:cNvCxnSpPr>
          <p:nvPr/>
        </p:nvCxnSpPr>
        <p:spPr>
          <a:xfrm>
            <a:off x="263229" y="3364345"/>
            <a:ext cx="11716335" cy="0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1" name="직선 연결선 1680">
            <a:extLst>
              <a:ext uri="{FF2B5EF4-FFF2-40B4-BE49-F238E27FC236}">
                <a16:creationId xmlns:a16="http://schemas.microsoft.com/office/drawing/2014/main" id="{753A2E83-2C47-F458-0CDE-ECE58CE695B9}"/>
              </a:ext>
            </a:extLst>
          </p:cNvPr>
          <p:cNvCxnSpPr>
            <a:cxnSpLocks/>
          </p:cNvCxnSpPr>
          <p:nvPr/>
        </p:nvCxnSpPr>
        <p:spPr>
          <a:xfrm>
            <a:off x="2126178" y="5652532"/>
            <a:ext cx="8026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2" name="직선 연결선 1681">
            <a:extLst>
              <a:ext uri="{FF2B5EF4-FFF2-40B4-BE49-F238E27FC236}">
                <a16:creationId xmlns:a16="http://schemas.microsoft.com/office/drawing/2014/main" id="{65779597-5859-3426-262D-14D821EC0078}"/>
              </a:ext>
            </a:extLst>
          </p:cNvPr>
          <p:cNvCxnSpPr>
            <a:cxnSpLocks/>
          </p:cNvCxnSpPr>
          <p:nvPr/>
        </p:nvCxnSpPr>
        <p:spPr>
          <a:xfrm>
            <a:off x="1884239" y="5758227"/>
            <a:ext cx="241938" cy="0"/>
          </a:xfrm>
          <a:prstGeom prst="line">
            <a:avLst/>
          </a:prstGeom>
          <a:ln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3" name="직선 연결선 1682">
            <a:extLst>
              <a:ext uri="{FF2B5EF4-FFF2-40B4-BE49-F238E27FC236}">
                <a16:creationId xmlns:a16="http://schemas.microsoft.com/office/drawing/2014/main" id="{D76B7CC0-6CAF-F09E-C033-A93524EA9F1F}"/>
              </a:ext>
            </a:extLst>
          </p:cNvPr>
          <p:cNvCxnSpPr>
            <a:cxnSpLocks/>
          </p:cNvCxnSpPr>
          <p:nvPr/>
        </p:nvCxnSpPr>
        <p:spPr>
          <a:xfrm>
            <a:off x="2126177" y="5415719"/>
            <a:ext cx="0" cy="2368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4" name="직선 연결선 1683">
            <a:extLst>
              <a:ext uri="{FF2B5EF4-FFF2-40B4-BE49-F238E27FC236}">
                <a16:creationId xmlns:a16="http://schemas.microsoft.com/office/drawing/2014/main" id="{4193D866-B2B0-FCB1-18E9-A36BC2E79117}"/>
              </a:ext>
            </a:extLst>
          </p:cNvPr>
          <p:cNvCxnSpPr>
            <a:cxnSpLocks/>
          </p:cNvCxnSpPr>
          <p:nvPr/>
        </p:nvCxnSpPr>
        <p:spPr>
          <a:xfrm>
            <a:off x="3082714" y="5303476"/>
            <a:ext cx="5724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5" name="타원 1684">
            <a:extLst>
              <a:ext uri="{FF2B5EF4-FFF2-40B4-BE49-F238E27FC236}">
                <a16:creationId xmlns:a16="http://schemas.microsoft.com/office/drawing/2014/main" id="{509982CA-1B46-E00A-1A4C-9F0E995316F4}"/>
              </a:ext>
            </a:extLst>
          </p:cNvPr>
          <p:cNvSpPr/>
          <p:nvPr/>
        </p:nvSpPr>
        <p:spPr>
          <a:xfrm>
            <a:off x="2103318" y="562995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686" name="TextBox 1685">
            <a:extLst>
              <a:ext uri="{FF2B5EF4-FFF2-40B4-BE49-F238E27FC236}">
                <a16:creationId xmlns:a16="http://schemas.microsoft.com/office/drawing/2014/main" id="{DC8BED12-2550-C77E-5156-5F078109E6A6}"/>
              </a:ext>
            </a:extLst>
          </p:cNvPr>
          <p:cNvSpPr txBox="1"/>
          <p:nvPr/>
        </p:nvSpPr>
        <p:spPr>
          <a:xfrm>
            <a:off x="331269" y="5591852"/>
            <a:ext cx="77322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DAC OUT4</a:t>
            </a:r>
          </a:p>
          <a:p>
            <a:pPr algn="r"/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(0~4.096V)</a:t>
            </a:r>
          </a:p>
        </p:txBody>
      </p:sp>
      <p:grpSp>
        <p:nvGrpSpPr>
          <p:cNvPr id="1687" name="그룹 1686">
            <a:extLst>
              <a:ext uri="{FF2B5EF4-FFF2-40B4-BE49-F238E27FC236}">
                <a16:creationId xmlns:a16="http://schemas.microsoft.com/office/drawing/2014/main" id="{D07E2130-0338-5A55-9584-CB5151EE31F9}"/>
              </a:ext>
            </a:extLst>
          </p:cNvPr>
          <p:cNvGrpSpPr/>
          <p:nvPr/>
        </p:nvGrpSpPr>
        <p:grpSpPr>
          <a:xfrm>
            <a:off x="2496688" y="4914550"/>
            <a:ext cx="645423" cy="637000"/>
            <a:chOff x="4710113" y="3293876"/>
            <a:chExt cx="645423" cy="637000"/>
          </a:xfrm>
        </p:grpSpPr>
        <p:sp>
          <p:nvSpPr>
            <p:cNvPr id="1688" name="TextBox 1687">
              <a:extLst>
                <a:ext uri="{FF2B5EF4-FFF2-40B4-BE49-F238E27FC236}">
                  <a16:creationId xmlns:a16="http://schemas.microsoft.com/office/drawing/2014/main" id="{965E6150-4543-D414-36E4-4CEAF306F541}"/>
                </a:ext>
              </a:extLst>
            </p:cNvPr>
            <p:cNvSpPr txBox="1"/>
            <p:nvPr/>
          </p:nvSpPr>
          <p:spPr>
            <a:xfrm>
              <a:off x="4987821" y="3419621"/>
              <a:ext cx="36771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+110V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689" name="TextBox 1688">
              <a:extLst>
                <a:ext uri="{FF2B5EF4-FFF2-40B4-BE49-F238E27FC236}">
                  <a16:creationId xmlns:a16="http://schemas.microsoft.com/office/drawing/2014/main" id="{FB071F72-07E2-DD03-BC42-3843609F3D20}"/>
                </a:ext>
              </a:extLst>
            </p:cNvPr>
            <p:cNvSpPr txBox="1"/>
            <p:nvPr/>
          </p:nvSpPr>
          <p:spPr>
            <a:xfrm>
              <a:off x="5002030" y="3802595"/>
              <a:ext cx="34278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-110V</a:t>
              </a:r>
              <a:endParaRPr lang="ko-KR" altLang="en-US" sz="800" dirty="0">
                <a:latin typeface="+mn-ea"/>
              </a:endParaRPr>
            </a:p>
          </p:txBody>
        </p:sp>
        <p:grpSp>
          <p:nvGrpSpPr>
            <p:cNvPr id="1690" name="그룹 1689">
              <a:extLst>
                <a:ext uri="{FF2B5EF4-FFF2-40B4-BE49-F238E27FC236}">
                  <a16:creationId xmlns:a16="http://schemas.microsoft.com/office/drawing/2014/main" id="{99661454-324B-8454-9734-061C22EE4DEB}"/>
                </a:ext>
              </a:extLst>
            </p:cNvPr>
            <p:cNvGrpSpPr/>
            <p:nvPr/>
          </p:nvGrpSpPr>
          <p:grpSpPr>
            <a:xfrm>
              <a:off x="4710113" y="3293876"/>
              <a:ext cx="613584" cy="637000"/>
              <a:chOff x="4710113" y="3293876"/>
              <a:chExt cx="613584" cy="637000"/>
            </a:xfrm>
          </p:grpSpPr>
          <p:sp>
            <p:nvSpPr>
              <p:cNvPr id="1691" name="이등변 삼각형 1690">
                <a:extLst>
                  <a:ext uri="{FF2B5EF4-FFF2-40B4-BE49-F238E27FC236}">
                    <a16:creationId xmlns:a16="http://schemas.microsoft.com/office/drawing/2014/main" id="{19DBD4D3-AD1F-2C0B-8A7F-B50D14607792}"/>
                  </a:ext>
                </a:extLst>
              </p:cNvPr>
              <p:cNvSpPr/>
              <p:nvPr/>
            </p:nvSpPr>
            <p:spPr>
              <a:xfrm rot="5400000">
                <a:off x="4793222" y="3499429"/>
                <a:ext cx="414779" cy="357568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1692" name="TextBox 1691">
                <a:extLst>
                  <a:ext uri="{FF2B5EF4-FFF2-40B4-BE49-F238E27FC236}">
                    <a16:creationId xmlns:a16="http://schemas.microsoft.com/office/drawing/2014/main" id="{F49D1342-8D47-B38F-37B9-EDBD6E823831}"/>
                  </a:ext>
                </a:extLst>
              </p:cNvPr>
              <p:cNvSpPr txBox="1"/>
              <p:nvPr/>
            </p:nvSpPr>
            <p:spPr>
              <a:xfrm>
                <a:off x="4832517" y="3517982"/>
                <a:ext cx="143202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+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1693" name="TextBox 1692">
                <a:extLst>
                  <a:ext uri="{FF2B5EF4-FFF2-40B4-BE49-F238E27FC236}">
                    <a16:creationId xmlns:a16="http://schemas.microsoft.com/office/drawing/2014/main" id="{8E014ACE-1F4E-A4CD-9ADA-C28B7EEFFDF0}"/>
                  </a:ext>
                </a:extLst>
              </p:cNvPr>
              <p:cNvSpPr txBox="1"/>
              <p:nvPr/>
            </p:nvSpPr>
            <p:spPr>
              <a:xfrm>
                <a:off x="4846979" y="3726347"/>
                <a:ext cx="11427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-</a:t>
                </a:r>
                <a:endParaRPr lang="ko-KR" altLang="en-US" sz="800" dirty="0">
                  <a:latin typeface="+mn-ea"/>
                </a:endParaRPr>
              </a:p>
            </p:txBody>
          </p:sp>
          <p:cxnSp>
            <p:nvCxnSpPr>
              <p:cNvPr id="1694" name="직선 연결선 1693">
                <a:extLst>
                  <a:ext uri="{FF2B5EF4-FFF2-40B4-BE49-F238E27FC236}">
                    <a16:creationId xmlns:a16="http://schemas.microsoft.com/office/drawing/2014/main" id="{8B173C04-819E-3C1F-98AE-628BBF1FB7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3860" y="3427361"/>
                <a:ext cx="0" cy="1334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5" name="직선 연결선 1694">
                <a:extLst>
                  <a:ext uri="{FF2B5EF4-FFF2-40B4-BE49-F238E27FC236}">
                    <a16:creationId xmlns:a16="http://schemas.microsoft.com/office/drawing/2014/main" id="{29160CD2-48D8-E9B7-32E1-86B58740A6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10113" y="3589426"/>
                <a:ext cx="11171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6" name="직선 연결선 1695">
                <a:extLst>
                  <a:ext uri="{FF2B5EF4-FFF2-40B4-BE49-F238E27FC236}">
                    <a16:creationId xmlns:a16="http://schemas.microsoft.com/office/drawing/2014/main" id="{85201390-0F80-DFC5-1973-500ADFC45C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10113" y="3795045"/>
                <a:ext cx="11171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7" name="직선 연결선 1696">
                <a:extLst>
                  <a:ext uri="{FF2B5EF4-FFF2-40B4-BE49-F238E27FC236}">
                    <a16:creationId xmlns:a16="http://schemas.microsoft.com/office/drawing/2014/main" id="{2CA300D0-F973-0FC1-9F79-E7F530ECB1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5147" y="3797426"/>
                <a:ext cx="0" cy="1334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8" name="직선 연결선 1697">
                <a:extLst>
                  <a:ext uri="{FF2B5EF4-FFF2-40B4-BE49-F238E27FC236}">
                    <a16:creationId xmlns:a16="http://schemas.microsoft.com/office/drawing/2014/main" id="{4C67A947-5B65-4F3B-641F-774560E76F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4425" y="3678213"/>
                <a:ext cx="11171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99" name="TextBox 1698">
                <a:extLst>
                  <a:ext uri="{FF2B5EF4-FFF2-40B4-BE49-F238E27FC236}">
                    <a16:creationId xmlns:a16="http://schemas.microsoft.com/office/drawing/2014/main" id="{9D7DC177-D077-9893-ABFB-CB19B39C1876}"/>
                  </a:ext>
                </a:extLst>
              </p:cNvPr>
              <p:cNvSpPr txBox="1"/>
              <p:nvPr/>
            </p:nvSpPr>
            <p:spPr>
              <a:xfrm>
                <a:off x="4765970" y="3293876"/>
                <a:ext cx="557727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b="1" dirty="0">
                    <a:latin typeface="+mn-ea"/>
                  </a:rPr>
                  <a:t>ADHV4702</a:t>
                </a:r>
                <a:endParaRPr lang="ko-KR" altLang="en-US" sz="800" b="1" dirty="0">
                  <a:latin typeface="+mn-ea"/>
                </a:endParaRPr>
              </a:p>
            </p:txBody>
          </p:sp>
        </p:grpSp>
      </p:grpSp>
      <p:grpSp>
        <p:nvGrpSpPr>
          <p:cNvPr id="1700" name="그룹 1699">
            <a:extLst>
              <a:ext uri="{FF2B5EF4-FFF2-40B4-BE49-F238E27FC236}">
                <a16:creationId xmlns:a16="http://schemas.microsoft.com/office/drawing/2014/main" id="{E48937A1-AC63-CDFC-FDA7-DE64B7EB07DF}"/>
              </a:ext>
            </a:extLst>
          </p:cNvPr>
          <p:cNvGrpSpPr/>
          <p:nvPr/>
        </p:nvGrpSpPr>
        <p:grpSpPr>
          <a:xfrm>
            <a:off x="2126178" y="5057177"/>
            <a:ext cx="374274" cy="190039"/>
            <a:chOff x="3621537" y="4414681"/>
            <a:chExt cx="374274" cy="190039"/>
          </a:xfrm>
        </p:grpSpPr>
        <p:sp>
          <p:nvSpPr>
            <p:cNvPr id="1701" name="TextBox 1700">
              <a:extLst>
                <a:ext uri="{FF2B5EF4-FFF2-40B4-BE49-F238E27FC236}">
                  <a16:creationId xmlns:a16="http://schemas.microsoft.com/office/drawing/2014/main" id="{9D2B7A53-76E0-CC26-77E4-E24BB14B9189}"/>
                </a:ext>
              </a:extLst>
            </p:cNvPr>
            <p:cNvSpPr txBox="1"/>
            <p:nvPr/>
          </p:nvSpPr>
          <p:spPr>
            <a:xfrm>
              <a:off x="3722604" y="4414681"/>
              <a:ext cx="20672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12K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702" name="직선 연결선 1701">
              <a:extLst>
                <a:ext uri="{FF2B5EF4-FFF2-40B4-BE49-F238E27FC236}">
                  <a16:creationId xmlns:a16="http://schemas.microsoft.com/office/drawing/2014/main" id="{115717DA-08D0-D1C6-7752-80E30E905F23}"/>
                </a:ext>
              </a:extLst>
            </p:cNvPr>
            <p:cNvCxnSpPr>
              <a:cxnSpLocks/>
            </p:cNvCxnSpPr>
            <p:nvPr/>
          </p:nvCxnSpPr>
          <p:spPr>
            <a:xfrm>
              <a:off x="3621537" y="4567287"/>
              <a:ext cx="3742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3" name="직사각형 1702">
              <a:extLst>
                <a:ext uri="{FF2B5EF4-FFF2-40B4-BE49-F238E27FC236}">
                  <a16:creationId xmlns:a16="http://schemas.microsoft.com/office/drawing/2014/main" id="{471B429D-5439-BCFD-F046-70471B42E078}"/>
                </a:ext>
              </a:extLst>
            </p:cNvPr>
            <p:cNvSpPr/>
            <p:nvPr/>
          </p:nvSpPr>
          <p:spPr>
            <a:xfrm rot="10800000">
              <a:off x="3734915" y="4529853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1704" name="그룹 1703">
            <a:extLst>
              <a:ext uri="{FF2B5EF4-FFF2-40B4-BE49-F238E27FC236}">
                <a16:creationId xmlns:a16="http://schemas.microsoft.com/office/drawing/2014/main" id="{ED07FD35-0058-7488-4F1F-EB01DA37D350}"/>
              </a:ext>
            </a:extLst>
          </p:cNvPr>
          <p:cNvGrpSpPr/>
          <p:nvPr/>
        </p:nvGrpSpPr>
        <p:grpSpPr>
          <a:xfrm>
            <a:off x="2127212" y="5263116"/>
            <a:ext cx="374274" cy="190039"/>
            <a:chOff x="3621537" y="4414681"/>
            <a:chExt cx="374274" cy="190039"/>
          </a:xfrm>
        </p:grpSpPr>
        <p:sp>
          <p:nvSpPr>
            <p:cNvPr id="1705" name="TextBox 1704">
              <a:extLst>
                <a:ext uri="{FF2B5EF4-FFF2-40B4-BE49-F238E27FC236}">
                  <a16:creationId xmlns:a16="http://schemas.microsoft.com/office/drawing/2014/main" id="{F3C838AF-38E5-E3DA-E9BA-79F725EEF3EF}"/>
                </a:ext>
              </a:extLst>
            </p:cNvPr>
            <p:cNvSpPr txBox="1"/>
            <p:nvPr/>
          </p:nvSpPr>
          <p:spPr>
            <a:xfrm>
              <a:off x="3722604" y="4414681"/>
              <a:ext cx="20672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12K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706" name="직선 연결선 1705">
              <a:extLst>
                <a:ext uri="{FF2B5EF4-FFF2-40B4-BE49-F238E27FC236}">
                  <a16:creationId xmlns:a16="http://schemas.microsoft.com/office/drawing/2014/main" id="{9888BE53-0CEE-F7A2-EE59-CBE4628DA09E}"/>
                </a:ext>
              </a:extLst>
            </p:cNvPr>
            <p:cNvCxnSpPr>
              <a:cxnSpLocks/>
            </p:cNvCxnSpPr>
            <p:nvPr/>
          </p:nvCxnSpPr>
          <p:spPr>
            <a:xfrm>
              <a:off x="3621537" y="4567287"/>
              <a:ext cx="3742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7" name="직사각형 1706">
              <a:extLst>
                <a:ext uri="{FF2B5EF4-FFF2-40B4-BE49-F238E27FC236}">
                  <a16:creationId xmlns:a16="http://schemas.microsoft.com/office/drawing/2014/main" id="{EA4B4D20-BA70-1A06-3A86-BDB2F61D46DE}"/>
                </a:ext>
              </a:extLst>
            </p:cNvPr>
            <p:cNvSpPr/>
            <p:nvPr/>
          </p:nvSpPr>
          <p:spPr>
            <a:xfrm rot="10800000">
              <a:off x="3734915" y="4529853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1708" name="그룹 1707">
            <a:extLst>
              <a:ext uri="{FF2B5EF4-FFF2-40B4-BE49-F238E27FC236}">
                <a16:creationId xmlns:a16="http://schemas.microsoft.com/office/drawing/2014/main" id="{B338D6BE-19B1-2034-E600-9C37CF68ADFA}"/>
              </a:ext>
            </a:extLst>
          </p:cNvPr>
          <p:cNvGrpSpPr/>
          <p:nvPr/>
        </p:nvGrpSpPr>
        <p:grpSpPr>
          <a:xfrm>
            <a:off x="1753723" y="5499927"/>
            <a:ext cx="374274" cy="190039"/>
            <a:chOff x="3621537" y="4414681"/>
            <a:chExt cx="374274" cy="190039"/>
          </a:xfrm>
        </p:grpSpPr>
        <p:sp>
          <p:nvSpPr>
            <p:cNvPr id="1709" name="TextBox 1708">
              <a:extLst>
                <a:ext uri="{FF2B5EF4-FFF2-40B4-BE49-F238E27FC236}">
                  <a16:creationId xmlns:a16="http://schemas.microsoft.com/office/drawing/2014/main" id="{211CF6EC-C18A-0A74-581C-700C6F957F76}"/>
                </a:ext>
              </a:extLst>
            </p:cNvPr>
            <p:cNvSpPr txBox="1"/>
            <p:nvPr/>
          </p:nvSpPr>
          <p:spPr>
            <a:xfrm>
              <a:off x="3722604" y="4414681"/>
              <a:ext cx="20672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2K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710" name="직선 연결선 1709">
              <a:extLst>
                <a:ext uri="{FF2B5EF4-FFF2-40B4-BE49-F238E27FC236}">
                  <a16:creationId xmlns:a16="http://schemas.microsoft.com/office/drawing/2014/main" id="{ABC29837-40E3-E8E8-F5BF-B13BF02ECC6E}"/>
                </a:ext>
              </a:extLst>
            </p:cNvPr>
            <p:cNvCxnSpPr>
              <a:cxnSpLocks/>
            </p:cNvCxnSpPr>
            <p:nvPr/>
          </p:nvCxnSpPr>
          <p:spPr>
            <a:xfrm>
              <a:off x="3621537" y="4567287"/>
              <a:ext cx="3742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1" name="직사각형 1710">
              <a:extLst>
                <a:ext uri="{FF2B5EF4-FFF2-40B4-BE49-F238E27FC236}">
                  <a16:creationId xmlns:a16="http://schemas.microsoft.com/office/drawing/2014/main" id="{E3DEA830-8A51-E082-9E44-EB4DFBA95ECC}"/>
                </a:ext>
              </a:extLst>
            </p:cNvPr>
            <p:cNvSpPr/>
            <p:nvPr/>
          </p:nvSpPr>
          <p:spPr>
            <a:xfrm rot="10800000">
              <a:off x="3734915" y="4529853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1712" name="그룹 1711">
            <a:extLst>
              <a:ext uri="{FF2B5EF4-FFF2-40B4-BE49-F238E27FC236}">
                <a16:creationId xmlns:a16="http://schemas.microsoft.com/office/drawing/2014/main" id="{165287D5-E863-41E9-DE53-7F32776276D5}"/>
              </a:ext>
            </a:extLst>
          </p:cNvPr>
          <p:cNvGrpSpPr/>
          <p:nvPr/>
        </p:nvGrpSpPr>
        <p:grpSpPr>
          <a:xfrm>
            <a:off x="2928781" y="5499927"/>
            <a:ext cx="374274" cy="190039"/>
            <a:chOff x="3621537" y="4414681"/>
            <a:chExt cx="374274" cy="190039"/>
          </a:xfrm>
        </p:grpSpPr>
        <p:sp>
          <p:nvSpPr>
            <p:cNvPr id="1713" name="TextBox 1712">
              <a:extLst>
                <a:ext uri="{FF2B5EF4-FFF2-40B4-BE49-F238E27FC236}">
                  <a16:creationId xmlns:a16="http://schemas.microsoft.com/office/drawing/2014/main" id="{DCF6C172-139E-2728-899F-58DFD55A0734}"/>
                </a:ext>
              </a:extLst>
            </p:cNvPr>
            <p:cNvSpPr txBox="1"/>
            <p:nvPr/>
          </p:nvSpPr>
          <p:spPr>
            <a:xfrm>
              <a:off x="3684595" y="4414681"/>
              <a:ext cx="24473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100K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714" name="직선 연결선 1713">
              <a:extLst>
                <a:ext uri="{FF2B5EF4-FFF2-40B4-BE49-F238E27FC236}">
                  <a16:creationId xmlns:a16="http://schemas.microsoft.com/office/drawing/2014/main" id="{6C0A3A45-38BF-B337-3E36-96494CDA8E6E}"/>
                </a:ext>
              </a:extLst>
            </p:cNvPr>
            <p:cNvCxnSpPr>
              <a:cxnSpLocks/>
            </p:cNvCxnSpPr>
            <p:nvPr/>
          </p:nvCxnSpPr>
          <p:spPr>
            <a:xfrm>
              <a:off x="3621537" y="4567287"/>
              <a:ext cx="3742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5" name="직사각형 1714">
              <a:extLst>
                <a:ext uri="{FF2B5EF4-FFF2-40B4-BE49-F238E27FC236}">
                  <a16:creationId xmlns:a16="http://schemas.microsoft.com/office/drawing/2014/main" id="{7F243CB4-1EC4-6FA2-D6A4-7AD6C8C135AE}"/>
                </a:ext>
              </a:extLst>
            </p:cNvPr>
            <p:cNvSpPr/>
            <p:nvPr/>
          </p:nvSpPr>
          <p:spPr>
            <a:xfrm rot="10800000">
              <a:off x="3734915" y="4529853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1716" name="직선 연결선 1715">
            <a:extLst>
              <a:ext uri="{FF2B5EF4-FFF2-40B4-BE49-F238E27FC236}">
                <a16:creationId xmlns:a16="http://schemas.microsoft.com/office/drawing/2014/main" id="{5F59E354-B417-6613-6639-E07AAF955D84}"/>
              </a:ext>
            </a:extLst>
          </p:cNvPr>
          <p:cNvCxnSpPr>
            <a:cxnSpLocks/>
          </p:cNvCxnSpPr>
          <p:nvPr/>
        </p:nvCxnSpPr>
        <p:spPr>
          <a:xfrm>
            <a:off x="3307605" y="5298887"/>
            <a:ext cx="0" cy="3536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7" name="타원 1716">
            <a:extLst>
              <a:ext uri="{FF2B5EF4-FFF2-40B4-BE49-F238E27FC236}">
                <a16:creationId xmlns:a16="http://schemas.microsoft.com/office/drawing/2014/main" id="{C7031454-5279-5883-A964-0264A8F42573}"/>
              </a:ext>
            </a:extLst>
          </p:cNvPr>
          <p:cNvSpPr/>
          <p:nvPr/>
        </p:nvSpPr>
        <p:spPr>
          <a:xfrm>
            <a:off x="3280195" y="528530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grpSp>
        <p:nvGrpSpPr>
          <p:cNvPr id="1718" name="그룹 1717">
            <a:extLst>
              <a:ext uri="{FF2B5EF4-FFF2-40B4-BE49-F238E27FC236}">
                <a16:creationId xmlns:a16="http://schemas.microsoft.com/office/drawing/2014/main" id="{47BB3377-3F63-9577-BFF1-6BB162B25C71}"/>
              </a:ext>
            </a:extLst>
          </p:cNvPr>
          <p:cNvGrpSpPr/>
          <p:nvPr/>
        </p:nvGrpSpPr>
        <p:grpSpPr>
          <a:xfrm>
            <a:off x="1392144" y="5062082"/>
            <a:ext cx="374274" cy="190039"/>
            <a:chOff x="3621537" y="4414681"/>
            <a:chExt cx="374274" cy="190039"/>
          </a:xfrm>
        </p:grpSpPr>
        <p:sp>
          <p:nvSpPr>
            <p:cNvPr id="1719" name="TextBox 1718">
              <a:extLst>
                <a:ext uri="{FF2B5EF4-FFF2-40B4-BE49-F238E27FC236}">
                  <a16:creationId xmlns:a16="http://schemas.microsoft.com/office/drawing/2014/main" id="{1D023B6C-A6C2-4829-174E-863AD41E157F}"/>
                </a:ext>
              </a:extLst>
            </p:cNvPr>
            <p:cNvSpPr txBox="1"/>
            <p:nvPr/>
          </p:nvSpPr>
          <p:spPr>
            <a:xfrm>
              <a:off x="3722604" y="4414681"/>
              <a:ext cx="20672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1K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720" name="직선 연결선 1719">
              <a:extLst>
                <a:ext uri="{FF2B5EF4-FFF2-40B4-BE49-F238E27FC236}">
                  <a16:creationId xmlns:a16="http://schemas.microsoft.com/office/drawing/2014/main" id="{D3CCCAB8-2293-8F44-E1A5-B0F0ED5E6032}"/>
                </a:ext>
              </a:extLst>
            </p:cNvPr>
            <p:cNvCxnSpPr>
              <a:cxnSpLocks/>
            </p:cNvCxnSpPr>
            <p:nvPr/>
          </p:nvCxnSpPr>
          <p:spPr>
            <a:xfrm>
              <a:off x="3621537" y="4567287"/>
              <a:ext cx="3742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1" name="직사각형 1720">
              <a:extLst>
                <a:ext uri="{FF2B5EF4-FFF2-40B4-BE49-F238E27FC236}">
                  <a16:creationId xmlns:a16="http://schemas.microsoft.com/office/drawing/2014/main" id="{8A86E79B-1FCA-286C-4E86-C857F6ABA909}"/>
                </a:ext>
              </a:extLst>
            </p:cNvPr>
            <p:cNvSpPr/>
            <p:nvPr/>
          </p:nvSpPr>
          <p:spPr>
            <a:xfrm rot="10800000">
              <a:off x="3734915" y="4529853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1722" name="직선 연결선 1721">
            <a:extLst>
              <a:ext uri="{FF2B5EF4-FFF2-40B4-BE49-F238E27FC236}">
                <a16:creationId xmlns:a16="http://schemas.microsoft.com/office/drawing/2014/main" id="{45318272-62DA-3A4E-D00E-9F4194CD8236}"/>
              </a:ext>
            </a:extLst>
          </p:cNvPr>
          <p:cNvCxnSpPr>
            <a:cxnSpLocks/>
          </p:cNvCxnSpPr>
          <p:nvPr/>
        </p:nvCxnSpPr>
        <p:spPr>
          <a:xfrm>
            <a:off x="1729614" y="5209776"/>
            <a:ext cx="3965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3" name="직선 연결선 1722">
            <a:extLst>
              <a:ext uri="{FF2B5EF4-FFF2-40B4-BE49-F238E27FC236}">
                <a16:creationId xmlns:a16="http://schemas.microsoft.com/office/drawing/2014/main" id="{1CCC06F9-E2C9-B553-EB50-1243CC8407E4}"/>
              </a:ext>
            </a:extLst>
          </p:cNvPr>
          <p:cNvCxnSpPr>
            <a:cxnSpLocks/>
          </p:cNvCxnSpPr>
          <p:nvPr/>
        </p:nvCxnSpPr>
        <p:spPr>
          <a:xfrm>
            <a:off x="1173096" y="5214717"/>
            <a:ext cx="2672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4" name="TextBox 1723">
            <a:extLst>
              <a:ext uri="{FF2B5EF4-FFF2-40B4-BE49-F238E27FC236}">
                <a16:creationId xmlns:a16="http://schemas.microsoft.com/office/drawing/2014/main" id="{F523C71F-B600-9A5E-E584-5979DD54EBBD}"/>
              </a:ext>
            </a:extLst>
          </p:cNvPr>
          <p:cNvSpPr txBox="1"/>
          <p:nvPr/>
        </p:nvSpPr>
        <p:spPr>
          <a:xfrm>
            <a:off x="3363962" y="5152297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Vo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725" name="TextBox 1724">
            <a:extLst>
              <a:ext uri="{FF2B5EF4-FFF2-40B4-BE49-F238E27FC236}">
                <a16:creationId xmlns:a16="http://schemas.microsoft.com/office/drawing/2014/main" id="{7BADD57C-5CD3-DC91-AE09-CEA090DEAE6C}"/>
              </a:ext>
            </a:extLst>
          </p:cNvPr>
          <p:cNvSpPr txBox="1"/>
          <p:nvPr/>
        </p:nvSpPr>
        <p:spPr>
          <a:xfrm>
            <a:off x="1989932" y="5077100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 err="1">
                <a:solidFill>
                  <a:srgbClr val="0070C0"/>
                </a:solidFill>
                <a:latin typeface="+mn-ea"/>
              </a:rPr>
              <a:t>Vb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726" name="TextBox 1725">
            <a:extLst>
              <a:ext uri="{FF2B5EF4-FFF2-40B4-BE49-F238E27FC236}">
                <a16:creationId xmlns:a16="http://schemas.microsoft.com/office/drawing/2014/main" id="{D4280E4E-D44E-D7CE-69A3-67593AB33187}"/>
              </a:ext>
            </a:extLst>
          </p:cNvPr>
          <p:cNvSpPr txBox="1"/>
          <p:nvPr/>
        </p:nvSpPr>
        <p:spPr>
          <a:xfrm>
            <a:off x="1996359" y="5331021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Va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727" name="TextBox 1726">
            <a:extLst>
              <a:ext uri="{FF2B5EF4-FFF2-40B4-BE49-F238E27FC236}">
                <a16:creationId xmlns:a16="http://schemas.microsoft.com/office/drawing/2014/main" id="{44B66F6F-C64F-00D9-66BE-514664BF6397}"/>
              </a:ext>
            </a:extLst>
          </p:cNvPr>
          <p:cNvSpPr txBox="1"/>
          <p:nvPr/>
        </p:nvSpPr>
        <p:spPr>
          <a:xfrm>
            <a:off x="3758872" y="3673217"/>
            <a:ext cx="1864483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u="sng" dirty="0">
                <a:latin typeface="+mn-ea"/>
              </a:rPr>
              <a:t>Differential Amp</a:t>
            </a:r>
          </a:p>
          <a:p>
            <a:endParaRPr lang="en-US" altLang="ko-KR" sz="1000" dirty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Va=</a:t>
            </a:r>
            <a:r>
              <a:rPr lang="en-US" altLang="ko-KR" sz="1000" dirty="0" err="1">
                <a:latin typeface="+mn-ea"/>
              </a:rPr>
              <a:t>Vb</a:t>
            </a:r>
            <a:r>
              <a:rPr lang="en-US" altLang="ko-KR" sz="1000" dirty="0">
                <a:latin typeface="+mn-ea"/>
              </a:rPr>
              <a:t>=V2=2.048V</a:t>
            </a:r>
          </a:p>
          <a:p>
            <a:r>
              <a:rPr lang="en-US" altLang="ko-KR" sz="1000" dirty="0">
                <a:latin typeface="+mn-ea"/>
              </a:rPr>
              <a:t>i1 = (Va-V1)/R1</a:t>
            </a:r>
          </a:p>
          <a:p>
            <a:r>
              <a:rPr lang="en-US" altLang="ko-KR" sz="1000" dirty="0">
                <a:latin typeface="+mn-ea"/>
              </a:rPr>
              <a:t>Vo = i1*R2 + (Va-V1)</a:t>
            </a:r>
          </a:p>
          <a:p>
            <a:r>
              <a:rPr lang="en-US" altLang="ko-KR" sz="1000" dirty="0">
                <a:latin typeface="+mn-ea"/>
              </a:rPr>
              <a:t>     = (Va-V1)*R2/R1 + (Va-V1)</a:t>
            </a:r>
          </a:p>
          <a:p>
            <a:r>
              <a:rPr lang="en-US" altLang="ko-KR" sz="1000" dirty="0">
                <a:latin typeface="+mn-ea"/>
              </a:rPr>
              <a:t>     = (1+R2/R1) (Va-V1)</a:t>
            </a:r>
          </a:p>
          <a:p>
            <a:r>
              <a:rPr lang="en-US" altLang="ko-KR" sz="1000" dirty="0">
                <a:latin typeface="+mn-ea"/>
              </a:rPr>
              <a:t>     = 51 (2.048 – V1)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728" name="TextBox 1727">
            <a:extLst>
              <a:ext uri="{FF2B5EF4-FFF2-40B4-BE49-F238E27FC236}">
                <a16:creationId xmlns:a16="http://schemas.microsoft.com/office/drawing/2014/main" id="{FCBDAA32-9D54-3101-607B-BFE16833B07D}"/>
              </a:ext>
            </a:extLst>
          </p:cNvPr>
          <p:cNvSpPr txBox="1"/>
          <p:nvPr/>
        </p:nvSpPr>
        <p:spPr>
          <a:xfrm>
            <a:off x="1989932" y="5789269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+mn-ea"/>
              </a:rPr>
              <a:t>i1</a:t>
            </a:r>
            <a:endParaRPr lang="ko-KR" altLang="en-US" sz="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729" name="TextBox 1728">
            <a:extLst>
              <a:ext uri="{FF2B5EF4-FFF2-40B4-BE49-F238E27FC236}">
                <a16:creationId xmlns:a16="http://schemas.microsoft.com/office/drawing/2014/main" id="{946B3356-7BD5-F4B1-6499-C52312F4AECD}"/>
              </a:ext>
            </a:extLst>
          </p:cNvPr>
          <p:cNvSpPr txBox="1"/>
          <p:nvPr/>
        </p:nvSpPr>
        <p:spPr>
          <a:xfrm>
            <a:off x="1636246" y="5524480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R1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30" name="TextBox 1729">
                <a:extLst>
                  <a:ext uri="{FF2B5EF4-FFF2-40B4-BE49-F238E27FC236}">
                    <a16:creationId xmlns:a16="http://schemas.microsoft.com/office/drawing/2014/main" id="{61277738-8529-4712-D9D2-DFDCA054E504}"/>
                  </a:ext>
                </a:extLst>
              </p:cNvPr>
              <p:cNvSpPr txBox="1"/>
              <p:nvPr/>
            </p:nvSpPr>
            <p:spPr>
              <a:xfrm>
                <a:off x="447068" y="3534599"/>
                <a:ext cx="3137649" cy="12311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</a:rPr>
                  <a:t>&lt; FIL_OS circuit &gt;</a:t>
                </a:r>
              </a:p>
              <a:p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Differential amp configuration</a:t>
                </a:r>
              </a:p>
              <a:p>
                <a:endParaRPr lang="en-US" altLang="ko-KR" sz="1000" dirty="0">
                  <a:solidFill>
                    <a:schemeClr val="tx1"/>
                  </a:solidFill>
                  <a:latin typeface="+mn-ea"/>
                </a:endParaRPr>
              </a:p>
              <a:p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1) input :   V+ : fixed 2.048V</a:t>
                </a:r>
              </a:p>
              <a:p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               V- : 16-bit DAC voltage</a:t>
                </a:r>
              </a:p>
              <a:p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                     0 ~ +4.096V, 1 step = 62.5uV</a:t>
                </a:r>
              </a:p>
              <a:p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2) output : Vo=(1+R2/R1)(V2-V1) = 51</a:t>
                </a:r>
                <a14:m>
                  <m:oMath xmlns:m="http://schemas.openxmlformats.org/officeDocument/2006/math">
                    <m:r>
                      <a:rPr lang="en-US" altLang="ko-KR" sz="1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(V2-V1)</a:t>
                </a:r>
              </a:p>
              <a:p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               -104.45 ~ +104.45V,   1 step = 3.1875mV</a:t>
                </a:r>
                <a:endParaRPr lang="ko-KR" altLang="en-US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730" name="TextBox 1729">
                <a:extLst>
                  <a:ext uri="{FF2B5EF4-FFF2-40B4-BE49-F238E27FC236}">
                    <a16:creationId xmlns:a16="http://schemas.microsoft.com/office/drawing/2014/main" id="{61277738-8529-4712-D9D2-DFDCA054E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68" y="3534599"/>
                <a:ext cx="3137649" cy="1231106"/>
              </a:xfrm>
              <a:prstGeom prst="rect">
                <a:avLst/>
              </a:prstGeom>
              <a:blipFill>
                <a:blip r:embed="rId4"/>
                <a:stretch>
                  <a:fillRect l="-2524" t="-3960" r="-1553" b="-49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31" name="직선 연결선 1730">
            <a:extLst>
              <a:ext uri="{FF2B5EF4-FFF2-40B4-BE49-F238E27FC236}">
                <a16:creationId xmlns:a16="http://schemas.microsoft.com/office/drawing/2014/main" id="{E8BA71A0-6A86-C337-1CCE-9A340298EA74}"/>
              </a:ext>
            </a:extLst>
          </p:cNvPr>
          <p:cNvCxnSpPr>
            <a:cxnSpLocks/>
          </p:cNvCxnSpPr>
          <p:nvPr/>
        </p:nvCxnSpPr>
        <p:spPr>
          <a:xfrm>
            <a:off x="1173096" y="5652532"/>
            <a:ext cx="6097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2" name="TextBox 1731">
            <a:extLst>
              <a:ext uri="{FF2B5EF4-FFF2-40B4-BE49-F238E27FC236}">
                <a16:creationId xmlns:a16="http://schemas.microsoft.com/office/drawing/2014/main" id="{6D0AB9CC-4457-382A-B255-B915D510035A}"/>
              </a:ext>
            </a:extLst>
          </p:cNvPr>
          <p:cNvSpPr txBox="1"/>
          <p:nvPr/>
        </p:nvSpPr>
        <p:spPr>
          <a:xfrm>
            <a:off x="470365" y="5100188"/>
            <a:ext cx="6117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VREF / 2</a:t>
            </a:r>
          </a:p>
          <a:p>
            <a:pPr algn="r"/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= 2.048V</a:t>
            </a:r>
            <a:endParaRPr lang="ko-KR" altLang="en-US" sz="10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733" name="TextBox 1732">
            <a:extLst>
              <a:ext uri="{FF2B5EF4-FFF2-40B4-BE49-F238E27FC236}">
                <a16:creationId xmlns:a16="http://schemas.microsoft.com/office/drawing/2014/main" id="{FCB29881-C449-0325-10D2-C397C4C0C900}"/>
              </a:ext>
            </a:extLst>
          </p:cNvPr>
          <p:cNvSpPr txBox="1"/>
          <p:nvPr/>
        </p:nvSpPr>
        <p:spPr>
          <a:xfrm>
            <a:off x="1184138" y="5509722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V1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734" name="TextBox 1733">
            <a:extLst>
              <a:ext uri="{FF2B5EF4-FFF2-40B4-BE49-F238E27FC236}">
                <a16:creationId xmlns:a16="http://schemas.microsoft.com/office/drawing/2014/main" id="{57F8C146-D6F7-3CE2-C095-2477A2B0E14B}"/>
              </a:ext>
            </a:extLst>
          </p:cNvPr>
          <p:cNvSpPr txBox="1"/>
          <p:nvPr/>
        </p:nvSpPr>
        <p:spPr>
          <a:xfrm>
            <a:off x="1166404" y="5085225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V2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735" name="TextBox 1734">
            <a:extLst>
              <a:ext uri="{FF2B5EF4-FFF2-40B4-BE49-F238E27FC236}">
                <a16:creationId xmlns:a16="http://schemas.microsoft.com/office/drawing/2014/main" id="{CF7BFA1B-2CB7-6207-DE92-78729F68C8CA}"/>
              </a:ext>
            </a:extLst>
          </p:cNvPr>
          <p:cNvSpPr txBox="1"/>
          <p:nvPr/>
        </p:nvSpPr>
        <p:spPr>
          <a:xfrm>
            <a:off x="3059439" y="5718137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R2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736" name="TextBox 1735">
            <a:extLst>
              <a:ext uri="{FF2B5EF4-FFF2-40B4-BE49-F238E27FC236}">
                <a16:creationId xmlns:a16="http://schemas.microsoft.com/office/drawing/2014/main" id="{0A7B3824-70C1-4CE9-4BB9-EAC8C86611E8}"/>
              </a:ext>
            </a:extLst>
          </p:cNvPr>
          <p:cNvSpPr txBox="1"/>
          <p:nvPr/>
        </p:nvSpPr>
        <p:spPr>
          <a:xfrm>
            <a:off x="3695502" y="5232506"/>
            <a:ext cx="819236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FIL_OS</a:t>
            </a:r>
          </a:p>
          <a:p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(-104.45 ~</a:t>
            </a:r>
          </a:p>
          <a:p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+104.45V)</a:t>
            </a:r>
          </a:p>
        </p:txBody>
      </p:sp>
      <p:grpSp>
        <p:nvGrpSpPr>
          <p:cNvPr id="1737" name="그룹 1736">
            <a:extLst>
              <a:ext uri="{FF2B5EF4-FFF2-40B4-BE49-F238E27FC236}">
                <a16:creationId xmlns:a16="http://schemas.microsoft.com/office/drawing/2014/main" id="{A20BA452-5D45-3440-20D0-6DEE4147B61D}"/>
              </a:ext>
            </a:extLst>
          </p:cNvPr>
          <p:cNvGrpSpPr/>
          <p:nvPr/>
        </p:nvGrpSpPr>
        <p:grpSpPr>
          <a:xfrm>
            <a:off x="4347010" y="4951334"/>
            <a:ext cx="1778718" cy="1388781"/>
            <a:chOff x="7694156" y="3744412"/>
            <a:chExt cx="1778718" cy="1388781"/>
          </a:xfrm>
        </p:grpSpPr>
        <p:cxnSp>
          <p:nvCxnSpPr>
            <p:cNvPr id="1738" name="직선 연결선 1737">
              <a:extLst>
                <a:ext uri="{FF2B5EF4-FFF2-40B4-BE49-F238E27FC236}">
                  <a16:creationId xmlns:a16="http://schemas.microsoft.com/office/drawing/2014/main" id="{C8701E97-A574-84EF-11F7-8F16C1BDB7A8}"/>
                </a:ext>
              </a:extLst>
            </p:cNvPr>
            <p:cNvCxnSpPr>
              <a:cxnSpLocks/>
            </p:cNvCxnSpPr>
            <p:nvPr/>
          </p:nvCxnSpPr>
          <p:spPr>
            <a:xfrm>
              <a:off x="7999846" y="4527067"/>
              <a:ext cx="122986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9" name="직선 연결선 1738">
              <a:extLst>
                <a:ext uri="{FF2B5EF4-FFF2-40B4-BE49-F238E27FC236}">
                  <a16:creationId xmlns:a16="http://schemas.microsoft.com/office/drawing/2014/main" id="{07AD224D-B490-3EFA-8261-186C8284C6DD}"/>
                </a:ext>
              </a:extLst>
            </p:cNvPr>
            <p:cNvCxnSpPr>
              <a:cxnSpLocks/>
            </p:cNvCxnSpPr>
            <p:nvPr/>
          </p:nvCxnSpPr>
          <p:spPr>
            <a:xfrm>
              <a:off x="7999846" y="3867523"/>
              <a:ext cx="0" cy="12656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0" name="TextBox 1739">
              <a:extLst>
                <a:ext uri="{FF2B5EF4-FFF2-40B4-BE49-F238E27FC236}">
                  <a16:creationId xmlns:a16="http://schemas.microsoft.com/office/drawing/2014/main" id="{E18F3DE8-1BBE-A56F-2EEB-FC9A458FAC97}"/>
                </a:ext>
              </a:extLst>
            </p:cNvPr>
            <p:cNvSpPr txBox="1"/>
            <p:nvPr/>
          </p:nvSpPr>
          <p:spPr>
            <a:xfrm>
              <a:off x="9252118" y="4465511"/>
              <a:ext cx="2207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Vi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741" name="TextBox 1740">
              <a:extLst>
                <a:ext uri="{FF2B5EF4-FFF2-40B4-BE49-F238E27FC236}">
                  <a16:creationId xmlns:a16="http://schemas.microsoft.com/office/drawing/2014/main" id="{AEF0C7E7-B666-8637-2E20-B7E083D82747}"/>
                </a:ext>
              </a:extLst>
            </p:cNvPr>
            <p:cNvSpPr txBox="1"/>
            <p:nvPr/>
          </p:nvSpPr>
          <p:spPr>
            <a:xfrm>
              <a:off x="7897891" y="3744412"/>
              <a:ext cx="2207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Vo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742" name="TextBox 1741">
              <a:extLst>
                <a:ext uri="{FF2B5EF4-FFF2-40B4-BE49-F238E27FC236}">
                  <a16:creationId xmlns:a16="http://schemas.microsoft.com/office/drawing/2014/main" id="{D30842D2-D922-2E45-909E-F1F33964FAE5}"/>
                </a:ext>
              </a:extLst>
            </p:cNvPr>
            <p:cNvSpPr txBox="1"/>
            <p:nvPr/>
          </p:nvSpPr>
          <p:spPr>
            <a:xfrm>
              <a:off x="7741439" y="4465511"/>
              <a:ext cx="2207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0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743" name="TextBox 1742">
              <a:extLst>
                <a:ext uri="{FF2B5EF4-FFF2-40B4-BE49-F238E27FC236}">
                  <a16:creationId xmlns:a16="http://schemas.microsoft.com/office/drawing/2014/main" id="{9EE96169-2A45-1636-D390-19F0024960CD}"/>
                </a:ext>
              </a:extLst>
            </p:cNvPr>
            <p:cNvSpPr txBox="1"/>
            <p:nvPr/>
          </p:nvSpPr>
          <p:spPr>
            <a:xfrm>
              <a:off x="7694156" y="3917233"/>
              <a:ext cx="28023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+110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744" name="TextBox 1743">
              <a:extLst>
                <a:ext uri="{FF2B5EF4-FFF2-40B4-BE49-F238E27FC236}">
                  <a16:creationId xmlns:a16="http://schemas.microsoft.com/office/drawing/2014/main" id="{2DFCFB11-1678-74A6-645E-B476C229736D}"/>
                </a:ext>
              </a:extLst>
            </p:cNvPr>
            <p:cNvSpPr txBox="1"/>
            <p:nvPr/>
          </p:nvSpPr>
          <p:spPr>
            <a:xfrm>
              <a:off x="7694156" y="5001447"/>
              <a:ext cx="28023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-110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745" name="직선 연결선 1744">
              <a:extLst>
                <a:ext uri="{FF2B5EF4-FFF2-40B4-BE49-F238E27FC236}">
                  <a16:creationId xmlns:a16="http://schemas.microsoft.com/office/drawing/2014/main" id="{78ECB3AF-89BB-B87E-9366-C9C39D7C951A}"/>
                </a:ext>
              </a:extLst>
            </p:cNvPr>
            <p:cNvCxnSpPr>
              <a:cxnSpLocks/>
            </p:cNvCxnSpPr>
            <p:nvPr/>
          </p:nvCxnSpPr>
          <p:spPr>
            <a:xfrm>
              <a:off x="8267388" y="4478622"/>
              <a:ext cx="0" cy="92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6" name="TextBox 1745">
              <a:extLst>
                <a:ext uri="{FF2B5EF4-FFF2-40B4-BE49-F238E27FC236}">
                  <a16:creationId xmlns:a16="http://schemas.microsoft.com/office/drawing/2014/main" id="{80B923A0-1BDD-B381-A60D-9447FE07D915}"/>
                </a:ext>
              </a:extLst>
            </p:cNvPr>
            <p:cNvSpPr txBox="1"/>
            <p:nvPr/>
          </p:nvSpPr>
          <p:spPr>
            <a:xfrm>
              <a:off x="8248099" y="4574387"/>
              <a:ext cx="14168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1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747" name="TextBox 1746">
              <a:extLst>
                <a:ext uri="{FF2B5EF4-FFF2-40B4-BE49-F238E27FC236}">
                  <a16:creationId xmlns:a16="http://schemas.microsoft.com/office/drawing/2014/main" id="{8B02EFEE-58F3-7417-D38D-BE73420E623F}"/>
                </a:ext>
              </a:extLst>
            </p:cNvPr>
            <p:cNvSpPr txBox="1"/>
            <p:nvPr/>
          </p:nvSpPr>
          <p:spPr>
            <a:xfrm>
              <a:off x="8515641" y="4574387"/>
              <a:ext cx="14168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2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748" name="직선 연결선 1747">
              <a:extLst>
                <a:ext uri="{FF2B5EF4-FFF2-40B4-BE49-F238E27FC236}">
                  <a16:creationId xmlns:a16="http://schemas.microsoft.com/office/drawing/2014/main" id="{310F781E-CFB4-8BCB-8F55-C42D86F2EBF2}"/>
                </a:ext>
              </a:extLst>
            </p:cNvPr>
            <p:cNvCxnSpPr>
              <a:cxnSpLocks/>
            </p:cNvCxnSpPr>
            <p:nvPr/>
          </p:nvCxnSpPr>
          <p:spPr>
            <a:xfrm>
              <a:off x="8538850" y="4478622"/>
              <a:ext cx="0" cy="92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9" name="직선 연결선 1748">
              <a:extLst>
                <a:ext uri="{FF2B5EF4-FFF2-40B4-BE49-F238E27FC236}">
                  <a16:creationId xmlns:a16="http://schemas.microsoft.com/office/drawing/2014/main" id="{4101898B-5C37-CF0E-4DB1-8D07F8CFC1EF}"/>
                </a:ext>
              </a:extLst>
            </p:cNvPr>
            <p:cNvCxnSpPr>
              <a:cxnSpLocks/>
            </p:cNvCxnSpPr>
            <p:nvPr/>
          </p:nvCxnSpPr>
          <p:spPr>
            <a:xfrm>
              <a:off x="8810312" y="4480708"/>
              <a:ext cx="0" cy="92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0" name="직선 연결선 1749">
              <a:extLst>
                <a:ext uri="{FF2B5EF4-FFF2-40B4-BE49-F238E27FC236}">
                  <a16:creationId xmlns:a16="http://schemas.microsoft.com/office/drawing/2014/main" id="{F27EDBE1-CB36-394C-068F-502ACD01AB20}"/>
                </a:ext>
              </a:extLst>
            </p:cNvPr>
            <p:cNvCxnSpPr>
              <a:cxnSpLocks/>
            </p:cNvCxnSpPr>
            <p:nvPr/>
          </p:nvCxnSpPr>
          <p:spPr>
            <a:xfrm>
              <a:off x="9081774" y="4481003"/>
              <a:ext cx="0" cy="92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1" name="TextBox 1750">
              <a:extLst>
                <a:ext uri="{FF2B5EF4-FFF2-40B4-BE49-F238E27FC236}">
                  <a16:creationId xmlns:a16="http://schemas.microsoft.com/office/drawing/2014/main" id="{BA520736-D6DF-6375-CB5A-5804A98DFC74}"/>
                </a:ext>
              </a:extLst>
            </p:cNvPr>
            <p:cNvSpPr txBox="1"/>
            <p:nvPr/>
          </p:nvSpPr>
          <p:spPr>
            <a:xfrm>
              <a:off x="8783455" y="4572582"/>
              <a:ext cx="14168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3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752" name="TextBox 1751">
              <a:extLst>
                <a:ext uri="{FF2B5EF4-FFF2-40B4-BE49-F238E27FC236}">
                  <a16:creationId xmlns:a16="http://schemas.microsoft.com/office/drawing/2014/main" id="{BBE1C8C6-41E9-089E-2D3B-A6AAA8926CC8}"/>
                </a:ext>
              </a:extLst>
            </p:cNvPr>
            <p:cNvSpPr txBox="1"/>
            <p:nvPr/>
          </p:nvSpPr>
          <p:spPr>
            <a:xfrm>
              <a:off x="9060135" y="4571338"/>
              <a:ext cx="14168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4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753" name="직선 연결선 1752">
              <a:extLst>
                <a:ext uri="{FF2B5EF4-FFF2-40B4-BE49-F238E27FC236}">
                  <a16:creationId xmlns:a16="http://schemas.microsoft.com/office/drawing/2014/main" id="{7649A48A-7472-FD8A-5268-C2F131FF6E2C}"/>
                </a:ext>
              </a:extLst>
            </p:cNvPr>
            <p:cNvCxnSpPr>
              <a:cxnSpLocks/>
            </p:cNvCxnSpPr>
            <p:nvPr/>
          </p:nvCxnSpPr>
          <p:spPr>
            <a:xfrm>
              <a:off x="8008269" y="4015882"/>
              <a:ext cx="1078244" cy="1005173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4" name="직선 연결선 1753">
              <a:extLst>
                <a:ext uri="{FF2B5EF4-FFF2-40B4-BE49-F238E27FC236}">
                  <a16:creationId xmlns:a16="http://schemas.microsoft.com/office/drawing/2014/main" id="{10C30CAE-C0C1-8B34-CDCF-86FC18ED3E59}"/>
                </a:ext>
              </a:extLst>
            </p:cNvPr>
            <p:cNvCxnSpPr>
              <a:cxnSpLocks/>
            </p:cNvCxnSpPr>
            <p:nvPr/>
          </p:nvCxnSpPr>
          <p:spPr>
            <a:xfrm>
              <a:off x="9081776" y="4008738"/>
              <a:ext cx="0" cy="1012317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5" name="직선 연결선 1754">
              <a:extLst>
                <a:ext uri="{FF2B5EF4-FFF2-40B4-BE49-F238E27FC236}">
                  <a16:creationId xmlns:a16="http://schemas.microsoft.com/office/drawing/2014/main" id="{1BDE6D5D-7744-8444-2E75-CB3B171A27A0}"/>
                </a:ext>
              </a:extLst>
            </p:cNvPr>
            <p:cNvCxnSpPr>
              <a:cxnSpLocks/>
            </p:cNvCxnSpPr>
            <p:nvPr/>
          </p:nvCxnSpPr>
          <p:spPr>
            <a:xfrm>
              <a:off x="8008269" y="4012192"/>
              <a:ext cx="1078063" cy="0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6" name="직선 연결선 1755">
              <a:extLst>
                <a:ext uri="{FF2B5EF4-FFF2-40B4-BE49-F238E27FC236}">
                  <a16:creationId xmlns:a16="http://schemas.microsoft.com/office/drawing/2014/main" id="{30826AE8-EC5F-CF11-FCEE-88EE0D1B178B}"/>
                </a:ext>
              </a:extLst>
            </p:cNvPr>
            <p:cNvCxnSpPr>
              <a:cxnSpLocks/>
            </p:cNvCxnSpPr>
            <p:nvPr/>
          </p:nvCxnSpPr>
          <p:spPr>
            <a:xfrm>
              <a:off x="8001126" y="5017365"/>
              <a:ext cx="1078063" cy="0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57" name="직선 연결선 1756">
            <a:extLst>
              <a:ext uri="{FF2B5EF4-FFF2-40B4-BE49-F238E27FC236}">
                <a16:creationId xmlns:a16="http://schemas.microsoft.com/office/drawing/2014/main" id="{E2F7B9BB-9EE7-1777-E905-0B3FFBEAED29}"/>
              </a:ext>
            </a:extLst>
          </p:cNvPr>
          <p:cNvCxnSpPr>
            <a:cxnSpLocks/>
          </p:cNvCxnSpPr>
          <p:nvPr/>
        </p:nvCxnSpPr>
        <p:spPr>
          <a:xfrm>
            <a:off x="7926441" y="5622580"/>
            <a:ext cx="8026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8" name="직선 연결선 1757">
            <a:extLst>
              <a:ext uri="{FF2B5EF4-FFF2-40B4-BE49-F238E27FC236}">
                <a16:creationId xmlns:a16="http://schemas.microsoft.com/office/drawing/2014/main" id="{6D36941D-422F-8E7D-1FEC-160A3FE5E64E}"/>
              </a:ext>
            </a:extLst>
          </p:cNvPr>
          <p:cNvCxnSpPr>
            <a:cxnSpLocks/>
          </p:cNvCxnSpPr>
          <p:nvPr/>
        </p:nvCxnSpPr>
        <p:spPr>
          <a:xfrm>
            <a:off x="7684502" y="5728275"/>
            <a:ext cx="241938" cy="0"/>
          </a:xfrm>
          <a:prstGeom prst="line">
            <a:avLst/>
          </a:prstGeom>
          <a:ln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9" name="직선 연결선 1758">
            <a:extLst>
              <a:ext uri="{FF2B5EF4-FFF2-40B4-BE49-F238E27FC236}">
                <a16:creationId xmlns:a16="http://schemas.microsoft.com/office/drawing/2014/main" id="{F1C0AFA3-061B-BD99-BFA9-9DC0805E2F47}"/>
              </a:ext>
            </a:extLst>
          </p:cNvPr>
          <p:cNvCxnSpPr>
            <a:cxnSpLocks/>
          </p:cNvCxnSpPr>
          <p:nvPr/>
        </p:nvCxnSpPr>
        <p:spPr>
          <a:xfrm>
            <a:off x="7926440" y="5385767"/>
            <a:ext cx="0" cy="2368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0" name="직선 연결선 1759">
            <a:extLst>
              <a:ext uri="{FF2B5EF4-FFF2-40B4-BE49-F238E27FC236}">
                <a16:creationId xmlns:a16="http://schemas.microsoft.com/office/drawing/2014/main" id="{CC590217-86EA-FA04-4A76-95CE2721743B}"/>
              </a:ext>
            </a:extLst>
          </p:cNvPr>
          <p:cNvCxnSpPr>
            <a:cxnSpLocks/>
          </p:cNvCxnSpPr>
          <p:nvPr/>
        </p:nvCxnSpPr>
        <p:spPr>
          <a:xfrm>
            <a:off x="8882977" y="5273524"/>
            <a:ext cx="5724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1" name="타원 1760">
            <a:extLst>
              <a:ext uri="{FF2B5EF4-FFF2-40B4-BE49-F238E27FC236}">
                <a16:creationId xmlns:a16="http://schemas.microsoft.com/office/drawing/2014/main" id="{00627CF4-82C5-C3A1-9220-FD76FBB518E2}"/>
              </a:ext>
            </a:extLst>
          </p:cNvPr>
          <p:cNvSpPr/>
          <p:nvPr/>
        </p:nvSpPr>
        <p:spPr>
          <a:xfrm>
            <a:off x="7903581" y="560000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grpSp>
        <p:nvGrpSpPr>
          <p:cNvPr id="1762" name="그룹 1761">
            <a:extLst>
              <a:ext uri="{FF2B5EF4-FFF2-40B4-BE49-F238E27FC236}">
                <a16:creationId xmlns:a16="http://schemas.microsoft.com/office/drawing/2014/main" id="{3844D338-65ED-1999-791E-B89495E2F313}"/>
              </a:ext>
            </a:extLst>
          </p:cNvPr>
          <p:cNvGrpSpPr/>
          <p:nvPr/>
        </p:nvGrpSpPr>
        <p:grpSpPr>
          <a:xfrm>
            <a:off x="7474012" y="5622580"/>
            <a:ext cx="136663" cy="106468"/>
            <a:chOff x="2581137" y="2065628"/>
            <a:chExt cx="136663" cy="106468"/>
          </a:xfrm>
        </p:grpSpPr>
        <p:cxnSp>
          <p:nvCxnSpPr>
            <p:cNvPr id="1763" name="직선 연결선 1762">
              <a:extLst>
                <a:ext uri="{FF2B5EF4-FFF2-40B4-BE49-F238E27FC236}">
                  <a16:creationId xmlns:a16="http://schemas.microsoft.com/office/drawing/2014/main" id="{A28C9EE1-F4AD-9C23-72E8-1096B5104546}"/>
                </a:ext>
              </a:extLst>
            </p:cNvPr>
            <p:cNvCxnSpPr>
              <a:cxnSpLocks/>
            </p:cNvCxnSpPr>
            <p:nvPr/>
          </p:nvCxnSpPr>
          <p:spPr>
            <a:xfrm>
              <a:off x="2661273" y="2065628"/>
              <a:ext cx="0" cy="562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4" name="직선 연결선 1763">
              <a:extLst>
                <a:ext uri="{FF2B5EF4-FFF2-40B4-BE49-F238E27FC236}">
                  <a16:creationId xmlns:a16="http://schemas.microsoft.com/office/drawing/2014/main" id="{5786E4C5-C687-77DA-9D23-2754048F9DE2}"/>
                </a:ext>
              </a:extLst>
            </p:cNvPr>
            <p:cNvCxnSpPr>
              <a:cxnSpLocks/>
            </p:cNvCxnSpPr>
            <p:nvPr/>
          </p:nvCxnSpPr>
          <p:spPr>
            <a:xfrm>
              <a:off x="2599189" y="2121909"/>
              <a:ext cx="11861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5" name="직선 연결선 1764">
              <a:extLst>
                <a:ext uri="{FF2B5EF4-FFF2-40B4-BE49-F238E27FC236}">
                  <a16:creationId xmlns:a16="http://schemas.microsoft.com/office/drawing/2014/main" id="{6DB714D2-7991-1612-C047-C54ED57E5B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2400" y="2121909"/>
              <a:ext cx="49414" cy="494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6" name="직선 연결선 1765">
              <a:extLst>
                <a:ext uri="{FF2B5EF4-FFF2-40B4-BE49-F238E27FC236}">
                  <a16:creationId xmlns:a16="http://schemas.microsoft.com/office/drawing/2014/main" id="{721511BA-4316-B3C6-78E0-E6DEA64610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1263" y="2121910"/>
              <a:ext cx="50186" cy="501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7" name="직선 연결선 1766">
              <a:extLst>
                <a:ext uri="{FF2B5EF4-FFF2-40B4-BE49-F238E27FC236}">
                  <a16:creationId xmlns:a16="http://schemas.microsoft.com/office/drawing/2014/main" id="{69356546-8A34-0293-2A8D-9B14A2ABC3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81137" y="2121909"/>
              <a:ext cx="49602" cy="4960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8" name="그룹 1767">
            <a:extLst>
              <a:ext uri="{FF2B5EF4-FFF2-40B4-BE49-F238E27FC236}">
                <a16:creationId xmlns:a16="http://schemas.microsoft.com/office/drawing/2014/main" id="{DB13EB7A-1A51-9D93-73D6-BFC8BC0D213C}"/>
              </a:ext>
            </a:extLst>
          </p:cNvPr>
          <p:cNvGrpSpPr/>
          <p:nvPr/>
        </p:nvGrpSpPr>
        <p:grpSpPr>
          <a:xfrm>
            <a:off x="8296951" y="4884598"/>
            <a:ext cx="645423" cy="637000"/>
            <a:chOff x="4710113" y="3293876"/>
            <a:chExt cx="645423" cy="637000"/>
          </a:xfrm>
        </p:grpSpPr>
        <p:sp>
          <p:nvSpPr>
            <p:cNvPr id="1769" name="TextBox 1768">
              <a:extLst>
                <a:ext uri="{FF2B5EF4-FFF2-40B4-BE49-F238E27FC236}">
                  <a16:creationId xmlns:a16="http://schemas.microsoft.com/office/drawing/2014/main" id="{0A4C7518-6F3D-2EE4-467C-A7EEEA4B3F9D}"/>
                </a:ext>
              </a:extLst>
            </p:cNvPr>
            <p:cNvSpPr txBox="1"/>
            <p:nvPr/>
          </p:nvSpPr>
          <p:spPr>
            <a:xfrm>
              <a:off x="4987821" y="3419621"/>
              <a:ext cx="36771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+110V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770" name="TextBox 1769">
              <a:extLst>
                <a:ext uri="{FF2B5EF4-FFF2-40B4-BE49-F238E27FC236}">
                  <a16:creationId xmlns:a16="http://schemas.microsoft.com/office/drawing/2014/main" id="{638CBDDE-B39A-09C5-BFF6-4DCE7593678E}"/>
                </a:ext>
              </a:extLst>
            </p:cNvPr>
            <p:cNvSpPr txBox="1"/>
            <p:nvPr/>
          </p:nvSpPr>
          <p:spPr>
            <a:xfrm>
              <a:off x="5002030" y="3802595"/>
              <a:ext cx="26543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-5V</a:t>
              </a:r>
              <a:endParaRPr lang="ko-KR" altLang="en-US" sz="800" dirty="0">
                <a:latin typeface="+mn-ea"/>
              </a:endParaRPr>
            </a:p>
          </p:txBody>
        </p:sp>
        <p:grpSp>
          <p:nvGrpSpPr>
            <p:cNvPr id="1771" name="그룹 1770">
              <a:extLst>
                <a:ext uri="{FF2B5EF4-FFF2-40B4-BE49-F238E27FC236}">
                  <a16:creationId xmlns:a16="http://schemas.microsoft.com/office/drawing/2014/main" id="{288F2B70-F82A-0B97-1ABB-C448F6729674}"/>
                </a:ext>
              </a:extLst>
            </p:cNvPr>
            <p:cNvGrpSpPr/>
            <p:nvPr/>
          </p:nvGrpSpPr>
          <p:grpSpPr>
            <a:xfrm>
              <a:off x="4710113" y="3293876"/>
              <a:ext cx="613584" cy="637000"/>
              <a:chOff x="4710113" y="3293876"/>
              <a:chExt cx="613584" cy="637000"/>
            </a:xfrm>
          </p:grpSpPr>
          <p:sp>
            <p:nvSpPr>
              <p:cNvPr id="1772" name="이등변 삼각형 1771">
                <a:extLst>
                  <a:ext uri="{FF2B5EF4-FFF2-40B4-BE49-F238E27FC236}">
                    <a16:creationId xmlns:a16="http://schemas.microsoft.com/office/drawing/2014/main" id="{E23FC522-D864-A3BA-1BC2-3658CF13F3FB}"/>
                  </a:ext>
                </a:extLst>
              </p:cNvPr>
              <p:cNvSpPr/>
              <p:nvPr/>
            </p:nvSpPr>
            <p:spPr>
              <a:xfrm rot="5400000">
                <a:off x="4793222" y="3499429"/>
                <a:ext cx="414779" cy="357568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1773" name="TextBox 1772">
                <a:extLst>
                  <a:ext uri="{FF2B5EF4-FFF2-40B4-BE49-F238E27FC236}">
                    <a16:creationId xmlns:a16="http://schemas.microsoft.com/office/drawing/2014/main" id="{98346425-AD46-28E5-CE62-D1179E2BAA3E}"/>
                  </a:ext>
                </a:extLst>
              </p:cNvPr>
              <p:cNvSpPr txBox="1"/>
              <p:nvPr/>
            </p:nvSpPr>
            <p:spPr>
              <a:xfrm>
                <a:off x="4832517" y="3517982"/>
                <a:ext cx="143202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+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1774" name="TextBox 1773">
                <a:extLst>
                  <a:ext uri="{FF2B5EF4-FFF2-40B4-BE49-F238E27FC236}">
                    <a16:creationId xmlns:a16="http://schemas.microsoft.com/office/drawing/2014/main" id="{C5A26D41-1CDD-A349-FA27-A64A9519ABCD}"/>
                  </a:ext>
                </a:extLst>
              </p:cNvPr>
              <p:cNvSpPr txBox="1"/>
              <p:nvPr/>
            </p:nvSpPr>
            <p:spPr>
              <a:xfrm>
                <a:off x="4846979" y="3726347"/>
                <a:ext cx="11427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-</a:t>
                </a:r>
                <a:endParaRPr lang="ko-KR" altLang="en-US" sz="800" dirty="0">
                  <a:latin typeface="+mn-ea"/>
                </a:endParaRPr>
              </a:p>
            </p:txBody>
          </p:sp>
          <p:cxnSp>
            <p:nvCxnSpPr>
              <p:cNvPr id="1775" name="직선 연결선 1774">
                <a:extLst>
                  <a:ext uri="{FF2B5EF4-FFF2-40B4-BE49-F238E27FC236}">
                    <a16:creationId xmlns:a16="http://schemas.microsoft.com/office/drawing/2014/main" id="{82F748E7-8946-DD76-41A0-A275FF1B46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3860" y="3427361"/>
                <a:ext cx="0" cy="1334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6" name="직선 연결선 1775">
                <a:extLst>
                  <a:ext uri="{FF2B5EF4-FFF2-40B4-BE49-F238E27FC236}">
                    <a16:creationId xmlns:a16="http://schemas.microsoft.com/office/drawing/2014/main" id="{0A156A89-1464-E9EC-54D9-0B2AE2C983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10113" y="3589426"/>
                <a:ext cx="11171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7" name="직선 연결선 1776">
                <a:extLst>
                  <a:ext uri="{FF2B5EF4-FFF2-40B4-BE49-F238E27FC236}">
                    <a16:creationId xmlns:a16="http://schemas.microsoft.com/office/drawing/2014/main" id="{9CDD30E3-28C9-525C-F3E2-1E8C2CCA34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10113" y="3795045"/>
                <a:ext cx="11171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8" name="직선 연결선 1777">
                <a:extLst>
                  <a:ext uri="{FF2B5EF4-FFF2-40B4-BE49-F238E27FC236}">
                    <a16:creationId xmlns:a16="http://schemas.microsoft.com/office/drawing/2014/main" id="{C265F443-B432-66A2-96BB-AC5239BDEF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5147" y="3797426"/>
                <a:ext cx="0" cy="1334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9" name="직선 연결선 1778">
                <a:extLst>
                  <a:ext uri="{FF2B5EF4-FFF2-40B4-BE49-F238E27FC236}">
                    <a16:creationId xmlns:a16="http://schemas.microsoft.com/office/drawing/2014/main" id="{5E240A3D-43CB-9138-8D9D-55B4B3BBA4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4425" y="3678213"/>
                <a:ext cx="11171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80" name="TextBox 1779">
                <a:extLst>
                  <a:ext uri="{FF2B5EF4-FFF2-40B4-BE49-F238E27FC236}">
                    <a16:creationId xmlns:a16="http://schemas.microsoft.com/office/drawing/2014/main" id="{5CC62223-48AE-96A1-98DC-2662E496149B}"/>
                  </a:ext>
                </a:extLst>
              </p:cNvPr>
              <p:cNvSpPr txBox="1"/>
              <p:nvPr/>
            </p:nvSpPr>
            <p:spPr>
              <a:xfrm>
                <a:off x="4765970" y="3293876"/>
                <a:ext cx="557727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b="1" dirty="0">
                    <a:latin typeface="+mn-ea"/>
                  </a:rPr>
                  <a:t>ADHV4702</a:t>
                </a:r>
                <a:endParaRPr lang="ko-KR" altLang="en-US" sz="800" b="1" dirty="0">
                  <a:latin typeface="+mn-ea"/>
                </a:endParaRPr>
              </a:p>
            </p:txBody>
          </p:sp>
        </p:grpSp>
      </p:grpSp>
      <p:grpSp>
        <p:nvGrpSpPr>
          <p:cNvPr id="1781" name="그룹 1780">
            <a:extLst>
              <a:ext uri="{FF2B5EF4-FFF2-40B4-BE49-F238E27FC236}">
                <a16:creationId xmlns:a16="http://schemas.microsoft.com/office/drawing/2014/main" id="{E1758E0A-07E9-4637-F74F-81F5763A6614}"/>
              </a:ext>
            </a:extLst>
          </p:cNvPr>
          <p:cNvGrpSpPr/>
          <p:nvPr/>
        </p:nvGrpSpPr>
        <p:grpSpPr>
          <a:xfrm>
            <a:off x="7926441" y="5027225"/>
            <a:ext cx="374274" cy="190039"/>
            <a:chOff x="3621537" y="4414681"/>
            <a:chExt cx="374274" cy="190039"/>
          </a:xfrm>
        </p:grpSpPr>
        <p:sp>
          <p:nvSpPr>
            <p:cNvPr id="1782" name="TextBox 1781">
              <a:extLst>
                <a:ext uri="{FF2B5EF4-FFF2-40B4-BE49-F238E27FC236}">
                  <a16:creationId xmlns:a16="http://schemas.microsoft.com/office/drawing/2014/main" id="{388A1AC4-4EE7-B47A-FC41-F89EDF604B92}"/>
                </a:ext>
              </a:extLst>
            </p:cNvPr>
            <p:cNvSpPr txBox="1"/>
            <p:nvPr/>
          </p:nvSpPr>
          <p:spPr>
            <a:xfrm>
              <a:off x="3722604" y="4414681"/>
              <a:ext cx="20672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12K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783" name="직선 연결선 1782">
              <a:extLst>
                <a:ext uri="{FF2B5EF4-FFF2-40B4-BE49-F238E27FC236}">
                  <a16:creationId xmlns:a16="http://schemas.microsoft.com/office/drawing/2014/main" id="{A545BAE1-52C5-54FE-7507-730EF58A3205}"/>
                </a:ext>
              </a:extLst>
            </p:cNvPr>
            <p:cNvCxnSpPr>
              <a:cxnSpLocks/>
            </p:cNvCxnSpPr>
            <p:nvPr/>
          </p:nvCxnSpPr>
          <p:spPr>
            <a:xfrm>
              <a:off x="3621537" y="4567287"/>
              <a:ext cx="3742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4" name="직사각형 1783">
              <a:extLst>
                <a:ext uri="{FF2B5EF4-FFF2-40B4-BE49-F238E27FC236}">
                  <a16:creationId xmlns:a16="http://schemas.microsoft.com/office/drawing/2014/main" id="{AA27CF5B-5D40-E200-44C3-57E967BBB63C}"/>
                </a:ext>
              </a:extLst>
            </p:cNvPr>
            <p:cNvSpPr/>
            <p:nvPr/>
          </p:nvSpPr>
          <p:spPr>
            <a:xfrm rot="10800000">
              <a:off x="3734915" y="4529853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1785" name="그룹 1784">
            <a:extLst>
              <a:ext uri="{FF2B5EF4-FFF2-40B4-BE49-F238E27FC236}">
                <a16:creationId xmlns:a16="http://schemas.microsoft.com/office/drawing/2014/main" id="{3D76FFD4-A739-4D46-CDC5-587485B4F465}"/>
              </a:ext>
            </a:extLst>
          </p:cNvPr>
          <p:cNvGrpSpPr/>
          <p:nvPr/>
        </p:nvGrpSpPr>
        <p:grpSpPr>
          <a:xfrm>
            <a:off x="7927475" y="5233164"/>
            <a:ext cx="374274" cy="190039"/>
            <a:chOff x="3621537" y="4414681"/>
            <a:chExt cx="374274" cy="190039"/>
          </a:xfrm>
        </p:grpSpPr>
        <p:sp>
          <p:nvSpPr>
            <p:cNvPr id="1786" name="TextBox 1785">
              <a:extLst>
                <a:ext uri="{FF2B5EF4-FFF2-40B4-BE49-F238E27FC236}">
                  <a16:creationId xmlns:a16="http://schemas.microsoft.com/office/drawing/2014/main" id="{DC334D9C-1001-AE91-14B8-23B5364A2A8E}"/>
                </a:ext>
              </a:extLst>
            </p:cNvPr>
            <p:cNvSpPr txBox="1"/>
            <p:nvPr/>
          </p:nvSpPr>
          <p:spPr>
            <a:xfrm>
              <a:off x="3722604" y="4414681"/>
              <a:ext cx="20672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12K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787" name="직선 연결선 1786">
              <a:extLst>
                <a:ext uri="{FF2B5EF4-FFF2-40B4-BE49-F238E27FC236}">
                  <a16:creationId xmlns:a16="http://schemas.microsoft.com/office/drawing/2014/main" id="{137891E9-69D9-658C-C35C-84143CF156AD}"/>
                </a:ext>
              </a:extLst>
            </p:cNvPr>
            <p:cNvCxnSpPr>
              <a:cxnSpLocks/>
            </p:cNvCxnSpPr>
            <p:nvPr/>
          </p:nvCxnSpPr>
          <p:spPr>
            <a:xfrm>
              <a:off x="3621537" y="4567287"/>
              <a:ext cx="3742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8" name="직사각형 1787">
              <a:extLst>
                <a:ext uri="{FF2B5EF4-FFF2-40B4-BE49-F238E27FC236}">
                  <a16:creationId xmlns:a16="http://schemas.microsoft.com/office/drawing/2014/main" id="{96C4B0CD-05D6-2157-D414-682BC78A31C6}"/>
                </a:ext>
              </a:extLst>
            </p:cNvPr>
            <p:cNvSpPr/>
            <p:nvPr/>
          </p:nvSpPr>
          <p:spPr>
            <a:xfrm rot="10800000">
              <a:off x="3734915" y="4529853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1789" name="그룹 1788">
            <a:extLst>
              <a:ext uri="{FF2B5EF4-FFF2-40B4-BE49-F238E27FC236}">
                <a16:creationId xmlns:a16="http://schemas.microsoft.com/office/drawing/2014/main" id="{194FF833-61A6-447F-AF56-2CBDAB00B81E}"/>
              </a:ext>
            </a:extLst>
          </p:cNvPr>
          <p:cNvGrpSpPr/>
          <p:nvPr/>
        </p:nvGrpSpPr>
        <p:grpSpPr>
          <a:xfrm>
            <a:off x="7553986" y="5469975"/>
            <a:ext cx="374274" cy="190039"/>
            <a:chOff x="3621537" y="4414681"/>
            <a:chExt cx="374274" cy="190039"/>
          </a:xfrm>
        </p:grpSpPr>
        <p:sp>
          <p:nvSpPr>
            <p:cNvPr id="1790" name="TextBox 1789">
              <a:extLst>
                <a:ext uri="{FF2B5EF4-FFF2-40B4-BE49-F238E27FC236}">
                  <a16:creationId xmlns:a16="http://schemas.microsoft.com/office/drawing/2014/main" id="{A95D4206-9FA0-7AAF-689F-EFA2FA132010}"/>
                </a:ext>
              </a:extLst>
            </p:cNvPr>
            <p:cNvSpPr txBox="1"/>
            <p:nvPr/>
          </p:nvSpPr>
          <p:spPr>
            <a:xfrm>
              <a:off x="3722604" y="4414681"/>
              <a:ext cx="20672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4K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791" name="직선 연결선 1790">
              <a:extLst>
                <a:ext uri="{FF2B5EF4-FFF2-40B4-BE49-F238E27FC236}">
                  <a16:creationId xmlns:a16="http://schemas.microsoft.com/office/drawing/2014/main" id="{26872740-1E2F-55D9-FF89-66A10DD1B173}"/>
                </a:ext>
              </a:extLst>
            </p:cNvPr>
            <p:cNvCxnSpPr>
              <a:cxnSpLocks/>
            </p:cNvCxnSpPr>
            <p:nvPr/>
          </p:nvCxnSpPr>
          <p:spPr>
            <a:xfrm>
              <a:off x="3621537" y="4567287"/>
              <a:ext cx="3742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2" name="직사각형 1791">
              <a:extLst>
                <a:ext uri="{FF2B5EF4-FFF2-40B4-BE49-F238E27FC236}">
                  <a16:creationId xmlns:a16="http://schemas.microsoft.com/office/drawing/2014/main" id="{FF6CE82A-4795-CD7B-0544-B898F5190BE9}"/>
                </a:ext>
              </a:extLst>
            </p:cNvPr>
            <p:cNvSpPr/>
            <p:nvPr/>
          </p:nvSpPr>
          <p:spPr>
            <a:xfrm rot="10800000">
              <a:off x="3734915" y="4529853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1793" name="그룹 1792">
            <a:extLst>
              <a:ext uri="{FF2B5EF4-FFF2-40B4-BE49-F238E27FC236}">
                <a16:creationId xmlns:a16="http://schemas.microsoft.com/office/drawing/2014/main" id="{4C99136E-9316-4D52-3F11-B17E5D2C7C6B}"/>
              </a:ext>
            </a:extLst>
          </p:cNvPr>
          <p:cNvGrpSpPr/>
          <p:nvPr/>
        </p:nvGrpSpPr>
        <p:grpSpPr>
          <a:xfrm>
            <a:off x="8729044" y="5469975"/>
            <a:ext cx="374274" cy="190039"/>
            <a:chOff x="3621537" y="4414681"/>
            <a:chExt cx="374274" cy="190039"/>
          </a:xfrm>
        </p:grpSpPr>
        <p:sp>
          <p:nvSpPr>
            <p:cNvPr id="1794" name="TextBox 1793">
              <a:extLst>
                <a:ext uri="{FF2B5EF4-FFF2-40B4-BE49-F238E27FC236}">
                  <a16:creationId xmlns:a16="http://schemas.microsoft.com/office/drawing/2014/main" id="{1636209E-95BA-F089-777F-AE5FD679C2BF}"/>
                </a:ext>
              </a:extLst>
            </p:cNvPr>
            <p:cNvSpPr txBox="1"/>
            <p:nvPr/>
          </p:nvSpPr>
          <p:spPr>
            <a:xfrm>
              <a:off x="3684595" y="4414681"/>
              <a:ext cx="24473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100K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795" name="직선 연결선 1794">
              <a:extLst>
                <a:ext uri="{FF2B5EF4-FFF2-40B4-BE49-F238E27FC236}">
                  <a16:creationId xmlns:a16="http://schemas.microsoft.com/office/drawing/2014/main" id="{E8E05ABE-BD8F-DEF1-1EF3-D20550410DA1}"/>
                </a:ext>
              </a:extLst>
            </p:cNvPr>
            <p:cNvCxnSpPr>
              <a:cxnSpLocks/>
            </p:cNvCxnSpPr>
            <p:nvPr/>
          </p:nvCxnSpPr>
          <p:spPr>
            <a:xfrm>
              <a:off x="3621537" y="4567287"/>
              <a:ext cx="3742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6" name="직사각형 1795">
              <a:extLst>
                <a:ext uri="{FF2B5EF4-FFF2-40B4-BE49-F238E27FC236}">
                  <a16:creationId xmlns:a16="http://schemas.microsoft.com/office/drawing/2014/main" id="{A9D036ED-15BB-6F49-7801-6621894FC909}"/>
                </a:ext>
              </a:extLst>
            </p:cNvPr>
            <p:cNvSpPr/>
            <p:nvPr/>
          </p:nvSpPr>
          <p:spPr>
            <a:xfrm rot="10800000">
              <a:off x="3734915" y="4529853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1797" name="직선 연결선 1796">
            <a:extLst>
              <a:ext uri="{FF2B5EF4-FFF2-40B4-BE49-F238E27FC236}">
                <a16:creationId xmlns:a16="http://schemas.microsoft.com/office/drawing/2014/main" id="{56A30299-E6C1-E3F2-5DDF-763A61B4525E}"/>
              </a:ext>
            </a:extLst>
          </p:cNvPr>
          <p:cNvCxnSpPr>
            <a:cxnSpLocks/>
          </p:cNvCxnSpPr>
          <p:nvPr/>
        </p:nvCxnSpPr>
        <p:spPr>
          <a:xfrm>
            <a:off x="9107868" y="5268935"/>
            <a:ext cx="0" cy="3536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8" name="타원 1797">
            <a:extLst>
              <a:ext uri="{FF2B5EF4-FFF2-40B4-BE49-F238E27FC236}">
                <a16:creationId xmlns:a16="http://schemas.microsoft.com/office/drawing/2014/main" id="{AC77D759-7E43-DBDF-F6A0-45201BE3ABF0}"/>
              </a:ext>
            </a:extLst>
          </p:cNvPr>
          <p:cNvSpPr/>
          <p:nvPr/>
        </p:nvSpPr>
        <p:spPr>
          <a:xfrm>
            <a:off x="9080458" y="525535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grpSp>
        <p:nvGrpSpPr>
          <p:cNvPr id="1799" name="그룹 1798">
            <a:extLst>
              <a:ext uri="{FF2B5EF4-FFF2-40B4-BE49-F238E27FC236}">
                <a16:creationId xmlns:a16="http://schemas.microsoft.com/office/drawing/2014/main" id="{028F3251-24AC-5F60-42E3-CAE68102AC5C}"/>
              </a:ext>
            </a:extLst>
          </p:cNvPr>
          <p:cNvGrpSpPr/>
          <p:nvPr/>
        </p:nvGrpSpPr>
        <p:grpSpPr>
          <a:xfrm>
            <a:off x="7192407" y="5032130"/>
            <a:ext cx="374274" cy="190039"/>
            <a:chOff x="3621537" y="4414681"/>
            <a:chExt cx="374274" cy="190039"/>
          </a:xfrm>
        </p:grpSpPr>
        <p:sp>
          <p:nvSpPr>
            <p:cNvPr id="1800" name="TextBox 1799">
              <a:extLst>
                <a:ext uri="{FF2B5EF4-FFF2-40B4-BE49-F238E27FC236}">
                  <a16:creationId xmlns:a16="http://schemas.microsoft.com/office/drawing/2014/main" id="{BC9D10B0-C05C-725E-B7E9-186754610FB3}"/>
                </a:ext>
              </a:extLst>
            </p:cNvPr>
            <p:cNvSpPr txBox="1"/>
            <p:nvPr/>
          </p:nvSpPr>
          <p:spPr>
            <a:xfrm>
              <a:off x="3722604" y="4414681"/>
              <a:ext cx="20672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1K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801" name="직선 연결선 1800">
              <a:extLst>
                <a:ext uri="{FF2B5EF4-FFF2-40B4-BE49-F238E27FC236}">
                  <a16:creationId xmlns:a16="http://schemas.microsoft.com/office/drawing/2014/main" id="{EEBA9321-6449-CBF4-84E5-EC7AB3FA56BA}"/>
                </a:ext>
              </a:extLst>
            </p:cNvPr>
            <p:cNvCxnSpPr>
              <a:cxnSpLocks/>
            </p:cNvCxnSpPr>
            <p:nvPr/>
          </p:nvCxnSpPr>
          <p:spPr>
            <a:xfrm>
              <a:off x="3621537" y="4567287"/>
              <a:ext cx="37427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2" name="직사각형 1801">
              <a:extLst>
                <a:ext uri="{FF2B5EF4-FFF2-40B4-BE49-F238E27FC236}">
                  <a16:creationId xmlns:a16="http://schemas.microsoft.com/office/drawing/2014/main" id="{4B501B8E-B9C1-29BE-5ABF-6D2BE5308528}"/>
                </a:ext>
              </a:extLst>
            </p:cNvPr>
            <p:cNvSpPr/>
            <p:nvPr/>
          </p:nvSpPr>
          <p:spPr>
            <a:xfrm rot="10800000">
              <a:off x="3734915" y="4529853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1803" name="직선 연결선 1802">
            <a:extLst>
              <a:ext uri="{FF2B5EF4-FFF2-40B4-BE49-F238E27FC236}">
                <a16:creationId xmlns:a16="http://schemas.microsoft.com/office/drawing/2014/main" id="{9890D8A0-A612-EBC1-E679-81582E5BA873}"/>
              </a:ext>
            </a:extLst>
          </p:cNvPr>
          <p:cNvCxnSpPr>
            <a:cxnSpLocks/>
          </p:cNvCxnSpPr>
          <p:nvPr/>
        </p:nvCxnSpPr>
        <p:spPr>
          <a:xfrm>
            <a:off x="7529877" y="5179824"/>
            <a:ext cx="3965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4" name="직선 연결선 1803">
            <a:extLst>
              <a:ext uri="{FF2B5EF4-FFF2-40B4-BE49-F238E27FC236}">
                <a16:creationId xmlns:a16="http://schemas.microsoft.com/office/drawing/2014/main" id="{A1501F79-4B64-2084-7F50-2A6D782C4138}"/>
              </a:ext>
            </a:extLst>
          </p:cNvPr>
          <p:cNvCxnSpPr>
            <a:cxnSpLocks/>
          </p:cNvCxnSpPr>
          <p:nvPr/>
        </p:nvCxnSpPr>
        <p:spPr>
          <a:xfrm>
            <a:off x="6973359" y="5184765"/>
            <a:ext cx="2672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5" name="TextBox 1804">
            <a:extLst>
              <a:ext uri="{FF2B5EF4-FFF2-40B4-BE49-F238E27FC236}">
                <a16:creationId xmlns:a16="http://schemas.microsoft.com/office/drawing/2014/main" id="{115DA534-E710-2918-6836-4324B58D27F6}"/>
              </a:ext>
            </a:extLst>
          </p:cNvPr>
          <p:cNvSpPr txBox="1"/>
          <p:nvPr/>
        </p:nvSpPr>
        <p:spPr>
          <a:xfrm>
            <a:off x="9164225" y="5122345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Vo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806" name="TextBox 1805">
            <a:extLst>
              <a:ext uri="{FF2B5EF4-FFF2-40B4-BE49-F238E27FC236}">
                <a16:creationId xmlns:a16="http://schemas.microsoft.com/office/drawing/2014/main" id="{9D9D213E-903B-2C9D-4610-E1E8B51D4528}"/>
              </a:ext>
            </a:extLst>
          </p:cNvPr>
          <p:cNvSpPr txBox="1"/>
          <p:nvPr/>
        </p:nvSpPr>
        <p:spPr>
          <a:xfrm>
            <a:off x="7790195" y="5047148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 err="1">
                <a:solidFill>
                  <a:srgbClr val="0070C0"/>
                </a:solidFill>
                <a:latin typeface="+mn-ea"/>
              </a:rPr>
              <a:t>Vb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807" name="TextBox 1806">
            <a:extLst>
              <a:ext uri="{FF2B5EF4-FFF2-40B4-BE49-F238E27FC236}">
                <a16:creationId xmlns:a16="http://schemas.microsoft.com/office/drawing/2014/main" id="{BDCA7A5C-EFEA-EA6B-FDD4-353C3E276D05}"/>
              </a:ext>
            </a:extLst>
          </p:cNvPr>
          <p:cNvSpPr txBox="1"/>
          <p:nvPr/>
        </p:nvSpPr>
        <p:spPr>
          <a:xfrm>
            <a:off x="7796622" y="5301069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Va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808" name="TextBox 1807">
            <a:extLst>
              <a:ext uri="{FF2B5EF4-FFF2-40B4-BE49-F238E27FC236}">
                <a16:creationId xmlns:a16="http://schemas.microsoft.com/office/drawing/2014/main" id="{FF8734BC-9B3B-95DD-FEEF-AE9F44DBFBC8}"/>
              </a:ext>
            </a:extLst>
          </p:cNvPr>
          <p:cNvSpPr txBox="1"/>
          <p:nvPr/>
        </p:nvSpPr>
        <p:spPr>
          <a:xfrm>
            <a:off x="9107536" y="3675763"/>
            <a:ext cx="1439722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u="sng" dirty="0">
                <a:latin typeface="+mn-ea"/>
              </a:rPr>
              <a:t>Non-inverting Amp</a:t>
            </a:r>
          </a:p>
          <a:p>
            <a:endParaRPr lang="en-US" altLang="ko-KR" sz="1000" dirty="0">
              <a:latin typeface="+mn-ea"/>
            </a:endParaRPr>
          </a:p>
          <a:p>
            <a:r>
              <a:rPr lang="en-US" altLang="ko-KR" sz="1000" dirty="0">
                <a:latin typeface="+mn-ea"/>
              </a:rPr>
              <a:t>Va=</a:t>
            </a:r>
            <a:r>
              <a:rPr lang="en-US" altLang="ko-KR" sz="1000" dirty="0" err="1">
                <a:latin typeface="+mn-ea"/>
              </a:rPr>
              <a:t>Vb</a:t>
            </a:r>
            <a:r>
              <a:rPr lang="en-US" altLang="ko-KR" sz="1000" dirty="0">
                <a:latin typeface="+mn-ea"/>
              </a:rPr>
              <a:t>=V1,  i1 = Va/R1</a:t>
            </a:r>
          </a:p>
          <a:p>
            <a:r>
              <a:rPr lang="en-US" altLang="ko-KR" sz="1000" dirty="0">
                <a:latin typeface="+mn-ea"/>
              </a:rPr>
              <a:t>Vo = i1*R2 + Va</a:t>
            </a:r>
          </a:p>
          <a:p>
            <a:r>
              <a:rPr lang="en-US" altLang="ko-KR" sz="1000" dirty="0">
                <a:latin typeface="+mn-ea"/>
              </a:rPr>
              <a:t>     = Va*R2/R1 + Va</a:t>
            </a:r>
          </a:p>
          <a:p>
            <a:r>
              <a:rPr lang="en-US" altLang="ko-KR" sz="1000" dirty="0">
                <a:latin typeface="+mn-ea"/>
              </a:rPr>
              <a:t>     = (1+R2/R1) V1</a:t>
            </a:r>
          </a:p>
          <a:p>
            <a:r>
              <a:rPr lang="en-US" altLang="ko-KR" sz="1000" dirty="0">
                <a:latin typeface="+mn-ea"/>
              </a:rPr>
              <a:t>     = 26 V1</a:t>
            </a:r>
          </a:p>
        </p:txBody>
      </p:sp>
      <p:sp>
        <p:nvSpPr>
          <p:cNvPr id="1809" name="TextBox 1808">
            <a:extLst>
              <a:ext uri="{FF2B5EF4-FFF2-40B4-BE49-F238E27FC236}">
                <a16:creationId xmlns:a16="http://schemas.microsoft.com/office/drawing/2014/main" id="{76025421-E26F-7BA5-BB50-E7A3AE3A2F78}"/>
              </a:ext>
            </a:extLst>
          </p:cNvPr>
          <p:cNvSpPr txBox="1"/>
          <p:nvPr/>
        </p:nvSpPr>
        <p:spPr>
          <a:xfrm>
            <a:off x="7790195" y="5759317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+mn-ea"/>
              </a:rPr>
              <a:t>i1</a:t>
            </a:r>
            <a:endParaRPr lang="ko-KR" altLang="en-US" sz="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810" name="TextBox 1809">
            <a:extLst>
              <a:ext uri="{FF2B5EF4-FFF2-40B4-BE49-F238E27FC236}">
                <a16:creationId xmlns:a16="http://schemas.microsoft.com/office/drawing/2014/main" id="{8F215A97-FE0F-1303-375E-D9024914163F}"/>
              </a:ext>
            </a:extLst>
          </p:cNvPr>
          <p:cNvSpPr txBox="1"/>
          <p:nvPr/>
        </p:nvSpPr>
        <p:spPr>
          <a:xfrm>
            <a:off x="7472752" y="5466185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R1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11" name="TextBox 1810">
                <a:extLst>
                  <a:ext uri="{FF2B5EF4-FFF2-40B4-BE49-F238E27FC236}">
                    <a16:creationId xmlns:a16="http://schemas.microsoft.com/office/drawing/2014/main" id="{607C0127-13B9-86AB-7942-3A7EF3E1F0FD}"/>
                  </a:ext>
                </a:extLst>
              </p:cNvPr>
              <p:cNvSpPr txBox="1"/>
              <p:nvPr/>
            </p:nvSpPr>
            <p:spPr>
              <a:xfrm>
                <a:off x="6292420" y="3534599"/>
                <a:ext cx="2838628" cy="10772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</a:rPr>
                  <a:t>&lt; IONBOX_DC, LENS_DC circuit &gt;</a:t>
                </a:r>
              </a:p>
              <a:p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Non-inverting amp configuration</a:t>
                </a:r>
              </a:p>
              <a:p>
                <a:endParaRPr lang="en-US" altLang="ko-KR" sz="1000" dirty="0">
                  <a:solidFill>
                    <a:schemeClr val="tx1"/>
                  </a:solidFill>
                  <a:latin typeface="+mn-ea"/>
                </a:endParaRPr>
              </a:p>
              <a:p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1) input :   16-bit DAC voltage</a:t>
                </a:r>
              </a:p>
              <a:p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               0 ~ +4.096V, 1 step = 62.5uV</a:t>
                </a:r>
              </a:p>
              <a:p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2) output : Vo=(1+R2/R1)Vi = </a:t>
                </a:r>
                <a14:m>
                  <m:oMath xmlns:m="http://schemas.openxmlformats.org/officeDocument/2006/math">
                    <m:r>
                      <a:rPr lang="en-US" altLang="ko-KR" sz="1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26</m:t>
                    </m:r>
                    <m:r>
                      <a:rPr lang="en-US" altLang="ko-KR" sz="1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Vi</a:t>
                </a:r>
              </a:p>
              <a:p>
                <a:r>
                  <a:rPr lang="en-US" altLang="ko-KR" sz="1000" dirty="0">
                    <a:solidFill>
                      <a:schemeClr val="tx1"/>
                    </a:solidFill>
                    <a:latin typeface="+mn-ea"/>
                  </a:rPr>
                  <a:t>               0 ~ +106.5V,   1 step = 1.625mV</a:t>
                </a:r>
                <a:endParaRPr lang="ko-KR" altLang="en-US" sz="10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811" name="TextBox 1810">
                <a:extLst>
                  <a:ext uri="{FF2B5EF4-FFF2-40B4-BE49-F238E27FC236}">
                    <a16:creationId xmlns:a16="http://schemas.microsoft.com/office/drawing/2014/main" id="{607C0127-13B9-86AB-7942-3A7EF3E1F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420" y="3534599"/>
                <a:ext cx="2838628" cy="1077218"/>
              </a:xfrm>
              <a:prstGeom prst="rect">
                <a:avLst/>
              </a:prstGeom>
              <a:blipFill>
                <a:blip r:embed="rId5"/>
                <a:stretch>
                  <a:fillRect l="-2790" t="-4520" b="-56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2" name="TextBox 1811">
            <a:extLst>
              <a:ext uri="{FF2B5EF4-FFF2-40B4-BE49-F238E27FC236}">
                <a16:creationId xmlns:a16="http://schemas.microsoft.com/office/drawing/2014/main" id="{E6B3FD5C-EE79-3D99-18A0-834E59B7E721}"/>
              </a:ext>
            </a:extLst>
          </p:cNvPr>
          <p:cNvSpPr txBox="1"/>
          <p:nvPr/>
        </p:nvSpPr>
        <p:spPr>
          <a:xfrm>
            <a:off x="6987441" y="5047148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V1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813" name="TextBox 1812">
            <a:extLst>
              <a:ext uri="{FF2B5EF4-FFF2-40B4-BE49-F238E27FC236}">
                <a16:creationId xmlns:a16="http://schemas.microsoft.com/office/drawing/2014/main" id="{91BEC616-264E-203E-5CE8-37B1777F61EB}"/>
              </a:ext>
            </a:extLst>
          </p:cNvPr>
          <p:cNvSpPr txBox="1"/>
          <p:nvPr/>
        </p:nvSpPr>
        <p:spPr>
          <a:xfrm>
            <a:off x="8859702" y="5697761"/>
            <a:ext cx="22075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R2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1814" name="TextBox 1813">
            <a:extLst>
              <a:ext uri="{FF2B5EF4-FFF2-40B4-BE49-F238E27FC236}">
                <a16:creationId xmlns:a16="http://schemas.microsoft.com/office/drawing/2014/main" id="{E748B25E-F52D-E7C2-C849-EFECC5B4F9FC}"/>
              </a:ext>
            </a:extLst>
          </p:cNvPr>
          <p:cNvSpPr txBox="1"/>
          <p:nvPr/>
        </p:nvSpPr>
        <p:spPr>
          <a:xfrm>
            <a:off x="6129610" y="5038944"/>
            <a:ext cx="773225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DAC OUT2</a:t>
            </a:r>
          </a:p>
          <a:p>
            <a:pPr algn="r"/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DAC OUT3</a:t>
            </a:r>
          </a:p>
          <a:p>
            <a:pPr algn="r"/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(0~4.096V)</a:t>
            </a:r>
          </a:p>
        </p:txBody>
      </p:sp>
      <p:sp>
        <p:nvSpPr>
          <p:cNvPr id="1815" name="TextBox 1814">
            <a:extLst>
              <a:ext uri="{FF2B5EF4-FFF2-40B4-BE49-F238E27FC236}">
                <a16:creationId xmlns:a16="http://schemas.microsoft.com/office/drawing/2014/main" id="{B1FCBE21-CA88-C840-61E2-82691F7B0429}"/>
              </a:ext>
            </a:extLst>
          </p:cNvPr>
          <p:cNvSpPr txBox="1"/>
          <p:nvPr/>
        </p:nvSpPr>
        <p:spPr>
          <a:xfrm>
            <a:off x="9500467" y="5194934"/>
            <a:ext cx="773225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IONBOX_DC</a:t>
            </a:r>
          </a:p>
          <a:p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LENS_DC</a:t>
            </a:r>
          </a:p>
          <a:p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(0~+106.5V)</a:t>
            </a:r>
          </a:p>
        </p:txBody>
      </p:sp>
      <p:grpSp>
        <p:nvGrpSpPr>
          <p:cNvPr id="1816" name="그룹 1815">
            <a:extLst>
              <a:ext uri="{FF2B5EF4-FFF2-40B4-BE49-F238E27FC236}">
                <a16:creationId xmlns:a16="http://schemas.microsoft.com/office/drawing/2014/main" id="{C8AC9BFF-2260-F022-DB0C-7B14361BB76F}"/>
              </a:ext>
            </a:extLst>
          </p:cNvPr>
          <p:cNvGrpSpPr/>
          <p:nvPr/>
        </p:nvGrpSpPr>
        <p:grpSpPr>
          <a:xfrm>
            <a:off x="10284745" y="4908357"/>
            <a:ext cx="1778718" cy="1251536"/>
            <a:chOff x="3491886" y="2471492"/>
            <a:chExt cx="1778718" cy="1251536"/>
          </a:xfrm>
        </p:grpSpPr>
        <p:cxnSp>
          <p:nvCxnSpPr>
            <p:cNvPr id="1817" name="직선 연결선 1816">
              <a:extLst>
                <a:ext uri="{FF2B5EF4-FFF2-40B4-BE49-F238E27FC236}">
                  <a16:creationId xmlns:a16="http://schemas.microsoft.com/office/drawing/2014/main" id="{9E0775BD-F846-7761-8CE7-CFCDE416BCF1}"/>
                </a:ext>
              </a:extLst>
            </p:cNvPr>
            <p:cNvCxnSpPr>
              <a:cxnSpLocks/>
            </p:cNvCxnSpPr>
            <p:nvPr/>
          </p:nvCxnSpPr>
          <p:spPr>
            <a:xfrm>
              <a:off x="3797576" y="3552597"/>
              <a:ext cx="122986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8" name="직선 연결선 1817">
              <a:extLst>
                <a:ext uri="{FF2B5EF4-FFF2-40B4-BE49-F238E27FC236}">
                  <a16:creationId xmlns:a16="http://schemas.microsoft.com/office/drawing/2014/main" id="{7003A78E-3C6B-8988-F145-6EADA9A2062D}"/>
                </a:ext>
              </a:extLst>
            </p:cNvPr>
            <p:cNvCxnSpPr>
              <a:cxnSpLocks/>
            </p:cNvCxnSpPr>
            <p:nvPr/>
          </p:nvCxnSpPr>
          <p:spPr>
            <a:xfrm>
              <a:off x="3797576" y="2594603"/>
              <a:ext cx="0" cy="9579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19" name="TextBox 1818">
              <a:extLst>
                <a:ext uri="{FF2B5EF4-FFF2-40B4-BE49-F238E27FC236}">
                  <a16:creationId xmlns:a16="http://schemas.microsoft.com/office/drawing/2014/main" id="{788C4C4C-B6CB-94EF-296E-F4242322264E}"/>
                </a:ext>
              </a:extLst>
            </p:cNvPr>
            <p:cNvSpPr txBox="1"/>
            <p:nvPr/>
          </p:nvSpPr>
          <p:spPr>
            <a:xfrm>
              <a:off x="5049848" y="3491041"/>
              <a:ext cx="2207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Vi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820" name="TextBox 1819">
              <a:extLst>
                <a:ext uri="{FF2B5EF4-FFF2-40B4-BE49-F238E27FC236}">
                  <a16:creationId xmlns:a16="http://schemas.microsoft.com/office/drawing/2014/main" id="{6A8AF57E-B723-F012-5C3F-D7B91737C43F}"/>
                </a:ext>
              </a:extLst>
            </p:cNvPr>
            <p:cNvSpPr txBox="1"/>
            <p:nvPr/>
          </p:nvSpPr>
          <p:spPr>
            <a:xfrm>
              <a:off x="3695621" y="2471492"/>
              <a:ext cx="2207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Vo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821" name="TextBox 1820">
              <a:extLst>
                <a:ext uri="{FF2B5EF4-FFF2-40B4-BE49-F238E27FC236}">
                  <a16:creationId xmlns:a16="http://schemas.microsoft.com/office/drawing/2014/main" id="{17DAC500-D678-1202-56CF-65FF920D4619}"/>
                </a:ext>
              </a:extLst>
            </p:cNvPr>
            <p:cNvSpPr txBox="1"/>
            <p:nvPr/>
          </p:nvSpPr>
          <p:spPr>
            <a:xfrm>
              <a:off x="3539169" y="3491041"/>
              <a:ext cx="2207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0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822" name="TextBox 1821">
              <a:extLst>
                <a:ext uri="{FF2B5EF4-FFF2-40B4-BE49-F238E27FC236}">
                  <a16:creationId xmlns:a16="http://schemas.microsoft.com/office/drawing/2014/main" id="{908D5064-FF8B-DD01-76A2-EB7965FB6838}"/>
                </a:ext>
              </a:extLst>
            </p:cNvPr>
            <p:cNvSpPr txBox="1"/>
            <p:nvPr/>
          </p:nvSpPr>
          <p:spPr>
            <a:xfrm>
              <a:off x="3491886" y="2644313"/>
              <a:ext cx="28023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+110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823" name="직선 연결선 1822">
              <a:extLst>
                <a:ext uri="{FF2B5EF4-FFF2-40B4-BE49-F238E27FC236}">
                  <a16:creationId xmlns:a16="http://schemas.microsoft.com/office/drawing/2014/main" id="{0258F000-7D9E-FE1F-ABB3-30579BA4C841}"/>
                </a:ext>
              </a:extLst>
            </p:cNvPr>
            <p:cNvCxnSpPr>
              <a:cxnSpLocks/>
            </p:cNvCxnSpPr>
            <p:nvPr/>
          </p:nvCxnSpPr>
          <p:spPr>
            <a:xfrm>
              <a:off x="4065118" y="3504152"/>
              <a:ext cx="0" cy="92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4" name="TextBox 1823">
              <a:extLst>
                <a:ext uri="{FF2B5EF4-FFF2-40B4-BE49-F238E27FC236}">
                  <a16:creationId xmlns:a16="http://schemas.microsoft.com/office/drawing/2014/main" id="{7CF11BCB-C438-FEE0-B11C-F49F73BD6E76}"/>
                </a:ext>
              </a:extLst>
            </p:cNvPr>
            <p:cNvSpPr txBox="1"/>
            <p:nvPr/>
          </p:nvSpPr>
          <p:spPr>
            <a:xfrm>
              <a:off x="4045829" y="3599917"/>
              <a:ext cx="14168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1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825" name="TextBox 1824">
              <a:extLst>
                <a:ext uri="{FF2B5EF4-FFF2-40B4-BE49-F238E27FC236}">
                  <a16:creationId xmlns:a16="http://schemas.microsoft.com/office/drawing/2014/main" id="{5120644F-0B11-2DD6-942C-69485505288F}"/>
                </a:ext>
              </a:extLst>
            </p:cNvPr>
            <p:cNvSpPr txBox="1"/>
            <p:nvPr/>
          </p:nvSpPr>
          <p:spPr>
            <a:xfrm>
              <a:off x="4313371" y="3599917"/>
              <a:ext cx="14168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2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826" name="직선 연결선 1825">
              <a:extLst>
                <a:ext uri="{FF2B5EF4-FFF2-40B4-BE49-F238E27FC236}">
                  <a16:creationId xmlns:a16="http://schemas.microsoft.com/office/drawing/2014/main" id="{9FED1501-59F1-425B-22C1-99627C3250F9}"/>
                </a:ext>
              </a:extLst>
            </p:cNvPr>
            <p:cNvCxnSpPr>
              <a:cxnSpLocks/>
            </p:cNvCxnSpPr>
            <p:nvPr/>
          </p:nvCxnSpPr>
          <p:spPr>
            <a:xfrm>
              <a:off x="4336580" y="3504152"/>
              <a:ext cx="0" cy="92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7" name="직선 연결선 1826">
              <a:extLst>
                <a:ext uri="{FF2B5EF4-FFF2-40B4-BE49-F238E27FC236}">
                  <a16:creationId xmlns:a16="http://schemas.microsoft.com/office/drawing/2014/main" id="{E9C3743D-9BA4-1C5C-F981-2EDDB46752E8}"/>
                </a:ext>
              </a:extLst>
            </p:cNvPr>
            <p:cNvCxnSpPr>
              <a:cxnSpLocks/>
            </p:cNvCxnSpPr>
            <p:nvPr/>
          </p:nvCxnSpPr>
          <p:spPr>
            <a:xfrm>
              <a:off x="4608042" y="3506238"/>
              <a:ext cx="0" cy="92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8" name="직선 연결선 1827">
              <a:extLst>
                <a:ext uri="{FF2B5EF4-FFF2-40B4-BE49-F238E27FC236}">
                  <a16:creationId xmlns:a16="http://schemas.microsoft.com/office/drawing/2014/main" id="{291FDCB0-2F55-DA47-E7C8-9B9CB0CB22A7}"/>
                </a:ext>
              </a:extLst>
            </p:cNvPr>
            <p:cNvCxnSpPr>
              <a:cxnSpLocks/>
            </p:cNvCxnSpPr>
            <p:nvPr/>
          </p:nvCxnSpPr>
          <p:spPr>
            <a:xfrm>
              <a:off x="4879504" y="3506533"/>
              <a:ext cx="0" cy="92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9" name="TextBox 1828">
              <a:extLst>
                <a:ext uri="{FF2B5EF4-FFF2-40B4-BE49-F238E27FC236}">
                  <a16:creationId xmlns:a16="http://schemas.microsoft.com/office/drawing/2014/main" id="{C7666729-BFFB-6788-E7AA-0AD296EB42A8}"/>
                </a:ext>
              </a:extLst>
            </p:cNvPr>
            <p:cNvSpPr txBox="1"/>
            <p:nvPr/>
          </p:nvSpPr>
          <p:spPr>
            <a:xfrm>
              <a:off x="4581185" y="3598112"/>
              <a:ext cx="14168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3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830" name="TextBox 1829">
              <a:extLst>
                <a:ext uri="{FF2B5EF4-FFF2-40B4-BE49-F238E27FC236}">
                  <a16:creationId xmlns:a16="http://schemas.microsoft.com/office/drawing/2014/main" id="{C76A5852-A5F4-CAF7-86C7-8A577A1E6713}"/>
                </a:ext>
              </a:extLst>
            </p:cNvPr>
            <p:cNvSpPr txBox="1"/>
            <p:nvPr/>
          </p:nvSpPr>
          <p:spPr>
            <a:xfrm>
              <a:off x="4857865" y="3596868"/>
              <a:ext cx="14168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4</a:t>
              </a:r>
              <a:endParaRPr lang="ko-KR" altLang="en-US" sz="800" dirty="0">
                <a:latin typeface="+mn-ea"/>
              </a:endParaRPr>
            </a:p>
          </p:txBody>
        </p:sp>
        <p:cxnSp>
          <p:nvCxnSpPr>
            <p:cNvPr id="1831" name="직선 연결선 1830">
              <a:extLst>
                <a:ext uri="{FF2B5EF4-FFF2-40B4-BE49-F238E27FC236}">
                  <a16:creationId xmlns:a16="http://schemas.microsoft.com/office/drawing/2014/main" id="{00DE67CF-3C8C-FE9B-7886-91C5625B83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4525" y="2747143"/>
              <a:ext cx="1085450" cy="80545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2" name="직선 연결선 1831">
              <a:extLst>
                <a:ext uri="{FF2B5EF4-FFF2-40B4-BE49-F238E27FC236}">
                  <a16:creationId xmlns:a16="http://schemas.microsoft.com/office/drawing/2014/main" id="{06D18E3D-60C6-90F8-2538-7415A89E07B6}"/>
                </a:ext>
              </a:extLst>
            </p:cNvPr>
            <p:cNvCxnSpPr>
              <a:cxnSpLocks/>
            </p:cNvCxnSpPr>
            <p:nvPr/>
          </p:nvCxnSpPr>
          <p:spPr>
            <a:xfrm>
              <a:off x="4879506" y="2735818"/>
              <a:ext cx="0" cy="816779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3" name="직선 연결선 1832">
              <a:extLst>
                <a:ext uri="{FF2B5EF4-FFF2-40B4-BE49-F238E27FC236}">
                  <a16:creationId xmlns:a16="http://schemas.microsoft.com/office/drawing/2014/main" id="{BB7BFF83-7053-4098-2740-797395C10C8B}"/>
                </a:ext>
              </a:extLst>
            </p:cNvPr>
            <p:cNvCxnSpPr>
              <a:cxnSpLocks/>
            </p:cNvCxnSpPr>
            <p:nvPr/>
          </p:nvCxnSpPr>
          <p:spPr>
            <a:xfrm>
              <a:off x="3805999" y="2739272"/>
              <a:ext cx="1078063" cy="0"/>
            </a:xfrm>
            <a:prstGeom prst="line">
              <a:avLst/>
            </a:prstGeom>
            <a:ln w="31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05429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BF07-9A05-7697-87FA-FC9AF561B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AA3789-FD78-B8B5-ED93-BA5DF0B18873}"/>
              </a:ext>
            </a:extLst>
          </p:cNvPr>
          <p:cNvSpPr txBox="1"/>
          <p:nvPr/>
        </p:nvSpPr>
        <p:spPr>
          <a:xfrm>
            <a:off x="270595" y="-2291"/>
            <a:ext cx="5619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b="1" dirty="0"/>
              <a:t>CB3 RFD rev0.2 Block Diagram (1/2)</a:t>
            </a:r>
            <a:endParaRPr lang="ko-KR" altLang="en-US" b="1" dirty="0"/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8CA350E5-F386-B254-A3AF-CCE99A4A5492}"/>
              </a:ext>
            </a:extLst>
          </p:cNvPr>
          <p:cNvCxnSpPr>
            <a:cxnSpLocks/>
          </p:cNvCxnSpPr>
          <p:nvPr/>
        </p:nvCxnSpPr>
        <p:spPr>
          <a:xfrm>
            <a:off x="662940" y="959322"/>
            <a:ext cx="6070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977A3B0C-8634-ED5C-9026-885B5810E9AF}"/>
              </a:ext>
            </a:extLst>
          </p:cNvPr>
          <p:cNvSpPr txBox="1"/>
          <p:nvPr/>
        </p:nvSpPr>
        <p:spPr>
          <a:xfrm>
            <a:off x="371650" y="883315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+7.5V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09809B4B-3338-B7C9-BF7D-8D376A006E35}"/>
              </a:ext>
            </a:extLst>
          </p:cNvPr>
          <p:cNvCxnSpPr>
            <a:cxnSpLocks/>
          </p:cNvCxnSpPr>
          <p:nvPr/>
        </p:nvCxnSpPr>
        <p:spPr>
          <a:xfrm>
            <a:off x="1489295" y="1908609"/>
            <a:ext cx="1742012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E72120C9-5F8A-88E4-E11C-CD6736166432}"/>
              </a:ext>
            </a:extLst>
          </p:cNvPr>
          <p:cNvCxnSpPr>
            <a:cxnSpLocks/>
          </p:cNvCxnSpPr>
          <p:nvPr/>
        </p:nvCxnSpPr>
        <p:spPr>
          <a:xfrm>
            <a:off x="1522624" y="1999173"/>
            <a:ext cx="171344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8" name="그룹 397">
            <a:extLst>
              <a:ext uri="{FF2B5EF4-FFF2-40B4-BE49-F238E27FC236}">
                <a16:creationId xmlns:a16="http://schemas.microsoft.com/office/drawing/2014/main" id="{31C6B90F-DA56-CE85-119D-B8764D1383DD}"/>
              </a:ext>
            </a:extLst>
          </p:cNvPr>
          <p:cNvGrpSpPr/>
          <p:nvPr/>
        </p:nvGrpSpPr>
        <p:grpSpPr>
          <a:xfrm>
            <a:off x="3240148" y="1648216"/>
            <a:ext cx="600075" cy="585920"/>
            <a:chOff x="1601836" y="1856822"/>
            <a:chExt cx="600075" cy="585920"/>
          </a:xfrm>
        </p:grpSpPr>
        <p:sp>
          <p:nvSpPr>
            <p:cNvPr id="208" name="직사각형 207">
              <a:extLst>
                <a:ext uri="{FF2B5EF4-FFF2-40B4-BE49-F238E27FC236}">
                  <a16:creationId xmlns:a16="http://schemas.microsoft.com/office/drawing/2014/main" id="{FB449019-EC30-9220-DD98-2A4B9A1639F7}"/>
                </a:ext>
              </a:extLst>
            </p:cNvPr>
            <p:cNvSpPr/>
            <p:nvPr/>
          </p:nvSpPr>
          <p:spPr>
            <a:xfrm>
              <a:off x="1601836" y="1980293"/>
              <a:ext cx="600075" cy="46244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1738C32-C1E5-AFBA-62D8-1185B817DFCB}"/>
                </a:ext>
              </a:extLst>
            </p:cNvPr>
            <p:cNvSpPr txBox="1"/>
            <p:nvPr/>
          </p:nvSpPr>
          <p:spPr>
            <a:xfrm>
              <a:off x="1601836" y="1856822"/>
              <a:ext cx="60007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b="1" dirty="0">
                  <a:latin typeface="+mn-ea"/>
                </a:rPr>
                <a:t>MAX16025</a:t>
              </a:r>
              <a:endParaRPr lang="ko-KR" altLang="en-US" sz="800" b="1" dirty="0">
                <a:latin typeface="+mn-ea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51B72F5-1C89-8152-B586-7530F14A145B}"/>
                </a:ext>
              </a:extLst>
            </p:cNvPr>
            <p:cNvSpPr txBox="1"/>
            <p:nvPr/>
          </p:nvSpPr>
          <p:spPr>
            <a:xfrm>
              <a:off x="1628158" y="1986420"/>
              <a:ext cx="17299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 err="1">
                  <a:latin typeface="+mn-ea"/>
                </a:rPr>
                <a:t>Vcc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7CEB412-B9F3-907B-A187-111AB758B325}"/>
                </a:ext>
              </a:extLst>
            </p:cNvPr>
            <p:cNvSpPr txBox="1"/>
            <p:nvPr/>
          </p:nvSpPr>
          <p:spPr>
            <a:xfrm>
              <a:off x="1635352" y="2082649"/>
              <a:ext cx="15058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IN1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2EED304-A669-9A47-46AD-5E7F5BC5F8BE}"/>
                </a:ext>
              </a:extLst>
            </p:cNvPr>
            <p:cNvSpPr txBox="1"/>
            <p:nvPr/>
          </p:nvSpPr>
          <p:spPr>
            <a:xfrm>
              <a:off x="1635351" y="2168089"/>
              <a:ext cx="16010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IN2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92B47D4F-BCA8-7237-E3C5-790C5BF3186B}"/>
                </a:ext>
              </a:extLst>
            </p:cNvPr>
            <p:cNvSpPr txBox="1"/>
            <p:nvPr/>
          </p:nvSpPr>
          <p:spPr>
            <a:xfrm>
              <a:off x="1877992" y="2084302"/>
              <a:ext cx="2998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OUT1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97AD75B1-EF56-F52A-F24B-E4A36C4D309B}"/>
                </a:ext>
              </a:extLst>
            </p:cNvPr>
            <p:cNvSpPr txBox="1"/>
            <p:nvPr/>
          </p:nvSpPr>
          <p:spPr>
            <a:xfrm>
              <a:off x="1877036" y="2166333"/>
              <a:ext cx="2998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OUT2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064" name="TextBox 1063">
              <a:extLst>
                <a:ext uri="{FF2B5EF4-FFF2-40B4-BE49-F238E27FC236}">
                  <a16:creationId xmlns:a16="http://schemas.microsoft.com/office/drawing/2014/main" id="{2DC85387-062B-FDCA-3B51-AF679713C27F}"/>
                </a:ext>
              </a:extLst>
            </p:cNvPr>
            <p:cNvSpPr txBox="1"/>
            <p:nvPr/>
          </p:nvSpPr>
          <p:spPr>
            <a:xfrm>
              <a:off x="1638305" y="2341981"/>
              <a:ext cx="16010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MR-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066" name="TextBox 1065">
              <a:extLst>
                <a:ext uri="{FF2B5EF4-FFF2-40B4-BE49-F238E27FC236}">
                  <a16:creationId xmlns:a16="http://schemas.microsoft.com/office/drawing/2014/main" id="{DA20D5C2-1214-5068-5CBC-F168471BF5CE}"/>
                </a:ext>
              </a:extLst>
            </p:cNvPr>
            <p:cNvSpPr txBox="1"/>
            <p:nvPr/>
          </p:nvSpPr>
          <p:spPr>
            <a:xfrm>
              <a:off x="1876394" y="2331529"/>
              <a:ext cx="2998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RESET-</a:t>
              </a:r>
              <a:endParaRPr lang="ko-KR" altLang="en-US" sz="600" dirty="0">
                <a:latin typeface="+mn-ea"/>
              </a:endParaRPr>
            </a:p>
          </p:txBody>
        </p:sp>
      </p:grp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DB29EA25-F296-7601-5A66-61116CD1D041}"/>
              </a:ext>
            </a:extLst>
          </p:cNvPr>
          <p:cNvGrpSpPr/>
          <p:nvPr/>
        </p:nvGrpSpPr>
        <p:grpSpPr>
          <a:xfrm>
            <a:off x="2047565" y="3334620"/>
            <a:ext cx="793786" cy="708964"/>
            <a:chOff x="4791659" y="3189473"/>
            <a:chExt cx="930331" cy="708964"/>
          </a:xfrm>
        </p:grpSpPr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B1B9DF54-5C9D-AB27-FD28-E00185D51025}"/>
                </a:ext>
              </a:extLst>
            </p:cNvPr>
            <p:cNvSpPr/>
            <p:nvPr/>
          </p:nvSpPr>
          <p:spPr>
            <a:xfrm>
              <a:off x="4791659" y="3189473"/>
              <a:ext cx="930331" cy="70896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DBC985B1-5ABA-F4EC-583E-9E198CEE259C}"/>
                </a:ext>
              </a:extLst>
            </p:cNvPr>
            <p:cNvSpPr txBox="1"/>
            <p:nvPr/>
          </p:nvSpPr>
          <p:spPr>
            <a:xfrm>
              <a:off x="4825839" y="3368001"/>
              <a:ext cx="861972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00" b="1" dirty="0">
                  <a:latin typeface="+mn-ea"/>
                </a:rPr>
                <a:t>FPGA</a:t>
              </a:r>
            </a:p>
            <a:p>
              <a:pPr algn="ctr"/>
              <a:r>
                <a:rPr lang="en-US" altLang="ko-KR" sz="800" b="1" dirty="0" err="1">
                  <a:latin typeface="+mn-ea"/>
                </a:rPr>
                <a:t>Artix</a:t>
              </a:r>
              <a:r>
                <a:rPr lang="en-US" altLang="ko-KR" sz="800" b="1" dirty="0">
                  <a:latin typeface="+mn-ea"/>
                </a:rPr>
                <a:t> 7</a:t>
              </a:r>
            </a:p>
            <a:p>
              <a:pPr algn="ctr"/>
              <a:r>
                <a:rPr lang="en-US" altLang="ko-KR" sz="800" b="1" dirty="0">
                  <a:latin typeface="+mn-ea"/>
                </a:rPr>
                <a:t>XC7A35T</a:t>
              </a:r>
              <a:endParaRPr lang="ko-KR" altLang="en-US" sz="800" b="1" dirty="0">
                <a:latin typeface="+mn-ea"/>
              </a:endParaRPr>
            </a:p>
          </p:txBody>
        </p: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BF0D178F-0FF6-32AA-A2EB-21983AF9780D}"/>
              </a:ext>
            </a:extLst>
          </p:cNvPr>
          <p:cNvSpPr txBox="1"/>
          <p:nvPr/>
        </p:nvSpPr>
        <p:spPr>
          <a:xfrm>
            <a:off x="3280228" y="4054905"/>
            <a:ext cx="1143995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1" dirty="0">
                <a:latin typeface="+mn-ea"/>
              </a:rPr>
              <a:t>MAX5885</a:t>
            </a:r>
          </a:p>
          <a:p>
            <a:r>
              <a:rPr lang="en-US" altLang="ko-KR" sz="800" dirty="0">
                <a:latin typeface="+mn-ea"/>
              </a:rPr>
              <a:t>16-bit DAC, 200M</a:t>
            </a:r>
          </a:p>
          <a:p>
            <a:r>
              <a:rPr lang="en-US" altLang="ko-KR" sz="800" dirty="0">
                <a:latin typeface="+mn-ea"/>
              </a:rPr>
              <a:t>FS current : 10mA</a:t>
            </a:r>
          </a:p>
          <a:p>
            <a:r>
              <a:rPr lang="en-US" altLang="ko-KR" sz="800" dirty="0">
                <a:latin typeface="+mn-ea"/>
              </a:rPr>
              <a:t>      @50Ω : 0.5Vpp</a:t>
            </a:r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7B224AFB-44E6-2B18-2F87-F422CC3B6F93}"/>
              </a:ext>
            </a:extLst>
          </p:cNvPr>
          <p:cNvGrpSpPr/>
          <p:nvPr/>
        </p:nvGrpSpPr>
        <p:grpSpPr>
          <a:xfrm>
            <a:off x="3269340" y="3327896"/>
            <a:ext cx="1005548" cy="715688"/>
            <a:chOff x="7085188" y="3819710"/>
            <a:chExt cx="1005548" cy="715688"/>
          </a:xfrm>
        </p:grpSpPr>
        <p:sp>
          <p:nvSpPr>
            <p:cNvPr id="196" name="순서도: 다른 페이지 연결선 195">
              <a:extLst>
                <a:ext uri="{FF2B5EF4-FFF2-40B4-BE49-F238E27FC236}">
                  <a16:creationId xmlns:a16="http://schemas.microsoft.com/office/drawing/2014/main" id="{70F28B7A-6953-5E61-6537-BC8657C54240}"/>
                </a:ext>
              </a:extLst>
            </p:cNvPr>
            <p:cNvSpPr/>
            <p:nvPr/>
          </p:nvSpPr>
          <p:spPr>
            <a:xfrm rot="16200000">
              <a:off x="7230118" y="3674780"/>
              <a:ext cx="715688" cy="1005548"/>
            </a:xfrm>
            <a:prstGeom prst="flowChartOffpageConnector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EE0209F0-C3B3-E5F5-49E8-FF04691942F3}"/>
                </a:ext>
              </a:extLst>
            </p:cNvPr>
            <p:cNvSpPr txBox="1"/>
            <p:nvPr/>
          </p:nvSpPr>
          <p:spPr>
            <a:xfrm>
              <a:off x="7699792" y="3979901"/>
              <a:ext cx="3141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IOUT+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2C5826CB-B33B-CA27-187E-0888D19FC677}"/>
                </a:ext>
              </a:extLst>
            </p:cNvPr>
            <p:cNvSpPr txBox="1"/>
            <p:nvPr/>
          </p:nvSpPr>
          <p:spPr>
            <a:xfrm>
              <a:off x="7699792" y="4257649"/>
              <a:ext cx="3141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IOUT-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9FE72F35-4E3B-6310-A6C7-902CBF1AFF57}"/>
                </a:ext>
              </a:extLst>
            </p:cNvPr>
            <p:cNvSpPr txBox="1"/>
            <p:nvPr/>
          </p:nvSpPr>
          <p:spPr>
            <a:xfrm>
              <a:off x="7104707" y="4077377"/>
              <a:ext cx="3141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D[15:0]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26A4409A-9BB3-4DAB-DD79-4B2FA008D10F}"/>
                </a:ext>
              </a:extLst>
            </p:cNvPr>
            <p:cNvSpPr txBox="1"/>
            <p:nvPr/>
          </p:nvSpPr>
          <p:spPr>
            <a:xfrm>
              <a:off x="7104707" y="3831718"/>
              <a:ext cx="3141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 err="1">
                  <a:latin typeface="+mn-ea"/>
                </a:rPr>
                <a:t>AVdd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D4CD71A9-D42B-A554-DC18-581205C4D995}"/>
                </a:ext>
              </a:extLst>
            </p:cNvPr>
            <p:cNvSpPr txBox="1"/>
            <p:nvPr/>
          </p:nvSpPr>
          <p:spPr>
            <a:xfrm>
              <a:off x="7456971" y="3828675"/>
              <a:ext cx="3141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 err="1">
                  <a:latin typeface="+mn-ea"/>
                </a:rPr>
                <a:t>DVdd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404CE20E-CC94-41B5-D1CD-FCA9F3F21F1C}"/>
                </a:ext>
              </a:extLst>
            </p:cNvPr>
            <p:cNvSpPr txBox="1"/>
            <p:nvPr/>
          </p:nvSpPr>
          <p:spPr>
            <a:xfrm>
              <a:off x="7104707" y="4276144"/>
              <a:ext cx="3141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CLK</a:t>
              </a:r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FC2872F7-5329-FDB8-D823-779750321439}"/>
              </a:ext>
            </a:extLst>
          </p:cNvPr>
          <p:cNvCxnSpPr>
            <a:cxnSpLocks/>
          </p:cNvCxnSpPr>
          <p:nvPr/>
        </p:nvCxnSpPr>
        <p:spPr>
          <a:xfrm>
            <a:off x="3436974" y="3028084"/>
            <a:ext cx="0" cy="2966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직선 연결선 211">
            <a:extLst>
              <a:ext uri="{FF2B5EF4-FFF2-40B4-BE49-F238E27FC236}">
                <a16:creationId xmlns:a16="http://schemas.microsoft.com/office/drawing/2014/main" id="{4030B1FF-ED24-3DF2-5A86-B644CBBF8C6A}"/>
              </a:ext>
            </a:extLst>
          </p:cNvPr>
          <p:cNvCxnSpPr>
            <a:cxnSpLocks/>
          </p:cNvCxnSpPr>
          <p:nvPr/>
        </p:nvCxnSpPr>
        <p:spPr>
          <a:xfrm>
            <a:off x="3801669" y="3135832"/>
            <a:ext cx="0" cy="1797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직선 연결선 213">
            <a:extLst>
              <a:ext uri="{FF2B5EF4-FFF2-40B4-BE49-F238E27FC236}">
                <a16:creationId xmlns:a16="http://schemas.microsoft.com/office/drawing/2014/main" id="{23877F4E-B81A-E68E-36CF-6BACF241BDAE}"/>
              </a:ext>
            </a:extLst>
          </p:cNvPr>
          <p:cNvCxnSpPr>
            <a:cxnSpLocks/>
          </p:cNvCxnSpPr>
          <p:nvPr/>
        </p:nvCxnSpPr>
        <p:spPr>
          <a:xfrm>
            <a:off x="3436973" y="3135832"/>
            <a:ext cx="3646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id="{E759D5FC-CD8C-0766-F3AA-F230D67217BD}"/>
              </a:ext>
            </a:extLst>
          </p:cNvPr>
          <p:cNvCxnSpPr>
            <a:cxnSpLocks/>
          </p:cNvCxnSpPr>
          <p:nvPr/>
        </p:nvCxnSpPr>
        <p:spPr>
          <a:xfrm>
            <a:off x="2841351" y="3640751"/>
            <a:ext cx="42356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연결선 218">
            <a:extLst>
              <a:ext uri="{FF2B5EF4-FFF2-40B4-BE49-F238E27FC236}">
                <a16:creationId xmlns:a16="http://schemas.microsoft.com/office/drawing/2014/main" id="{8DECB372-EFEF-764E-427C-5A80E308A748}"/>
              </a:ext>
            </a:extLst>
          </p:cNvPr>
          <p:cNvCxnSpPr>
            <a:cxnSpLocks/>
          </p:cNvCxnSpPr>
          <p:nvPr/>
        </p:nvCxnSpPr>
        <p:spPr>
          <a:xfrm>
            <a:off x="2841351" y="3849366"/>
            <a:ext cx="4235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직선 연결선 250">
            <a:extLst>
              <a:ext uri="{FF2B5EF4-FFF2-40B4-BE49-F238E27FC236}">
                <a16:creationId xmlns:a16="http://schemas.microsoft.com/office/drawing/2014/main" id="{FA83B97B-DB44-D64B-5EB8-1F46A35C6B60}"/>
              </a:ext>
            </a:extLst>
          </p:cNvPr>
          <p:cNvCxnSpPr>
            <a:cxnSpLocks/>
          </p:cNvCxnSpPr>
          <p:nvPr/>
        </p:nvCxnSpPr>
        <p:spPr>
          <a:xfrm>
            <a:off x="5394589" y="3998712"/>
            <a:ext cx="0" cy="7210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>
            <a:extLst>
              <a:ext uri="{FF2B5EF4-FFF2-40B4-BE49-F238E27FC236}">
                <a16:creationId xmlns:a16="http://schemas.microsoft.com/office/drawing/2014/main" id="{C326AFA3-BAF7-7711-5705-F3D31C1A0334}"/>
              </a:ext>
            </a:extLst>
          </p:cNvPr>
          <p:cNvCxnSpPr>
            <a:cxnSpLocks/>
          </p:cNvCxnSpPr>
          <p:nvPr/>
        </p:nvCxnSpPr>
        <p:spPr>
          <a:xfrm>
            <a:off x="2676781" y="4042456"/>
            <a:ext cx="0" cy="677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339D8F73-B2DD-AF81-81D5-F5FDF8C5BFAF}"/>
              </a:ext>
            </a:extLst>
          </p:cNvPr>
          <p:cNvSpPr/>
          <p:nvPr/>
        </p:nvSpPr>
        <p:spPr>
          <a:xfrm>
            <a:off x="1601836" y="835842"/>
            <a:ext cx="600075" cy="25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TPS7A4701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(LDO)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A6986E90-EC38-5FD8-419B-F4C0B85EBE29}"/>
              </a:ext>
            </a:extLst>
          </p:cNvPr>
          <p:cNvSpPr txBox="1"/>
          <p:nvPr/>
        </p:nvSpPr>
        <p:spPr>
          <a:xfrm>
            <a:off x="2472347" y="896152"/>
            <a:ext cx="4857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+7V, 1A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64" name="직선 연결선 263">
            <a:extLst>
              <a:ext uri="{FF2B5EF4-FFF2-40B4-BE49-F238E27FC236}">
                <a16:creationId xmlns:a16="http://schemas.microsoft.com/office/drawing/2014/main" id="{122FDE26-985E-6752-4773-55B3B29CF3B2}"/>
              </a:ext>
            </a:extLst>
          </p:cNvPr>
          <p:cNvCxnSpPr>
            <a:cxnSpLocks/>
          </p:cNvCxnSpPr>
          <p:nvPr/>
        </p:nvCxnSpPr>
        <p:spPr>
          <a:xfrm>
            <a:off x="1224956" y="958169"/>
            <a:ext cx="3768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8" name="그룹 277">
            <a:extLst>
              <a:ext uri="{FF2B5EF4-FFF2-40B4-BE49-F238E27FC236}">
                <a16:creationId xmlns:a16="http://schemas.microsoft.com/office/drawing/2014/main" id="{0C10AB4F-BC8B-0CA2-6591-764452121CB9}"/>
              </a:ext>
            </a:extLst>
          </p:cNvPr>
          <p:cNvGrpSpPr/>
          <p:nvPr/>
        </p:nvGrpSpPr>
        <p:grpSpPr>
          <a:xfrm>
            <a:off x="4122365" y="782969"/>
            <a:ext cx="600075" cy="338480"/>
            <a:chOff x="1999129" y="4549500"/>
            <a:chExt cx="600075" cy="33848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73" name="직사각형 272">
              <a:extLst>
                <a:ext uri="{FF2B5EF4-FFF2-40B4-BE49-F238E27FC236}">
                  <a16:creationId xmlns:a16="http://schemas.microsoft.com/office/drawing/2014/main" id="{846FADCD-FAAB-A4F9-1BFC-3C1A15791DA6}"/>
                </a:ext>
              </a:extLst>
            </p:cNvPr>
            <p:cNvSpPr/>
            <p:nvPr/>
          </p:nvSpPr>
          <p:spPr>
            <a:xfrm>
              <a:off x="1999129" y="4549500"/>
              <a:ext cx="600075" cy="33848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ko-KR" sz="800" dirty="0">
                  <a:solidFill>
                    <a:schemeClr val="tx1"/>
                  </a:solidFill>
                  <a:latin typeface="+mn-ea"/>
                </a:rPr>
                <a:t> LT3029 U15</a:t>
              </a:r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DACD581D-A041-D108-845A-9597445C1742}"/>
                </a:ext>
              </a:extLst>
            </p:cNvPr>
            <p:cNvSpPr txBox="1"/>
            <p:nvPr/>
          </p:nvSpPr>
          <p:spPr>
            <a:xfrm>
              <a:off x="2270792" y="4583933"/>
              <a:ext cx="316900" cy="92333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rgbClr val="FF0000"/>
                  </a:solidFill>
                  <a:latin typeface="+mn-ea"/>
                </a:rPr>
                <a:t>OUT1</a:t>
              </a:r>
              <a:endParaRPr lang="ko-KR" altLang="en-US" sz="6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705E6CE7-E6C3-7BCE-9C9D-D9A061C57193}"/>
                </a:ext>
              </a:extLst>
            </p:cNvPr>
            <p:cNvSpPr txBox="1"/>
            <p:nvPr/>
          </p:nvSpPr>
          <p:spPr>
            <a:xfrm>
              <a:off x="2249695" y="4762833"/>
              <a:ext cx="333375" cy="92333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rgbClr val="FF0000"/>
                  </a:solidFill>
                  <a:latin typeface="+mn-ea"/>
                </a:rPr>
                <a:t>OUT2</a:t>
              </a:r>
              <a:endParaRPr lang="ko-KR" altLang="en-US" sz="600" dirty="0">
                <a:solidFill>
                  <a:srgbClr val="FF0000"/>
                </a:solidFill>
                <a:latin typeface="+mn-ea"/>
              </a:endParaRPr>
            </a:p>
          </p:txBody>
        </p:sp>
      </p:grpSp>
      <p:cxnSp>
        <p:nvCxnSpPr>
          <p:cNvPr id="286" name="직선 화살표 연결선 285">
            <a:extLst>
              <a:ext uri="{FF2B5EF4-FFF2-40B4-BE49-F238E27FC236}">
                <a16:creationId xmlns:a16="http://schemas.microsoft.com/office/drawing/2014/main" id="{91066100-9F73-0977-3B3D-022D167684C3}"/>
              </a:ext>
            </a:extLst>
          </p:cNvPr>
          <p:cNvCxnSpPr>
            <a:cxnSpLocks/>
          </p:cNvCxnSpPr>
          <p:nvPr/>
        </p:nvCxnSpPr>
        <p:spPr>
          <a:xfrm>
            <a:off x="662940" y="1203956"/>
            <a:ext cx="6070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TextBox 288">
            <a:extLst>
              <a:ext uri="{FF2B5EF4-FFF2-40B4-BE49-F238E27FC236}">
                <a16:creationId xmlns:a16="http://schemas.microsoft.com/office/drawing/2014/main" id="{A088D89D-D835-781C-D3BE-2E976DC3BE40}"/>
              </a:ext>
            </a:extLst>
          </p:cNvPr>
          <p:cNvSpPr txBox="1"/>
          <p:nvPr/>
        </p:nvSpPr>
        <p:spPr>
          <a:xfrm>
            <a:off x="371650" y="1134299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-7.5V</a:t>
            </a:r>
            <a:endParaRPr lang="ko-KR" altLang="en-US" sz="800" dirty="0">
              <a:latin typeface="+mn-ea"/>
            </a:endParaRPr>
          </a:p>
        </p:txBody>
      </p:sp>
      <p:sp>
        <p:nvSpPr>
          <p:cNvPr id="290" name="직사각형 289">
            <a:extLst>
              <a:ext uri="{FF2B5EF4-FFF2-40B4-BE49-F238E27FC236}">
                <a16:creationId xmlns:a16="http://schemas.microsoft.com/office/drawing/2014/main" id="{68731729-5506-BF3D-1CF9-8AEFE004CCB0}"/>
              </a:ext>
            </a:extLst>
          </p:cNvPr>
          <p:cNvSpPr/>
          <p:nvPr/>
        </p:nvSpPr>
        <p:spPr>
          <a:xfrm>
            <a:off x="1601836" y="1086826"/>
            <a:ext cx="600075" cy="25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TPS7A33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(LDO)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BE2C7738-2823-1747-CA64-D4CAD1AEE3EE}"/>
              </a:ext>
            </a:extLst>
          </p:cNvPr>
          <p:cNvSpPr txBox="1"/>
          <p:nvPr/>
        </p:nvSpPr>
        <p:spPr>
          <a:xfrm>
            <a:off x="2472347" y="1137900"/>
            <a:ext cx="4857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-7V, 1A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97FEE2C0-1E38-ABDE-AC9B-A190F746EE23}"/>
              </a:ext>
            </a:extLst>
          </p:cNvPr>
          <p:cNvCxnSpPr>
            <a:cxnSpLocks/>
          </p:cNvCxnSpPr>
          <p:nvPr/>
        </p:nvCxnSpPr>
        <p:spPr>
          <a:xfrm>
            <a:off x="1216519" y="1203946"/>
            <a:ext cx="38531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직선 화살표 연결선 298">
            <a:extLst>
              <a:ext uri="{FF2B5EF4-FFF2-40B4-BE49-F238E27FC236}">
                <a16:creationId xmlns:a16="http://schemas.microsoft.com/office/drawing/2014/main" id="{2962E5DC-A4BA-299D-39D9-FF88BEB72C0C}"/>
              </a:ext>
            </a:extLst>
          </p:cNvPr>
          <p:cNvCxnSpPr>
            <a:cxnSpLocks/>
          </p:cNvCxnSpPr>
          <p:nvPr/>
        </p:nvCxnSpPr>
        <p:spPr>
          <a:xfrm>
            <a:off x="662940" y="1999043"/>
            <a:ext cx="6070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TextBox 299">
            <a:extLst>
              <a:ext uri="{FF2B5EF4-FFF2-40B4-BE49-F238E27FC236}">
                <a16:creationId xmlns:a16="http://schemas.microsoft.com/office/drawing/2014/main" id="{E00F12EE-CB4D-F86E-A47C-CFFAD30013F9}"/>
              </a:ext>
            </a:extLst>
          </p:cNvPr>
          <p:cNvSpPr txBox="1"/>
          <p:nvPr/>
        </p:nvSpPr>
        <p:spPr>
          <a:xfrm>
            <a:off x="371650" y="1942086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+20V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14" name="직선 화살표 연결선 313">
            <a:extLst>
              <a:ext uri="{FF2B5EF4-FFF2-40B4-BE49-F238E27FC236}">
                <a16:creationId xmlns:a16="http://schemas.microsoft.com/office/drawing/2014/main" id="{F81C8F3E-F55C-8CA4-A7A3-409CF7EAB151}"/>
              </a:ext>
            </a:extLst>
          </p:cNvPr>
          <p:cNvCxnSpPr>
            <a:cxnSpLocks/>
          </p:cNvCxnSpPr>
          <p:nvPr/>
        </p:nvCxnSpPr>
        <p:spPr>
          <a:xfrm>
            <a:off x="4297737" y="3315574"/>
            <a:ext cx="0" cy="204509"/>
          </a:xfrm>
          <a:prstGeom prst="straightConnector1">
            <a:avLst/>
          </a:prstGeom>
          <a:ln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TextBox 314">
            <a:extLst>
              <a:ext uri="{FF2B5EF4-FFF2-40B4-BE49-F238E27FC236}">
                <a16:creationId xmlns:a16="http://schemas.microsoft.com/office/drawing/2014/main" id="{BE7CF995-9EED-23D1-B7E9-C34FAD8F8BFB}"/>
              </a:ext>
            </a:extLst>
          </p:cNvPr>
          <p:cNvSpPr txBox="1"/>
          <p:nvPr/>
        </p:nvSpPr>
        <p:spPr>
          <a:xfrm>
            <a:off x="371650" y="2193070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-20V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22" name="직선 화살표 연결선 321">
            <a:extLst>
              <a:ext uri="{FF2B5EF4-FFF2-40B4-BE49-F238E27FC236}">
                <a16:creationId xmlns:a16="http://schemas.microsoft.com/office/drawing/2014/main" id="{3B91ED66-42F7-37EE-601C-74576A5CB104}"/>
              </a:ext>
            </a:extLst>
          </p:cNvPr>
          <p:cNvCxnSpPr>
            <a:cxnSpLocks/>
          </p:cNvCxnSpPr>
          <p:nvPr/>
        </p:nvCxnSpPr>
        <p:spPr>
          <a:xfrm>
            <a:off x="662940" y="682704"/>
            <a:ext cx="6070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TextBox 323">
            <a:extLst>
              <a:ext uri="{FF2B5EF4-FFF2-40B4-BE49-F238E27FC236}">
                <a16:creationId xmlns:a16="http://schemas.microsoft.com/office/drawing/2014/main" id="{6DB92B8D-B73A-EDD0-4250-22A9B4191505}"/>
              </a:ext>
            </a:extLst>
          </p:cNvPr>
          <p:cNvSpPr txBox="1"/>
          <p:nvPr/>
        </p:nvSpPr>
        <p:spPr>
          <a:xfrm>
            <a:off x="371650" y="625747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+3.6V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25" name="직선 연결선 324">
            <a:extLst>
              <a:ext uri="{FF2B5EF4-FFF2-40B4-BE49-F238E27FC236}">
                <a16:creationId xmlns:a16="http://schemas.microsoft.com/office/drawing/2014/main" id="{1B45C4B6-B415-8086-825A-B9DDE3B27010}"/>
              </a:ext>
            </a:extLst>
          </p:cNvPr>
          <p:cNvCxnSpPr>
            <a:cxnSpLocks/>
          </p:cNvCxnSpPr>
          <p:nvPr/>
        </p:nvCxnSpPr>
        <p:spPr>
          <a:xfrm>
            <a:off x="3958175" y="955218"/>
            <a:ext cx="1766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6" name="그룹 325">
            <a:extLst>
              <a:ext uri="{FF2B5EF4-FFF2-40B4-BE49-F238E27FC236}">
                <a16:creationId xmlns:a16="http://schemas.microsoft.com/office/drawing/2014/main" id="{40993DBD-1AA2-2F1A-CCB5-29312471B13A}"/>
              </a:ext>
            </a:extLst>
          </p:cNvPr>
          <p:cNvGrpSpPr/>
          <p:nvPr/>
        </p:nvGrpSpPr>
        <p:grpSpPr>
          <a:xfrm>
            <a:off x="4121774" y="1123794"/>
            <a:ext cx="600075" cy="338480"/>
            <a:chOff x="1999129" y="4549500"/>
            <a:chExt cx="600075" cy="33848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27" name="직사각형 326">
              <a:extLst>
                <a:ext uri="{FF2B5EF4-FFF2-40B4-BE49-F238E27FC236}">
                  <a16:creationId xmlns:a16="http://schemas.microsoft.com/office/drawing/2014/main" id="{5AFF28D5-C36A-EFBD-4FF2-01D4D303E1E7}"/>
                </a:ext>
              </a:extLst>
            </p:cNvPr>
            <p:cNvSpPr/>
            <p:nvPr/>
          </p:nvSpPr>
          <p:spPr>
            <a:xfrm>
              <a:off x="1999129" y="4549500"/>
              <a:ext cx="600075" cy="33848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ko-KR" sz="800" dirty="0">
                  <a:solidFill>
                    <a:schemeClr val="tx1"/>
                  </a:solidFill>
                  <a:latin typeface="+mn-ea"/>
                </a:rPr>
                <a:t> LT3029 U18</a:t>
              </a:r>
            </a:p>
          </p:txBody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202C095A-991E-6A8D-62DD-40C371B0D927}"/>
                </a:ext>
              </a:extLst>
            </p:cNvPr>
            <p:cNvSpPr txBox="1"/>
            <p:nvPr/>
          </p:nvSpPr>
          <p:spPr>
            <a:xfrm>
              <a:off x="2270792" y="4585521"/>
              <a:ext cx="316900" cy="92333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rgbClr val="FF0000"/>
                  </a:solidFill>
                  <a:latin typeface="+mn-ea"/>
                </a:rPr>
                <a:t>OUT1</a:t>
              </a:r>
              <a:endParaRPr lang="ko-KR" altLang="en-US" sz="6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9" name="TextBox 328">
              <a:extLst>
                <a:ext uri="{FF2B5EF4-FFF2-40B4-BE49-F238E27FC236}">
                  <a16:creationId xmlns:a16="http://schemas.microsoft.com/office/drawing/2014/main" id="{E0F426E0-5CAC-FC26-FBB5-7CD69DB0316D}"/>
                </a:ext>
              </a:extLst>
            </p:cNvPr>
            <p:cNvSpPr txBox="1"/>
            <p:nvPr/>
          </p:nvSpPr>
          <p:spPr>
            <a:xfrm>
              <a:off x="2252076" y="4760452"/>
              <a:ext cx="333375" cy="92333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rgbClr val="FF0000"/>
                  </a:solidFill>
                  <a:latin typeface="+mn-ea"/>
                </a:rPr>
                <a:t>OUT2</a:t>
              </a:r>
              <a:endParaRPr lang="ko-KR" altLang="en-US" sz="600" dirty="0">
                <a:solidFill>
                  <a:srgbClr val="FF0000"/>
                </a:solidFill>
                <a:latin typeface="+mn-ea"/>
              </a:endParaRPr>
            </a:p>
          </p:txBody>
        </p:sp>
      </p:grpSp>
      <p:cxnSp>
        <p:nvCxnSpPr>
          <p:cNvPr id="330" name="직선 화살표 연결선 329">
            <a:extLst>
              <a:ext uri="{FF2B5EF4-FFF2-40B4-BE49-F238E27FC236}">
                <a16:creationId xmlns:a16="http://schemas.microsoft.com/office/drawing/2014/main" id="{8EF76CCE-420D-8614-9992-087018910182}"/>
              </a:ext>
            </a:extLst>
          </p:cNvPr>
          <p:cNvCxnSpPr>
            <a:cxnSpLocks/>
          </p:cNvCxnSpPr>
          <p:nvPr/>
        </p:nvCxnSpPr>
        <p:spPr>
          <a:xfrm>
            <a:off x="4723757" y="866356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TextBox 330">
            <a:extLst>
              <a:ext uri="{FF2B5EF4-FFF2-40B4-BE49-F238E27FC236}">
                <a16:creationId xmlns:a16="http://schemas.microsoft.com/office/drawing/2014/main" id="{7D746489-513D-6136-175B-62575A416540}"/>
              </a:ext>
            </a:extLst>
          </p:cNvPr>
          <p:cNvSpPr txBox="1"/>
          <p:nvPr/>
        </p:nvSpPr>
        <p:spPr>
          <a:xfrm>
            <a:off x="5029200" y="805923"/>
            <a:ext cx="72389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3.3V1, 500mA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34" name="직선 화살표 연결선 333">
            <a:extLst>
              <a:ext uri="{FF2B5EF4-FFF2-40B4-BE49-F238E27FC236}">
                <a16:creationId xmlns:a16="http://schemas.microsoft.com/office/drawing/2014/main" id="{C7F42CF1-46F8-E864-CA3F-455D998C8E3A}"/>
              </a:ext>
            </a:extLst>
          </p:cNvPr>
          <p:cNvCxnSpPr>
            <a:cxnSpLocks/>
          </p:cNvCxnSpPr>
          <p:nvPr/>
        </p:nvCxnSpPr>
        <p:spPr>
          <a:xfrm>
            <a:off x="4724091" y="1038688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TextBox 334">
            <a:extLst>
              <a:ext uri="{FF2B5EF4-FFF2-40B4-BE49-F238E27FC236}">
                <a16:creationId xmlns:a16="http://schemas.microsoft.com/office/drawing/2014/main" id="{22DC7C78-9330-B4FB-8012-1C8EB5E9A9EA}"/>
              </a:ext>
            </a:extLst>
          </p:cNvPr>
          <p:cNvSpPr txBox="1"/>
          <p:nvPr/>
        </p:nvSpPr>
        <p:spPr>
          <a:xfrm>
            <a:off x="5029534" y="978255"/>
            <a:ext cx="74985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3.3V2, 500mA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36" name="직선 화살표 연결선 335">
            <a:extLst>
              <a:ext uri="{FF2B5EF4-FFF2-40B4-BE49-F238E27FC236}">
                <a16:creationId xmlns:a16="http://schemas.microsoft.com/office/drawing/2014/main" id="{E27ADB09-2BB1-5C73-0C36-CBD04BC359FC}"/>
              </a:ext>
            </a:extLst>
          </p:cNvPr>
          <p:cNvCxnSpPr>
            <a:cxnSpLocks/>
          </p:cNvCxnSpPr>
          <p:nvPr/>
        </p:nvCxnSpPr>
        <p:spPr>
          <a:xfrm>
            <a:off x="4722929" y="1207131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TextBox 336">
            <a:extLst>
              <a:ext uri="{FF2B5EF4-FFF2-40B4-BE49-F238E27FC236}">
                <a16:creationId xmlns:a16="http://schemas.microsoft.com/office/drawing/2014/main" id="{84ECE3A1-F669-A767-28C5-277F0A9B0219}"/>
              </a:ext>
            </a:extLst>
          </p:cNvPr>
          <p:cNvSpPr txBox="1"/>
          <p:nvPr/>
        </p:nvSpPr>
        <p:spPr>
          <a:xfrm>
            <a:off x="5028372" y="1146698"/>
            <a:ext cx="74985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1.8V1, 500mA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38" name="직선 화살표 연결선 337">
            <a:extLst>
              <a:ext uri="{FF2B5EF4-FFF2-40B4-BE49-F238E27FC236}">
                <a16:creationId xmlns:a16="http://schemas.microsoft.com/office/drawing/2014/main" id="{26CE634F-FAB9-761A-E470-C6B2E06742A4}"/>
              </a:ext>
            </a:extLst>
          </p:cNvPr>
          <p:cNvCxnSpPr>
            <a:cxnSpLocks/>
          </p:cNvCxnSpPr>
          <p:nvPr/>
        </p:nvCxnSpPr>
        <p:spPr>
          <a:xfrm>
            <a:off x="4723263" y="1379463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TextBox 338">
            <a:extLst>
              <a:ext uri="{FF2B5EF4-FFF2-40B4-BE49-F238E27FC236}">
                <a16:creationId xmlns:a16="http://schemas.microsoft.com/office/drawing/2014/main" id="{C51C9A02-56CC-0568-C3E8-C59BA2433C0F}"/>
              </a:ext>
            </a:extLst>
          </p:cNvPr>
          <p:cNvSpPr txBox="1"/>
          <p:nvPr/>
        </p:nvSpPr>
        <p:spPr>
          <a:xfrm>
            <a:off x="5028706" y="1319030"/>
            <a:ext cx="74952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3.3V3, 500mA</a:t>
            </a:r>
            <a:endParaRPr lang="ko-KR" altLang="en-US" sz="800" dirty="0">
              <a:latin typeface="+mn-ea"/>
            </a:endParaRPr>
          </a:p>
        </p:txBody>
      </p:sp>
      <p:grpSp>
        <p:nvGrpSpPr>
          <p:cNvPr id="340" name="그룹 339">
            <a:extLst>
              <a:ext uri="{FF2B5EF4-FFF2-40B4-BE49-F238E27FC236}">
                <a16:creationId xmlns:a16="http://schemas.microsoft.com/office/drawing/2014/main" id="{85000B49-EED0-F520-3160-5B517C291183}"/>
              </a:ext>
            </a:extLst>
          </p:cNvPr>
          <p:cNvGrpSpPr/>
          <p:nvPr/>
        </p:nvGrpSpPr>
        <p:grpSpPr>
          <a:xfrm>
            <a:off x="4121380" y="1462274"/>
            <a:ext cx="600075" cy="338480"/>
            <a:chOff x="1999129" y="4549500"/>
            <a:chExt cx="600075" cy="33848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41" name="직사각형 340">
              <a:extLst>
                <a:ext uri="{FF2B5EF4-FFF2-40B4-BE49-F238E27FC236}">
                  <a16:creationId xmlns:a16="http://schemas.microsoft.com/office/drawing/2014/main" id="{C3F6CC8A-5C42-52D5-967C-7D7AFC77AC74}"/>
                </a:ext>
              </a:extLst>
            </p:cNvPr>
            <p:cNvSpPr/>
            <p:nvPr/>
          </p:nvSpPr>
          <p:spPr>
            <a:xfrm>
              <a:off x="1999129" y="4549500"/>
              <a:ext cx="600075" cy="33848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ko-KR" sz="800" dirty="0">
                  <a:solidFill>
                    <a:schemeClr val="tx1"/>
                  </a:solidFill>
                  <a:latin typeface="+mn-ea"/>
                </a:rPr>
                <a:t> LT3029 U21</a:t>
              </a: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7F0760AB-C77B-5350-CC14-4533F720131B}"/>
                </a:ext>
              </a:extLst>
            </p:cNvPr>
            <p:cNvSpPr txBox="1"/>
            <p:nvPr/>
          </p:nvSpPr>
          <p:spPr>
            <a:xfrm>
              <a:off x="2270792" y="4583140"/>
              <a:ext cx="316900" cy="92333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rgbClr val="FF0000"/>
                  </a:solidFill>
                  <a:latin typeface="+mn-ea"/>
                </a:rPr>
                <a:t>OUT1</a:t>
              </a:r>
              <a:endParaRPr lang="ko-KR" altLang="en-US" sz="6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AF1491D6-5E5D-33DB-8210-7895A9F38493}"/>
                </a:ext>
              </a:extLst>
            </p:cNvPr>
            <p:cNvSpPr txBox="1"/>
            <p:nvPr/>
          </p:nvSpPr>
          <p:spPr>
            <a:xfrm>
              <a:off x="2249695" y="4774738"/>
              <a:ext cx="333375" cy="92333"/>
            </a:xfrm>
            <a:prstGeom prst="rect">
              <a:avLst/>
            </a:prstGeom>
            <a:grp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rgbClr val="FF0000"/>
                  </a:solidFill>
                  <a:latin typeface="+mn-ea"/>
                </a:rPr>
                <a:t>OUT2</a:t>
              </a:r>
              <a:endParaRPr lang="ko-KR" altLang="en-US" sz="600" dirty="0">
                <a:solidFill>
                  <a:srgbClr val="FF0000"/>
                </a:solidFill>
                <a:latin typeface="+mn-ea"/>
              </a:endParaRPr>
            </a:p>
          </p:txBody>
        </p:sp>
      </p:grpSp>
      <p:cxnSp>
        <p:nvCxnSpPr>
          <p:cNvPr id="354" name="직선 화살표 연결선 353">
            <a:extLst>
              <a:ext uri="{FF2B5EF4-FFF2-40B4-BE49-F238E27FC236}">
                <a16:creationId xmlns:a16="http://schemas.microsoft.com/office/drawing/2014/main" id="{373C1921-1889-3FDB-A858-92F7D2C0F80B}"/>
              </a:ext>
            </a:extLst>
          </p:cNvPr>
          <p:cNvCxnSpPr>
            <a:cxnSpLocks/>
          </p:cNvCxnSpPr>
          <p:nvPr/>
        </p:nvCxnSpPr>
        <p:spPr>
          <a:xfrm>
            <a:off x="4722535" y="1545611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TextBox 355">
            <a:extLst>
              <a:ext uri="{FF2B5EF4-FFF2-40B4-BE49-F238E27FC236}">
                <a16:creationId xmlns:a16="http://schemas.microsoft.com/office/drawing/2014/main" id="{D99E8A73-55CF-38F1-23BD-AF826737D575}"/>
              </a:ext>
            </a:extLst>
          </p:cNvPr>
          <p:cNvSpPr txBox="1"/>
          <p:nvPr/>
        </p:nvSpPr>
        <p:spPr>
          <a:xfrm>
            <a:off x="5027978" y="1485178"/>
            <a:ext cx="74952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1.8V2, 500mA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58" name="직선 화살표 연결선 357">
            <a:extLst>
              <a:ext uri="{FF2B5EF4-FFF2-40B4-BE49-F238E27FC236}">
                <a16:creationId xmlns:a16="http://schemas.microsoft.com/office/drawing/2014/main" id="{CF75E672-1427-81ED-030A-B9D838BE05BA}"/>
              </a:ext>
            </a:extLst>
          </p:cNvPr>
          <p:cNvCxnSpPr>
            <a:cxnSpLocks/>
          </p:cNvCxnSpPr>
          <p:nvPr/>
        </p:nvCxnSpPr>
        <p:spPr>
          <a:xfrm>
            <a:off x="4722869" y="1733183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TextBox 360">
            <a:extLst>
              <a:ext uri="{FF2B5EF4-FFF2-40B4-BE49-F238E27FC236}">
                <a16:creationId xmlns:a16="http://schemas.microsoft.com/office/drawing/2014/main" id="{2AA750E2-E540-35F3-12B6-2AB22E0D9B7D}"/>
              </a:ext>
            </a:extLst>
          </p:cNvPr>
          <p:cNvSpPr txBox="1"/>
          <p:nvPr/>
        </p:nvSpPr>
        <p:spPr>
          <a:xfrm>
            <a:off x="5028312" y="1657510"/>
            <a:ext cx="74918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3.3V4, 500mA</a:t>
            </a:r>
            <a:endParaRPr lang="ko-KR" altLang="en-US" sz="800" dirty="0">
              <a:latin typeface="+mn-ea"/>
            </a:endParaRPr>
          </a:p>
        </p:txBody>
      </p:sp>
      <p:sp>
        <p:nvSpPr>
          <p:cNvPr id="366" name="직사각형 365">
            <a:extLst>
              <a:ext uri="{FF2B5EF4-FFF2-40B4-BE49-F238E27FC236}">
                <a16:creationId xmlns:a16="http://schemas.microsoft.com/office/drawing/2014/main" id="{7441E598-9EF9-E467-3D50-6ED64E5C5756}"/>
              </a:ext>
            </a:extLst>
          </p:cNvPr>
          <p:cNvSpPr/>
          <p:nvPr/>
        </p:nvSpPr>
        <p:spPr>
          <a:xfrm>
            <a:off x="4122365" y="534640"/>
            <a:ext cx="600075" cy="25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LT3045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(LDO)</a:t>
            </a:r>
          </a:p>
        </p:txBody>
      </p:sp>
      <p:cxnSp>
        <p:nvCxnSpPr>
          <p:cNvPr id="367" name="직선 화살표 연결선 366">
            <a:extLst>
              <a:ext uri="{FF2B5EF4-FFF2-40B4-BE49-F238E27FC236}">
                <a16:creationId xmlns:a16="http://schemas.microsoft.com/office/drawing/2014/main" id="{D5D816D4-CDCA-A19A-4184-D77EC29B1265}"/>
              </a:ext>
            </a:extLst>
          </p:cNvPr>
          <p:cNvCxnSpPr>
            <a:cxnSpLocks/>
          </p:cNvCxnSpPr>
          <p:nvPr/>
        </p:nvCxnSpPr>
        <p:spPr>
          <a:xfrm>
            <a:off x="4723770" y="666383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TextBox 367">
            <a:extLst>
              <a:ext uri="{FF2B5EF4-FFF2-40B4-BE49-F238E27FC236}">
                <a16:creationId xmlns:a16="http://schemas.microsoft.com/office/drawing/2014/main" id="{AA6E00CC-A607-4224-D8F1-B3E8532C97B4}"/>
              </a:ext>
            </a:extLst>
          </p:cNvPr>
          <p:cNvSpPr txBox="1"/>
          <p:nvPr/>
        </p:nvSpPr>
        <p:spPr>
          <a:xfrm>
            <a:off x="5029213" y="605950"/>
            <a:ext cx="70808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1.0V, 500mA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69" name="직선 연결선 368">
            <a:extLst>
              <a:ext uri="{FF2B5EF4-FFF2-40B4-BE49-F238E27FC236}">
                <a16:creationId xmlns:a16="http://schemas.microsoft.com/office/drawing/2014/main" id="{A18A16DD-4665-1860-14DA-CE1D04016528}"/>
              </a:ext>
            </a:extLst>
          </p:cNvPr>
          <p:cNvCxnSpPr>
            <a:cxnSpLocks/>
          </p:cNvCxnSpPr>
          <p:nvPr/>
        </p:nvCxnSpPr>
        <p:spPr>
          <a:xfrm>
            <a:off x="3958175" y="685800"/>
            <a:ext cx="0" cy="9392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1BA4C813-BDEC-2149-8639-14C9BEFE6EA6}"/>
              </a:ext>
            </a:extLst>
          </p:cNvPr>
          <p:cNvCxnSpPr>
            <a:cxnSpLocks/>
          </p:cNvCxnSpPr>
          <p:nvPr/>
        </p:nvCxnSpPr>
        <p:spPr>
          <a:xfrm>
            <a:off x="3962400" y="1629096"/>
            <a:ext cx="1599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연결선 374">
            <a:extLst>
              <a:ext uri="{FF2B5EF4-FFF2-40B4-BE49-F238E27FC236}">
                <a16:creationId xmlns:a16="http://schemas.microsoft.com/office/drawing/2014/main" id="{F0DA6C9D-A146-94FD-6651-6420014BA136}"/>
              </a:ext>
            </a:extLst>
          </p:cNvPr>
          <p:cNvCxnSpPr>
            <a:cxnSpLocks/>
          </p:cNvCxnSpPr>
          <p:nvPr/>
        </p:nvCxnSpPr>
        <p:spPr>
          <a:xfrm>
            <a:off x="3962400" y="1302990"/>
            <a:ext cx="1599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DA4566F9-EB22-2AA2-C964-5E91566BC2F7}"/>
              </a:ext>
            </a:extLst>
          </p:cNvPr>
          <p:cNvCxnSpPr>
            <a:cxnSpLocks/>
          </p:cNvCxnSpPr>
          <p:nvPr/>
        </p:nvCxnSpPr>
        <p:spPr>
          <a:xfrm>
            <a:off x="1216519" y="683865"/>
            <a:ext cx="29058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타원 377">
            <a:extLst>
              <a:ext uri="{FF2B5EF4-FFF2-40B4-BE49-F238E27FC236}">
                <a16:creationId xmlns:a16="http://schemas.microsoft.com/office/drawing/2014/main" id="{92571428-131A-9942-648E-891E5F01E448}"/>
              </a:ext>
            </a:extLst>
          </p:cNvPr>
          <p:cNvSpPr/>
          <p:nvPr/>
        </p:nvSpPr>
        <p:spPr>
          <a:xfrm>
            <a:off x="3935315" y="66368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380" name="타원 379">
            <a:extLst>
              <a:ext uri="{FF2B5EF4-FFF2-40B4-BE49-F238E27FC236}">
                <a16:creationId xmlns:a16="http://schemas.microsoft.com/office/drawing/2014/main" id="{6D3359D3-ECFA-6CBA-E228-3B9ED22E67E8}"/>
              </a:ext>
            </a:extLst>
          </p:cNvPr>
          <p:cNvSpPr/>
          <p:nvPr/>
        </p:nvSpPr>
        <p:spPr>
          <a:xfrm>
            <a:off x="1472142" y="93520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381" name="타원 380">
            <a:extLst>
              <a:ext uri="{FF2B5EF4-FFF2-40B4-BE49-F238E27FC236}">
                <a16:creationId xmlns:a16="http://schemas.microsoft.com/office/drawing/2014/main" id="{1EB8D805-EC2A-FDED-B8E9-617605A55348}"/>
              </a:ext>
            </a:extLst>
          </p:cNvPr>
          <p:cNvSpPr/>
          <p:nvPr/>
        </p:nvSpPr>
        <p:spPr>
          <a:xfrm>
            <a:off x="3940336" y="93709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382" name="타원 381">
            <a:extLst>
              <a:ext uri="{FF2B5EF4-FFF2-40B4-BE49-F238E27FC236}">
                <a16:creationId xmlns:a16="http://schemas.microsoft.com/office/drawing/2014/main" id="{6416613C-79AF-A3EB-A1F6-6A7FE16C3C86}"/>
              </a:ext>
            </a:extLst>
          </p:cNvPr>
          <p:cNvSpPr/>
          <p:nvPr/>
        </p:nvSpPr>
        <p:spPr>
          <a:xfrm>
            <a:off x="3940336" y="127900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384" name="직선 화살표 연결선 383">
            <a:extLst>
              <a:ext uri="{FF2B5EF4-FFF2-40B4-BE49-F238E27FC236}">
                <a16:creationId xmlns:a16="http://schemas.microsoft.com/office/drawing/2014/main" id="{D2EBDB7A-6E62-24E0-ABC9-B29DBB203201}"/>
              </a:ext>
            </a:extLst>
          </p:cNvPr>
          <p:cNvCxnSpPr>
            <a:cxnSpLocks/>
          </p:cNvCxnSpPr>
          <p:nvPr/>
        </p:nvCxnSpPr>
        <p:spPr>
          <a:xfrm>
            <a:off x="1797041" y="3476896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0122450D-9F77-E6CA-64BA-871E29B03C33}"/>
              </a:ext>
            </a:extLst>
          </p:cNvPr>
          <p:cNvSpPr txBox="1"/>
          <p:nvPr/>
        </p:nvSpPr>
        <p:spPr>
          <a:xfrm>
            <a:off x="1284623" y="3250581"/>
            <a:ext cx="48577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+1.0V, +1.8V1, 3.3V3</a:t>
            </a:r>
            <a:endParaRPr lang="ko-KR" altLang="en-US" sz="800" dirty="0">
              <a:latin typeface="+mn-ea"/>
            </a:endParaRP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57A9F239-86CE-63F5-B282-60A79A1F1057}"/>
              </a:ext>
            </a:extLst>
          </p:cNvPr>
          <p:cNvSpPr txBox="1"/>
          <p:nvPr/>
        </p:nvSpPr>
        <p:spPr>
          <a:xfrm>
            <a:off x="3264917" y="2904973"/>
            <a:ext cx="34411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3.3V2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01" name="직선 연결선 400">
            <a:extLst>
              <a:ext uri="{FF2B5EF4-FFF2-40B4-BE49-F238E27FC236}">
                <a16:creationId xmlns:a16="http://schemas.microsoft.com/office/drawing/2014/main" id="{BE669633-24E9-53CA-D8D9-2070E02EA61B}"/>
              </a:ext>
            </a:extLst>
          </p:cNvPr>
          <p:cNvCxnSpPr>
            <a:cxnSpLocks/>
          </p:cNvCxnSpPr>
          <p:nvPr/>
        </p:nvCxnSpPr>
        <p:spPr>
          <a:xfrm>
            <a:off x="1489295" y="951067"/>
            <a:ext cx="0" cy="9575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직선 연결선 405">
            <a:extLst>
              <a:ext uri="{FF2B5EF4-FFF2-40B4-BE49-F238E27FC236}">
                <a16:creationId xmlns:a16="http://schemas.microsoft.com/office/drawing/2014/main" id="{5BAD4542-8D79-8D96-528D-2BA6AF9513FD}"/>
              </a:ext>
            </a:extLst>
          </p:cNvPr>
          <p:cNvCxnSpPr>
            <a:cxnSpLocks/>
          </p:cNvCxnSpPr>
          <p:nvPr/>
        </p:nvCxnSpPr>
        <p:spPr>
          <a:xfrm>
            <a:off x="1393088" y="1999827"/>
            <a:ext cx="0" cy="429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직선 연결선 408">
            <a:extLst>
              <a:ext uri="{FF2B5EF4-FFF2-40B4-BE49-F238E27FC236}">
                <a16:creationId xmlns:a16="http://schemas.microsoft.com/office/drawing/2014/main" id="{F694B33C-180F-7387-E1EB-4F5005627F8F}"/>
              </a:ext>
            </a:extLst>
          </p:cNvPr>
          <p:cNvCxnSpPr>
            <a:cxnSpLocks/>
          </p:cNvCxnSpPr>
          <p:nvPr/>
        </p:nvCxnSpPr>
        <p:spPr>
          <a:xfrm>
            <a:off x="1216519" y="2001577"/>
            <a:ext cx="36844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" name="타원 411">
            <a:extLst>
              <a:ext uri="{FF2B5EF4-FFF2-40B4-BE49-F238E27FC236}">
                <a16:creationId xmlns:a16="http://schemas.microsoft.com/office/drawing/2014/main" id="{BC72DCED-8C61-D7EF-1D54-E0388CA19B72}"/>
              </a:ext>
            </a:extLst>
          </p:cNvPr>
          <p:cNvSpPr/>
          <p:nvPr/>
        </p:nvSpPr>
        <p:spPr>
          <a:xfrm>
            <a:off x="1371184" y="197792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85A738F3-3FEF-3588-F729-59A6EB18349F}"/>
              </a:ext>
            </a:extLst>
          </p:cNvPr>
          <p:cNvSpPr txBox="1"/>
          <p:nvPr/>
        </p:nvSpPr>
        <p:spPr>
          <a:xfrm>
            <a:off x="3231307" y="2220488"/>
            <a:ext cx="600075" cy="123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power </a:t>
            </a:r>
            <a:r>
              <a:rPr lang="en-US" altLang="ko-KR" sz="800" dirty="0" err="1">
                <a:latin typeface="+mn-ea"/>
              </a:rPr>
              <a:t>mon</a:t>
            </a:r>
            <a:endParaRPr lang="ko-KR" altLang="en-US" sz="800" dirty="0">
              <a:latin typeface="+mn-ea"/>
            </a:endParaRP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E6959A72-5B3C-743E-2177-40E7E9D23377}"/>
              </a:ext>
            </a:extLst>
          </p:cNvPr>
          <p:cNvSpPr txBox="1"/>
          <p:nvPr/>
        </p:nvSpPr>
        <p:spPr>
          <a:xfrm>
            <a:off x="2696184" y="4113303"/>
            <a:ext cx="61484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50MHz </a:t>
            </a:r>
            <a:r>
              <a:rPr lang="en-US" altLang="ko-KR" sz="6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↑</a:t>
            </a:r>
          </a:p>
          <a:p>
            <a:r>
              <a:rPr lang="en-US" altLang="ko-KR" sz="6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50M : 14.3 step</a:t>
            </a:r>
          </a:p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70M : 20 step</a:t>
            </a:r>
          </a:p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100M : 28.6 step</a:t>
            </a:r>
          </a:p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140M : 40 step</a:t>
            </a:r>
          </a:p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200M : 57 step</a:t>
            </a:r>
            <a:endParaRPr lang="ko-KR" altLang="en-US" sz="6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04914F15-24AC-0AF9-5B13-874F860B3F39}"/>
              </a:ext>
            </a:extLst>
          </p:cNvPr>
          <p:cNvSpPr txBox="1"/>
          <p:nvPr/>
        </p:nvSpPr>
        <p:spPr>
          <a:xfrm>
            <a:off x="2919840" y="3520083"/>
            <a:ext cx="26495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DDS</a:t>
            </a:r>
            <a:endParaRPr lang="ko-KR" altLang="en-US" sz="800" dirty="0">
              <a:latin typeface="+mn-ea"/>
            </a:endParaRPr>
          </a:p>
        </p:txBody>
      </p:sp>
      <p:sp>
        <p:nvSpPr>
          <p:cNvPr id="419" name="타원 418">
            <a:extLst>
              <a:ext uri="{FF2B5EF4-FFF2-40B4-BE49-F238E27FC236}">
                <a16:creationId xmlns:a16="http://schemas.microsoft.com/office/drawing/2014/main" id="{88C05792-1C4A-8AC8-6A14-1FDD404F52F9}"/>
              </a:ext>
            </a:extLst>
          </p:cNvPr>
          <p:cNvSpPr/>
          <p:nvPr/>
        </p:nvSpPr>
        <p:spPr>
          <a:xfrm>
            <a:off x="3417899" y="311810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421" name="직사각형 420">
            <a:extLst>
              <a:ext uri="{FF2B5EF4-FFF2-40B4-BE49-F238E27FC236}">
                <a16:creationId xmlns:a16="http://schemas.microsoft.com/office/drawing/2014/main" id="{5E9DC151-CDFA-3AD0-E3CB-7E4E56FD1695}"/>
              </a:ext>
            </a:extLst>
          </p:cNvPr>
          <p:cNvSpPr/>
          <p:nvPr/>
        </p:nvSpPr>
        <p:spPr>
          <a:xfrm>
            <a:off x="1601836" y="1340325"/>
            <a:ext cx="600075" cy="25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 LT3032-5 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(dual LDO)</a:t>
            </a:r>
          </a:p>
        </p:txBody>
      </p:sp>
      <p:cxnSp>
        <p:nvCxnSpPr>
          <p:cNvPr id="424" name="직선 화살표 연결선 423">
            <a:extLst>
              <a:ext uri="{FF2B5EF4-FFF2-40B4-BE49-F238E27FC236}">
                <a16:creationId xmlns:a16="http://schemas.microsoft.com/office/drawing/2014/main" id="{BC49BE7B-E66F-18EE-C386-184665B6F236}"/>
              </a:ext>
            </a:extLst>
          </p:cNvPr>
          <p:cNvCxnSpPr>
            <a:cxnSpLocks/>
          </p:cNvCxnSpPr>
          <p:nvPr/>
        </p:nvCxnSpPr>
        <p:spPr>
          <a:xfrm>
            <a:off x="2201468" y="1408680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5" name="TextBox 424">
            <a:extLst>
              <a:ext uri="{FF2B5EF4-FFF2-40B4-BE49-F238E27FC236}">
                <a16:creationId xmlns:a16="http://schemas.microsoft.com/office/drawing/2014/main" id="{EBE75E1D-690C-DF1F-D5C1-E6206FA639A5}"/>
              </a:ext>
            </a:extLst>
          </p:cNvPr>
          <p:cNvSpPr txBox="1"/>
          <p:nvPr/>
        </p:nvSpPr>
        <p:spPr>
          <a:xfrm>
            <a:off x="2457430" y="1338826"/>
            <a:ext cx="58815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+5V, 150mA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26" name="직선 화살표 연결선 425">
            <a:extLst>
              <a:ext uri="{FF2B5EF4-FFF2-40B4-BE49-F238E27FC236}">
                <a16:creationId xmlns:a16="http://schemas.microsoft.com/office/drawing/2014/main" id="{B4D666CE-D2B4-9C64-7006-A541B0EE12BF}"/>
              </a:ext>
            </a:extLst>
          </p:cNvPr>
          <p:cNvCxnSpPr>
            <a:cxnSpLocks/>
          </p:cNvCxnSpPr>
          <p:nvPr/>
        </p:nvCxnSpPr>
        <p:spPr>
          <a:xfrm>
            <a:off x="2201468" y="1533038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7" name="TextBox 426">
            <a:extLst>
              <a:ext uri="{FF2B5EF4-FFF2-40B4-BE49-F238E27FC236}">
                <a16:creationId xmlns:a16="http://schemas.microsoft.com/office/drawing/2014/main" id="{A855BCCA-B8E0-6183-F478-431B6FEA19C4}"/>
              </a:ext>
            </a:extLst>
          </p:cNvPr>
          <p:cNvSpPr txBox="1"/>
          <p:nvPr/>
        </p:nvSpPr>
        <p:spPr>
          <a:xfrm>
            <a:off x="2484017" y="1463972"/>
            <a:ext cx="56156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-5V, 150mA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28" name="직선 연결선 427">
            <a:extLst>
              <a:ext uri="{FF2B5EF4-FFF2-40B4-BE49-F238E27FC236}">
                <a16:creationId xmlns:a16="http://schemas.microsoft.com/office/drawing/2014/main" id="{092B0DF3-A82E-B04C-585D-0A3F3EAFE0AE}"/>
              </a:ext>
            </a:extLst>
          </p:cNvPr>
          <p:cNvCxnSpPr>
            <a:cxnSpLocks/>
          </p:cNvCxnSpPr>
          <p:nvPr/>
        </p:nvCxnSpPr>
        <p:spPr>
          <a:xfrm>
            <a:off x="1489295" y="1417918"/>
            <a:ext cx="1116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직선 화살표 연결선 428">
            <a:extLst>
              <a:ext uri="{FF2B5EF4-FFF2-40B4-BE49-F238E27FC236}">
                <a16:creationId xmlns:a16="http://schemas.microsoft.com/office/drawing/2014/main" id="{9F792A3A-844F-6EF4-17D7-1EAF95F85FFB}"/>
              </a:ext>
            </a:extLst>
          </p:cNvPr>
          <p:cNvCxnSpPr>
            <a:cxnSpLocks/>
          </p:cNvCxnSpPr>
          <p:nvPr/>
        </p:nvCxnSpPr>
        <p:spPr>
          <a:xfrm>
            <a:off x="2201911" y="1203946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직선 화살표 연결선 429">
            <a:extLst>
              <a:ext uri="{FF2B5EF4-FFF2-40B4-BE49-F238E27FC236}">
                <a16:creationId xmlns:a16="http://schemas.microsoft.com/office/drawing/2014/main" id="{BFB75A2F-5955-B092-1624-EE07CC64EF09}"/>
              </a:ext>
            </a:extLst>
          </p:cNvPr>
          <p:cNvCxnSpPr>
            <a:cxnSpLocks/>
          </p:cNvCxnSpPr>
          <p:nvPr/>
        </p:nvCxnSpPr>
        <p:spPr>
          <a:xfrm>
            <a:off x="2201911" y="960692"/>
            <a:ext cx="2444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직선 연결선 430">
            <a:extLst>
              <a:ext uri="{FF2B5EF4-FFF2-40B4-BE49-F238E27FC236}">
                <a16:creationId xmlns:a16="http://schemas.microsoft.com/office/drawing/2014/main" id="{1E5F884C-8F8B-8F4F-2B11-8FDBD1C7234E}"/>
              </a:ext>
            </a:extLst>
          </p:cNvPr>
          <p:cNvCxnSpPr>
            <a:cxnSpLocks/>
          </p:cNvCxnSpPr>
          <p:nvPr/>
        </p:nvCxnSpPr>
        <p:spPr>
          <a:xfrm>
            <a:off x="1393088" y="1532440"/>
            <a:ext cx="2087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직선 연결선 432">
            <a:extLst>
              <a:ext uri="{FF2B5EF4-FFF2-40B4-BE49-F238E27FC236}">
                <a16:creationId xmlns:a16="http://schemas.microsoft.com/office/drawing/2014/main" id="{047BB5A7-8184-DE60-AA7F-332109D53336}"/>
              </a:ext>
            </a:extLst>
          </p:cNvPr>
          <p:cNvCxnSpPr>
            <a:cxnSpLocks/>
          </p:cNvCxnSpPr>
          <p:nvPr/>
        </p:nvCxnSpPr>
        <p:spPr>
          <a:xfrm>
            <a:off x="1389342" y="1204489"/>
            <a:ext cx="0" cy="3285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타원 435">
            <a:extLst>
              <a:ext uri="{FF2B5EF4-FFF2-40B4-BE49-F238E27FC236}">
                <a16:creationId xmlns:a16="http://schemas.microsoft.com/office/drawing/2014/main" id="{4A303F4B-C338-7100-B9CA-66A1F7E13190}"/>
              </a:ext>
            </a:extLst>
          </p:cNvPr>
          <p:cNvSpPr/>
          <p:nvPr/>
        </p:nvSpPr>
        <p:spPr>
          <a:xfrm>
            <a:off x="1469761" y="139780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439" name="타원 438">
            <a:extLst>
              <a:ext uri="{FF2B5EF4-FFF2-40B4-BE49-F238E27FC236}">
                <a16:creationId xmlns:a16="http://schemas.microsoft.com/office/drawing/2014/main" id="{6F011747-EF9F-B721-1764-83A7626841C2}"/>
              </a:ext>
            </a:extLst>
          </p:cNvPr>
          <p:cNvSpPr/>
          <p:nvPr/>
        </p:nvSpPr>
        <p:spPr>
          <a:xfrm>
            <a:off x="1364447" y="118108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7ABDA945-CEBA-ED9F-5327-F5AF4A47FC4B}"/>
              </a:ext>
            </a:extLst>
          </p:cNvPr>
          <p:cNvSpPr txBox="1"/>
          <p:nvPr/>
        </p:nvSpPr>
        <p:spPr>
          <a:xfrm>
            <a:off x="5112665" y="3015234"/>
            <a:ext cx="281924" cy="1231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+5V</a:t>
            </a:r>
            <a:endParaRPr lang="ko-KR" altLang="en-US" sz="800" dirty="0">
              <a:latin typeface="+mn-ea"/>
            </a:endParaRPr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FFBF86A7-81B9-33E5-DBCF-685EA959BCB4}"/>
              </a:ext>
            </a:extLst>
          </p:cNvPr>
          <p:cNvSpPr txBox="1"/>
          <p:nvPr/>
        </p:nvSpPr>
        <p:spPr>
          <a:xfrm>
            <a:off x="6502739" y="2823384"/>
            <a:ext cx="280384" cy="123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+7V</a:t>
            </a:r>
            <a:endParaRPr lang="ko-KR" altLang="en-US" sz="800" dirty="0">
              <a:latin typeface="+mn-ea"/>
            </a:endParaRPr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28A7A8D4-C755-F694-1427-B40A1485B0CF}"/>
              </a:ext>
            </a:extLst>
          </p:cNvPr>
          <p:cNvSpPr txBox="1"/>
          <p:nvPr/>
        </p:nvSpPr>
        <p:spPr>
          <a:xfrm>
            <a:off x="6860879" y="2823390"/>
            <a:ext cx="280384" cy="123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-7V</a:t>
            </a:r>
            <a:endParaRPr lang="ko-KR" altLang="en-US" sz="800" dirty="0">
              <a:latin typeface="+mn-ea"/>
            </a:endParaRPr>
          </a:p>
        </p:txBody>
      </p:sp>
      <p:grpSp>
        <p:nvGrpSpPr>
          <p:cNvPr id="900" name="그룹 899">
            <a:extLst>
              <a:ext uri="{FF2B5EF4-FFF2-40B4-BE49-F238E27FC236}">
                <a16:creationId xmlns:a16="http://schemas.microsoft.com/office/drawing/2014/main" id="{48916FEA-E059-1C0B-D29F-2CBA07E148BA}"/>
              </a:ext>
            </a:extLst>
          </p:cNvPr>
          <p:cNvGrpSpPr/>
          <p:nvPr/>
        </p:nvGrpSpPr>
        <p:grpSpPr>
          <a:xfrm>
            <a:off x="6385453" y="2936875"/>
            <a:ext cx="784491" cy="1471487"/>
            <a:chOff x="6995050" y="2936875"/>
            <a:chExt cx="784491" cy="1471487"/>
          </a:xfrm>
        </p:grpSpPr>
        <p:grpSp>
          <p:nvGrpSpPr>
            <p:cNvPr id="457" name="그룹 456">
              <a:extLst>
                <a:ext uri="{FF2B5EF4-FFF2-40B4-BE49-F238E27FC236}">
                  <a16:creationId xmlns:a16="http://schemas.microsoft.com/office/drawing/2014/main" id="{33B8EF06-010F-8E6B-55A4-DF421F01957A}"/>
                </a:ext>
              </a:extLst>
            </p:cNvPr>
            <p:cNvGrpSpPr/>
            <p:nvPr/>
          </p:nvGrpSpPr>
          <p:grpSpPr>
            <a:xfrm>
              <a:off x="7296752" y="3086629"/>
              <a:ext cx="333378" cy="386718"/>
              <a:chOff x="7030784" y="3002746"/>
              <a:chExt cx="333378" cy="386718"/>
            </a:xfrm>
          </p:grpSpPr>
          <p:sp>
            <p:nvSpPr>
              <p:cNvPr id="447" name="이등변 삼각형 446">
                <a:extLst>
                  <a:ext uri="{FF2B5EF4-FFF2-40B4-BE49-F238E27FC236}">
                    <a16:creationId xmlns:a16="http://schemas.microsoft.com/office/drawing/2014/main" id="{91900AF3-BF35-2ED9-08DA-9F257DE79B15}"/>
                  </a:ext>
                </a:extLst>
              </p:cNvPr>
              <p:cNvSpPr/>
              <p:nvPr/>
            </p:nvSpPr>
            <p:spPr>
              <a:xfrm rot="5400000">
                <a:off x="7004114" y="3029416"/>
                <a:ext cx="386718" cy="333378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448" name="TextBox 447">
                <a:extLst>
                  <a:ext uri="{FF2B5EF4-FFF2-40B4-BE49-F238E27FC236}">
                    <a16:creationId xmlns:a16="http://schemas.microsoft.com/office/drawing/2014/main" id="{A4470905-55FA-D620-048D-C0241A7BE7DD}"/>
                  </a:ext>
                </a:extLst>
              </p:cNvPr>
              <p:cNvSpPr txBox="1"/>
              <p:nvPr/>
            </p:nvSpPr>
            <p:spPr>
              <a:xfrm>
                <a:off x="7059785" y="3045682"/>
                <a:ext cx="143202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+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449" name="TextBox 448">
                <a:extLst>
                  <a:ext uri="{FF2B5EF4-FFF2-40B4-BE49-F238E27FC236}">
                    <a16:creationId xmlns:a16="http://schemas.microsoft.com/office/drawing/2014/main" id="{050A2743-16F4-2C31-661E-560A72B8C385}"/>
                  </a:ext>
                </a:extLst>
              </p:cNvPr>
              <p:cNvSpPr txBox="1"/>
              <p:nvPr/>
            </p:nvSpPr>
            <p:spPr>
              <a:xfrm>
                <a:off x="7079745" y="3194511"/>
                <a:ext cx="11427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-</a:t>
                </a:r>
                <a:endParaRPr lang="ko-KR" altLang="en-US" sz="800" dirty="0">
                  <a:latin typeface="+mn-ea"/>
                </a:endParaRPr>
              </a:p>
            </p:txBody>
          </p:sp>
        </p:grpSp>
        <p:grpSp>
          <p:nvGrpSpPr>
            <p:cNvPr id="458" name="그룹 457">
              <a:extLst>
                <a:ext uri="{FF2B5EF4-FFF2-40B4-BE49-F238E27FC236}">
                  <a16:creationId xmlns:a16="http://schemas.microsoft.com/office/drawing/2014/main" id="{50F4C2F5-E5E2-140A-4B2D-DD9CB92BCDFD}"/>
                </a:ext>
              </a:extLst>
            </p:cNvPr>
            <p:cNvGrpSpPr/>
            <p:nvPr/>
          </p:nvGrpSpPr>
          <p:grpSpPr>
            <a:xfrm>
              <a:off x="7302301" y="3774689"/>
              <a:ext cx="333378" cy="386718"/>
              <a:chOff x="7058094" y="3611404"/>
              <a:chExt cx="333378" cy="386718"/>
            </a:xfrm>
          </p:grpSpPr>
          <p:sp>
            <p:nvSpPr>
              <p:cNvPr id="454" name="이등변 삼각형 453">
                <a:extLst>
                  <a:ext uri="{FF2B5EF4-FFF2-40B4-BE49-F238E27FC236}">
                    <a16:creationId xmlns:a16="http://schemas.microsoft.com/office/drawing/2014/main" id="{F81561EB-7FB3-664F-1E4F-5A182078884C}"/>
                  </a:ext>
                </a:extLst>
              </p:cNvPr>
              <p:cNvSpPr/>
              <p:nvPr/>
            </p:nvSpPr>
            <p:spPr>
              <a:xfrm rot="5400000">
                <a:off x="7031424" y="3638074"/>
                <a:ext cx="386718" cy="333378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455" name="TextBox 454">
                <a:extLst>
                  <a:ext uri="{FF2B5EF4-FFF2-40B4-BE49-F238E27FC236}">
                    <a16:creationId xmlns:a16="http://schemas.microsoft.com/office/drawing/2014/main" id="{7DB13BA9-10D4-1225-6842-D89B5855125E}"/>
                  </a:ext>
                </a:extLst>
              </p:cNvPr>
              <p:cNvSpPr txBox="1"/>
              <p:nvPr/>
            </p:nvSpPr>
            <p:spPr>
              <a:xfrm>
                <a:off x="7087095" y="3654340"/>
                <a:ext cx="143202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-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456" name="TextBox 455">
                <a:extLst>
                  <a:ext uri="{FF2B5EF4-FFF2-40B4-BE49-F238E27FC236}">
                    <a16:creationId xmlns:a16="http://schemas.microsoft.com/office/drawing/2014/main" id="{51752736-BAFE-D780-76DE-A7CDDBC9ACF9}"/>
                  </a:ext>
                </a:extLst>
              </p:cNvPr>
              <p:cNvSpPr txBox="1"/>
              <p:nvPr/>
            </p:nvSpPr>
            <p:spPr>
              <a:xfrm>
                <a:off x="7081655" y="3803169"/>
                <a:ext cx="11427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+</a:t>
                </a:r>
                <a:endParaRPr lang="ko-KR" altLang="en-US" sz="800" dirty="0">
                  <a:latin typeface="+mn-ea"/>
                </a:endParaRPr>
              </a:p>
            </p:txBody>
          </p:sp>
        </p:grpSp>
        <p:sp>
          <p:nvSpPr>
            <p:cNvPr id="467" name="직사각형 466">
              <a:extLst>
                <a:ext uri="{FF2B5EF4-FFF2-40B4-BE49-F238E27FC236}">
                  <a16:creationId xmlns:a16="http://schemas.microsoft.com/office/drawing/2014/main" id="{3CA0E7AF-E259-C7AC-E2F7-70858340FC89}"/>
                </a:ext>
              </a:extLst>
            </p:cNvPr>
            <p:cNvSpPr/>
            <p:nvPr/>
          </p:nvSpPr>
          <p:spPr>
            <a:xfrm>
              <a:off x="7092683" y="3055603"/>
              <a:ext cx="679168" cy="1138571"/>
            </a:xfrm>
            <a:prstGeom prst="rect">
              <a:avLst/>
            </a:prstGeom>
            <a:noFill/>
            <a:ln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cxnSp>
          <p:nvCxnSpPr>
            <p:cNvPr id="471" name="직선 연결선 470">
              <a:extLst>
                <a:ext uri="{FF2B5EF4-FFF2-40B4-BE49-F238E27FC236}">
                  <a16:creationId xmlns:a16="http://schemas.microsoft.com/office/drawing/2014/main" id="{7EF476ED-B7B1-DAEF-743A-1DA762A2B07C}"/>
                </a:ext>
              </a:extLst>
            </p:cNvPr>
            <p:cNvCxnSpPr>
              <a:cxnSpLocks/>
            </p:cNvCxnSpPr>
            <p:nvPr/>
          </p:nvCxnSpPr>
          <p:spPr>
            <a:xfrm>
              <a:off x="7184757" y="3502869"/>
              <a:ext cx="4971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직선 연결선 472">
              <a:extLst>
                <a:ext uri="{FF2B5EF4-FFF2-40B4-BE49-F238E27FC236}">
                  <a16:creationId xmlns:a16="http://schemas.microsoft.com/office/drawing/2014/main" id="{6B4263AA-5CCD-07B2-0B32-106640C8ECB9}"/>
                </a:ext>
              </a:extLst>
            </p:cNvPr>
            <p:cNvCxnSpPr>
              <a:cxnSpLocks/>
            </p:cNvCxnSpPr>
            <p:nvPr/>
          </p:nvCxnSpPr>
          <p:spPr>
            <a:xfrm>
              <a:off x="7181583" y="3742871"/>
              <a:ext cx="5040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직선 연결선 473">
              <a:extLst>
                <a:ext uri="{FF2B5EF4-FFF2-40B4-BE49-F238E27FC236}">
                  <a16:creationId xmlns:a16="http://schemas.microsoft.com/office/drawing/2014/main" id="{6B3CC3F0-64AD-ADF8-9B31-C17DFA2F2C5A}"/>
                </a:ext>
              </a:extLst>
            </p:cNvPr>
            <p:cNvCxnSpPr>
              <a:cxnSpLocks/>
            </p:cNvCxnSpPr>
            <p:nvPr/>
          </p:nvCxnSpPr>
          <p:spPr>
            <a:xfrm>
              <a:off x="7181840" y="3349997"/>
              <a:ext cx="0" cy="5330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8" name="직사각형 467">
              <a:extLst>
                <a:ext uri="{FF2B5EF4-FFF2-40B4-BE49-F238E27FC236}">
                  <a16:creationId xmlns:a16="http://schemas.microsoft.com/office/drawing/2014/main" id="{CD717B83-DF9F-AE71-81D8-66BC36205791}"/>
                </a:ext>
              </a:extLst>
            </p:cNvPr>
            <p:cNvSpPr/>
            <p:nvPr/>
          </p:nvSpPr>
          <p:spPr>
            <a:xfrm rot="5400000">
              <a:off x="7107884" y="3582987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469" name="직사각형 468">
              <a:extLst>
                <a:ext uri="{FF2B5EF4-FFF2-40B4-BE49-F238E27FC236}">
                  <a16:creationId xmlns:a16="http://schemas.microsoft.com/office/drawing/2014/main" id="{CDF778FE-63D9-96F2-9C93-342D915417B6}"/>
                </a:ext>
              </a:extLst>
            </p:cNvPr>
            <p:cNvSpPr/>
            <p:nvPr/>
          </p:nvSpPr>
          <p:spPr>
            <a:xfrm rot="10800000">
              <a:off x="7396809" y="3472167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470" name="직사각형 469">
              <a:extLst>
                <a:ext uri="{FF2B5EF4-FFF2-40B4-BE49-F238E27FC236}">
                  <a16:creationId xmlns:a16="http://schemas.microsoft.com/office/drawing/2014/main" id="{8A40D12F-E99D-3BFD-C21D-31FC9A12887E}"/>
                </a:ext>
              </a:extLst>
            </p:cNvPr>
            <p:cNvSpPr/>
            <p:nvPr/>
          </p:nvSpPr>
          <p:spPr>
            <a:xfrm rot="10800000">
              <a:off x="7403159" y="3703907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cxnSp>
          <p:nvCxnSpPr>
            <p:cNvPr id="477" name="직선 연결선 476">
              <a:extLst>
                <a:ext uri="{FF2B5EF4-FFF2-40B4-BE49-F238E27FC236}">
                  <a16:creationId xmlns:a16="http://schemas.microsoft.com/office/drawing/2014/main" id="{EFAECAA2-684D-A115-6A70-E884A295639B}"/>
                </a:ext>
              </a:extLst>
            </p:cNvPr>
            <p:cNvCxnSpPr>
              <a:cxnSpLocks/>
            </p:cNvCxnSpPr>
            <p:nvPr/>
          </p:nvCxnSpPr>
          <p:spPr>
            <a:xfrm>
              <a:off x="7184757" y="3880537"/>
              <a:ext cx="1206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직선 연결선 479">
              <a:extLst>
                <a:ext uri="{FF2B5EF4-FFF2-40B4-BE49-F238E27FC236}">
                  <a16:creationId xmlns:a16="http://schemas.microsoft.com/office/drawing/2014/main" id="{17E20F37-8AC7-2B35-37DD-516D3DEAA19F}"/>
                </a:ext>
              </a:extLst>
            </p:cNvPr>
            <p:cNvCxnSpPr>
              <a:cxnSpLocks/>
            </p:cNvCxnSpPr>
            <p:nvPr/>
          </p:nvCxnSpPr>
          <p:spPr>
            <a:xfrm>
              <a:off x="7177612" y="3351186"/>
              <a:ext cx="1206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직선 연결선 482">
              <a:extLst>
                <a:ext uri="{FF2B5EF4-FFF2-40B4-BE49-F238E27FC236}">
                  <a16:creationId xmlns:a16="http://schemas.microsoft.com/office/drawing/2014/main" id="{AAC825CA-CEF0-7A5F-F0D8-6DF5598A9F9B}"/>
                </a:ext>
              </a:extLst>
            </p:cNvPr>
            <p:cNvCxnSpPr>
              <a:cxnSpLocks/>
            </p:cNvCxnSpPr>
            <p:nvPr/>
          </p:nvCxnSpPr>
          <p:spPr>
            <a:xfrm>
              <a:off x="7630051" y="3963772"/>
              <a:ext cx="14949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직선 연결선 484">
              <a:extLst>
                <a:ext uri="{FF2B5EF4-FFF2-40B4-BE49-F238E27FC236}">
                  <a16:creationId xmlns:a16="http://schemas.microsoft.com/office/drawing/2014/main" id="{BBFFB202-BEAA-7AF7-960B-14E3DC9E42C8}"/>
                </a:ext>
              </a:extLst>
            </p:cNvPr>
            <p:cNvCxnSpPr>
              <a:cxnSpLocks/>
            </p:cNvCxnSpPr>
            <p:nvPr/>
          </p:nvCxnSpPr>
          <p:spPr>
            <a:xfrm>
              <a:off x="7625288" y="3278767"/>
              <a:ext cx="15187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직선 연결선 485">
              <a:extLst>
                <a:ext uri="{FF2B5EF4-FFF2-40B4-BE49-F238E27FC236}">
                  <a16:creationId xmlns:a16="http://schemas.microsoft.com/office/drawing/2014/main" id="{7032ED5C-ECFD-3D16-CBAF-9FDD409C3D7B}"/>
                </a:ext>
              </a:extLst>
            </p:cNvPr>
            <p:cNvCxnSpPr>
              <a:cxnSpLocks/>
            </p:cNvCxnSpPr>
            <p:nvPr/>
          </p:nvCxnSpPr>
          <p:spPr>
            <a:xfrm>
              <a:off x="7679521" y="3278604"/>
              <a:ext cx="0" cy="2242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직선 연결선 487">
              <a:extLst>
                <a:ext uri="{FF2B5EF4-FFF2-40B4-BE49-F238E27FC236}">
                  <a16:creationId xmlns:a16="http://schemas.microsoft.com/office/drawing/2014/main" id="{5774BF2E-BF42-D6FD-13FE-C5CE2006A81B}"/>
                </a:ext>
              </a:extLst>
            </p:cNvPr>
            <p:cNvCxnSpPr>
              <a:cxnSpLocks/>
            </p:cNvCxnSpPr>
            <p:nvPr/>
          </p:nvCxnSpPr>
          <p:spPr>
            <a:xfrm>
              <a:off x="7684284" y="3740150"/>
              <a:ext cx="0" cy="2260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직선 연결선 491">
              <a:extLst>
                <a:ext uri="{FF2B5EF4-FFF2-40B4-BE49-F238E27FC236}">
                  <a16:creationId xmlns:a16="http://schemas.microsoft.com/office/drawing/2014/main" id="{03AB21B3-0169-9252-E6B6-1C7CAD828D14}"/>
                </a:ext>
              </a:extLst>
            </p:cNvPr>
            <p:cNvCxnSpPr>
              <a:cxnSpLocks/>
            </p:cNvCxnSpPr>
            <p:nvPr/>
          </p:nvCxnSpPr>
          <p:spPr>
            <a:xfrm>
              <a:off x="6999813" y="4042353"/>
              <a:ext cx="29765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직선 연결선 493">
              <a:extLst>
                <a:ext uri="{FF2B5EF4-FFF2-40B4-BE49-F238E27FC236}">
                  <a16:creationId xmlns:a16="http://schemas.microsoft.com/office/drawing/2014/main" id="{D07D1C80-F203-91CE-F2E5-997A5D6E4CD5}"/>
                </a:ext>
              </a:extLst>
            </p:cNvPr>
            <p:cNvCxnSpPr>
              <a:cxnSpLocks/>
            </p:cNvCxnSpPr>
            <p:nvPr/>
          </p:nvCxnSpPr>
          <p:spPr>
            <a:xfrm>
              <a:off x="6995050" y="3198910"/>
              <a:ext cx="29765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5CF15BE0-5301-4252-DFC9-913A8465C747}"/>
                </a:ext>
              </a:extLst>
            </p:cNvPr>
            <p:cNvSpPr txBox="1"/>
            <p:nvPr/>
          </p:nvSpPr>
          <p:spPr>
            <a:xfrm>
              <a:off x="7131051" y="4192918"/>
              <a:ext cx="58109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00" b="1" dirty="0">
                  <a:latin typeface="+mn-ea"/>
                </a:rPr>
                <a:t>THS6212</a:t>
              </a:r>
            </a:p>
            <a:p>
              <a:pPr algn="ctr"/>
              <a:r>
                <a:rPr lang="en-US" altLang="ko-KR" sz="600" dirty="0">
                  <a:latin typeface="+mn-ea"/>
                </a:rPr>
                <a:t>Line Driver</a:t>
              </a:r>
              <a:endParaRPr lang="ko-KR" altLang="en-US" sz="600" dirty="0">
                <a:latin typeface="+mn-ea"/>
              </a:endParaRPr>
            </a:p>
          </p:txBody>
        </p:sp>
        <p:cxnSp>
          <p:nvCxnSpPr>
            <p:cNvPr id="498" name="직선 연결선 497">
              <a:extLst>
                <a:ext uri="{FF2B5EF4-FFF2-40B4-BE49-F238E27FC236}">
                  <a16:creationId xmlns:a16="http://schemas.microsoft.com/office/drawing/2014/main" id="{DCAC41EB-5B52-8894-E430-107C43957283}"/>
                </a:ext>
              </a:extLst>
            </p:cNvPr>
            <p:cNvCxnSpPr>
              <a:cxnSpLocks/>
            </p:cNvCxnSpPr>
            <p:nvPr/>
          </p:nvCxnSpPr>
          <p:spPr>
            <a:xfrm>
              <a:off x="7242632" y="2936875"/>
              <a:ext cx="0" cy="11539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직선 연결선 499">
              <a:extLst>
                <a:ext uri="{FF2B5EF4-FFF2-40B4-BE49-F238E27FC236}">
                  <a16:creationId xmlns:a16="http://schemas.microsoft.com/office/drawing/2014/main" id="{6217899F-C279-3C44-A71A-BC61F2E990CE}"/>
                </a:ext>
              </a:extLst>
            </p:cNvPr>
            <p:cNvCxnSpPr>
              <a:cxnSpLocks/>
            </p:cNvCxnSpPr>
            <p:nvPr/>
          </p:nvCxnSpPr>
          <p:spPr>
            <a:xfrm>
              <a:off x="7608392" y="2936875"/>
              <a:ext cx="0" cy="1201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" name="TextBox 501">
              <a:extLst>
                <a:ext uri="{FF2B5EF4-FFF2-40B4-BE49-F238E27FC236}">
                  <a16:creationId xmlns:a16="http://schemas.microsoft.com/office/drawing/2014/main" id="{9755A17A-2C6D-435D-54F1-EB3417CA5C20}"/>
                </a:ext>
              </a:extLst>
            </p:cNvPr>
            <p:cNvSpPr txBox="1"/>
            <p:nvPr/>
          </p:nvSpPr>
          <p:spPr>
            <a:xfrm>
              <a:off x="7312476" y="3556682"/>
              <a:ext cx="43134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G = 10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570" name="그룹 569">
            <a:extLst>
              <a:ext uri="{FF2B5EF4-FFF2-40B4-BE49-F238E27FC236}">
                <a16:creationId xmlns:a16="http://schemas.microsoft.com/office/drawing/2014/main" id="{F21253BF-F014-CF1A-F182-A2C0F4FC88CD}"/>
              </a:ext>
            </a:extLst>
          </p:cNvPr>
          <p:cNvGrpSpPr/>
          <p:nvPr/>
        </p:nvGrpSpPr>
        <p:grpSpPr>
          <a:xfrm>
            <a:off x="7163755" y="3215432"/>
            <a:ext cx="242887" cy="130301"/>
            <a:chOff x="8239125" y="2849206"/>
            <a:chExt cx="242887" cy="130301"/>
          </a:xfrm>
        </p:grpSpPr>
        <p:cxnSp>
          <p:nvCxnSpPr>
            <p:cNvPr id="563" name="직선 연결선 562">
              <a:extLst>
                <a:ext uri="{FF2B5EF4-FFF2-40B4-BE49-F238E27FC236}">
                  <a16:creationId xmlns:a16="http://schemas.microsoft.com/office/drawing/2014/main" id="{58CD5FAB-2A25-8462-1660-8856FCFF3981}"/>
                </a:ext>
              </a:extLst>
            </p:cNvPr>
            <p:cNvCxnSpPr>
              <a:cxnSpLocks/>
            </p:cNvCxnSpPr>
            <p:nvPr/>
          </p:nvCxnSpPr>
          <p:spPr>
            <a:xfrm>
              <a:off x="8387011" y="2849206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직선 연결선 564">
              <a:extLst>
                <a:ext uri="{FF2B5EF4-FFF2-40B4-BE49-F238E27FC236}">
                  <a16:creationId xmlns:a16="http://schemas.microsoft.com/office/drawing/2014/main" id="{D3FC9405-E3D4-F451-8443-665013B358F0}"/>
                </a:ext>
              </a:extLst>
            </p:cNvPr>
            <p:cNvCxnSpPr>
              <a:cxnSpLocks/>
            </p:cNvCxnSpPr>
            <p:nvPr/>
          </p:nvCxnSpPr>
          <p:spPr>
            <a:xfrm>
              <a:off x="8337005" y="2852330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직선 연결선 566">
              <a:extLst>
                <a:ext uri="{FF2B5EF4-FFF2-40B4-BE49-F238E27FC236}">
                  <a16:creationId xmlns:a16="http://schemas.microsoft.com/office/drawing/2014/main" id="{6ABC3507-A9CA-69A5-1B4B-3EE8D4B95D17}"/>
                </a:ext>
              </a:extLst>
            </p:cNvPr>
            <p:cNvCxnSpPr>
              <a:cxnSpLocks/>
            </p:cNvCxnSpPr>
            <p:nvPr/>
          </p:nvCxnSpPr>
          <p:spPr>
            <a:xfrm>
              <a:off x="8389143" y="2913593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직선 연결선 568">
              <a:extLst>
                <a:ext uri="{FF2B5EF4-FFF2-40B4-BE49-F238E27FC236}">
                  <a16:creationId xmlns:a16="http://schemas.microsoft.com/office/drawing/2014/main" id="{511F2EA2-1891-2E2B-C03E-357B5FFEBCFA}"/>
                </a:ext>
              </a:extLst>
            </p:cNvPr>
            <p:cNvCxnSpPr>
              <a:cxnSpLocks/>
            </p:cNvCxnSpPr>
            <p:nvPr/>
          </p:nvCxnSpPr>
          <p:spPr>
            <a:xfrm>
              <a:off x="8239125" y="2913593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0" name="그룹 599">
            <a:extLst>
              <a:ext uri="{FF2B5EF4-FFF2-40B4-BE49-F238E27FC236}">
                <a16:creationId xmlns:a16="http://schemas.microsoft.com/office/drawing/2014/main" id="{E17FB4E1-ACA7-A211-8582-A7255A96F1D5}"/>
              </a:ext>
            </a:extLst>
          </p:cNvPr>
          <p:cNvGrpSpPr/>
          <p:nvPr/>
        </p:nvGrpSpPr>
        <p:grpSpPr>
          <a:xfrm>
            <a:off x="7166931" y="3900250"/>
            <a:ext cx="238125" cy="127920"/>
            <a:chOff x="8239125" y="2849206"/>
            <a:chExt cx="238125" cy="127920"/>
          </a:xfrm>
        </p:grpSpPr>
        <p:cxnSp>
          <p:nvCxnSpPr>
            <p:cNvPr id="601" name="직선 연결선 600">
              <a:extLst>
                <a:ext uri="{FF2B5EF4-FFF2-40B4-BE49-F238E27FC236}">
                  <a16:creationId xmlns:a16="http://schemas.microsoft.com/office/drawing/2014/main" id="{E344B0FE-6D3E-125B-28E2-E77E58D38798}"/>
                </a:ext>
              </a:extLst>
            </p:cNvPr>
            <p:cNvCxnSpPr>
              <a:cxnSpLocks/>
            </p:cNvCxnSpPr>
            <p:nvPr/>
          </p:nvCxnSpPr>
          <p:spPr>
            <a:xfrm>
              <a:off x="8387011" y="2849206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직선 연결선 601">
              <a:extLst>
                <a:ext uri="{FF2B5EF4-FFF2-40B4-BE49-F238E27FC236}">
                  <a16:creationId xmlns:a16="http://schemas.microsoft.com/office/drawing/2014/main" id="{5A263130-648C-19DA-5D83-F440CA9F44D3}"/>
                </a:ext>
              </a:extLst>
            </p:cNvPr>
            <p:cNvCxnSpPr>
              <a:cxnSpLocks/>
            </p:cNvCxnSpPr>
            <p:nvPr/>
          </p:nvCxnSpPr>
          <p:spPr>
            <a:xfrm>
              <a:off x="8337005" y="2849949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직선 연결선 602">
              <a:extLst>
                <a:ext uri="{FF2B5EF4-FFF2-40B4-BE49-F238E27FC236}">
                  <a16:creationId xmlns:a16="http://schemas.microsoft.com/office/drawing/2014/main" id="{C19068F7-3F2D-E928-9B85-37CA0EDEBEA9}"/>
                </a:ext>
              </a:extLst>
            </p:cNvPr>
            <p:cNvCxnSpPr>
              <a:cxnSpLocks/>
            </p:cNvCxnSpPr>
            <p:nvPr/>
          </p:nvCxnSpPr>
          <p:spPr>
            <a:xfrm>
              <a:off x="8384381" y="2911212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직선 연결선 603">
              <a:extLst>
                <a:ext uri="{FF2B5EF4-FFF2-40B4-BE49-F238E27FC236}">
                  <a16:creationId xmlns:a16="http://schemas.microsoft.com/office/drawing/2014/main" id="{778ABEDC-7AE4-2DCC-2F15-176549F7B18A}"/>
                </a:ext>
              </a:extLst>
            </p:cNvPr>
            <p:cNvCxnSpPr>
              <a:cxnSpLocks/>
            </p:cNvCxnSpPr>
            <p:nvPr/>
          </p:nvCxnSpPr>
          <p:spPr>
            <a:xfrm>
              <a:off x="8239125" y="2911211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05" name="직선 연결선 604">
            <a:extLst>
              <a:ext uri="{FF2B5EF4-FFF2-40B4-BE49-F238E27FC236}">
                <a16:creationId xmlns:a16="http://schemas.microsoft.com/office/drawing/2014/main" id="{31490060-98BB-A3D5-F11D-EE176FD1B49B}"/>
              </a:ext>
            </a:extLst>
          </p:cNvPr>
          <p:cNvCxnSpPr>
            <a:cxnSpLocks/>
          </p:cNvCxnSpPr>
          <p:nvPr/>
        </p:nvCxnSpPr>
        <p:spPr>
          <a:xfrm>
            <a:off x="7406742" y="2995613"/>
            <a:ext cx="0" cy="2839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8" name="직선 연결선 607">
            <a:extLst>
              <a:ext uri="{FF2B5EF4-FFF2-40B4-BE49-F238E27FC236}">
                <a16:creationId xmlns:a16="http://schemas.microsoft.com/office/drawing/2014/main" id="{1B1C52A9-1254-81A4-BAA5-EE98B1D54696}"/>
              </a:ext>
            </a:extLst>
          </p:cNvPr>
          <p:cNvCxnSpPr>
            <a:cxnSpLocks/>
          </p:cNvCxnSpPr>
          <p:nvPr/>
        </p:nvCxnSpPr>
        <p:spPr>
          <a:xfrm>
            <a:off x="6824632" y="1563875"/>
            <a:ext cx="2665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2" name="직선 연결선 611">
            <a:extLst>
              <a:ext uri="{FF2B5EF4-FFF2-40B4-BE49-F238E27FC236}">
                <a16:creationId xmlns:a16="http://schemas.microsoft.com/office/drawing/2014/main" id="{3F905D05-043E-F62E-A5A3-CE92222B7452}"/>
              </a:ext>
            </a:extLst>
          </p:cNvPr>
          <p:cNvCxnSpPr>
            <a:cxnSpLocks/>
          </p:cNvCxnSpPr>
          <p:nvPr/>
        </p:nvCxnSpPr>
        <p:spPr>
          <a:xfrm>
            <a:off x="7370975" y="3961930"/>
            <a:ext cx="2665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직선 연결선 620">
            <a:extLst>
              <a:ext uri="{FF2B5EF4-FFF2-40B4-BE49-F238E27FC236}">
                <a16:creationId xmlns:a16="http://schemas.microsoft.com/office/drawing/2014/main" id="{E617AD42-F9D4-3556-0A36-57D4A09D6689}"/>
              </a:ext>
            </a:extLst>
          </p:cNvPr>
          <p:cNvCxnSpPr>
            <a:cxnSpLocks/>
          </p:cNvCxnSpPr>
          <p:nvPr/>
        </p:nvCxnSpPr>
        <p:spPr>
          <a:xfrm>
            <a:off x="7480616" y="4069695"/>
            <a:ext cx="1036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직선 연결선 621">
            <a:extLst>
              <a:ext uri="{FF2B5EF4-FFF2-40B4-BE49-F238E27FC236}">
                <a16:creationId xmlns:a16="http://schemas.microsoft.com/office/drawing/2014/main" id="{C22103C1-EDD3-60F8-A5F2-CBA0DB506BC4}"/>
              </a:ext>
            </a:extLst>
          </p:cNvPr>
          <p:cNvCxnSpPr>
            <a:cxnSpLocks/>
          </p:cNvCxnSpPr>
          <p:nvPr/>
        </p:nvCxnSpPr>
        <p:spPr>
          <a:xfrm>
            <a:off x="7482462" y="3118104"/>
            <a:ext cx="0" cy="14562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6" name="타원 625">
            <a:extLst>
              <a:ext uri="{FF2B5EF4-FFF2-40B4-BE49-F238E27FC236}">
                <a16:creationId xmlns:a16="http://schemas.microsoft.com/office/drawing/2014/main" id="{9F77A9CC-7E0F-F8A7-5B6E-AC509E1CD8AB}"/>
              </a:ext>
            </a:extLst>
          </p:cNvPr>
          <p:cNvSpPr/>
          <p:nvPr/>
        </p:nvSpPr>
        <p:spPr>
          <a:xfrm>
            <a:off x="7457973" y="404781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627" name="타원 626">
            <a:extLst>
              <a:ext uri="{FF2B5EF4-FFF2-40B4-BE49-F238E27FC236}">
                <a16:creationId xmlns:a16="http://schemas.microsoft.com/office/drawing/2014/main" id="{7E43DE3B-C2FF-A658-A960-3F9F3329FFC4}"/>
              </a:ext>
            </a:extLst>
          </p:cNvPr>
          <p:cNvSpPr/>
          <p:nvPr/>
        </p:nvSpPr>
        <p:spPr>
          <a:xfrm>
            <a:off x="9436722" y="317907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grpSp>
        <p:nvGrpSpPr>
          <p:cNvPr id="628" name="그룹 627">
            <a:extLst>
              <a:ext uri="{FF2B5EF4-FFF2-40B4-BE49-F238E27FC236}">
                <a16:creationId xmlns:a16="http://schemas.microsoft.com/office/drawing/2014/main" id="{545FC14A-F94B-AC27-1680-D76AEE5FB5E0}"/>
              </a:ext>
            </a:extLst>
          </p:cNvPr>
          <p:cNvGrpSpPr/>
          <p:nvPr/>
        </p:nvGrpSpPr>
        <p:grpSpPr>
          <a:xfrm>
            <a:off x="8618683" y="3017226"/>
            <a:ext cx="238125" cy="130301"/>
            <a:chOff x="8239125" y="2849206"/>
            <a:chExt cx="238125" cy="130301"/>
          </a:xfrm>
        </p:grpSpPr>
        <p:cxnSp>
          <p:nvCxnSpPr>
            <p:cNvPr id="629" name="직선 연결선 628">
              <a:extLst>
                <a:ext uri="{FF2B5EF4-FFF2-40B4-BE49-F238E27FC236}">
                  <a16:creationId xmlns:a16="http://schemas.microsoft.com/office/drawing/2014/main" id="{4F99339C-3BAC-FA39-0D7D-B77FCFFF9F63}"/>
                </a:ext>
              </a:extLst>
            </p:cNvPr>
            <p:cNvCxnSpPr>
              <a:cxnSpLocks/>
            </p:cNvCxnSpPr>
            <p:nvPr/>
          </p:nvCxnSpPr>
          <p:spPr>
            <a:xfrm>
              <a:off x="8387011" y="2849206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직선 연결선 629">
              <a:extLst>
                <a:ext uri="{FF2B5EF4-FFF2-40B4-BE49-F238E27FC236}">
                  <a16:creationId xmlns:a16="http://schemas.microsoft.com/office/drawing/2014/main" id="{551D560C-DD95-30E2-094E-465BD86935BC}"/>
                </a:ext>
              </a:extLst>
            </p:cNvPr>
            <p:cNvCxnSpPr>
              <a:cxnSpLocks/>
            </p:cNvCxnSpPr>
            <p:nvPr/>
          </p:nvCxnSpPr>
          <p:spPr>
            <a:xfrm>
              <a:off x="8337005" y="2852330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직선 연결선 630">
              <a:extLst>
                <a:ext uri="{FF2B5EF4-FFF2-40B4-BE49-F238E27FC236}">
                  <a16:creationId xmlns:a16="http://schemas.microsoft.com/office/drawing/2014/main" id="{EDA8B8E0-DD45-6403-AD30-F6CBE97257DB}"/>
                </a:ext>
              </a:extLst>
            </p:cNvPr>
            <p:cNvCxnSpPr>
              <a:cxnSpLocks/>
            </p:cNvCxnSpPr>
            <p:nvPr/>
          </p:nvCxnSpPr>
          <p:spPr>
            <a:xfrm>
              <a:off x="8384381" y="2911212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직선 연결선 631">
              <a:extLst>
                <a:ext uri="{FF2B5EF4-FFF2-40B4-BE49-F238E27FC236}">
                  <a16:creationId xmlns:a16="http://schemas.microsoft.com/office/drawing/2014/main" id="{4B0A6F7D-B093-984E-48BB-A8FA2EDD6150}"/>
                </a:ext>
              </a:extLst>
            </p:cNvPr>
            <p:cNvCxnSpPr>
              <a:cxnSpLocks/>
            </p:cNvCxnSpPr>
            <p:nvPr/>
          </p:nvCxnSpPr>
          <p:spPr>
            <a:xfrm>
              <a:off x="8239125" y="2913593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3" name="그룹 632">
            <a:extLst>
              <a:ext uri="{FF2B5EF4-FFF2-40B4-BE49-F238E27FC236}">
                <a16:creationId xmlns:a16="http://schemas.microsoft.com/office/drawing/2014/main" id="{A7D096CB-4C07-D0F5-40E9-F9834834669E}"/>
              </a:ext>
            </a:extLst>
          </p:cNvPr>
          <p:cNvGrpSpPr/>
          <p:nvPr/>
        </p:nvGrpSpPr>
        <p:grpSpPr>
          <a:xfrm>
            <a:off x="8627786" y="3977305"/>
            <a:ext cx="238125" cy="130301"/>
            <a:chOff x="8239125" y="2849206"/>
            <a:chExt cx="238125" cy="130301"/>
          </a:xfrm>
        </p:grpSpPr>
        <p:cxnSp>
          <p:nvCxnSpPr>
            <p:cNvPr id="634" name="직선 연결선 633">
              <a:extLst>
                <a:ext uri="{FF2B5EF4-FFF2-40B4-BE49-F238E27FC236}">
                  <a16:creationId xmlns:a16="http://schemas.microsoft.com/office/drawing/2014/main" id="{B46054AE-8BF5-8B57-CB03-8FD8FE05E996}"/>
                </a:ext>
              </a:extLst>
            </p:cNvPr>
            <p:cNvCxnSpPr>
              <a:cxnSpLocks/>
            </p:cNvCxnSpPr>
            <p:nvPr/>
          </p:nvCxnSpPr>
          <p:spPr>
            <a:xfrm>
              <a:off x="8387011" y="2849206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직선 연결선 634">
              <a:extLst>
                <a:ext uri="{FF2B5EF4-FFF2-40B4-BE49-F238E27FC236}">
                  <a16:creationId xmlns:a16="http://schemas.microsoft.com/office/drawing/2014/main" id="{1B48F714-B504-4FF2-CD46-5F5E16F88AF3}"/>
                </a:ext>
              </a:extLst>
            </p:cNvPr>
            <p:cNvCxnSpPr>
              <a:cxnSpLocks/>
            </p:cNvCxnSpPr>
            <p:nvPr/>
          </p:nvCxnSpPr>
          <p:spPr>
            <a:xfrm>
              <a:off x="8337005" y="2852330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직선 연결선 635">
              <a:extLst>
                <a:ext uri="{FF2B5EF4-FFF2-40B4-BE49-F238E27FC236}">
                  <a16:creationId xmlns:a16="http://schemas.microsoft.com/office/drawing/2014/main" id="{88D928B3-E4B7-8D4B-45B5-F526A97909E3}"/>
                </a:ext>
              </a:extLst>
            </p:cNvPr>
            <p:cNvCxnSpPr>
              <a:cxnSpLocks/>
            </p:cNvCxnSpPr>
            <p:nvPr/>
          </p:nvCxnSpPr>
          <p:spPr>
            <a:xfrm>
              <a:off x="8384381" y="2911212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직선 연결선 636">
              <a:extLst>
                <a:ext uri="{FF2B5EF4-FFF2-40B4-BE49-F238E27FC236}">
                  <a16:creationId xmlns:a16="http://schemas.microsoft.com/office/drawing/2014/main" id="{80A3F44D-8DE2-DECE-6F4E-9BB38D16EDF9}"/>
                </a:ext>
              </a:extLst>
            </p:cNvPr>
            <p:cNvCxnSpPr>
              <a:cxnSpLocks/>
            </p:cNvCxnSpPr>
            <p:nvPr/>
          </p:nvCxnSpPr>
          <p:spPr>
            <a:xfrm>
              <a:off x="8239125" y="2911212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0" name="그룹 649">
            <a:extLst>
              <a:ext uri="{FF2B5EF4-FFF2-40B4-BE49-F238E27FC236}">
                <a16:creationId xmlns:a16="http://schemas.microsoft.com/office/drawing/2014/main" id="{76762D29-D05F-A0FD-AA7D-B599D145999A}"/>
              </a:ext>
            </a:extLst>
          </p:cNvPr>
          <p:cNvGrpSpPr/>
          <p:nvPr/>
        </p:nvGrpSpPr>
        <p:grpSpPr>
          <a:xfrm>
            <a:off x="8816238" y="3105054"/>
            <a:ext cx="511114" cy="760949"/>
            <a:chOff x="9905658" y="3117242"/>
            <a:chExt cx="511114" cy="760949"/>
          </a:xfrm>
        </p:grpSpPr>
        <p:cxnSp>
          <p:nvCxnSpPr>
            <p:cNvPr id="638" name="직선 연결선 637">
              <a:extLst>
                <a:ext uri="{FF2B5EF4-FFF2-40B4-BE49-F238E27FC236}">
                  <a16:creationId xmlns:a16="http://schemas.microsoft.com/office/drawing/2014/main" id="{9629F5AC-B504-AB37-5AD5-94ECE6F36408}"/>
                </a:ext>
              </a:extLst>
            </p:cNvPr>
            <p:cNvCxnSpPr>
              <a:cxnSpLocks/>
            </p:cNvCxnSpPr>
            <p:nvPr/>
          </p:nvCxnSpPr>
          <p:spPr>
            <a:xfrm>
              <a:off x="10161213" y="3335914"/>
              <a:ext cx="0" cy="358224"/>
            </a:xfrm>
            <a:prstGeom prst="line">
              <a:avLst/>
            </a:prstGeom>
            <a:ln w="19050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직선 연결선 638">
              <a:extLst>
                <a:ext uri="{FF2B5EF4-FFF2-40B4-BE49-F238E27FC236}">
                  <a16:creationId xmlns:a16="http://schemas.microsoft.com/office/drawing/2014/main" id="{7A68EDBE-A4DB-900E-E12D-9BEBDBBF5340}"/>
                </a:ext>
              </a:extLst>
            </p:cNvPr>
            <p:cNvCxnSpPr>
              <a:cxnSpLocks/>
            </p:cNvCxnSpPr>
            <p:nvPr/>
          </p:nvCxnSpPr>
          <p:spPr>
            <a:xfrm>
              <a:off x="10217326" y="3212090"/>
              <a:ext cx="0" cy="66279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직선 연결선 639">
              <a:extLst>
                <a:ext uri="{FF2B5EF4-FFF2-40B4-BE49-F238E27FC236}">
                  <a16:creationId xmlns:a16="http://schemas.microsoft.com/office/drawing/2014/main" id="{FEDB8015-C148-F265-6A28-929E611DDE22}"/>
                </a:ext>
              </a:extLst>
            </p:cNvPr>
            <p:cNvCxnSpPr>
              <a:cxnSpLocks/>
            </p:cNvCxnSpPr>
            <p:nvPr/>
          </p:nvCxnSpPr>
          <p:spPr>
            <a:xfrm>
              <a:off x="10103268" y="3335914"/>
              <a:ext cx="0" cy="358224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직선 연결선 641">
              <a:extLst>
                <a:ext uri="{FF2B5EF4-FFF2-40B4-BE49-F238E27FC236}">
                  <a16:creationId xmlns:a16="http://schemas.microsoft.com/office/drawing/2014/main" id="{C0FA0A14-5333-FD60-9080-6771B4FD73CE}"/>
                </a:ext>
              </a:extLst>
            </p:cNvPr>
            <p:cNvCxnSpPr>
              <a:cxnSpLocks/>
            </p:cNvCxnSpPr>
            <p:nvPr/>
          </p:nvCxnSpPr>
          <p:spPr>
            <a:xfrm>
              <a:off x="9950450" y="3335041"/>
              <a:ext cx="1787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직선 연결선 643">
              <a:extLst>
                <a:ext uri="{FF2B5EF4-FFF2-40B4-BE49-F238E27FC236}">
                  <a16:creationId xmlns:a16="http://schemas.microsoft.com/office/drawing/2014/main" id="{A67FF5CD-713C-CB43-1E7F-19B9823DE051}"/>
                </a:ext>
              </a:extLst>
            </p:cNvPr>
            <p:cNvCxnSpPr>
              <a:cxnSpLocks/>
            </p:cNvCxnSpPr>
            <p:nvPr/>
          </p:nvCxnSpPr>
          <p:spPr>
            <a:xfrm>
              <a:off x="9950450" y="3694138"/>
              <a:ext cx="1787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직선 연결선 644">
              <a:extLst>
                <a:ext uri="{FF2B5EF4-FFF2-40B4-BE49-F238E27FC236}">
                  <a16:creationId xmlns:a16="http://schemas.microsoft.com/office/drawing/2014/main" id="{BE2CFC96-02C4-4041-843C-A56C4DB46B5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8185" y="3217791"/>
              <a:ext cx="1787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직선 연결선 645">
              <a:extLst>
                <a:ext uri="{FF2B5EF4-FFF2-40B4-BE49-F238E27FC236}">
                  <a16:creationId xmlns:a16="http://schemas.microsoft.com/office/drawing/2014/main" id="{011EB755-D253-F861-E965-9572CA295FBF}"/>
                </a:ext>
              </a:extLst>
            </p:cNvPr>
            <p:cNvCxnSpPr>
              <a:cxnSpLocks/>
            </p:cNvCxnSpPr>
            <p:nvPr/>
          </p:nvCxnSpPr>
          <p:spPr>
            <a:xfrm>
              <a:off x="10185010" y="3878191"/>
              <a:ext cx="1787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7" name="TextBox 646">
              <a:extLst>
                <a:ext uri="{FF2B5EF4-FFF2-40B4-BE49-F238E27FC236}">
                  <a16:creationId xmlns:a16="http://schemas.microsoft.com/office/drawing/2014/main" id="{801EC54A-E46B-AB7E-CE32-EBE26B8A2DDB}"/>
                </a:ext>
              </a:extLst>
            </p:cNvPr>
            <p:cNvSpPr txBox="1"/>
            <p:nvPr/>
          </p:nvSpPr>
          <p:spPr>
            <a:xfrm>
              <a:off x="9905658" y="3477950"/>
              <a:ext cx="14916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17T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648" name="TextBox 647">
              <a:extLst>
                <a:ext uri="{FF2B5EF4-FFF2-40B4-BE49-F238E27FC236}">
                  <a16:creationId xmlns:a16="http://schemas.microsoft.com/office/drawing/2014/main" id="{BDB6A928-9699-8EC9-156E-0296133137B3}"/>
                </a:ext>
              </a:extLst>
            </p:cNvPr>
            <p:cNvSpPr txBox="1"/>
            <p:nvPr/>
          </p:nvSpPr>
          <p:spPr>
            <a:xfrm>
              <a:off x="10273087" y="3487475"/>
              <a:ext cx="14368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70T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649" name="TextBox 648">
              <a:extLst>
                <a:ext uri="{FF2B5EF4-FFF2-40B4-BE49-F238E27FC236}">
                  <a16:creationId xmlns:a16="http://schemas.microsoft.com/office/drawing/2014/main" id="{0DF42007-90FC-EF41-280B-F28B3096BDF1}"/>
                </a:ext>
              </a:extLst>
            </p:cNvPr>
            <p:cNvSpPr txBox="1"/>
            <p:nvPr/>
          </p:nvSpPr>
          <p:spPr>
            <a:xfrm>
              <a:off x="10050836" y="3117242"/>
              <a:ext cx="25520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N=4.12 </a:t>
              </a:r>
              <a:endParaRPr lang="ko-KR" altLang="en-US" sz="600" dirty="0">
                <a:latin typeface="+mn-ea"/>
              </a:endParaRPr>
            </a:p>
          </p:txBody>
        </p:sp>
      </p:grpSp>
      <p:cxnSp>
        <p:nvCxnSpPr>
          <p:cNvPr id="651" name="직선 연결선 650">
            <a:extLst>
              <a:ext uri="{FF2B5EF4-FFF2-40B4-BE49-F238E27FC236}">
                <a16:creationId xmlns:a16="http://schemas.microsoft.com/office/drawing/2014/main" id="{8C76830D-B3DF-1B8D-A15D-CF43D07F3C89}"/>
              </a:ext>
            </a:extLst>
          </p:cNvPr>
          <p:cNvCxnSpPr>
            <a:cxnSpLocks/>
          </p:cNvCxnSpPr>
          <p:nvPr/>
        </p:nvCxnSpPr>
        <p:spPr>
          <a:xfrm>
            <a:off x="8857956" y="3076790"/>
            <a:ext cx="0" cy="2479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2" name="직선 연결선 651">
            <a:extLst>
              <a:ext uri="{FF2B5EF4-FFF2-40B4-BE49-F238E27FC236}">
                <a16:creationId xmlns:a16="http://schemas.microsoft.com/office/drawing/2014/main" id="{CCB3F087-FE58-DBBA-7F66-F804FBEFFB24}"/>
              </a:ext>
            </a:extLst>
          </p:cNvPr>
          <p:cNvCxnSpPr>
            <a:cxnSpLocks/>
          </p:cNvCxnSpPr>
          <p:nvPr/>
        </p:nvCxnSpPr>
        <p:spPr>
          <a:xfrm>
            <a:off x="8866941" y="3684613"/>
            <a:ext cx="0" cy="3578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7" name="TextBox 656">
            <a:extLst>
              <a:ext uri="{FF2B5EF4-FFF2-40B4-BE49-F238E27FC236}">
                <a16:creationId xmlns:a16="http://schemas.microsoft.com/office/drawing/2014/main" id="{85A37C2D-F57A-717E-64F4-F1077604699D}"/>
              </a:ext>
            </a:extLst>
          </p:cNvPr>
          <p:cNvSpPr txBox="1"/>
          <p:nvPr/>
        </p:nvSpPr>
        <p:spPr>
          <a:xfrm>
            <a:off x="10369854" y="1200616"/>
            <a:ext cx="318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③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837CCCDA-0887-3820-4133-6607D3D648A0}"/>
              </a:ext>
            </a:extLst>
          </p:cNvPr>
          <p:cNvSpPr txBox="1"/>
          <p:nvPr/>
        </p:nvSpPr>
        <p:spPr>
          <a:xfrm>
            <a:off x="10621639" y="764684"/>
            <a:ext cx="318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①</a:t>
            </a:r>
          </a:p>
        </p:txBody>
      </p:sp>
      <p:sp>
        <p:nvSpPr>
          <p:cNvPr id="659" name="TextBox 658">
            <a:extLst>
              <a:ext uri="{FF2B5EF4-FFF2-40B4-BE49-F238E27FC236}">
                <a16:creationId xmlns:a16="http://schemas.microsoft.com/office/drawing/2014/main" id="{4E126B39-D1E6-770A-E68A-2A90204C452E}"/>
              </a:ext>
            </a:extLst>
          </p:cNvPr>
          <p:cNvSpPr txBox="1"/>
          <p:nvPr/>
        </p:nvSpPr>
        <p:spPr>
          <a:xfrm>
            <a:off x="9861315" y="1226805"/>
            <a:ext cx="318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④</a:t>
            </a:r>
          </a:p>
        </p:txBody>
      </p:sp>
      <p:sp>
        <p:nvSpPr>
          <p:cNvPr id="660" name="TextBox 659">
            <a:extLst>
              <a:ext uri="{FF2B5EF4-FFF2-40B4-BE49-F238E27FC236}">
                <a16:creationId xmlns:a16="http://schemas.microsoft.com/office/drawing/2014/main" id="{8B50D9BA-1C94-234B-928C-1C07DC1B84F4}"/>
              </a:ext>
            </a:extLst>
          </p:cNvPr>
          <p:cNvSpPr txBox="1"/>
          <p:nvPr/>
        </p:nvSpPr>
        <p:spPr>
          <a:xfrm>
            <a:off x="10362323" y="298173"/>
            <a:ext cx="318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⑧</a:t>
            </a:r>
          </a:p>
        </p:txBody>
      </p:sp>
      <p:sp>
        <p:nvSpPr>
          <p:cNvPr id="661" name="TextBox 660">
            <a:extLst>
              <a:ext uri="{FF2B5EF4-FFF2-40B4-BE49-F238E27FC236}">
                <a16:creationId xmlns:a16="http://schemas.microsoft.com/office/drawing/2014/main" id="{A3B58235-6EBB-51B0-D258-26746F51F19B}"/>
              </a:ext>
            </a:extLst>
          </p:cNvPr>
          <p:cNvSpPr txBox="1"/>
          <p:nvPr/>
        </p:nvSpPr>
        <p:spPr>
          <a:xfrm>
            <a:off x="10560270" y="994192"/>
            <a:ext cx="318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②</a:t>
            </a:r>
          </a:p>
        </p:txBody>
      </p:sp>
      <p:sp>
        <p:nvSpPr>
          <p:cNvPr id="662" name="TextBox 661">
            <a:extLst>
              <a:ext uri="{FF2B5EF4-FFF2-40B4-BE49-F238E27FC236}">
                <a16:creationId xmlns:a16="http://schemas.microsoft.com/office/drawing/2014/main" id="{427811D0-70E0-98CF-D60B-99A53DCB15C5}"/>
              </a:ext>
            </a:extLst>
          </p:cNvPr>
          <p:cNvSpPr txBox="1"/>
          <p:nvPr/>
        </p:nvSpPr>
        <p:spPr>
          <a:xfrm>
            <a:off x="9638278" y="1019263"/>
            <a:ext cx="318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⑤</a:t>
            </a:r>
          </a:p>
        </p:txBody>
      </p:sp>
      <p:sp>
        <p:nvSpPr>
          <p:cNvPr id="663" name="TextBox 662">
            <a:extLst>
              <a:ext uri="{FF2B5EF4-FFF2-40B4-BE49-F238E27FC236}">
                <a16:creationId xmlns:a16="http://schemas.microsoft.com/office/drawing/2014/main" id="{76918A3E-F565-C086-B363-35638711934B}"/>
              </a:ext>
            </a:extLst>
          </p:cNvPr>
          <p:cNvSpPr txBox="1"/>
          <p:nvPr/>
        </p:nvSpPr>
        <p:spPr>
          <a:xfrm>
            <a:off x="9596754" y="748858"/>
            <a:ext cx="245798" cy="316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⑥</a:t>
            </a: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95893A98-24B4-F144-DE40-A0D1AAEAA9AF}"/>
              </a:ext>
            </a:extLst>
          </p:cNvPr>
          <p:cNvSpPr txBox="1"/>
          <p:nvPr/>
        </p:nvSpPr>
        <p:spPr>
          <a:xfrm>
            <a:off x="9854822" y="280115"/>
            <a:ext cx="3185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⑦</a:t>
            </a:r>
          </a:p>
        </p:txBody>
      </p:sp>
      <p:sp>
        <p:nvSpPr>
          <p:cNvPr id="665" name="TextBox 664">
            <a:extLst>
              <a:ext uri="{FF2B5EF4-FFF2-40B4-BE49-F238E27FC236}">
                <a16:creationId xmlns:a16="http://schemas.microsoft.com/office/drawing/2014/main" id="{57FF1B6B-24EA-E573-E46C-E14BBF6B7871}"/>
              </a:ext>
            </a:extLst>
          </p:cNvPr>
          <p:cNvSpPr txBox="1"/>
          <p:nvPr/>
        </p:nvSpPr>
        <p:spPr>
          <a:xfrm>
            <a:off x="10449396" y="796081"/>
            <a:ext cx="4113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EL0</a:t>
            </a:r>
            <a:endParaRPr lang="ko-KR" altLang="en-US" sz="800" dirty="0"/>
          </a:p>
        </p:txBody>
      </p:sp>
      <p:grpSp>
        <p:nvGrpSpPr>
          <p:cNvPr id="676" name="그룹 675">
            <a:extLst>
              <a:ext uri="{FF2B5EF4-FFF2-40B4-BE49-F238E27FC236}">
                <a16:creationId xmlns:a16="http://schemas.microsoft.com/office/drawing/2014/main" id="{32FADBCF-A1D4-0AE1-27EE-E1A1CC66F1BC}"/>
              </a:ext>
            </a:extLst>
          </p:cNvPr>
          <p:cNvGrpSpPr/>
          <p:nvPr/>
        </p:nvGrpSpPr>
        <p:grpSpPr>
          <a:xfrm>
            <a:off x="9633166" y="1257410"/>
            <a:ext cx="310743" cy="379383"/>
            <a:chOff x="9759223" y="1235097"/>
            <a:chExt cx="310743" cy="379383"/>
          </a:xfrm>
        </p:grpSpPr>
        <p:cxnSp>
          <p:nvCxnSpPr>
            <p:cNvPr id="666" name="직선 연결선 665">
              <a:extLst>
                <a:ext uri="{FF2B5EF4-FFF2-40B4-BE49-F238E27FC236}">
                  <a16:creationId xmlns:a16="http://schemas.microsoft.com/office/drawing/2014/main" id="{5BF352E2-44DB-6912-2B50-4D10D5933B13}"/>
                </a:ext>
              </a:extLst>
            </p:cNvPr>
            <p:cNvCxnSpPr/>
            <p:nvPr/>
          </p:nvCxnSpPr>
          <p:spPr>
            <a:xfrm flipH="1">
              <a:off x="9910683" y="1235097"/>
              <a:ext cx="1" cy="25555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7" name="직선 연결선 666">
              <a:extLst>
                <a:ext uri="{FF2B5EF4-FFF2-40B4-BE49-F238E27FC236}">
                  <a16:creationId xmlns:a16="http://schemas.microsoft.com/office/drawing/2014/main" id="{CFECC37F-122F-6F90-57B7-39711E09CF3F}"/>
                </a:ext>
              </a:extLst>
            </p:cNvPr>
            <p:cNvCxnSpPr>
              <a:cxnSpLocks/>
            </p:cNvCxnSpPr>
            <p:nvPr/>
          </p:nvCxnSpPr>
          <p:spPr>
            <a:xfrm>
              <a:off x="9759223" y="1490655"/>
              <a:ext cx="3107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직선 연결선 667">
              <a:extLst>
                <a:ext uri="{FF2B5EF4-FFF2-40B4-BE49-F238E27FC236}">
                  <a16:creationId xmlns:a16="http://schemas.microsoft.com/office/drawing/2014/main" id="{37D6B3C3-77B3-2ECA-BB86-35431CAB6C29}"/>
                </a:ext>
              </a:extLst>
            </p:cNvPr>
            <p:cNvCxnSpPr>
              <a:cxnSpLocks/>
            </p:cNvCxnSpPr>
            <p:nvPr/>
          </p:nvCxnSpPr>
          <p:spPr>
            <a:xfrm>
              <a:off x="9824234" y="1558696"/>
              <a:ext cx="1978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직선 연결선 668">
              <a:extLst>
                <a:ext uri="{FF2B5EF4-FFF2-40B4-BE49-F238E27FC236}">
                  <a16:creationId xmlns:a16="http://schemas.microsoft.com/office/drawing/2014/main" id="{36B7A0DC-6B03-1C59-0EEE-5CD857A8C397}"/>
                </a:ext>
              </a:extLst>
            </p:cNvPr>
            <p:cNvCxnSpPr>
              <a:cxnSpLocks/>
            </p:cNvCxnSpPr>
            <p:nvPr/>
          </p:nvCxnSpPr>
          <p:spPr>
            <a:xfrm>
              <a:off x="9881384" y="1614480"/>
              <a:ext cx="889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0" name="TextBox 669">
            <a:extLst>
              <a:ext uri="{FF2B5EF4-FFF2-40B4-BE49-F238E27FC236}">
                <a16:creationId xmlns:a16="http://schemas.microsoft.com/office/drawing/2014/main" id="{4565207C-591B-39BC-2CFB-71995F87B070}"/>
              </a:ext>
            </a:extLst>
          </p:cNvPr>
          <p:cNvSpPr txBox="1"/>
          <p:nvPr/>
        </p:nvSpPr>
        <p:spPr>
          <a:xfrm>
            <a:off x="10348644" y="498228"/>
            <a:ext cx="4137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FIL_1</a:t>
            </a:r>
            <a:endParaRPr lang="ko-KR" altLang="en-US" sz="800" dirty="0"/>
          </a:p>
        </p:txBody>
      </p:sp>
      <p:sp>
        <p:nvSpPr>
          <p:cNvPr id="671" name="TextBox 670">
            <a:extLst>
              <a:ext uri="{FF2B5EF4-FFF2-40B4-BE49-F238E27FC236}">
                <a16:creationId xmlns:a16="http://schemas.microsoft.com/office/drawing/2014/main" id="{075ACB51-8AD3-3404-860A-0AAB9D6EEC73}"/>
              </a:ext>
            </a:extLst>
          </p:cNvPr>
          <p:cNvSpPr txBox="1"/>
          <p:nvPr/>
        </p:nvSpPr>
        <p:spPr>
          <a:xfrm>
            <a:off x="10302698" y="1119083"/>
            <a:ext cx="4213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FIL_2</a:t>
            </a:r>
            <a:endParaRPr lang="ko-KR" altLang="en-US" sz="800" dirty="0"/>
          </a:p>
        </p:txBody>
      </p:sp>
      <p:sp>
        <p:nvSpPr>
          <p:cNvPr id="672" name="TextBox 671">
            <a:extLst>
              <a:ext uri="{FF2B5EF4-FFF2-40B4-BE49-F238E27FC236}">
                <a16:creationId xmlns:a16="http://schemas.microsoft.com/office/drawing/2014/main" id="{79B99743-3ABF-BD69-6BCC-97292EC0069F}"/>
              </a:ext>
            </a:extLst>
          </p:cNvPr>
          <p:cNvSpPr txBox="1"/>
          <p:nvPr/>
        </p:nvSpPr>
        <p:spPr>
          <a:xfrm>
            <a:off x="10422998" y="965642"/>
            <a:ext cx="404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EL3</a:t>
            </a:r>
            <a:endParaRPr lang="ko-KR" altLang="en-US" sz="800" dirty="0"/>
          </a:p>
        </p:txBody>
      </p:sp>
      <p:sp>
        <p:nvSpPr>
          <p:cNvPr id="673" name="TextBox 672">
            <a:extLst>
              <a:ext uri="{FF2B5EF4-FFF2-40B4-BE49-F238E27FC236}">
                <a16:creationId xmlns:a16="http://schemas.microsoft.com/office/drawing/2014/main" id="{6F219AF3-D370-90DC-6897-0215F5FA39A8}"/>
              </a:ext>
            </a:extLst>
          </p:cNvPr>
          <p:cNvSpPr txBox="1"/>
          <p:nvPr/>
        </p:nvSpPr>
        <p:spPr>
          <a:xfrm>
            <a:off x="9667326" y="467260"/>
            <a:ext cx="7482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err="1"/>
              <a:t>Q_pole</a:t>
            </a:r>
            <a:r>
              <a:rPr lang="en-US" altLang="ko-KR" sz="800" dirty="0"/>
              <a:t>-</a:t>
            </a:r>
            <a:endParaRPr lang="ko-KR" altLang="en-US" sz="800" dirty="0"/>
          </a:p>
        </p:txBody>
      </p:sp>
      <p:sp>
        <p:nvSpPr>
          <p:cNvPr id="674" name="TextBox 673">
            <a:extLst>
              <a:ext uri="{FF2B5EF4-FFF2-40B4-BE49-F238E27FC236}">
                <a16:creationId xmlns:a16="http://schemas.microsoft.com/office/drawing/2014/main" id="{6A1A5F4C-24EB-1A9E-ED5E-52D7030D9E63}"/>
              </a:ext>
            </a:extLst>
          </p:cNvPr>
          <p:cNvSpPr txBox="1"/>
          <p:nvPr/>
        </p:nvSpPr>
        <p:spPr>
          <a:xfrm>
            <a:off x="9719653" y="805923"/>
            <a:ext cx="5883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Q_pole</a:t>
            </a:r>
            <a:r>
              <a:rPr lang="en-US" altLang="ko-KR" sz="800" dirty="0"/>
              <a:t>+</a:t>
            </a:r>
            <a:endParaRPr lang="ko-KR" altLang="en-US" sz="800" dirty="0"/>
          </a:p>
        </p:txBody>
      </p:sp>
      <p:sp>
        <p:nvSpPr>
          <p:cNvPr id="675" name="타원 674">
            <a:extLst>
              <a:ext uri="{FF2B5EF4-FFF2-40B4-BE49-F238E27FC236}">
                <a16:creationId xmlns:a16="http://schemas.microsoft.com/office/drawing/2014/main" id="{4B12ED2A-9CE2-7174-89A3-651A91C9193C}"/>
              </a:ext>
            </a:extLst>
          </p:cNvPr>
          <p:cNvSpPr/>
          <p:nvPr/>
        </p:nvSpPr>
        <p:spPr>
          <a:xfrm>
            <a:off x="9642292" y="310695"/>
            <a:ext cx="1218586" cy="12185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5" name="TextBox 714">
            <a:extLst>
              <a:ext uri="{FF2B5EF4-FFF2-40B4-BE49-F238E27FC236}">
                <a16:creationId xmlns:a16="http://schemas.microsoft.com/office/drawing/2014/main" id="{853B5917-C35E-BBA0-188E-70F283506FF1}"/>
              </a:ext>
            </a:extLst>
          </p:cNvPr>
          <p:cNvSpPr txBox="1"/>
          <p:nvPr/>
        </p:nvSpPr>
        <p:spPr>
          <a:xfrm>
            <a:off x="9853104" y="1158645"/>
            <a:ext cx="5767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FIL_GND</a:t>
            </a:r>
            <a:endParaRPr lang="ko-KR" altLang="en-US" sz="800" dirty="0"/>
          </a:p>
        </p:txBody>
      </p:sp>
      <p:grpSp>
        <p:nvGrpSpPr>
          <p:cNvPr id="677" name="그룹 676">
            <a:extLst>
              <a:ext uri="{FF2B5EF4-FFF2-40B4-BE49-F238E27FC236}">
                <a16:creationId xmlns:a16="http://schemas.microsoft.com/office/drawing/2014/main" id="{B54D45EF-F6F3-50D2-0680-58B3CA43C7B6}"/>
              </a:ext>
            </a:extLst>
          </p:cNvPr>
          <p:cNvGrpSpPr/>
          <p:nvPr/>
        </p:nvGrpSpPr>
        <p:grpSpPr>
          <a:xfrm>
            <a:off x="9215759" y="3144329"/>
            <a:ext cx="238125" cy="127920"/>
            <a:chOff x="8239125" y="2851587"/>
            <a:chExt cx="238125" cy="127920"/>
          </a:xfrm>
        </p:grpSpPr>
        <p:cxnSp>
          <p:nvCxnSpPr>
            <p:cNvPr id="678" name="직선 연결선 677">
              <a:extLst>
                <a:ext uri="{FF2B5EF4-FFF2-40B4-BE49-F238E27FC236}">
                  <a16:creationId xmlns:a16="http://schemas.microsoft.com/office/drawing/2014/main" id="{9C3B2F67-C8F1-F9EF-E0C9-B96AA04C22BB}"/>
                </a:ext>
              </a:extLst>
            </p:cNvPr>
            <p:cNvCxnSpPr>
              <a:cxnSpLocks/>
            </p:cNvCxnSpPr>
            <p:nvPr/>
          </p:nvCxnSpPr>
          <p:spPr>
            <a:xfrm>
              <a:off x="8387011" y="2851587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직선 연결선 678">
              <a:extLst>
                <a:ext uri="{FF2B5EF4-FFF2-40B4-BE49-F238E27FC236}">
                  <a16:creationId xmlns:a16="http://schemas.microsoft.com/office/drawing/2014/main" id="{CF304EA8-1464-019C-78D8-3762EA5AD596}"/>
                </a:ext>
              </a:extLst>
            </p:cNvPr>
            <p:cNvCxnSpPr>
              <a:cxnSpLocks/>
            </p:cNvCxnSpPr>
            <p:nvPr/>
          </p:nvCxnSpPr>
          <p:spPr>
            <a:xfrm>
              <a:off x="8337005" y="2852330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직선 연결선 679">
              <a:extLst>
                <a:ext uri="{FF2B5EF4-FFF2-40B4-BE49-F238E27FC236}">
                  <a16:creationId xmlns:a16="http://schemas.microsoft.com/office/drawing/2014/main" id="{CBFBD069-9436-B405-2774-71E9C27E8DA2}"/>
                </a:ext>
              </a:extLst>
            </p:cNvPr>
            <p:cNvCxnSpPr>
              <a:cxnSpLocks/>
            </p:cNvCxnSpPr>
            <p:nvPr/>
          </p:nvCxnSpPr>
          <p:spPr>
            <a:xfrm>
              <a:off x="8384381" y="2911212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직선 연결선 680">
              <a:extLst>
                <a:ext uri="{FF2B5EF4-FFF2-40B4-BE49-F238E27FC236}">
                  <a16:creationId xmlns:a16="http://schemas.microsoft.com/office/drawing/2014/main" id="{3D04C166-0CD7-FAD1-BF9E-5CB53BED75FE}"/>
                </a:ext>
              </a:extLst>
            </p:cNvPr>
            <p:cNvCxnSpPr>
              <a:cxnSpLocks/>
            </p:cNvCxnSpPr>
            <p:nvPr/>
          </p:nvCxnSpPr>
          <p:spPr>
            <a:xfrm>
              <a:off x="8239125" y="2913593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2" name="그룹 681">
            <a:extLst>
              <a:ext uri="{FF2B5EF4-FFF2-40B4-BE49-F238E27FC236}">
                <a16:creationId xmlns:a16="http://schemas.microsoft.com/office/drawing/2014/main" id="{201B0FF6-4B18-5505-0F76-E34F1FF54924}"/>
              </a:ext>
            </a:extLst>
          </p:cNvPr>
          <p:cNvGrpSpPr/>
          <p:nvPr/>
        </p:nvGrpSpPr>
        <p:grpSpPr>
          <a:xfrm>
            <a:off x="9211708" y="3800295"/>
            <a:ext cx="233363" cy="130301"/>
            <a:chOff x="8243887" y="2849206"/>
            <a:chExt cx="233363" cy="130301"/>
          </a:xfrm>
        </p:grpSpPr>
        <p:cxnSp>
          <p:nvCxnSpPr>
            <p:cNvPr id="683" name="직선 연결선 682">
              <a:extLst>
                <a:ext uri="{FF2B5EF4-FFF2-40B4-BE49-F238E27FC236}">
                  <a16:creationId xmlns:a16="http://schemas.microsoft.com/office/drawing/2014/main" id="{7DD0263A-32D0-1E8E-BBAB-CCD714CE376F}"/>
                </a:ext>
              </a:extLst>
            </p:cNvPr>
            <p:cNvCxnSpPr>
              <a:cxnSpLocks/>
            </p:cNvCxnSpPr>
            <p:nvPr/>
          </p:nvCxnSpPr>
          <p:spPr>
            <a:xfrm>
              <a:off x="8387011" y="2849206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직선 연결선 683">
              <a:extLst>
                <a:ext uri="{FF2B5EF4-FFF2-40B4-BE49-F238E27FC236}">
                  <a16:creationId xmlns:a16="http://schemas.microsoft.com/office/drawing/2014/main" id="{B68C0A50-4F73-1DE0-50F1-325371E34823}"/>
                </a:ext>
              </a:extLst>
            </p:cNvPr>
            <p:cNvCxnSpPr>
              <a:cxnSpLocks/>
            </p:cNvCxnSpPr>
            <p:nvPr/>
          </p:nvCxnSpPr>
          <p:spPr>
            <a:xfrm>
              <a:off x="8337005" y="2852330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직선 연결선 684">
              <a:extLst>
                <a:ext uri="{FF2B5EF4-FFF2-40B4-BE49-F238E27FC236}">
                  <a16:creationId xmlns:a16="http://schemas.microsoft.com/office/drawing/2014/main" id="{EA2A2768-ABC7-ED15-FEE1-2EEF075F0B86}"/>
                </a:ext>
              </a:extLst>
            </p:cNvPr>
            <p:cNvCxnSpPr>
              <a:cxnSpLocks/>
            </p:cNvCxnSpPr>
            <p:nvPr/>
          </p:nvCxnSpPr>
          <p:spPr>
            <a:xfrm>
              <a:off x="8384381" y="2915974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직선 연결선 685">
              <a:extLst>
                <a:ext uri="{FF2B5EF4-FFF2-40B4-BE49-F238E27FC236}">
                  <a16:creationId xmlns:a16="http://schemas.microsoft.com/office/drawing/2014/main" id="{362496B2-FAA7-E304-CD76-76264946B23F}"/>
                </a:ext>
              </a:extLst>
            </p:cNvPr>
            <p:cNvCxnSpPr>
              <a:cxnSpLocks/>
            </p:cNvCxnSpPr>
            <p:nvPr/>
          </p:nvCxnSpPr>
          <p:spPr>
            <a:xfrm>
              <a:off x="8243887" y="2915974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88" name="직선 연결선 687">
            <a:extLst>
              <a:ext uri="{FF2B5EF4-FFF2-40B4-BE49-F238E27FC236}">
                <a16:creationId xmlns:a16="http://schemas.microsoft.com/office/drawing/2014/main" id="{7407F59F-E318-759D-A4D9-63CC65ECDD98}"/>
              </a:ext>
            </a:extLst>
          </p:cNvPr>
          <p:cNvCxnSpPr>
            <a:cxnSpLocks/>
          </p:cNvCxnSpPr>
          <p:nvPr/>
        </p:nvCxnSpPr>
        <p:spPr>
          <a:xfrm>
            <a:off x="9463088" y="925440"/>
            <a:ext cx="1793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0" name="직선 연결선 699">
            <a:extLst>
              <a:ext uri="{FF2B5EF4-FFF2-40B4-BE49-F238E27FC236}">
                <a16:creationId xmlns:a16="http://schemas.microsoft.com/office/drawing/2014/main" id="{B692B9CE-909A-53A7-A1AC-C4AD2E08615E}"/>
              </a:ext>
            </a:extLst>
          </p:cNvPr>
          <p:cNvCxnSpPr>
            <a:cxnSpLocks/>
          </p:cNvCxnSpPr>
          <p:nvPr/>
        </p:nvCxnSpPr>
        <p:spPr>
          <a:xfrm>
            <a:off x="9461148" y="929034"/>
            <a:ext cx="0" cy="46411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1" name="직선 연결선 700">
            <a:extLst>
              <a:ext uri="{FF2B5EF4-FFF2-40B4-BE49-F238E27FC236}">
                <a16:creationId xmlns:a16="http://schemas.microsoft.com/office/drawing/2014/main" id="{0AA940F6-D744-3EBD-7DB8-E84C1802B361}"/>
              </a:ext>
            </a:extLst>
          </p:cNvPr>
          <p:cNvCxnSpPr>
            <a:cxnSpLocks/>
          </p:cNvCxnSpPr>
          <p:nvPr/>
        </p:nvCxnSpPr>
        <p:spPr>
          <a:xfrm>
            <a:off x="9550048" y="445294"/>
            <a:ext cx="0" cy="57237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2" name="직선 연결선 701">
            <a:extLst>
              <a:ext uri="{FF2B5EF4-FFF2-40B4-BE49-F238E27FC236}">
                <a16:creationId xmlns:a16="http://schemas.microsoft.com/office/drawing/2014/main" id="{127D3C3F-426B-8121-0B1E-E32F889DE86C}"/>
              </a:ext>
            </a:extLst>
          </p:cNvPr>
          <p:cNvCxnSpPr>
            <a:cxnSpLocks/>
          </p:cNvCxnSpPr>
          <p:nvPr/>
        </p:nvCxnSpPr>
        <p:spPr>
          <a:xfrm>
            <a:off x="9409399" y="3866717"/>
            <a:ext cx="1505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9" name="직선 연결선 778">
            <a:extLst>
              <a:ext uri="{FF2B5EF4-FFF2-40B4-BE49-F238E27FC236}">
                <a16:creationId xmlns:a16="http://schemas.microsoft.com/office/drawing/2014/main" id="{9C1B40C1-AED2-30FF-32E3-D5E2A9F8776B}"/>
              </a:ext>
            </a:extLst>
          </p:cNvPr>
          <p:cNvCxnSpPr>
            <a:cxnSpLocks/>
          </p:cNvCxnSpPr>
          <p:nvPr/>
        </p:nvCxnSpPr>
        <p:spPr>
          <a:xfrm>
            <a:off x="7695432" y="5307953"/>
            <a:ext cx="0" cy="1153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0" name="TextBox 779">
            <a:extLst>
              <a:ext uri="{FF2B5EF4-FFF2-40B4-BE49-F238E27FC236}">
                <a16:creationId xmlns:a16="http://schemas.microsoft.com/office/drawing/2014/main" id="{58674CFA-4CA2-DD52-D067-6F8BFBA7D9AF}"/>
              </a:ext>
            </a:extLst>
          </p:cNvPr>
          <p:cNvSpPr txBox="1"/>
          <p:nvPr/>
        </p:nvSpPr>
        <p:spPr>
          <a:xfrm>
            <a:off x="7554024" y="5185261"/>
            <a:ext cx="280384" cy="123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+5V</a:t>
            </a:r>
            <a:endParaRPr lang="ko-KR" altLang="en-US" sz="800" dirty="0">
              <a:latin typeface="+mn-ea"/>
            </a:endParaRPr>
          </a:p>
        </p:txBody>
      </p:sp>
      <p:sp>
        <p:nvSpPr>
          <p:cNvPr id="782" name="TextBox 781">
            <a:extLst>
              <a:ext uri="{FF2B5EF4-FFF2-40B4-BE49-F238E27FC236}">
                <a16:creationId xmlns:a16="http://schemas.microsoft.com/office/drawing/2014/main" id="{A4F3253E-7C06-39B0-7DAA-47609F7C0407}"/>
              </a:ext>
            </a:extLst>
          </p:cNvPr>
          <p:cNvSpPr txBox="1"/>
          <p:nvPr/>
        </p:nvSpPr>
        <p:spPr>
          <a:xfrm>
            <a:off x="7812137" y="5183990"/>
            <a:ext cx="280384" cy="123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-5V</a:t>
            </a:r>
            <a:endParaRPr lang="ko-KR" altLang="en-US" sz="800" dirty="0">
              <a:latin typeface="+mn-ea"/>
            </a:endParaRPr>
          </a:p>
        </p:txBody>
      </p:sp>
      <p:grpSp>
        <p:nvGrpSpPr>
          <p:cNvPr id="886" name="그룹 885">
            <a:extLst>
              <a:ext uri="{FF2B5EF4-FFF2-40B4-BE49-F238E27FC236}">
                <a16:creationId xmlns:a16="http://schemas.microsoft.com/office/drawing/2014/main" id="{75489DFB-0818-421A-7198-AD642C3CF6AB}"/>
              </a:ext>
            </a:extLst>
          </p:cNvPr>
          <p:cNvGrpSpPr/>
          <p:nvPr/>
        </p:nvGrpSpPr>
        <p:grpSpPr>
          <a:xfrm>
            <a:off x="7446336" y="5422899"/>
            <a:ext cx="742544" cy="1146306"/>
            <a:chOff x="8472490" y="5422899"/>
            <a:chExt cx="742544" cy="1146306"/>
          </a:xfrm>
        </p:grpSpPr>
        <p:grpSp>
          <p:nvGrpSpPr>
            <p:cNvPr id="761" name="그룹 760">
              <a:extLst>
                <a:ext uri="{FF2B5EF4-FFF2-40B4-BE49-F238E27FC236}">
                  <a16:creationId xmlns:a16="http://schemas.microsoft.com/office/drawing/2014/main" id="{898AEA7F-1EA7-8DD4-10F5-B830A02B2DC4}"/>
                </a:ext>
              </a:extLst>
            </p:cNvPr>
            <p:cNvGrpSpPr/>
            <p:nvPr/>
          </p:nvGrpSpPr>
          <p:grpSpPr>
            <a:xfrm>
              <a:off x="8670893" y="5468645"/>
              <a:ext cx="333378" cy="386718"/>
              <a:chOff x="7030784" y="3002746"/>
              <a:chExt cx="333378" cy="386718"/>
            </a:xfrm>
            <a:scene3d>
              <a:camera prst="orthographicFront">
                <a:rot lat="0" lon="10800000" rev="0"/>
              </a:camera>
              <a:lightRig rig="threePt" dir="t"/>
            </a:scene3d>
          </p:grpSpPr>
          <p:sp>
            <p:nvSpPr>
              <p:cNvPr id="787" name="이등변 삼각형 786">
                <a:extLst>
                  <a:ext uri="{FF2B5EF4-FFF2-40B4-BE49-F238E27FC236}">
                    <a16:creationId xmlns:a16="http://schemas.microsoft.com/office/drawing/2014/main" id="{58D38169-FD24-F48D-667C-CD08B6B1BAA5}"/>
                  </a:ext>
                </a:extLst>
              </p:cNvPr>
              <p:cNvSpPr/>
              <p:nvPr/>
            </p:nvSpPr>
            <p:spPr>
              <a:xfrm rot="5400000">
                <a:off x="7004114" y="3029416"/>
                <a:ext cx="386718" cy="333378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788" name="TextBox 787">
                <a:extLst>
                  <a:ext uri="{FF2B5EF4-FFF2-40B4-BE49-F238E27FC236}">
                    <a16:creationId xmlns:a16="http://schemas.microsoft.com/office/drawing/2014/main" id="{BEA15468-A1DA-9216-3C09-EA3504D0FA7F}"/>
                  </a:ext>
                </a:extLst>
              </p:cNvPr>
              <p:cNvSpPr txBox="1"/>
              <p:nvPr/>
            </p:nvSpPr>
            <p:spPr>
              <a:xfrm>
                <a:off x="7059785" y="3045682"/>
                <a:ext cx="143202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+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789" name="TextBox 788">
                <a:extLst>
                  <a:ext uri="{FF2B5EF4-FFF2-40B4-BE49-F238E27FC236}">
                    <a16:creationId xmlns:a16="http://schemas.microsoft.com/office/drawing/2014/main" id="{8E7502C7-6A3B-45B2-4FDE-BA5E679FEF59}"/>
                  </a:ext>
                </a:extLst>
              </p:cNvPr>
              <p:cNvSpPr txBox="1"/>
              <p:nvPr/>
            </p:nvSpPr>
            <p:spPr>
              <a:xfrm>
                <a:off x="7079745" y="3194511"/>
                <a:ext cx="11427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-</a:t>
                </a:r>
                <a:endParaRPr lang="ko-KR" altLang="en-US" sz="800" dirty="0">
                  <a:latin typeface="+mn-ea"/>
                </a:endParaRPr>
              </a:p>
            </p:txBody>
          </p:sp>
        </p:grpSp>
        <p:sp>
          <p:nvSpPr>
            <p:cNvPr id="763" name="직사각형 762">
              <a:extLst>
                <a:ext uri="{FF2B5EF4-FFF2-40B4-BE49-F238E27FC236}">
                  <a16:creationId xmlns:a16="http://schemas.microsoft.com/office/drawing/2014/main" id="{749F9AE6-1B45-621F-13A6-92ED3E8C30E9}"/>
                </a:ext>
              </a:extLst>
            </p:cNvPr>
            <p:cNvSpPr/>
            <p:nvPr/>
          </p:nvSpPr>
          <p:spPr>
            <a:xfrm>
              <a:off x="8595130" y="5422899"/>
              <a:ext cx="527609" cy="895351"/>
            </a:xfrm>
            <a:prstGeom prst="rect">
              <a:avLst/>
            </a:prstGeom>
            <a:noFill/>
            <a:ln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cxnSp>
          <p:nvCxnSpPr>
            <p:cNvPr id="776" name="직선 연결선 775">
              <a:extLst>
                <a:ext uri="{FF2B5EF4-FFF2-40B4-BE49-F238E27FC236}">
                  <a16:creationId xmlns:a16="http://schemas.microsoft.com/office/drawing/2014/main" id="{71DEC8D2-C299-50D8-90DE-0410E3E1AB5E}"/>
                </a:ext>
              </a:extLst>
            </p:cNvPr>
            <p:cNvCxnSpPr>
              <a:cxnSpLocks/>
            </p:cNvCxnSpPr>
            <p:nvPr/>
          </p:nvCxnSpPr>
          <p:spPr>
            <a:xfrm>
              <a:off x="9018677" y="5573946"/>
              <a:ext cx="19635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8" name="TextBox 777">
              <a:extLst>
                <a:ext uri="{FF2B5EF4-FFF2-40B4-BE49-F238E27FC236}">
                  <a16:creationId xmlns:a16="http://schemas.microsoft.com/office/drawing/2014/main" id="{AC749442-E6B6-E0DA-A659-9B9B1B2FE540}"/>
                </a:ext>
              </a:extLst>
            </p:cNvPr>
            <p:cNvSpPr txBox="1"/>
            <p:nvPr/>
          </p:nvSpPr>
          <p:spPr>
            <a:xfrm>
              <a:off x="8601075" y="6322984"/>
              <a:ext cx="50951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00" b="1" dirty="0">
                  <a:latin typeface="+mn-ea"/>
                </a:rPr>
                <a:t>LT6411</a:t>
              </a:r>
              <a:endParaRPr lang="en-US" altLang="ko-KR" sz="800" dirty="0">
                <a:latin typeface="+mn-ea"/>
              </a:endParaRPr>
            </a:p>
            <a:p>
              <a:pPr algn="ctr"/>
              <a:r>
                <a:rPr lang="en-US" altLang="ko-KR" sz="800" dirty="0">
                  <a:latin typeface="+mn-ea"/>
                </a:rPr>
                <a:t>ADC</a:t>
              </a:r>
              <a:r>
                <a:rPr lang="ko-KR" altLang="en-US" sz="800" dirty="0">
                  <a:latin typeface="+mn-ea"/>
                </a:rPr>
                <a:t> </a:t>
              </a:r>
              <a:r>
                <a:rPr lang="en-US" altLang="ko-KR" sz="800" dirty="0">
                  <a:latin typeface="+mn-ea"/>
                </a:rPr>
                <a:t>driver</a:t>
              </a:r>
            </a:p>
          </p:txBody>
        </p:sp>
        <p:sp>
          <p:nvSpPr>
            <p:cNvPr id="783" name="TextBox 782">
              <a:extLst>
                <a:ext uri="{FF2B5EF4-FFF2-40B4-BE49-F238E27FC236}">
                  <a16:creationId xmlns:a16="http://schemas.microsoft.com/office/drawing/2014/main" id="{847FDA8E-3921-335F-7D7F-35483E3C0EB5}"/>
                </a:ext>
              </a:extLst>
            </p:cNvPr>
            <p:cNvSpPr txBox="1"/>
            <p:nvPr/>
          </p:nvSpPr>
          <p:spPr>
            <a:xfrm>
              <a:off x="8639292" y="5814455"/>
              <a:ext cx="44438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G = 2</a:t>
              </a:r>
              <a:endParaRPr lang="ko-KR" altLang="en-US" sz="800" dirty="0">
                <a:latin typeface="+mn-ea"/>
              </a:endParaRPr>
            </a:p>
          </p:txBody>
        </p:sp>
        <p:grpSp>
          <p:nvGrpSpPr>
            <p:cNvPr id="790" name="그룹 789">
              <a:extLst>
                <a:ext uri="{FF2B5EF4-FFF2-40B4-BE49-F238E27FC236}">
                  <a16:creationId xmlns:a16="http://schemas.microsoft.com/office/drawing/2014/main" id="{5FCF25B9-A97D-50D2-3B0C-9F931601D7BF}"/>
                </a:ext>
              </a:extLst>
            </p:cNvPr>
            <p:cNvGrpSpPr/>
            <p:nvPr/>
          </p:nvGrpSpPr>
          <p:grpSpPr>
            <a:xfrm rot="10800000">
              <a:off x="8670893" y="5893596"/>
              <a:ext cx="333378" cy="386718"/>
              <a:chOff x="7030784" y="3002746"/>
              <a:chExt cx="333378" cy="386718"/>
            </a:xfrm>
            <a:scene3d>
              <a:camera prst="orthographicFront">
                <a:rot lat="0" lon="0" rev="0"/>
              </a:camera>
              <a:lightRig rig="threePt" dir="t"/>
            </a:scene3d>
          </p:grpSpPr>
          <p:sp>
            <p:nvSpPr>
              <p:cNvPr id="791" name="이등변 삼각형 790">
                <a:extLst>
                  <a:ext uri="{FF2B5EF4-FFF2-40B4-BE49-F238E27FC236}">
                    <a16:creationId xmlns:a16="http://schemas.microsoft.com/office/drawing/2014/main" id="{46480569-75C2-8B97-5752-28BFAC97E4E7}"/>
                  </a:ext>
                </a:extLst>
              </p:cNvPr>
              <p:cNvSpPr/>
              <p:nvPr/>
            </p:nvSpPr>
            <p:spPr>
              <a:xfrm rot="5400000">
                <a:off x="7004114" y="3029416"/>
                <a:ext cx="386718" cy="333378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792" name="TextBox 791">
                <a:extLst>
                  <a:ext uri="{FF2B5EF4-FFF2-40B4-BE49-F238E27FC236}">
                    <a16:creationId xmlns:a16="http://schemas.microsoft.com/office/drawing/2014/main" id="{C180CBF8-FEE3-FCDB-771E-3717CE6B024F}"/>
                  </a:ext>
                </a:extLst>
              </p:cNvPr>
              <p:cNvSpPr txBox="1"/>
              <p:nvPr/>
            </p:nvSpPr>
            <p:spPr>
              <a:xfrm>
                <a:off x="7059785" y="3045682"/>
                <a:ext cx="143202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+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793" name="TextBox 792">
                <a:extLst>
                  <a:ext uri="{FF2B5EF4-FFF2-40B4-BE49-F238E27FC236}">
                    <a16:creationId xmlns:a16="http://schemas.microsoft.com/office/drawing/2014/main" id="{D56C5F54-553A-6A12-DA90-B0CEF4FF5A61}"/>
                  </a:ext>
                </a:extLst>
              </p:cNvPr>
              <p:cNvSpPr txBox="1"/>
              <p:nvPr/>
            </p:nvSpPr>
            <p:spPr>
              <a:xfrm>
                <a:off x="7079745" y="3194511"/>
                <a:ext cx="11427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-</a:t>
                </a:r>
                <a:endParaRPr lang="ko-KR" altLang="en-US" sz="800" dirty="0">
                  <a:latin typeface="+mn-ea"/>
                </a:endParaRPr>
              </a:p>
            </p:txBody>
          </p:sp>
        </p:grpSp>
        <p:cxnSp>
          <p:nvCxnSpPr>
            <p:cNvPr id="795" name="직선 연결선 794">
              <a:extLst>
                <a:ext uri="{FF2B5EF4-FFF2-40B4-BE49-F238E27FC236}">
                  <a16:creationId xmlns:a16="http://schemas.microsoft.com/office/drawing/2014/main" id="{210CE168-1C45-193A-D0F9-976C21B7916D}"/>
                </a:ext>
              </a:extLst>
            </p:cNvPr>
            <p:cNvCxnSpPr>
              <a:cxnSpLocks/>
            </p:cNvCxnSpPr>
            <p:nvPr/>
          </p:nvCxnSpPr>
          <p:spPr>
            <a:xfrm>
              <a:off x="9012240" y="6169211"/>
              <a:ext cx="19635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직선 연결선 795">
              <a:extLst>
                <a:ext uri="{FF2B5EF4-FFF2-40B4-BE49-F238E27FC236}">
                  <a16:creationId xmlns:a16="http://schemas.microsoft.com/office/drawing/2014/main" id="{153A4919-9214-79D5-8E5F-C43799A77069}"/>
                </a:ext>
              </a:extLst>
            </p:cNvPr>
            <p:cNvCxnSpPr>
              <a:cxnSpLocks/>
            </p:cNvCxnSpPr>
            <p:nvPr/>
          </p:nvCxnSpPr>
          <p:spPr>
            <a:xfrm>
              <a:off x="8478840" y="5655207"/>
              <a:ext cx="19635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직선 연결선 796">
              <a:extLst>
                <a:ext uri="{FF2B5EF4-FFF2-40B4-BE49-F238E27FC236}">
                  <a16:creationId xmlns:a16="http://schemas.microsoft.com/office/drawing/2014/main" id="{0B599352-19E3-A85F-0E3C-2F7D4538F2D0}"/>
                </a:ext>
              </a:extLst>
            </p:cNvPr>
            <p:cNvCxnSpPr>
              <a:cxnSpLocks/>
            </p:cNvCxnSpPr>
            <p:nvPr/>
          </p:nvCxnSpPr>
          <p:spPr>
            <a:xfrm>
              <a:off x="8472490" y="6087441"/>
              <a:ext cx="19635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9" name="직선 연결선 798">
            <a:extLst>
              <a:ext uri="{FF2B5EF4-FFF2-40B4-BE49-F238E27FC236}">
                <a16:creationId xmlns:a16="http://schemas.microsoft.com/office/drawing/2014/main" id="{6DAE9957-6622-7ACE-0579-D98A29962025}"/>
              </a:ext>
            </a:extLst>
          </p:cNvPr>
          <p:cNvCxnSpPr>
            <a:cxnSpLocks/>
          </p:cNvCxnSpPr>
          <p:nvPr/>
        </p:nvCxnSpPr>
        <p:spPr>
          <a:xfrm>
            <a:off x="7974832" y="5299718"/>
            <a:ext cx="0" cy="1153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1" name="그룹 800">
            <a:extLst>
              <a:ext uri="{FF2B5EF4-FFF2-40B4-BE49-F238E27FC236}">
                <a16:creationId xmlns:a16="http://schemas.microsoft.com/office/drawing/2014/main" id="{9505616F-C4E6-4A3D-50EF-95AD8665998C}"/>
              </a:ext>
            </a:extLst>
          </p:cNvPr>
          <p:cNvGrpSpPr/>
          <p:nvPr/>
        </p:nvGrpSpPr>
        <p:grpSpPr>
          <a:xfrm>
            <a:off x="8264657" y="5510967"/>
            <a:ext cx="238125" cy="127920"/>
            <a:chOff x="8239125" y="2849206"/>
            <a:chExt cx="238125" cy="127920"/>
          </a:xfrm>
        </p:grpSpPr>
        <p:cxnSp>
          <p:nvCxnSpPr>
            <p:cNvPr id="802" name="직선 연결선 801">
              <a:extLst>
                <a:ext uri="{FF2B5EF4-FFF2-40B4-BE49-F238E27FC236}">
                  <a16:creationId xmlns:a16="http://schemas.microsoft.com/office/drawing/2014/main" id="{883F98A9-F2DC-3D66-0AFF-AAB342E2B908}"/>
                </a:ext>
              </a:extLst>
            </p:cNvPr>
            <p:cNvCxnSpPr>
              <a:cxnSpLocks/>
            </p:cNvCxnSpPr>
            <p:nvPr/>
          </p:nvCxnSpPr>
          <p:spPr>
            <a:xfrm>
              <a:off x="8387011" y="2849206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직선 연결선 802">
              <a:extLst>
                <a:ext uri="{FF2B5EF4-FFF2-40B4-BE49-F238E27FC236}">
                  <a16:creationId xmlns:a16="http://schemas.microsoft.com/office/drawing/2014/main" id="{9AD49915-963F-AA82-6CAA-F3037D5BE12E}"/>
                </a:ext>
              </a:extLst>
            </p:cNvPr>
            <p:cNvCxnSpPr>
              <a:cxnSpLocks/>
            </p:cNvCxnSpPr>
            <p:nvPr/>
          </p:nvCxnSpPr>
          <p:spPr>
            <a:xfrm>
              <a:off x="8337005" y="2849949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직선 연결선 803">
              <a:extLst>
                <a:ext uri="{FF2B5EF4-FFF2-40B4-BE49-F238E27FC236}">
                  <a16:creationId xmlns:a16="http://schemas.microsoft.com/office/drawing/2014/main" id="{0D1D1A6F-4050-AFD6-645F-DB586D2649E1}"/>
                </a:ext>
              </a:extLst>
            </p:cNvPr>
            <p:cNvCxnSpPr>
              <a:cxnSpLocks/>
            </p:cNvCxnSpPr>
            <p:nvPr/>
          </p:nvCxnSpPr>
          <p:spPr>
            <a:xfrm>
              <a:off x="8384381" y="2911212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직선 연결선 804">
              <a:extLst>
                <a:ext uri="{FF2B5EF4-FFF2-40B4-BE49-F238E27FC236}">
                  <a16:creationId xmlns:a16="http://schemas.microsoft.com/office/drawing/2014/main" id="{836D7C56-DA00-92E8-575C-45745D62042B}"/>
                </a:ext>
              </a:extLst>
            </p:cNvPr>
            <p:cNvCxnSpPr>
              <a:cxnSpLocks/>
            </p:cNvCxnSpPr>
            <p:nvPr/>
          </p:nvCxnSpPr>
          <p:spPr>
            <a:xfrm>
              <a:off x="8239125" y="2913593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6" name="그룹 805">
            <a:extLst>
              <a:ext uri="{FF2B5EF4-FFF2-40B4-BE49-F238E27FC236}">
                <a16:creationId xmlns:a16="http://schemas.microsoft.com/office/drawing/2014/main" id="{10A7BB20-0A5E-C928-5333-9CC2E4E792FC}"/>
              </a:ext>
            </a:extLst>
          </p:cNvPr>
          <p:cNvGrpSpPr/>
          <p:nvPr/>
        </p:nvGrpSpPr>
        <p:grpSpPr>
          <a:xfrm>
            <a:off x="8272034" y="6105588"/>
            <a:ext cx="238125" cy="127920"/>
            <a:chOff x="8239125" y="2849206"/>
            <a:chExt cx="238125" cy="127920"/>
          </a:xfrm>
        </p:grpSpPr>
        <p:cxnSp>
          <p:nvCxnSpPr>
            <p:cNvPr id="807" name="직선 연결선 806">
              <a:extLst>
                <a:ext uri="{FF2B5EF4-FFF2-40B4-BE49-F238E27FC236}">
                  <a16:creationId xmlns:a16="http://schemas.microsoft.com/office/drawing/2014/main" id="{23E7285B-2896-54A5-F28D-8A7DB97E2B26}"/>
                </a:ext>
              </a:extLst>
            </p:cNvPr>
            <p:cNvCxnSpPr>
              <a:cxnSpLocks/>
            </p:cNvCxnSpPr>
            <p:nvPr/>
          </p:nvCxnSpPr>
          <p:spPr>
            <a:xfrm>
              <a:off x="8387011" y="2849206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직선 연결선 807">
              <a:extLst>
                <a:ext uri="{FF2B5EF4-FFF2-40B4-BE49-F238E27FC236}">
                  <a16:creationId xmlns:a16="http://schemas.microsoft.com/office/drawing/2014/main" id="{87651D7D-630E-32D8-BCFB-545F96C33324}"/>
                </a:ext>
              </a:extLst>
            </p:cNvPr>
            <p:cNvCxnSpPr>
              <a:cxnSpLocks/>
            </p:cNvCxnSpPr>
            <p:nvPr/>
          </p:nvCxnSpPr>
          <p:spPr>
            <a:xfrm>
              <a:off x="8337005" y="2849949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직선 연결선 808">
              <a:extLst>
                <a:ext uri="{FF2B5EF4-FFF2-40B4-BE49-F238E27FC236}">
                  <a16:creationId xmlns:a16="http://schemas.microsoft.com/office/drawing/2014/main" id="{ADACCFD3-551B-B7CA-4AA9-A922FB936413}"/>
                </a:ext>
              </a:extLst>
            </p:cNvPr>
            <p:cNvCxnSpPr>
              <a:cxnSpLocks/>
            </p:cNvCxnSpPr>
            <p:nvPr/>
          </p:nvCxnSpPr>
          <p:spPr>
            <a:xfrm>
              <a:off x="8384381" y="2911212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0" name="직선 연결선 809">
              <a:extLst>
                <a:ext uri="{FF2B5EF4-FFF2-40B4-BE49-F238E27FC236}">
                  <a16:creationId xmlns:a16="http://schemas.microsoft.com/office/drawing/2014/main" id="{17D78E6D-56DA-673F-4F23-E3E5B24AA707}"/>
                </a:ext>
              </a:extLst>
            </p:cNvPr>
            <p:cNvCxnSpPr>
              <a:cxnSpLocks/>
            </p:cNvCxnSpPr>
            <p:nvPr/>
          </p:nvCxnSpPr>
          <p:spPr>
            <a:xfrm>
              <a:off x="8239125" y="2913593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1" name="그룹 810">
            <a:extLst>
              <a:ext uri="{FF2B5EF4-FFF2-40B4-BE49-F238E27FC236}">
                <a16:creationId xmlns:a16="http://schemas.microsoft.com/office/drawing/2014/main" id="{207DF5A2-3FFB-1A54-C23B-0317FD3AA40E}"/>
              </a:ext>
            </a:extLst>
          </p:cNvPr>
          <p:cNvGrpSpPr/>
          <p:nvPr/>
        </p:nvGrpSpPr>
        <p:grpSpPr>
          <a:xfrm>
            <a:off x="8635342" y="5506037"/>
            <a:ext cx="238125" cy="127920"/>
            <a:chOff x="8239125" y="2849206"/>
            <a:chExt cx="238125" cy="127920"/>
          </a:xfrm>
        </p:grpSpPr>
        <p:cxnSp>
          <p:nvCxnSpPr>
            <p:cNvPr id="812" name="직선 연결선 811">
              <a:extLst>
                <a:ext uri="{FF2B5EF4-FFF2-40B4-BE49-F238E27FC236}">
                  <a16:creationId xmlns:a16="http://schemas.microsoft.com/office/drawing/2014/main" id="{300C75C7-ED1B-5BA1-28CA-B46E3F64AD95}"/>
                </a:ext>
              </a:extLst>
            </p:cNvPr>
            <p:cNvCxnSpPr>
              <a:cxnSpLocks/>
            </p:cNvCxnSpPr>
            <p:nvPr/>
          </p:nvCxnSpPr>
          <p:spPr>
            <a:xfrm>
              <a:off x="8387011" y="2849206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직선 연결선 812">
              <a:extLst>
                <a:ext uri="{FF2B5EF4-FFF2-40B4-BE49-F238E27FC236}">
                  <a16:creationId xmlns:a16="http://schemas.microsoft.com/office/drawing/2014/main" id="{271B148F-A839-DBE2-DEE1-79A6A08CBA3F}"/>
                </a:ext>
              </a:extLst>
            </p:cNvPr>
            <p:cNvCxnSpPr>
              <a:cxnSpLocks/>
            </p:cNvCxnSpPr>
            <p:nvPr/>
          </p:nvCxnSpPr>
          <p:spPr>
            <a:xfrm>
              <a:off x="8337005" y="2849949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직선 연결선 813">
              <a:extLst>
                <a:ext uri="{FF2B5EF4-FFF2-40B4-BE49-F238E27FC236}">
                  <a16:creationId xmlns:a16="http://schemas.microsoft.com/office/drawing/2014/main" id="{31F545E9-828B-4D5C-EF59-7D77B47997BC}"/>
                </a:ext>
              </a:extLst>
            </p:cNvPr>
            <p:cNvCxnSpPr>
              <a:cxnSpLocks/>
            </p:cNvCxnSpPr>
            <p:nvPr/>
          </p:nvCxnSpPr>
          <p:spPr>
            <a:xfrm>
              <a:off x="8384381" y="2911212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직선 연결선 814">
              <a:extLst>
                <a:ext uri="{FF2B5EF4-FFF2-40B4-BE49-F238E27FC236}">
                  <a16:creationId xmlns:a16="http://schemas.microsoft.com/office/drawing/2014/main" id="{D4718F25-4442-7E81-E103-226FC5DA8696}"/>
                </a:ext>
              </a:extLst>
            </p:cNvPr>
            <p:cNvCxnSpPr>
              <a:cxnSpLocks/>
            </p:cNvCxnSpPr>
            <p:nvPr/>
          </p:nvCxnSpPr>
          <p:spPr>
            <a:xfrm>
              <a:off x="8239125" y="2913593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21" name="직선 연결선 820">
            <a:extLst>
              <a:ext uri="{FF2B5EF4-FFF2-40B4-BE49-F238E27FC236}">
                <a16:creationId xmlns:a16="http://schemas.microsoft.com/office/drawing/2014/main" id="{D40E62FC-ACA8-329B-9FC7-535AFE047FEF}"/>
              </a:ext>
            </a:extLst>
          </p:cNvPr>
          <p:cNvCxnSpPr>
            <a:cxnSpLocks/>
          </p:cNvCxnSpPr>
          <p:nvPr/>
        </p:nvCxnSpPr>
        <p:spPr>
          <a:xfrm>
            <a:off x="8428247" y="5572560"/>
            <a:ext cx="207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2" name="그룹 821">
            <a:extLst>
              <a:ext uri="{FF2B5EF4-FFF2-40B4-BE49-F238E27FC236}">
                <a16:creationId xmlns:a16="http://schemas.microsoft.com/office/drawing/2014/main" id="{41C6E4F0-C7DD-94C2-52D6-E72DB32B9832}"/>
              </a:ext>
            </a:extLst>
          </p:cNvPr>
          <p:cNvGrpSpPr/>
          <p:nvPr/>
        </p:nvGrpSpPr>
        <p:grpSpPr>
          <a:xfrm>
            <a:off x="8614228" y="6102938"/>
            <a:ext cx="238125" cy="127920"/>
            <a:chOff x="8239125" y="2849206"/>
            <a:chExt cx="238125" cy="127920"/>
          </a:xfrm>
        </p:grpSpPr>
        <p:cxnSp>
          <p:nvCxnSpPr>
            <p:cNvPr id="823" name="직선 연결선 822">
              <a:extLst>
                <a:ext uri="{FF2B5EF4-FFF2-40B4-BE49-F238E27FC236}">
                  <a16:creationId xmlns:a16="http://schemas.microsoft.com/office/drawing/2014/main" id="{E8596EFF-C865-34C3-DA4E-533F30D3643E}"/>
                </a:ext>
              </a:extLst>
            </p:cNvPr>
            <p:cNvCxnSpPr>
              <a:cxnSpLocks/>
            </p:cNvCxnSpPr>
            <p:nvPr/>
          </p:nvCxnSpPr>
          <p:spPr>
            <a:xfrm>
              <a:off x="8387011" y="2849206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직선 연결선 823">
              <a:extLst>
                <a:ext uri="{FF2B5EF4-FFF2-40B4-BE49-F238E27FC236}">
                  <a16:creationId xmlns:a16="http://schemas.microsoft.com/office/drawing/2014/main" id="{28083BEE-0E0B-0C99-A0C1-1A3E337D6E1A}"/>
                </a:ext>
              </a:extLst>
            </p:cNvPr>
            <p:cNvCxnSpPr>
              <a:cxnSpLocks/>
            </p:cNvCxnSpPr>
            <p:nvPr/>
          </p:nvCxnSpPr>
          <p:spPr>
            <a:xfrm>
              <a:off x="8334624" y="2849949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직선 연결선 824">
              <a:extLst>
                <a:ext uri="{FF2B5EF4-FFF2-40B4-BE49-F238E27FC236}">
                  <a16:creationId xmlns:a16="http://schemas.microsoft.com/office/drawing/2014/main" id="{BC9AA7B0-D50D-23C6-6D3D-BAB7D61043BF}"/>
                </a:ext>
              </a:extLst>
            </p:cNvPr>
            <p:cNvCxnSpPr>
              <a:cxnSpLocks/>
            </p:cNvCxnSpPr>
            <p:nvPr/>
          </p:nvCxnSpPr>
          <p:spPr>
            <a:xfrm>
              <a:off x="8384381" y="2911212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직선 연결선 825">
              <a:extLst>
                <a:ext uri="{FF2B5EF4-FFF2-40B4-BE49-F238E27FC236}">
                  <a16:creationId xmlns:a16="http://schemas.microsoft.com/office/drawing/2014/main" id="{AD4ECB06-CAFE-9233-B5BD-6CADCA93548F}"/>
                </a:ext>
              </a:extLst>
            </p:cNvPr>
            <p:cNvCxnSpPr>
              <a:cxnSpLocks/>
            </p:cNvCxnSpPr>
            <p:nvPr/>
          </p:nvCxnSpPr>
          <p:spPr>
            <a:xfrm>
              <a:off x="8239125" y="2913593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27" name="직선 연결선 826">
            <a:extLst>
              <a:ext uri="{FF2B5EF4-FFF2-40B4-BE49-F238E27FC236}">
                <a16:creationId xmlns:a16="http://schemas.microsoft.com/office/drawing/2014/main" id="{BE8E1692-3265-FE14-E9F1-52AEC0A7EEEF}"/>
              </a:ext>
            </a:extLst>
          </p:cNvPr>
          <p:cNvCxnSpPr>
            <a:cxnSpLocks/>
          </p:cNvCxnSpPr>
          <p:nvPr/>
        </p:nvCxnSpPr>
        <p:spPr>
          <a:xfrm>
            <a:off x="8473446" y="6167080"/>
            <a:ext cx="14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0" name="직선 연결선 829">
            <a:extLst>
              <a:ext uri="{FF2B5EF4-FFF2-40B4-BE49-F238E27FC236}">
                <a16:creationId xmlns:a16="http://schemas.microsoft.com/office/drawing/2014/main" id="{24A8552D-2CD4-0914-E221-75D09880C61F}"/>
              </a:ext>
            </a:extLst>
          </p:cNvPr>
          <p:cNvCxnSpPr>
            <a:cxnSpLocks/>
          </p:cNvCxnSpPr>
          <p:nvPr/>
        </p:nvCxnSpPr>
        <p:spPr>
          <a:xfrm>
            <a:off x="8862587" y="5569703"/>
            <a:ext cx="5989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2" name="직선 연결선 831">
            <a:extLst>
              <a:ext uri="{FF2B5EF4-FFF2-40B4-BE49-F238E27FC236}">
                <a16:creationId xmlns:a16="http://schemas.microsoft.com/office/drawing/2014/main" id="{0E282D23-1A98-6DCA-4A68-E328618E4E71}"/>
              </a:ext>
            </a:extLst>
          </p:cNvPr>
          <p:cNvCxnSpPr>
            <a:cxnSpLocks/>
          </p:cNvCxnSpPr>
          <p:nvPr/>
        </p:nvCxnSpPr>
        <p:spPr>
          <a:xfrm>
            <a:off x="8840158" y="6164222"/>
            <a:ext cx="7102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4" name="타원 833">
            <a:extLst>
              <a:ext uri="{FF2B5EF4-FFF2-40B4-BE49-F238E27FC236}">
                <a16:creationId xmlns:a16="http://schemas.microsoft.com/office/drawing/2014/main" id="{CA48C67D-8578-4A15-5DB0-A1EB7BDF403B}"/>
              </a:ext>
            </a:extLst>
          </p:cNvPr>
          <p:cNvSpPr/>
          <p:nvPr/>
        </p:nvSpPr>
        <p:spPr>
          <a:xfrm>
            <a:off x="9524828" y="384698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grpSp>
        <p:nvGrpSpPr>
          <p:cNvPr id="835" name="그룹 834">
            <a:extLst>
              <a:ext uri="{FF2B5EF4-FFF2-40B4-BE49-F238E27FC236}">
                <a16:creationId xmlns:a16="http://schemas.microsoft.com/office/drawing/2014/main" id="{81332337-3DBD-C712-1518-05BC1A0B836F}"/>
              </a:ext>
            </a:extLst>
          </p:cNvPr>
          <p:cNvGrpSpPr/>
          <p:nvPr/>
        </p:nvGrpSpPr>
        <p:grpSpPr>
          <a:xfrm>
            <a:off x="7221299" y="5594812"/>
            <a:ext cx="238125" cy="128815"/>
            <a:chOff x="8239125" y="2852330"/>
            <a:chExt cx="238125" cy="128815"/>
          </a:xfrm>
        </p:grpSpPr>
        <p:cxnSp>
          <p:nvCxnSpPr>
            <p:cNvPr id="836" name="직선 연결선 835">
              <a:extLst>
                <a:ext uri="{FF2B5EF4-FFF2-40B4-BE49-F238E27FC236}">
                  <a16:creationId xmlns:a16="http://schemas.microsoft.com/office/drawing/2014/main" id="{48DCF964-51D4-E345-95B6-4C0E7C4DA89D}"/>
                </a:ext>
              </a:extLst>
            </p:cNvPr>
            <p:cNvCxnSpPr>
              <a:cxnSpLocks/>
            </p:cNvCxnSpPr>
            <p:nvPr/>
          </p:nvCxnSpPr>
          <p:spPr>
            <a:xfrm>
              <a:off x="8387011" y="2853968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직선 연결선 836">
              <a:extLst>
                <a:ext uri="{FF2B5EF4-FFF2-40B4-BE49-F238E27FC236}">
                  <a16:creationId xmlns:a16="http://schemas.microsoft.com/office/drawing/2014/main" id="{0D1A2808-6A1B-48DA-E1B4-6D585E569DCC}"/>
                </a:ext>
              </a:extLst>
            </p:cNvPr>
            <p:cNvCxnSpPr>
              <a:cxnSpLocks/>
            </p:cNvCxnSpPr>
            <p:nvPr/>
          </p:nvCxnSpPr>
          <p:spPr>
            <a:xfrm>
              <a:off x="8337005" y="2852330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직선 연결선 837">
              <a:extLst>
                <a:ext uri="{FF2B5EF4-FFF2-40B4-BE49-F238E27FC236}">
                  <a16:creationId xmlns:a16="http://schemas.microsoft.com/office/drawing/2014/main" id="{04B4B3B5-6817-373A-B7C9-38E29BEEDB4E}"/>
                </a:ext>
              </a:extLst>
            </p:cNvPr>
            <p:cNvCxnSpPr>
              <a:cxnSpLocks/>
            </p:cNvCxnSpPr>
            <p:nvPr/>
          </p:nvCxnSpPr>
          <p:spPr>
            <a:xfrm>
              <a:off x="8384381" y="2913593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9" name="직선 연결선 838">
              <a:extLst>
                <a:ext uri="{FF2B5EF4-FFF2-40B4-BE49-F238E27FC236}">
                  <a16:creationId xmlns:a16="http://schemas.microsoft.com/office/drawing/2014/main" id="{408C5882-DAB9-E742-B100-A9BDBDE4DB19}"/>
                </a:ext>
              </a:extLst>
            </p:cNvPr>
            <p:cNvCxnSpPr>
              <a:cxnSpLocks/>
            </p:cNvCxnSpPr>
            <p:nvPr/>
          </p:nvCxnSpPr>
          <p:spPr>
            <a:xfrm>
              <a:off x="8239125" y="2911212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0" name="그룹 839">
            <a:extLst>
              <a:ext uri="{FF2B5EF4-FFF2-40B4-BE49-F238E27FC236}">
                <a16:creationId xmlns:a16="http://schemas.microsoft.com/office/drawing/2014/main" id="{ABD66C2C-E8E5-6C14-10FE-5C83D47310E1}"/>
              </a:ext>
            </a:extLst>
          </p:cNvPr>
          <p:cNvGrpSpPr/>
          <p:nvPr/>
        </p:nvGrpSpPr>
        <p:grpSpPr>
          <a:xfrm>
            <a:off x="7215508" y="6026238"/>
            <a:ext cx="238125" cy="128815"/>
            <a:chOff x="8239125" y="2852330"/>
            <a:chExt cx="238125" cy="128815"/>
          </a:xfrm>
        </p:grpSpPr>
        <p:cxnSp>
          <p:nvCxnSpPr>
            <p:cNvPr id="841" name="직선 연결선 840">
              <a:extLst>
                <a:ext uri="{FF2B5EF4-FFF2-40B4-BE49-F238E27FC236}">
                  <a16:creationId xmlns:a16="http://schemas.microsoft.com/office/drawing/2014/main" id="{44BE7719-0531-6415-618C-B584B5021E68}"/>
                </a:ext>
              </a:extLst>
            </p:cNvPr>
            <p:cNvCxnSpPr>
              <a:cxnSpLocks/>
            </p:cNvCxnSpPr>
            <p:nvPr/>
          </p:nvCxnSpPr>
          <p:spPr>
            <a:xfrm>
              <a:off x="8387011" y="2853968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2" name="직선 연결선 841">
              <a:extLst>
                <a:ext uri="{FF2B5EF4-FFF2-40B4-BE49-F238E27FC236}">
                  <a16:creationId xmlns:a16="http://schemas.microsoft.com/office/drawing/2014/main" id="{D7A407A1-183D-070D-411C-20CC4209FF96}"/>
                </a:ext>
              </a:extLst>
            </p:cNvPr>
            <p:cNvCxnSpPr>
              <a:cxnSpLocks/>
            </p:cNvCxnSpPr>
            <p:nvPr/>
          </p:nvCxnSpPr>
          <p:spPr>
            <a:xfrm>
              <a:off x="8337005" y="2852330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직선 연결선 842">
              <a:extLst>
                <a:ext uri="{FF2B5EF4-FFF2-40B4-BE49-F238E27FC236}">
                  <a16:creationId xmlns:a16="http://schemas.microsoft.com/office/drawing/2014/main" id="{08730E7F-801E-4D3C-E621-5449BDBA8B91}"/>
                </a:ext>
              </a:extLst>
            </p:cNvPr>
            <p:cNvCxnSpPr>
              <a:cxnSpLocks/>
            </p:cNvCxnSpPr>
            <p:nvPr/>
          </p:nvCxnSpPr>
          <p:spPr>
            <a:xfrm>
              <a:off x="8384381" y="2913593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직선 연결선 843">
              <a:extLst>
                <a:ext uri="{FF2B5EF4-FFF2-40B4-BE49-F238E27FC236}">
                  <a16:creationId xmlns:a16="http://schemas.microsoft.com/office/drawing/2014/main" id="{D77221A0-1FC3-2A91-9C3C-6691C3AE90F3}"/>
                </a:ext>
              </a:extLst>
            </p:cNvPr>
            <p:cNvCxnSpPr>
              <a:cxnSpLocks/>
            </p:cNvCxnSpPr>
            <p:nvPr/>
          </p:nvCxnSpPr>
          <p:spPr>
            <a:xfrm>
              <a:off x="8239125" y="2913593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4" name="그룹 853">
            <a:extLst>
              <a:ext uri="{FF2B5EF4-FFF2-40B4-BE49-F238E27FC236}">
                <a16:creationId xmlns:a16="http://schemas.microsoft.com/office/drawing/2014/main" id="{5F3B1158-F9A7-75A8-0575-E8F4D6C84467}"/>
              </a:ext>
            </a:extLst>
          </p:cNvPr>
          <p:cNvGrpSpPr/>
          <p:nvPr/>
        </p:nvGrpSpPr>
        <p:grpSpPr>
          <a:xfrm>
            <a:off x="6103914" y="5515911"/>
            <a:ext cx="1012693" cy="1097920"/>
            <a:chOff x="6261748" y="5480731"/>
            <a:chExt cx="1012693" cy="1097920"/>
          </a:xfrm>
        </p:grpSpPr>
        <p:grpSp>
          <p:nvGrpSpPr>
            <p:cNvPr id="845" name="그룹 844">
              <a:extLst>
                <a:ext uri="{FF2B5EF4-FFF2-40B4-BE49-F238E27FC236}">
                  <a16:creationId xmlns:a16="http://schemas.microsoft.com/office/drawing/2014/main" id="{BA4F513C-6691-81F3-C102-C8F69891AB5A}"/>
                </a:ext>
              </a:extLst>
            </p:cNvPr>
            <p:cNvGrpSpPr/>
            <p:nvPr/>
          </p:nvGrpSpPr>
          <p:grpSpPr>
            <a:xfrm>
              <a:off x="6261748" y="5480731"/>
              <a:ext cx="1012693" cy="715688"/>
              <a:chOff x="7085188" y="3819710"/>
              <a:chExt cx="1012693" cy="715688"/>
            </a:xfrm>
          </p:grpSpPr>
          <p:sp>
            <p:nvSpPr>
              <p:cNvPr id="846" name="순서도: 다른 페이지 연결선 845">
                <a:extLst>
                  <a:ext uri="{FF2B5EF4-FFF2-40B4-BE49-F238E27FC236}">
                    <a16:creationId xmlns:a16="http://schemas.microsoft.com/office/drawing/2014/main" id="{74BC1B95-1425-11A7-AAD7-DDF7ED5D35B4}"/>
                  </a:ext>
                </a:extLst>
              </p:cNvPr>
              <p:cNvSpPr/>
              <p:nvPr/>
            </p:nvSpPr>
            <p:spPr>
              <a:xfrm rot="16200000">
                <a:off x="7230118" y="3674780"/>
                <a:ext cx="715688" cy="1005548"/>
              </a:xfrm>
              <a:prstGeom prst="flowChartOffpageConnector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847" name="TextBox 846">
                <a:extLst>
                  <a:ext uri="{FF2B5EF4-FFF2-40B4-BE49-F238E27FC236}">
                    <a16:creationId xmlns:a16="http://schemas.microsoft.com/office/drawing/2014/main" id="{2BA4FB47-D446-C370-EAD5-2B5CC76E9295}"/>
                  </a:ext>
                </a:extLst>
              </p:cNvPr>
              <p:cNvSpPr txBox="1"/>
              <p:nvPr/>
            </p:nvSpPr>
            <p:spPr>
              <a:xfrm>
                <a:off x="7775992" y="3889415"/>
                <a:ext cx="215847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IN+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848" name="TextBox 847">
                <a:extLst>
                  <a:ext uri="{FF2B5EF4-FFF2-40B4-BE49-F238E27FC236}">
                    <a16:creationId xmlns:a16="http://schemas.microsoft.com/office/drawing/2014/main" id="{34A020CA-B2D4-1913-831D-D7BAF84D945F}"/>
                  </a:ext>
                </a:extLst>
              </p:cNvPr>
              <p:cNvSpPr txBox="1"/>
              <p:nvPr/>
            </p:nvSpPr>
            <p:spPr>
              <a:xfrm>
                <a:off x="7783721" y="4320878"/>
                <a:ext cx="314160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IN-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849" name="TextBox 848">
                <a:extLst>
                  <a:ext uri="{FF2B5EF4-FFF2-40B4-BE49-F238E27FC236}">
                    <a16:creationId xmlns:a16="http://schemas.microsoft.com/office/drawing/2014/main" id="{9064D81A-2B7A-1175-5A94-C9450BDDFF54}"/>
                  </a:ext>
                </a:extLst>
              </p:cNvPr>
              <p:cNvSpPr txBox="1"/>
              <p:nvPr/>
            </p:nvSpPr>
            <p:spPr>
              <a:xfrm>
                <a:off x="7104706" y="4252468"/>
                <a:ext cx="590487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D[15:0], OF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850" name="TextBox 849">
                <a:extLst>
                  <a:ext uri="{FF2B5EF4-FFF2-40B4-BE49-F238E27FC236}">
                    <a16:creationId xmlns:a16="http://schemas.microsoft.com/office/drawing/2014/main" id="{41929742-5F86-262B-A890-FF5677183771}"/>
                  </a:ext>
                </a:extLst>
              </p:cNvPr>
              <p:cNvSpPr txBox="1"/>
              <p:nvPr/>
            </p:nvSpPr>
            <p:spPr>
              <a:xfrm>
                <a:off x="7104707" y="3831718"/>
                <a:ext cx="314160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 err="1">
                    <a:latin typeface="+mn-ea"/>
                  </a:rPr>
                  <a:t>OVdd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851" name="TextBox 850">
                <a:extLst>
                  <a:ext uri="{FF2B5EF4-FFF2-40B4-BE49-F238E27FC236}">
                    <a16:creationId xmlns:a16="http://schemas.microsoft.com/office/drawing/2014/main" id="{23F67EB3-5540-8B38-976C-0E5929BA236A}"/>
                  </a:ext>
                </a:extLst>
              </p:cNvPr>
              <p:cNvSpPr txBox="1"/>
              <p:nvPr/>
            </p:nvSpPr>
            <p:spPr>
              <a:xfrm>
                <a:off x="7456971" y="3828675"/>
                <a:ext cx="314160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 err="1">
                    <a:latin typeface="+mn-ea"/>
                  </a:rPr>
                  <a:t>Vdd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852" name="TextBox 851">
                <a:extLst>
                  <a:ext uri="{FF2B5EF4-FFF2-40B4-BE49-F238E27FC236}">
                    <a16:creationId xmlns:a16="http://schemas.microsoft.com/office/drawing/2014/main" id="{060FFAAB-0198-1A31-157A-19E4B6A345AA}"/>
                  </a:ext>
                </a:extLst>
              </p:cNvPr>
              <p:cNvSpPr txBox="1"/>
              <p:nvPr/>
            </p:nvSpPr>
            <p:spPr>
              <a:xfrm>
                <a:off x="7104707" y="4374759"/>
                <a:ext cx="314160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CLK</a:t>
                </a:r>
                <a:endParaRPr lang="ko-KR" altLang="en-US" sz="800" dirty="0">
                  <a:latin typeface="+mn-ea"/>
                </a:endParaRPr>
              </a:p>
            </p:txBody>
          </p:sp>
        </p:grpSp>
        <p:sp>
          <p:nvSpPr>
            <p:cNvPr id="853" name="TextBox 852">
              <a:extLst>
                <a:ext uri="{FF2B5EF4-FFF2-40B4-BE49-F238E27FC236}">
                  <a16:creationId xmlns:a16="http://schemas.microsoft.com/office/drawing/2014/main" id="{E59FBBAE-BF45-EFF6-60C9-039A8E1013F4}"/>
                </a:ext>
              </a:extLst>
            </p:cNvPr>
            <p:cNvSpPr txBox="1"/>
            <p:nvPr/>
          </p:nvSpPr>
          <p:spPr>
            <a:xfrm>
              <a:off x="6261748" y="6209319"/>
              <a:ext cx="793750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b="1" dirty="0">
                  <a:latin typeface="+mn-ea"/>
                </a:rPr>
                <a:t>LTC2165</a:t>
              </a:r>
            </a:p>
            <a:p>
              <a:r>
                <a:rPr lang="en-US" altLang="ko-KR" sz="800" dirty="0">
                  <a:latin typeface="+mn-ea"/>
                </a:rPr>
                <a:t>16-bit ADC</a:t>
              </a:r>
            </a:p>
            <a:p>
              <a:r>
                <a:rPr lang="en-US" altLang="ko-KR" sz="800" dirty="0">
                  <a:latin typeface="+mn-ea"/>
                </a:rPr>
                <a:t>(100 M)</a:t>
              </a:r>
            </a:p>
          </p:txBody>
        </p:sp>
      </p:grpSp>
      <p:cxnSp>
        <p:nvCxnSpPr>
          <p:cNvPr id="855" name="직선 연결선 854">
            <a:extLst>
              <a:ext uri="{FF2B5EF4-FFF2-40B4-BE49-F238E27FC236}">
                <a16:creationId xmlns:a16="http://schemas.microsoft.com/office/drawing/2014/main" id="{478BDA16-1B31-5727-317B-3FF74E30A9D4}"/>
              </a:ext>
            </a:extLst>
          </p:cNvPr>
          <p:cNvCxnSpPr>
            <a:cxnSpLocks/>
          </p:cNvCxnSpPr>
          <p:nvPr/>
        </p:nvCxnSpPr>
        <p:spPr>
          <a:xfrm>
            <a:off x="6236689" y="5210175"/>
            <a:ext cx="0" cy="3084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6" name="직선 연결선 855">
            <a:extLst>
              <a:ext uri="{FF2B5EF4-FFF2-40B4-BE49-F238E27FC236}">
                <a16:creationId xmlns:a16="http://schemas.microsoft.com/office/drawing/2014/main" id="{E9A65CF8-6D2F-9E06-8F29-98831A584975}"/>
              </a:ext>
            </a:extLst>
          </p:cNvPr>
          <p:cNvCxnSpPr>
            <a:cxnSpLocks/>
          </p:cNvCxnSpPr>
          <p:nvPr/>
        </p:nvCxnSpPr>
        <p:spPr>
          <a:xfrm>
            <a:off x="6601384" y="5329757"/>
            <a:ext cx="0" cy="1797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7" name="직선 연결선 856">
            <a:extLst>
              <a:ext uri="{FF2B5EF4-FFF2-40B4-BE49-F238E27FC236}">
                <a16:creationId xmlns:a16="http://schemas.microsoft.com/office/drawing/2014/main" id="{0671F90E-D7CE-2D02-681B-4EA0EABA0626}"/>
              </a:ext>
            </a:extLst>
          </p:cNvPr>
          <p:cNvCxnSpPr>
            <a:cxnSpLocks/>
          </p:cNvCxnSpPr>
          <p:nvPr/>
        </p:nvCxnSpPr>
        <p:spPr>
          <a:xfrm>
            <a:off x="5989009" y="5329757"/>
            <a:ext cx="6123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8" name="TextBox 857">
            <a:extLst>
              <a:ext uri="{FF2B5EF4-FFF2-40B4-BE49-F238E27FC236}">
                <a16:creationId xmlns:a16="http://schemas.microsoft.com/office/drawing/2014/main" id="{0BE49530-6325-7B76-15D1-53830E5D6F65}"/>
              </a:ext>
            </a:extLst>
          </p:cNvPr>
          <p:cNvSpPr txBox="1"/>
          <p:nvPr/>
        </p:nvSpPr>
        <p:spPr>
          <a:xfrm>
            <a:off x="5988522" y="5087835"/>
            <a:ext cx="34411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+1.8V2</a:t>
            </a:r>
            <a:endParaRPr lang="ko-KR" altLang="en-US" sz="800" dirty="0">
              <a:latin typeface="+mn-ea"/>
            </a:endParaRPr>
          </a:p>
        </p:txBody>
      </p:sp>
      <p:sp>
        <p:nvSpPr>
          <p:cNvPr id="859" name="타원 858">
            <a:extLst>
              <a:ext uri="{FF2B5EF4-FFF2-40B4-BE49-F238E27FC236}">
                <a16:creationId xmlns:a16="http://schemas.microsoft.com/office/drawing/2014/main" id="{AEFAEBE8-39DA-E706-77DE-FB08BDDE4A91}"/>
              </a:ext>
            </a:extLst>
          </p:cNvPr>
          <p:cNvSpPr/>
          <p:nvPr/>
        </p:nvSpPr>
        <p:spPr>
          <a:xfrm>
            <a:off x="6217614" y="531202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860" name="TextBox 859">
            <a:extLst>
              <a:ext uri="{FF2B5EF4-FFF2-40B4-BE49-F238E27FC236}">
                <a16:creationId xmlns:a16="http://schemas.microsoft.com/office/drawing/2014/main" id="{EF6A5917-3277-E1F5-236C-D83A5F13C7D8}"/>
              </a:ext>
            </a:extLst>
          </p:cNvPr>
          <p:cNvSpPr txBox="1"/>
          <p:nvPr/>
        </p:nvSpPr>
        <p:spPr>
          <a:xfrm>
            <a:off x="6123431" y="5663747"/>
            <a:ext cx="31416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SENSE</a:t>
            </a:r>
            <a:endParaRPr lang="ko-KR" altLang="en-US" sz="800" dirty="0">
              <a:latin typeface="+mn-ea"/>
            </a:endParaRPr>
          </a:p>
        </p:txBody>
      </p:sp>
      <p:sp>
        <p:nvSpPr>
          <p:cNvPr id="873" name="TextBox 872">
            <a:extLst>
              <a:ext uri="{FF2B5EF4-FFF2-40B4-BE49-F238E27FC236}">
                <a16:creationId xmlns:a16="http://schemas.microsoft.com/office/drawing/2014/main" id="{875D4F9F-99BB-2AFA-08DD-F5F2BC8F7790}"/>
              </a:ext>
            </a:extLst>
          </p:cNvPr>
          <p:cNvSpPr txBox="1"/>
          <p:nvPr/>
        </p:nvSpPr>
        <p:spPr>
          <a:xfrm>
            <a:off x="1509121" y="3947206"/>
            <a:ext cx="40482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+mn-ea"/>
              </a:rPr>
              <a:t>TP31,32</a:t>
            </a:r>
            <a:endParaRPr lang="ko-KR" altLang="en-US" sz="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80" name="TextBox 879">
            <a:extLst>
              <a:ext uri="{FF2B5EF4-FFF2-40B4-BE49-F238E27FC236}">
                <a16:creationId xmlns:a16="http://schemas.microsoft.com/office/drawing/2014/main" id="{3BE7D40D-8B84-AD9B-9D49-4179C16A0B7F}"/>
              </a:ext>
            </a:extLst>
          </p:cNvPr>
          <p:cNvSpPr txBox="1"/>
          <p:nvPr/>
        </p:nvSpPr>
        <p:spPr>
          <a:xfrm>
            <a:off x="5294636" y="6006760"/>
            <a:ext cx="64269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100M_ADC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881" name="직선 화살표 연결선 880">
            <a:extLst>
              <a:ext uri="{FF2B5EF4-FFF2-40B4-BE49-F238E27FC236}">
                <a16:creationId xmlns:a16="http://schemas.microsoft.com/office/drawing/2014/main" id="{5F49D182-05B3-B1F2-E8B4-CC6C172691DC}"/>
              </a:ext>
            </a:extLst>
          </p:cNvPr>
          <p:cNvCxnSpPr>
            <a:cxnSpLocks/>
          </p:cNvCxnSpPr>
          <p:nvPr/>
        </p:nvCxnSpPr>
        <p:spPr>
          <a:xfrm>
            <a:off x="1389342" y="6128654"/>
            <a:ext cx="4706658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4" name="직선 화살표 연결선 883">
            <a:extLst>
              <a:ext uri="{FF2B5EF4-FFF2-40B4-BE49-F238E27FC236}">
                <a16:creationId xmlns:a16="http://schemas.microsoft.com/office/drawing/2014/main" id="{F3977805-B885-5723-7BC5-6F664C8E3604}"/>
              </a:ext>
            </a:extLst>
          </p:cNvPr>
          <p:cNvCxnSpPr>
            <a:cxnSpLocks/>
          </p:cNvCxnSpPr>
          <p:nvPr/>
        </p:nvCxnSpPr>
        <p:spPr>
          <a:xfrm>
            <a:off x="1284973" y="3778681"/>
            <a:ext cx="75655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9" name="직선 연결선 888">
            <a:extLst>
              <a:ext uri="{FF2B5EF4-FFF2-40B4-BE49-F238E27FC236}">
                <a16:creationId xmlns:a16="http://schemas.microsoft.com/office/drawing/2014/main" id="{3A5D8092-A33A-F947-3D02-D24E8A6D3BF3}"/>
              </a:ext>
            </a:extLst>
          </p:cNvPr>
          <p:cNvCxnSpPr>
            <a:cxnSpLocks/>
          </p:cNvCxnSpPr>
          <p:nvPr/>
        </p:nvCxnSpPr>
        <p:spPr>
          <a:xfrm>
            <a:off x="6990721" y="5653607"/>
            <a:ext cx="2774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0" name="직선 연결선 889">
            <a:extLst>
              <a:ext uri="{FF2B5EF4-FFF2-40B4-BE49-F238E27FC236}">
                <a16:creationId xmlns:a16="http://schemas.microsoft.com/office/drawing/2014/main" id="{9804FBC2-6F35-D9F2-3B96-192D7F6EF02B}"/>
              </a:ext>
            </a:extLst>
          </p:cNvPr>
          <p:cNvCxnSpPr>
            <a:cxnSpLocks/>
          </p:cNvCxnSpPr>
          <p:nvPr/>
        </p:nvCxnSpPr>
        <p:spPr>
          <a:xfrm>
            <a:off x="6990721" y="6085407"/>
            <a:ext cx="299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4" name="직선 연결선 933">
            <a:extLst>
              <a:ext uri="{FF2B5EF4-FFF2-40B4-BE49-F238E27FC236}">
                <a16:creationId xmlns:a16="http://schemas.microsoft.com/office/drawing/2014/main" id="{AC403150-21A8-DFF0-B2CD-29D47F79353E}"/>
              </a:ext>
            </a:extLst>
          </p:cNvPr>
          <p:cNvCxnSpPr>
            <a:cxnSpLocks/>
          </p:cNvCxnSpPr>
          <p:nvPr/>
        </p:nvCxnSpPr>
        <p:spPr>
          <a:xfrm>
            <a:off x="7481411" y="3114018"/>
            <a:ext cx="86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5" name="직선 연결선 944">
            <a:extLst>
              <a:ext uri="{FF2B5EF4-FFF2-40B4-BE49-F238E27FC236}">
                <a16:creationId xmlns:a16="http://schemas.microsoft.com/office/drawing/2014/main" id="{D310A86B-EFBE-5853-5455-84BC5955D1D0}"/>
              </a:ext>
            </a:extLst>
          </p:cNvPr>
          <p:cNvCxnSpPr>
            <a:cxnSpLocks/>
          </p:cNvCxnSpPr>
          <p:nvPr/>
        </p:nvCxnSpPr>
        <p:spPr>
          <a:xfrm>
            <a:off x="2569433" y="4054905"/>
            <a:ext cx="0" cy="18378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6" name="직선 연결선 945">
            <a:extLst>
              <a:ext uri="{FF2B5EF4-FFF2-40B4-BE49-F238E27FC236}">
                <a16:creationId xmlns:a16="http://schemas.microsoft.com/office/drawing/2014/main" id="{D7F69C43-6F48-E9DF-D13A-AB31ED79B6DC}"/>
              </a:ext>
            </a:extLst>
          </p:cNvPr>
          <p:cNvCxnSpPr>
            <a:cxnSpLocks/>
          </p:cNvCxnSpPr>
          <p:nvPr/>
        </p:nvCxnSpPr>
        <p:spPr>
          <a:xfrm>
            <a:off x="2458600" y="4054905"/>
            <a:ext cx="0" cy="19648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6" name="그룹 975">
            <a:extLst>
              <a:ext uri="{FF2B5EF4-FFF2-40B4-BE49-F238E27FC236}">
                <a16:creationId xmlns:a16="http://schemas.microsoft.com/office/drawing/2014/main" id="{DCEE013F-E1B9-3309-13D8-E1561FD4749D}"/>
              </a:ext>
            </a:extLst>
          </p:cNvPr>
          <p:cNvGrpSpPr/>
          <p:nvPr/>
        </p:nvGrpSpPr>
        <p:grpSpPr>
          <a:xfrm>
            <a:off x="1593472" y="1952871"/>
            <a:ext cx="814545" cy="542919"/>
            <a:chOff x="4445794" y="2282092"/>
            <a:chExt cx="814545" cy="542919"/>
          </a:xfrm>
        </p:grpSpPr>
        <p:sp>
          <p:nvSpPr>
            <p:cNvPr id="952" name="직사각형 951">
              <a:extLst>
                <a:ext uri="{FF2B5EF4-FFF2-40B4-BE49-F238E27FC236}">
                  <a16:creationId xmlns:a16="http://schemas.microsoft.com/office/drawing/2014/main" id="{E31E6867-3E59-5E88-BEC2-8B435F95F919}"/>
                </a:ext>
              </a:extLst>
            </p:cNvPr>
            <p:cNvSpPr/>
            <p:nvPr/>
          </p:nvSpPr>
          <p:spPr>
            <a:xfrm>
              <a:off x="4599960" y="2418040"/>
              <a:ext cx="600076" cy="40697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955" name="TextBox 954">
              <a:extLst>
                <a:ext uri="{FF2B5EF4-FFF2-40B4-BE49-F238E27FC236}">
                  <a16:creationId xmlns:a16="http://schemas.microsoft.com/office/drawing/2014/main" id="{AF158AEC-0A59-9EA8-9996-6FF933B9769C}"/>
                </a:ext>
              </a:extLst>
            </p:cNvPr>
            <p:cNvSpPr txBox="1"/>
            <p:nvPr/>
          </p:nvSpPr>
          <p:spPr>
            <a:xfrm>
              <a:off x="4633474" y="2439431"/>
              <a:ext cx="3945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SENSE+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956" name="TextBox 955">
              <a:extLst>
                <a:ext uri="{FF2B5EF4-FFF2-40B4-BE49-F238E27FC236}">
                  <a16:creationId xmlns:a16="http://schemas.microsoft.com/office/drawing/2014/main" id="{A8D7511F-DBB8-9592-7D54-DAFC1F0A0B44}"/>
                </a:ext>
              </a:extLst>
            </p:cNvPr>
            <p:cNvSpPr txBox="1"/>
            <p:nvPr/>
          </p:nvSpPr>
          <p:spPr>
            <a:xfrm>
              <a:off x="4633474" y="2609332"/>
              <a:ext cx="2998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Vin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957" name="TextBox 956">
              <a:extLst>
                <a:ext uri="{FF2B5EF4-FFF2-40B4-BE49-F238E27FC236}">
                  <a16:creationId xmlns:a16="http://schemas.microsoft.com/office/drawing/2014/main" id="{C487AE07-0279-CE72-EEF0-A07F640B4A15}"/>
                </a:ext>
              </a:extLst>
            </p:cNvPr>
            <p:cNvSpPr txBox="1"/>
            <p:nvPr/>
          </p:nvSpPr>
          <p:spPr>
            <a:xfrm>
              <a:off x="4879351" y="2439431"/>
              <a:ext cx="2998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SENSE-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958" name="TextBox 957">
              <a:extLst>
                <a:ext uri="{FF2B5EF4-FFF2-40B4-BE49-F238E27FC236}">
                  <a16:creationId xmlns:a16="http://schemas.microsoft.com/office/drawing/2014/main" id="{61B9EC85-F6C1-744C-E754-C75FDB075951}"/>
                </a:ext>
              </a:extLst>
            </p:cNvPr>
            <p:cNvSpPr txBox="1"/>
            <p:nvPr/>
          </p:nvSpPr>
          <p:spPr>
            <a:xfrm>
              <a:off x="4879351" y="2609332"/>
              <a:ext cx="2998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ADIN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959" name="직사각형 958">
              <a:extLst>
                <a:ext uri="{FF2B5EF4-FFF2-40B4-BE49-F238E27FC236}">
                  <a16:creationId xmlns:a16="http://schemas.microsoft.com/office/drawing/2014/main" id="{83821CF9-262B-9412-024C-0A39B8486CC7}"/>
                </a:ext>
              </a:extLst>
            </p:cNvPr>
            <p:cNvSpPr/>
            <p:nvPr/>
          </p:nvSpPr>
          <p:spPr>
            <a:xfrm rot="10800000">
              <a:off x="4818709" y="2291067"/>
              <a:ext cx="148730" cy="748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latin typeface="+mn-ea"/>
              </a:endParaRPr>
            </a:p>
          </p:txBody>
        </p:sp>
        <p:sp>
          <p:nvSpPr>
            <p:cNvPr id="960" name="TextBox 959">
              <a:extLst>
                <a:ext uri="{FF2B5EF4-FFF2-40B4-BE49-F238E27FC236}">
                  <a16:creationId xmlns:a16="http://schemas.microsoft.com/office/drawing/2014/main" id="{0F7D2FED-DD93-4FDA-FFA9-71FF01A2D6B1}"/>
                </a:ext>
              </a:extLst>
            </p:cNvPr>
            <p:cNvSpPr txBox="1"/>
            <p:nvPr/>
          </p:nvSpPr>
          <p:spPr>
            <a:xfrm>
              <a:off x="4822251" y="2282092"/>
              <a:ext cx="1810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20m</a:t>
              </a:r>
              <a:endParaRPr lang="ko-KR" altLang="en-US" sz="600" dirty="0">
                <a:latin typeface="+mn-ea"/>
              </a:endParaRPr>
            </a:p>
          </p:txBody>
        </p:sp>
        <p:cxnSp>
          <p:nvCxnSpPr>
            <p:cNvPr id="961" name="직선 화살표 연결선 960">
              <a:extLst>
                <a:ext uri="{FF2B5EF4-FFF2-40B4-BE49-F238E27FC236}">
                  <a16:creationId xmlns:a16="http://schemas.microsoft.com/office/drawing/2014/main" id="{37221E97-497F-1836-4CCB-01133985AB6D}"/>
                </a:ext>
              </a:extLst>
            </p:cNvPr>
            <p:cNvCxnSpPr>
              <a:cxnSpLocks/>
            </p:cNvCxnSpPr>
            <p:nvPr/>
          </p:nvCxnSpPr>
          <p:spPr>
            <a:xfrm>
              <a:off x="4531519" y="2662748"/>
              <a:ext cx="6551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3" name="직선 화살표 연결선 962">
              <a:extLst>
                <a:ext uri="{FF2B5EF4-FFF2-40B4-BE49-F238E27FC236}">
                  <a16:creationId xmlns:a16="http://schemas.microsoft.com/office/drawing/2014/main" id="{2ED21323-7DD6-BB4D-2F42-1003ABA8C329}"/>
                </a:ext>
              </a:extLst>
            </p:cNvPr>
            <p:cNvCxnSpPr>
              <a:cxnSpLocks/>
            </p:cNvCxnSpPr>
            <p:nvPr/>
          </p:nvCxnSpPr>
          <p:spPr>
            <a:xfrm>
              <a:off x="4445794" y="2330979"/>
              <a:ext cx="36237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직선 화살표 연결선 964">
              <a:extLst>
                <a:ext uri="{FF2B5EF4-FFF2-40B4-BE49-F238E27FC236}">
                  <a16:creationId xmlns:a16="http://schemas.microsoft.com/office/drawing/2014/main" id="{7FB85A5C-3997-DCB9-B330-4B81E99E4EB8}"/>
                </a:ext>
              </a:extLst>
            </p:cNvPr>
            <p:cNvCxnSpPr>
              <a:cxnSpLocks/>
            </p:cNvCxnSpPr>
            <p:nvPr/>
          </p:nvCxnSpPr>
          <p:spPr>
            <a:xfrm>
              <a:off x="4967018" y="2329410"/>
              <a:ext cx="29332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직선 연결선 965">
              <a:extLst>
                <a:ext uri="{FF2B5EF4-FFF2-40B4-BE49-F238E27FC236}">
                  <a16:creationId xmlns:a16="http://schemas.microsoft.com/office/drawing/2014/main" id="{31540A59-93E6-BFDC-F989-EFA66255B657}"/>
                </a:ext>
              </a:extLst>
            </p:cNvPr>
            <p:cNvCxnSpPr>
              <a:cxnSpLocks/>
            </p:cNvCxnSpPr>
            <p:nvPr/>
          </p:nvCxnSpPr>
          <p:spPr>
            <a:xfrm>
              <a:off x="4718528" y="2316181"/>
              <a:ext cx="0" cy="1126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직선 연결선 967">
              <a:extLst>
                <a:ext uri="{FF2B5EF4-FFF2-40B4-BE49-F238E27FC236}">
                  <a16:creationId xmlns:a16="http://schemas.microsoft.com/office/drawing/2014/main" id="{5F4D79D7-CCAD-BAC5-5925-060EEF3BDE9E}"/>
                </a:ext>
              </a:extLst>
            </p:cNvPr>
            <p:cNvCxnSpPr>
              <a:cxnSpLocks/>
            </p:cNvCxnSpPr>
            <p:nvPr/>
          </p:nvCxnSpPr>
          <p:spPr>
            <a:xfrm>
              <a:off x="5055078" y="2322531"/>
              <a:ext cx="0" cy="11269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9" name="타원 968">
              <a:extLst>
                <a:ext uri="{FF2B5EF4-FFF2-40B4-BE49-F238E27FC236}">
                  <a16:creationId xmlns:a16="http://schemas.microsoft.com/office/drawing/2014/main" id="{E6BFDD2F-9114-2E2A-9D77-45F0C0EB24A6}"/>
                </a:ext>
              </a:extLst>
            </p:cNvPr>
            <p:cNvSpPr/>
            <p:nvPr/>
          </p:nvSpPr>
          <p:spPr>
            <a:xfrm>
              <a:off x="4697397" y="230665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970" name="타원 969">
              <a:extLst>
                <a:ext uri="{FF2B5EF4-FFF2-40B4-BE49-F238E27FC236}">
                  <a16:creationId xmlns:a16="http://schemas.microsoft.com/office/drawing/2014/main" id="{4E5A032F-BE1B-B02F-92CA-A2F9B152BF1F}"/>
                </a:ext>
              </a:extLst>
            </p:cNvPr>
            <p:cNvSpPr/>
            <p:nvPr/>
          </p:nvSpPr>
          <p:spPr>
            <a:xfrm>
              <a:off x="5032643" y="230602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cxnSp>
          <p:nvCxnSpPr>
            <p:cNvPr id="971" name="직선 연결선 970">
              <a:extLst>
                <a:ext uri="{FF2B5EF4-FFF2-40B4-BE49-F238E27FC236}">
                  <a16:creationId xmlns:a16="http://schemas.microsoft.com/office/drawing/2014/main" id="{3C7E533A-C22B-394C-1B39-C5FCE655CC11}"/>
                </a:ext>
              </a:extLst>
            </p:cNvPr>
            <p:cNvCxnSpPr>
              <a:cxnSpLocks/>
            </p:cNvCxnSpPr>
            <p:nvPr/>
          </p:nvCxnSpPr>
          <p:spPr>
            <a:xfrm>
              <a:off x="4529988" y="2316181"/>
              <a:ext cx="0" cy="34446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5" name="타원 974">
              <a:extLst>
                <a:ext uri="{FF2B5EF4-FFF2-40B4-BE49-F238E27FC236}">
                  <a16:creationId xmlns:a16="http://schemas.microsoft.com/office/drawing/2014/main" id="{68ABBD6F-CC7F-2F53-B531-BAC741584DCC}"/>
                </a:ext>
              </a:extLst>
            </p:cNvPr>
            <p:cNvSpPr/>
            <p:nvPr/>
          </p:nvSpPr>
          <p:spPr>
            <a:xfrm>
              <a:off x="4514041" y="230583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E3200ED5-A543-2299-1F67-A96612FA3850}"/>
                </a:ext>
              </a:extLst>
            </p:cNvPr>
            <p:cNvSpPr txBox="1"/>
            <p:nvPr/>
          </p:nvSpPr>
          <p:spPr>
            <a:xfrm>
              <a:off x="4876172" y="2716745"/>
              <a:ext cx="2998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I2C</a:t>
              </a:r>
              <a:endParaRPr lang="ko-KR" altLang="en-US" sz="600" dirty="0">
                <a:latin typeface="+mn-ea"/>
              </a:endParaRPr>
            </a:p>
          </p:txBody>
        </p:sp>
      </p:grpSp>
      <p:cxnSp>
        <p:nvCxnSpPr>
          <p:cNvPr id="985" name="직선 연결선 984">
            <a:extLst>
              <a:ext uri="{FF2B5EF4-FFF2-40B4-BE49-F238E27FC236}">
                <a16:creationId xmlns:a16="http://schemas.microsoft.com/office/drawing/2014/main" id="{13A8A1CC-13B3-7585-9C2F-2D4A63E67B47}"/>
              </a:ext>
            </a:extLst>
          </p:cNvPr>
          <p:cNvCxnSpPr>
            <a:cxnSpLocks/>
          </p:cNvCxnSpPr>
          <p:nvPr/>
        </p:nvCxnSpPr>
        <p:spPr>
          <a:xfrm>
            <a:off x="2669442" y="4712383"/>
            <a:ext cx="27251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8" name="직선 연결선 987">
            <a:extLst>
              <a:ext uri="{FF2B5EF4-FFF2-40B4-BE49-F238E27FC236}">
                <a16:creationId xmlns:a16="http://schemas.microsoft.com/office/drawing/2014/main" id="{3741F45F-0313-1016-CC4D-A99C5BCF94B0}"/>
              </a:ext>
            </a:extLst>
          </p:cNvPr>
          <p:cNvCxnSpPr>
            <a:cxnSpLocks/>
          </p:cNvCxnSpPr>
          <p:nvPr/>
        </p:nvCxnSpPr>
        <p:spPr>
          <a:xfrm>
            <a:off x="2571324" y="5885330"/>
            <a:ext cx="35246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0" name="직선 연결선 989">
            <a:extLst>
              <a:ext uri="{FF2B5EF4-FFF2-40B4-BE49-F238E27FC236}">
                <a16:creationId xmlns:a16="http://schemas.microsoft.com/office/drawing/2014/main" id="{66537998-4311-7470-E55F-E6A70901BF80}"/>
              </a:ext>
            </a:extLst>
          </p:cNvPr>
          <p:cNvCxnSpPr>
            <a:cxnSpLocks/>
          </p:cNvCxnSpPr>
          <p:nvPr/>
        </p:nvCxnSpPr>
        <p:spPr>
          <a:xfrm>
            <a:off x="2445617" y="6015038"/>
            <a:ext cx="365038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2" name="직선 연결선 991">
            <a:extLst>
              <a:ext uri="{FF2B5EF4-FFF2-40B4-BE49-F238E27FC236}">
                <a16:creationId xmlns:a16="http://schemas.microsoft.com/office/drawing/2014/main" id="{7EA49495-EB93-00C1-3AF4-7F6B1CD9E024}"/>
              </a:ext>
            </a:extLst>
          </p:cNvPr>
          <p:cNvCxnSpPr>
            <a:cxnSpLocks/>
          </p:cNvCxnSpPr>
          <p:nvPr/>
        </p:nvCxnSpPr>
        <p:spPr>
          <a:xfrm>
            <a:off x="4205913" y="3553869"/>
            <a:ext cx="2684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4" name="직선 연결선 993">
            <a:extLst>
              <a:ext uri="{FF2B5EF4-FFF2-40B4-BE49-F238E27FC236}">
                <a16:creationId xmlns:a16="http://schemas.microsoft.com/office/drawing/2014/main" id="{BD3C3BA2-2635-1B63-8177-FC84A213E3F6}"/>
              </a:ext>
            </a:extLst>
          </p:cNvPr>
          <p:cNvCxnSpPr>
            <a:cxnSpLocks/>
          </p:cNvCxnSpPr>
          <p:nvPr/>
        </p:nvCxnSpPr>
        <p:spPr>
          <a:xfrm>
            <a:off x="4193801" y="3852429"/>
            <a:ext cx="2829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D3F3868C-B2BC-3C5B-D42C-BFEE1AC358B2}"/>
              </a:ext>
            </a:extLst>
          </p:cNvPr>
          <p:cNvSpPr/>
          <p:nvPr/>
        </p:nvSpPr>
        <p:spPr>
          <a:xfrm>
            <a:off x="4379890" y="3453343"/>
            <a:ext cx="350786" cy="48159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LC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Filter</a:t>
            </a:r>
          </a:p>
        </p:txBody>
      </p:sp>
      <p:cxnSp>
        <p:nvCxnSpPr>
          <p:cNvPr id="999" name="직선 연결선 998">
            <a:extLst>
              <a:ext uri="{FF2B5EF4-FFF2-40B4-BE49-F238E27FC236}">
                <a16:creationId xmlns:a16="http://schemas.microsoft.com/office/drawing/2014/main" id="{7B045151-9557-442E-20B7-225A4C31EC7D}"/>
              </a:ext>
            </a:extLst>
          </p:cNvPr>
          <p:cNvCxnSpPr>
            <a:cxnSpLocks/>
          </p:cNvCxnSpPr>
          <p:nvPr/>
        </p:nvCxnSpPr>
        <p:spPr>
          <a:xfrm>
            <a:off x="6389948" y="3199902"/>
            <a:ext cx="0" cy="3201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1" name="직선 연결선 1000">
            <a:extLst>
              <a:ext uri="{FF2B5EF4-FFF2-40B4-BE49-F238E27FC236}">
                <a16:creationId xmlns:a16="http://schemas.microsoft.com/office/drawing/2014/main" id="{A4478C99-7892-0FDC-943E-671783007CAB}"/>
              </a:ext>
            </a:extLst>
          </p:cNvPr>
          <p:cNvCxnSpPr>
            <a:cxnSpLocks/>
          </p:cNvCxnSpPr>
          <p:nvPr/>
        </p:nvCxnSpPr>
        <p:spPr>
          <a:xfrm>
            <a:off x="6389155" y="3820791"/>
            <a:ext cx="0" cy="2216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5" name="그룹 1014">
            <a:extLst>
              <a:ext uri="{FF2B5EF4-FFF2-40B4-BE49-F238E27FC236}">
                <a16:creationId xmlns:a16="http://schemas.microsoft.com/office/drawing/2014/main" id="{E99FA36D-7248-45D1-CB83-B5B7D29B15F0}"/>
              </a:ext>
            </a:extLst>
          </p:cNvPr>
          <p:cNvGrpSpPr/>
          <p:nvPr/>
        </p:nvGrpSpPr>
        <p:grpSpPr>
          <a:xfrm>
            <a:off x="1670791" y="4238496"/>
            <a:ext cx="603170" cy="493750"/>
            <a:chOff x="4719084" y="2188424"/>
            <a:chExt cx="603170" cy="493750"/>
          </a:xfrm>
        </p:grpSpPr>
        <p:sp>
          <p:nvSpPr>
            <p:cNvPr id="1007" name="직사각형 1006">
              <a:extLst>
                <a:ext uri="{FF2B5EF4-FFF2-40B4-BE49-F238E27FC236}">
                  <a16:creationId xmlns:a16="http://schemas.microsoft.com/office/drawing/2014/main" id="{556C394C-CAF9-B469-B393-7E16EF9038D2}"/>
                </a:ext>
              </a:extLst>
            </p:cNvPr>
            <p:cNvSpPr/>
            <p:nvPr/>
          </p:nvSpPr>
          <p:spPr>
            <a:xfrm>
              <a:off x="4729667" y="2308477"/>
              <a:ext cx="470367" cy="24955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008" name="TextBox 1007">
              <a:extLst>
                <a:ext uri="{FF2B5EF4-FFF2-40B4-BE49-F238E27FC236}">
                  <a16:creationId xmlns:a16="http://schemas.microsoft.com/office/drawing/2014/main" id="{3CDA3C90-ABF2-4A26-0BD1-4D3C1196ED7D}"/>
                </a:ext>
              </a:extLst>
            </p:cNvPr>
            <p:cNvSpPr txBox="1"/>
            <p:nvPr/>
          </p:nvSpPr>
          <p:spPr>
            <a:xfrm>
              <a:off x="4722179" y="2559063"/>
              <a:ext cx="60007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serial FLASH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009" name="TextBox 1008">
              <a:extLst>
                <a:ext uri="{FF2B5EF4-FFF2-40B4-BE49-F238E27FC236}">
                  <a16:creationId xmlns:a16="http://schemas.microsoft.com/office/drawing/2014/main" id="{B08FD17B-0D1E-A1F5-8330-ED9BA12EEF06}"/>
                </a:ext>
              </a:extLst>
            </p:cNvPr>
            <p:cNvSpPr txBox="1"/>
            <p:nvPr/>
          </p:nvSpPr>
          <p:spPr>
            <a:xfrm>
              <a:off x="4761196" y="2373648"/>
              <a:ext cx="18742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 err="1">
                  <a:latin typeface="+mn-ea"/>
                </a:rPr>
                <a:t>Vcc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012" name="TextBox 1011">
              <a:extLst>
                <a:ext uri="{FF2B5EF4-FFF2-40B4-BE49-F238E27FC236}">
                  <a16:creationId xmlns:a16="http://schemas.microsoft.com/office/drawing/2014/main" id="{A51C0936-10CC-6AA3-9B9B-7E4E9EC1E09A}"/>
                </a:ext>
              </a:extLst>
            </p:cNvPr>
            <p:cNvSpPr txBox="1"/>
            <p:nvPr/>
          </p:nvSpPr>
          <p:spPr>
            <a:xfrm>
              <a:off x="4879351" y="2374692"/>
              <a:ext cx="299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DQ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088" name="TextBox 1087">
              <a:extLst>
                <a:ext uri="{FF2B5EF4-FFF2-40B4-BE49-F238E27FC236}">
                  <a16:creationId xmlns:a16="http://schemas.microsoft.com/office/drawing/2014/main" id="{5297AE80-A129-B966-26BC-064695429EFE}"/>
                </a:ext>
              </a:extLst>
            </p:cNvPr>
            <p:cNvSpPr txBox="1"/>
            <p:nvPr/>
          </p:nvSpPr>
          <p:spPr>
            <a:xfrm>
              <a:off x="4719084" y="2188424"/>
              <a:ext cx="60007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b="1" dirty="0">
                  <a:latin typeface="+mn-ea"/>
                </a:rPr>
                <a:t>MT25QL128</a:t>
              </a:r>
            </a:p>
          </p:txBody>
        </p:sp>
      </p:grpSp>
      <p:cxnSp>
        <p:nvCxnSpPr>
          <p:cNvPr id="1016" name="직선 연결선 1015">
            <a:extLst>
              <a:ext uri="{FF2B5EF4-FFF2-40B4-BE49-F238E27FC236}">
                <a16:creationId xmlns:a16="http://schemas.microsoft.com/office/drawing/2014/main" id="{B48A14B1-F366-3BCF-3421-451FE9AFDE82}"/>
              </a:ext>
            </a:extLst>
          </p:cNvPr>
          <p:cNvCxnSpPr>
            <a:cxnSpLocks/>
          </p:cNvCxnSpPr>
          <p:nvPr/>
        </p:nvCxnSpPr>
        <p:spPr>
          <a:xfrm>
            <a:off x="2255494" y="4054905"/>
            <a:ext cx="0" cy="4345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8" name="직선 연결선 1017">
            <a:extLst>
              <a:ext uri="{FF2B5EF4-FFF2-40B4-BE49-F238E27FC236}">
                <a16:creationId xmlns:a16="http://schemas.microsoft.com/office/drawing/2014/main" id="{7B28B07F-A8B6-70C4-DF11-302EF8719C17}"/>
              </a:ext>
            </a:extLst>
          </p:cNvPr>
          <p:cNvCxnSpPr>
            <a:cxnSpLocks/>
          </p:cNvCxnSpPr>
          <p:nvPr/>
        </p:nvCxnSpPr>
        <p:spPr>
          <a:xfrm>
            <a:off x="2152650" y="4488324"/>
            <a:ext cx="9525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2" name="직선 화살표 연결선 1021">
            <a:extLst>
              <a:ext uri="{FF2B5EF4-FFF2-40B4-BE49-F238E27FC236}">
                <a16:creationId xmlns:a16="http://schemas.microsoft.com/office/drawing/2014/main" id="{54347519-0381-E917-2EB9-942F2AF85863}"/>
              </a:ext>
            </a:extLst>
          </p:cNvPr>
          <p:cNvCxnSpPr>
            <a:cxnSpLocks/>
          </p:cNvCxnSpPr>
          <p:nvPr/>
        </p:nvCxnSpPr>
        <p:spPr>
          <a:xfrm>
            <a:off x="1584960" y="4492173"/>
            <a:ext cx="9047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6" name="그룹 1025">
            <a:extLst>
              <a:ext uri="{FF2B5EF4-FFF2-40B4-BE49-F238E27FC236}">
                <a16:creationId xmlns:a16="http://schemas.microsoft.com/office/drawing/2014/main" id="{525D2F0B-7165-CB7A-86E0-9CA52041D383}"/>
              </a:ext>
            </a:extLst>
          </p:cNvPr>
          <p:cNvGrpSpPr/>
          <p:nvPr/>
        </p:nvGrpSpPr>
        <p:grpSpPr>
          <a:xfrm>
            <a:off x="1656212" y="4721514"/>
            <a:ext cx="702412" cy="604046"/>
            <a:chOff x="4704333" y="2195302"/>
            <a:chExt cx="702412" cy="604046"/>
          </a:xfrm>
        </p:grpSpPr>
        <p:sp>
          <p:nvSpPr>
            <p:cNvPr id="1027" name="직사각형 1026">
              <a:extLst>
                <a:ext uri="{FF2B5EF4-FFF2-40B4-BE49-F238E27FC236}">
                  <a16:creationId xmlns:a16="http://schemas.microsoft.com/office/drawing/2014/main" id="{B56DFA21-532D-D570-EC87-8A9D66E59BC4}"/>
                </a:ext>
              </a:extLst>
            </p:cNvPr>
            <p:cNvSpPr/>
            <p:nvPr/>
          </p:nvSpPr>
          <p:spPr>
            <a:xfrm>
              <a:off x="4722351" y="2308477"/>
              <a:ext cx="477683" cy="24955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B19A8DCD-397B-8F4A-69B1-357C63E85170}"/>
                </a:ext>
              </a:extLst>
            </p:cNvPr>
            <p:cNvSpPr txBox="1"/>
            <p:nvPr/>
          </p:nvSpPr>
          <p:spPr>
            <a:xfrm>
              <a:off x="4704333" y="2553127"/>
              <a:ext cx="702412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EEPROM 32K</a:t>
              </a:r>
            </a:p>
            <a:p>
              <a:r>
                <a:rPr lang="en-US" altLang="ko-KR" sz="800" dirty="0">
                  <a:solidFill>
                    <a:srgbClr val="FF0000"/>
                  </a:solidFill>
                  <a:latin typeface="+mn-ea"/>
                </a:rPr>
                <a:t>I2C: 1010_001</a:t>
              </a:r>
              <a:endParaRPr lang="ko-KR" altLang="en-US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029" name="TextBox 1028">
              <a:extLst>
                <a:ext uri="{FF2B5EF4-FFF2-40B4-BE49-F238E27FC236}">
                  <a16:creationId xmlns:a16="http://schemas.microsoft.com/office/drawing/2014/main" id="{12E2CE4F-DF63-6684-4A3E-3ED547730997}"/>
                </a:ext>
              </a:extLst>
            </p:cNvPr>
            <p:cNvSpPr txBox="1"/>
            <p:nvPr/>
          </p:nvSpPr>
          <p:spPr>
            <a:xfrm>
              <a:off x="4753938" y="2373724"/>
              <a:ext cx="187248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 err="1">
                  <a:latin typeface="+mn-ea"/>
                </a:rPr>
                <a:t>Vcc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030" name="TextBox 1029">
              <a:extLst>
                <a:ext uri="{FF2B5EF4-FFF2-40B4-BE49-F238E27FC236}">
                  <a16:creationId xmlns:a16="http://schemas.microsoft.com/office/drawing/2014/main" id="{2063C98A-9A42-F037-1D31-D6AF812CC2B0}"/>
                </a:ext>
              </a:extLst>
            </p:cNvPr>
            <p:cNvSpPr txBox="1"/>
            <p:nvPr/>
          </p:nvSpPr>
          <p:spPr>
            <a:xfrm>
              <a:off x="4984871" y="2311192"/>
              <a:ext cx="19433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I2C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079" name="TextBox 1078">
              <a:extLst>
                <a:ext uri="{FF2B5EF4-FFF2-40B4-BE49-F238E27FC236}">
                  <a16:creationId xmlns:a16="http://schemas.microsoft.com/office/drawing/2014/main" id="{386F5285-EC71-4AB1-1A08-2AB561DF22C9}"/>
                </a:ext>
              </a:extLst>
            </p:cNvPr>
            <p:cNvSpPr txBox="1"/>
            <p:nvPr/>
          </p:nvSpPr>
          <p:spPr>
            <a:xfrm>
              <a:off x="4710683" y="2195302"/>
              <a:ext cx="530748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b="1" dirty="0">
                  <a:latin typeface="+mn-ea"/>
                </a:rPr>
                <a:t>AT24C256</a:t>
              </a:r>
            </a:p>
          </p:txBody>
        </p:sp>
        <p:sp>
          <p:nvSpPr>
            <p:cNvPr id="1349" name="TextBox 1348">
              <a:extLst>
                <a:ext uri="{FF2B5EF4-FFF2-40B4-BE49-F238E27FC236}">
                  <a16:creationId xmlns:a16="http://schemas.microsoft.com/office/drawing/2014/main" id="{0C185F91-117B-FD29-631F-57DF42BD394F}"/>
                </a:ext>
              </a:extLst>
            </p:cNvPr>
            <p:cNvSpPr txBox="1"/>
            <p:nvPr/>
          </p:nvSpPr>
          <p:spPr>
            <a:xfrm>
              <a:off x="4986125" y="2428407"/>
              <a:ext cx="19433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WP</a:t>
              </a:r>
              <a:endParaRPr lang="ko-KR" altLang="en-US" sz="800" dirty="0">
                <a:latin typeface="+mn-ea"/>
              </a:endParaRPr>
            </a:p>
          </p:txBody>
        </p:sp>
      </p:grpSp>
      <p:grpSp>
        <p:nvGrpSpPr>
          <p:cNvPr id="1034" name="그룹 1033">
            <a:extLst>
              <a:ext uri="{FF2B5EF4-FFF2-40B4-BE49-F238E27FC236}">
                <a16:creationId xmlns:a16="http://schemas.microsoft.com/office/drawing/2014/main" id="{72063A79-DE5A-F66F-EBFB-C9FD41B70C40}"/>
              </a:ext>
            </a:extLst>
          </p:cNvPr>
          <p:cNvGrpSpPr/>
          <p:nvPr/>
        </p:nvGrpSpPr>
        <p:grpSpPr>
          <a:xfrm>
            <a:off x="4986239" y="5369461"/>
            <a:ext cx="607219" cy="466725"/>
            <a:chOff x="4592815" y="2091308"/>
            <a:chExt cx="607219" cy="466725"/>
          </a:xfrm>
        </p:grpSpPr>
        <p:sp>
          <p:nvSpPr>
            <p:cNvPr id="1035" name="직사각형 1034">
              <a:extLst>
                <a:ext uri="{FF2B5EF4-FFF2-40B4-BE49-F238E27FC236}">
                  <a16:creationId xmlns:a16="http://schemas.microsoft.com/office/drawing/2014/main" id="{49DD5488-1985-1B9F-5D53-82DC7DE08768}"/>
                </a:ext>
              </a:extLst>
            </p:cNvPr>
            <p:cNvSpPr/>
            <p:nvPr/>
          </p:nvSpPr>
          <p:spPr>
            <a:xfrm>
              <a:off x="4599959" y="2308477"/>
              <a:ext cx="600075" cy="24955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036" name="TextBox 1035">
              <a:extLst>
                <a:ext uri="{FF2B5EF4-FFF2-40B4-BE49-F238E27FC236}">
                  <a16:creationId xmlns:a16="http://schemas.microsoft.com/office/drawing/2014/main" id="{E12E2DB7-0E5E-A5FE-E33A-13EAD2D4E145}"/>
                </a:ext>
              </a:extLst>
            </p:cNvPr>
            <p:cNvSpPr txBox="1"/>
            <p:nvPr/>
          </p:nvSpPr>
          <p:spPr>
            <a:xfrm>
              <a:off x="4597577" y="2185154"/>
              <a:ext cx="60007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b="1" dirty="0">
                  <a:latin typeface="+mn-ea"/>
                </a:rPr>
                <a:t>LTC6655</a:t>
              </a:r>
            </a:p>
          </p:txBody>
        </p:sp>
        <p:sp>
          <p:nvSpPr>
            <p:cNvPr id="1037" name="TextBox 1036">
              <a:extLst>
                <a:ext uri="{FF2B5EF4-FFF2-40B4-BE49-F238E27FC236}">
                  <a16:creationId xmlns:a16="http://schemas.microsoft.com/office/drawing/2014/main" id="{C6B66BD8-1DDF-0120-6885-95B0F59F9CF2}"/>
                </a:ext>
              </a:extLst>
            </p:cNvPr>
            <p:cNvSpPr txBox="1"/>
            <p:nvPr/>
          </p:nvSpPr>
          <p:spPr>
            <a:xfrm>
              <a:off x="4620587" y="2373724"/>
              <a:ext cx="34643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 err="1">
                  <a:latin typeface="+mn-ea"/>
                </a:rPr>
                <a:t>Vcc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B260B015-4F7F-0C81-19B7-009875E84893}"/>
                </a:ext>
              </a:extLst>
            </p:cNvPr>
            <p:cNvSpPr txBox="1"/>
            <p:nvPr/>
          </p:nvSpPr>
          <p:spPr>
            <a:xfrm>
              <a:off x="4879351" y="2374692"/>
              <a:ext cx="299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1.25V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2B1A14D3-D05E-8476-EE77-D734B5AA800D}"/>
                </a:ext>
              </a:extLst>
            </p:cNvPr>
            <p:cNvSpPr txBox="1"/>
            <p:nvPr/>
          </p:nvSpPr>
          <p:spPr>
            <a:xfrm>
              <a:off x="4592815" y="2091308"/>
              <a:ext cx="60007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1.25V ref</a:t>
              </a:r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1040" name="직선 화살표 연결선 1039">
            <a:extLst>
              <a:ext uri="{FF2B5EF4-FFF2-40B4-BE49-F238E27FC236}">
                <a16:creationId xmlns:a16="http://schemas.microsoft.com/office/drawing/2014/main" id="{394C55CA-DE9C-E415-C3D0-8274A7994EF0}"/>
              </a:ext>
            </a:extLst>
          </p:cNvPr>
          <p:cNvCxnSpPr>
            <a:cxnSpLocks/>
          </p:cNvCxnSpPr>
          <p:nvPr/>
        </p:nvCxnSpPr>
        <p:spPr>
          <a:xfrm>
            <a:off x="4890236" y="5710729"/>
            <a:ext cx="9047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1" name="TextBox 1040">
            <a:extLst>
              <a:ext uri="{FF2B5EF4-FFF2-40B4-BE49-F238E27FC236}">
                <a16:creationId xmlns:a16="http://schemas.microsoft.com/office/drawing/2014/main" id="{3748CB9F-5109-18A3-9DB8-21B36A94AFFA}"/>
              </a:ext>
            </a:extLst>
          </p:cNvPr>
          <p:cNvSpPr txBox="1"/>
          <p:nvPr/>
        </p:nvSpPr>
        <p:spPr>
          <a:xfrm>
            <a:off x="4562755" y="5646127"/>
            <a:ext cx="30900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+5V</a:t>
            </a:r>
            <a:endParaRPr lang="ko-KR" altLang="en-US" sz="800" dirty="0">
              <a:latin typeface="+mn-ea"/>
            </a:endParaRP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AAD2AE07-6F1B-152A-FC6A-AAD49E7AFAAF}"/>
              </a:ext>
            </a:extLst>
          </p:cNvPr>
          <p:cNvSpPr txBox="1"/>
          <p:nvPr/>
        </p:nvSpPr>
        <p:spPr>
          <a:xfrm>
            <a:off x="6123431" y="5825408"/>
            <a:ext cx="31416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SPI</a:t>
            </a:r>
            <a:endParaRPr lang="ko-KR" altLang="en-US" sz="800" dirty="0">
              <a:latin typeface="+mn-ea"/>
            </a:endParaRPr>
          </a:p>
        </p:txBody>
      </p:sp>
      <p:grpSp>
        <p:nvGrpSpPr>
          <p:cNvPr id="1047" name="그룹 1046">
            <a:extLst>
              <a:ext uri="{FF2B5EF4-FFF2-40B4-BE49-F238E27FC236}">
                <a16:creationId xmlns:a16="http://schemas.microsoft.com/office/drawing/2014/main" id="{161FA5B6-1F00-96BD-4296-32F9F44DA627}"/>
              </a:ext>
            </a:extLst>
          </p:cNvPr>
          <p:cNvGrpSpPr/>
          <p:nvPr/>
        </p:nvGrpSpPr>
        <p:grpSpPr>
          <a:xfrm>
            <a:off x="1656212" y="5356301"/>
            <a:ext cx="641900" cy="597015"/>
            <a:chOff x="4704333" y="2195680"/>
            <a:chExt cx="641900" cy="597015"/>
          </a:xfrm>
        </p:grpSpPr>
        <p:sp>
          <p:nvSpPr>
            <p:cNvPr id="1048" name="직사각형 1047">
              <a:extLst>
                <a:ext uri="{FF2B5EF4-FFF2-40B4-BE49-F238E27FC236}">
                  <a16:creationId xmlns:a16="http://schemas.microsoft.com/office/drawing/2014/main" id="{F337EFD6-852C-B05C-6BAB-044E2AC39DE3}"/>
                </a:ext>
              </a:extLst>
            </p:cNvPr>
            <p:cNvSpPr/>
            <p:nvPr/>
          </p:nvSpPr>
          <p:spPr>
            <a:xfrm>
              <a:off x="4714259" y="2308477"/>
              <a:ext cx="485775" cy="24955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049" name="TextBox 1048">
              <a:extLst>
                <a:ext uri="{FF2B5EF4-FFF2-40B4-BE49-F238E27FC236}">
                  <a16:creationId xmlns:a16="http://schemas.microsoft.com/office/drawing/2014/main" id="{E4C090AD-CFE6-189B-9F62-0AE4D0BF0F3A}"/>
                </a:ext>
              </a:extLst>
            </p:cNvPr>
            <p:cNvSpPr txBox="1"/>
            <p:nvPr/>
          </p:nvSpPr>
          <p:spPr>
            <a:xfrm>
              <a:off x="4704333" y="2546474"/>
              <a:ext cx="6419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temp. sensor</a:t>
              </a:r>
            </a:p>
            <a:p>
              <a:r>
                <a:rPr lang="en-US" altLang="ko-KR" sz="800" dirty="0">
                  <a:solidFill>
                    <a:srgbClr val="FF0000"/>
                  </a:solidFill>
                  <a:latin typeface="+mn-ea"/>
                </a:rPr>
                <a:t>I2C: 1001_010</a:t>
              </a:r>
              <a:endParaRPr lang="ko-KR" altLang="en-US" sz="8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629473EA-34AA-1DEA-6B86-2B44C051A5B0}"/>
                </a:ext>
              </a:extLst>
            </p:cNvPr>
            <p:cNvSpPr txBox="1"/>
            <p:nvPr/>
          </p:nvSpPr>
          <p:spPr>
            <a:xfrm>
              <a:off x="4734888" y="2373724"/>
              <a:ext cx="187248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 err="1">
                  <a:latin typeface="+mn-ea"/>
                </a:rPr>
                <a:t>Vcc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051" name="TextBox 1050">
              <a:extLst>
                <a:ext uri="{FF2B5EF4-FFF2-40B4-BE49-F238E27FC236}">
                  <a16:creationId xmlns:a16="http://schemas.microsoft.com/office/drawing/2014/main" id="{63FE7C0E-3759-164D-4AC6-B76735A9D134}"/>
                </a:ext>
              </a:extLst>
            </p:cNvPr>
            <p:cNvSpPr txBox="1"/>
            <p:nvPr/>
          </p:nvSpPr>
          <p:spPr>
            <a:xfrm>
              <a:off x="4879351" y="2317542"/>
              <a:ext cx="299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I2C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080" name="TextBox 1079">
              <a:extLst>
                <a:ext uri="{FF2B5EF4-FFF2-40B4-BE49-F238E27FC236}">
                  <a16:creationId xmlns:a16="http://schemas.microsoft.com/office/drawing/2014/main" id="{B9BD41E0-B70A-DFDD-BEC2-CBF3611809B6}"/>
                </a:ext>
              </a:extLst>
            </p:cNvPr>
            <p:cNvSpPr txBox="1"/>
            <p:nvPr/>
          </p:nvSpPr>
          <p:spPr>
            <a:xfrm>
              <a:off x="4704333" y="2195680"/>
              <a:ext cx="43758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b="1" dirty="0">
                  <a:latin typeface="+mn-ea"/>
                </a:rPr>
                <a:t>TCN75A</a:t>
              </a:r>
            </a:p>
          </p:txBody>
        </p:sp>
        <p:sp>
          <p:nvSpPr>
            <p:cNvPr id="1344" name="TextBox 1343">
              <a:extLst>
                <a:ext uri="{FF2B5EF4-FFF2-40B4-BE49-F238E27FC236}">
                  <a16:creationId xmlns:a16="http://schemas.microsoft.com/office/drawing/2014/main" id="{3F0CD90E-B583-49B4-47A3-D4B05CF18EF9}"/>
                </a:ext>
              </a:extLst>
            </p:cNvPr>
            <p:cNvSpPr txBox="1"/>
            <p:nvPr/>
          </p:nvSpPr>
          <p:spPr>
            <a:xfrm>
              <a:off x="4873736" y="2431842"/>
              <a:ext cx="299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Alert</a:t>
              </a:r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1053" name="직선 화살표 연결선 1052">
            <a:extLst>
              <a:ext uri="{FF2B5EF4-FFF2-40B4-BE49-F238E27FC236}">
                <a16:creationId xmlns:a16="http://schemas.microsoft.com/office/drawing/2014/main" id="{AEAE8772-E679-4479-F0CF-E9484031FF2D}"/>
              </a:ext>
            </a:extLst>
          </p:cNvPr>
          <p:cNvCxnSpPr>
            <a:cxnSpLocks/>
          </p:cNvCxnSpPr>
          <p:nvPr/>
        </p:nvCxnSpPr>
        <p:spPr>
          <a:xfrm>
            <a:off x="1584960" y="5609072"/>
            <a:ext cx="7556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3CBB936-2C97-B333-A03E-D3C8C35530D0}"/>
              </a:ext>
            </a:extLst>
          </p:cNvPr>
          <p:cNvSpPr txBox="1"/>
          <p:nvPr/>
        </p:nvSpPr>
        <p:spPr>
          <a:xfrm>
            <a:off x="2805643" y="3180990"/>
            <a:ext cx="5862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  <a:latin typeface="+mn-ea"/>
              </a:rPr>
              <a:t>RF=3.5MHz</a:t>
            </a:r>
            <a:endParaRPr lang="ko-KR" altLang="en-US" sz="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323AD68-1FDD-F8C0-52BD-1B95A6EC9568}"/>
              </a:ext>
            </a:extLst>
          </p:cNvPr>
          <p:cNvSpPr/>
          <p:nvPr/>
        </p:nvSpPr>
        <p:spPr>
          <a:xfrm>
            <a:off x="887313" y="901369"/>
            <a:ext cx="213654" cy="1178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J1</a:t>
            </a:r>
          </a:p>
        </p:txBody>
      </p:sp>
      <p:sp>
        <p:nvSpPr>
          <p:cNvPr id="1014" name="직사각형 1013">
            <a:extLst>
              <a:ext uri="{FF2B5EF4-FFF2-40B4-BE49-F238E27FC236}">
                <a16:creationId xmlns:a16="http://schemas.microsoft.com/office/drawing/2014/main" id="{29A696B8-E0F5-46E2-8BCC-C1E3A8C1EE87}"/>
              </a:ext>
            </a:extLst>
          </p:cNvPr>
          <p:cNvSpPr/>
          <p:nvPr/>
        </p:nvSpPr>
        <p:spPr>
          <a:xfrm>
            <a:off x="892026" y="624680"/>
            <a:ext cx="213654" cy="1178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J5</a:t>
            </a:r>
          </a:p>
        </p:txBody>
      </p:sp>
      <p:sp>
        <p:nvSpPr>
          <p:cNvPr id="1019" name="직사각형 1018">
            <a:extLst>
              <a:ext uri="{FF2B5EF4-FFF2-40B4-BE49-F238E27FC236}">
                <a16:creationId xmlns:a16="http://schemas.microsoft.com/office/drawing/2014/main" id="{D306EAB3-4D4E-04C1-9E79-652FF866D962}"/>
              </a:ext>
            </a:extLst>
          </p:cNvPr>
          <p:cNvSpPr/>
          <p:nvPr/>
        </p:nvSpPr>
        <p:spPr>
          <a:xfrm>
            <a:off x="882583" y="1151916"/>
            <a:ext cx="213654" cy="1178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J2</a:t>
            </a:r>
          </a:p>
        </p:txBody>
      </p:sp>
      <p:sp>
        <p:nvSpPr>
          <p:cNvPr id="1025" name="직사각형 1024">
            <a:extLst>
              <a:ext uri="{FF2B5EF4-FFF2-40B4-BE49-F238E27FC236}">
                <a16:creationId xmlns:a16="http://schemas.microsoft.com/office/drawing/2014/main" id="{E7E9498F-A197-C4A7-365F-4F45634DB6D5}"/>
              </a:ext>
            </a:extLst>
          </p:cNvPr>
          <p:cNvSpPr/>
          <p:nvPr/>
        </p:nvSpPr>
        <p:spPr>
          <a:xfrm>
            <a:off x="889489" y="1947303"/>
            <a:ext cx="213654" cy="1178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J3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17AF6A27-96AE-AA3A-5DBA-67A849D0BAD1}"/>
              </a:ext>
            </a:extLst>
          </p:cNvPr>
          <p:cNvSpPr txBox="1"/>
          <p:nvPr/>
        </p:nvSpPr>
        <p:spPr>
          <a:xfrm>
            <a:off x="1600964" y="2510014"/>
            <a:ext cx="113613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latin typeface="+mn-ea"/>
              </a:rPr>
              <a:t>LTC4151</a:t>
            </a:r>
          </a:p>
          <a:p>
            <a:r>
              <a:rPr lang="en-US" altLang="ko-KR" sz="600" dirty="0">
                <a:solidFill>
                  <a:srgbClr val="FF0000"/>
                </a:solidFill>
                <a:latin typeface="+mn-ea"/>
              </a:rPr>
              <a:t>I2C </a:t>
            </a:r>
            <a:r>
              <a:rPr lang="en-US" altLang="ko-KR" sz="600" dirty="0" err="1">
                <a:solidFill>
                  <a:srgbClr val="FF0000"/>
                </a:solidFill>
                <a:latin typeface="+mn-ea"/>
              </a:rPr>
              <a:t>addr</a:t>
            </a:r>
            <a:r>
              <a:rPr lang="en-US" altLang="ko-KR" sz="600" dirty="0">
                <a:solidFill>
                  <a:srgbClr val="FF0000"/>
                </a:solidFill>
                <a:latin typeface="+mn-ea"/>
              </a:rPr>
              <a:t> : 1101_001</a:t>
            </a:r>
          </a:p>
          <a:p>
            <a:r>
              <a:rPr lang="en-US" altLang="ko-KR" sz="600" dirty="0">
                <a:latin typeface="+mn-ea"/>
              </a:rPr>
              <a:t> Voltage, Current monitor</a:t>
            </a:r>
          </a:p>
          <a:p>
            <a:r>
              <a:rPr lang="en-US" altLang="ko-KR" sz="600" dirty="0">
                <a:latin typeface="+mn-ea"/>
              </a:rPr>
              <a:t>1) Sense voltage (for current)</a:t>
            </a:r>
          </a:p>
          <a:p>
            <a:r>
              <a:rPr lang="en-US" altLang="ko-KR" sz="600" dirty="0">
                <a:latin typeface="+mn-ea"/>
              </a:rPr>
              <a:t>2) VIN voltage</a:t>
            </a:r>
          </a:p>
          <a:p>
            <a:r>
              <a:rPr lang="en-US" altLang="ko-KR" sz="600" dirty="0">
                <a:latin typeface="+mn-ea"/>
              </a:rPr>
              <a:t>3) ADIN voltage</a:t>
            </a:r>
          </a:p>
        </p:txBody>
      </p:sp>
      <p:cxnSp>
        <p:nvCxnSpPr>
          <p:cNvPr id="1057" name="직선 화살표 연결선 1056">
            <a:extLst>
              <a:ext uri="{FF2B5EF4-FFF2-40B4-BE49-F238E27FC236}">
                <a16:creationId xmlns:a16="http://schemas.microsoft.com/office/drawing/2014/main" id="{5ED8B2A4-167D-95A4-34EA-6F48EB0542A2}"/>
              </a:ext>
            </a:extLst>
          </p:cNvPr>
          <p:cNvCxnSpPr>
            <a:cxnSpLocks/>
          </p:cNvCxnSpPr>
          <p:nvPr/>
        </p:nvCxnSpPr>
        <p:spPr>
          <a:xfrm>
            <a:off x="2341261" y="2433636"/>
            <a:ext cx="32818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직선 연결선 1058">
            <a:extLst>
              <a:ext uri="{FF2B5EF4-FFF2-40B4-BE49-F238E27FC236}">
                <a16:creationId xmlns:a16="http://schemas.microsoft.com/office/drawing/2014/main" id="{C25B657F-19A0-31BC-3924-34281629A6C4}"/>
              </a:ext>
            </a:extLst>
          </p:cNvPr>
          <p:cNvCxnSpPr>
            <a:cxnSpLocks/>
          </p:cNvCxnSpPr>
          <p:nvPr/>
        </p:nvCxnSpPr>
        <p:spPr>
          <a:xfrm>
            <a:off x="2667467" y="2118530"/>
            <a:ext cx="0" cy="313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6" name="직사각형 1055">
            <a:extLst>
              <a:ext uri="{FF2B5EF4-FFF2-40B4-BE49-F238E27FC236}">
                <a16:creationId xmlns:a16="http://schemas.microsoft.com/office/drawing/2014/main" id="{53298CB4-2D85-560A-5471-04428B8CD6C2}"/>
              </a:ext>
            </a:extLst>
          </p:cNvPr>
          <p:cNvSpPr/>
          <p:nvPr/>
        </p:nvSpPr>
        <p:spPr>
          <a:xfrm rot="16200000">
            <a:off x="2592701" y="2254132"/>
            <a:ext cx="148730" cy="74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latin typeface="+mn-ea"/>
            </a:endParaRPr>
          </a:p>
        </p:txBody>
      </p:sp>
      <p:sp>
        <p:nvSpPr>
          <p:cNvPr id="1061" name="타원 1060">
            <a:extLst>
              <a:ext uri="{FF2B5EF4-FFF2-40B4-BE49-F238E27FC236}">
                <a16:creationId xmlns:a16="http://schemas.microsoft.com/office/drawing/2014/main" id="{547BE6D5-712A-4EF1-A5ED-81A605CD086C}"/>
              </a:ext>
            </a:extLst>
          </p:cNvPr>
          <p:cNvSpPr/>
          <p:nvPr/>
        </p:nvSpPr>
        <p:spPr>
          <a:xfrm>
            <a:off x="2647549" y="241131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5A98E5EE-E56E-208B-AFDE-3884ADD39FF7}"/>
              </a:ext>
            </a:extLst>
          </p:cNvPr>
          <p:cNvSpPr txBox="1"/>
          <p:nvPr/>
        </p:nvSpPr>
        <p:spPr>
          <a:xfrm>
            <a:off x="2537811" y="1993786"/>
            <a:ext cx="3333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3.3V3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67" name="직선 연결선 1066">
            <a:extLst>
              <a:ext uri="{FF2B5EF4-FFF2-40B4-BE49-F238E27FC236}">
                <a16:creationId xmlns:a16="http://schemas.microsoft.com/office/drawing/2014/main" id="{55FAB54D-E793-65FD-15A6-760C9BC75B7E}"/>
              </a:ext>
            </a:extLst>
          </p:cNvPr>
          <p:cNvCxnSpPr>
            <a:cxnSpLocks/>
          </p:cNvCxnSpPr>
          <p:nvPr/>
        </p:nvCxnSpPr>
        <p:spPr>
          <a:xfrm>
            <a:off x="3118218" y="677097"/>
            <a:ext cx="0" cy="11517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9" name="직선 화살표 연결선 1068">
            <a:extLst>
              <a:ext uri="{FF2B5EF4-FFF2-40B4-BE49-F238E27FC236}">
                <a16:creationId xmlns:a16="http://schemas.microsoft.com/office/drawing/2014/main" id="{6CA04DE5-C95F-5839-84C5-457F45DC5987}"/>
              </a:ext>
            </a:extLst>
          </p:cNvPr>
          <p:cNvCxnSpPr>
            <a:cxnSpLocks/>
          </p:cNvCxnSpPr>
          <p:nvPr/>
        </p:nvCxnSpPr>
        <p:spPr>
          <a:xfrm>
            <a:off x="3113706" y="1828022"/>
            <a:ext cx="11760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0" name="타원 1069">
            <a:extLst>
              <a:ext uri="{FF2B5EF4-FFF2-40B4-BE49-F238E27FC236}">
                <a16:creationId xmlns:a16="http://schemas.microsoft.com/office/drawing/2014/main" id="{5AD2BCC5-8F7F-8F42-4DCD-256134DBB771}"/>
              </a:ext>
            </a:extLst>
          </p:cNvPr>
          <p:cNvSpPr/>
          <p:nvPr/>
        </p:nvSpPr>
        <p:spPr>
          <a:xfrm>
            <a:off x="3092441" y="66218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1076" name="직선 연결선 1075">
            <a:extLst>
              <a:ext uri="{FF2B5EF4-FFF2-40B4-BE49-F238E27FC236}">
                <a16:creationId xmlns:a16="http://schemas.microsoft.com/office/drawing/2014/main" id="{7E049142-B5CD-DC40-5B26-8A98490B7BC7}"/>
              </a:ext>
            </a:extLst>
          </p:cNvPr>
          <p:cNvCxnSpPr>
            <a:cxnSpLocks/>
          </p:cNvCxnSpPr>
          <p:nvPr/>
        </p:nvCxnSpPr>
        <p:spPr>
          <a:xfrm>
            <a:off x="2354253" y="4902200"/>
            <a:ext cx="0" cy="6477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3" name="직선 연결선 1082">
            <a:extLst>
              <a:ext uri="{FF2B5EF4-FFF2-40B4-BE49-F238E27FC236}">
                <a16:creationId xmlns:a16="http://schemas.microsoft.com/office/drawing/2014/main" id="{FD2FD913-6530-1844-8DDB-A403AE86165F}"/>
              </a:ext>
            </a:extLst>
          </p:cNvPr>
          <p:cNvCxnSpPr>
            <a:cxnSpLocks/>
          </p:cNvCxnSpPr>
          <p:nvPr/>
        </p:nvCxnSpPr>
        <p:spPr>
          <a:xfrm>
            <a:off x="2149475" y="4902719"/>
            <a:ext cx="6918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직선 연결선 1084">
            <a:extLst>
              <a:ext uri="{FF2B5EF4-FFF2-40B4-BE49-F238E27FC236}">
                <a16:creationId xmlns:a16="http://schemas.microsoft.com/office/drawing/2014/main" id="{1EB928A7-5E09-345E-9345-0CD26DA8330E}"/>
              </a:ext>
            </a:extLst>
          </p:cNvPr>
          <p:cNvCxnSpPr>
            <a:cxnSpLocks/>
          </p:cNvCxnSpPr>
          <p:nvPr/>
        </p:nvCxnSpPr>
        <p:spPr>
          <a:xfrm>
            <a:off x="2149475" y="5545656"/>
            <a:ext cx="2076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6" name="타원 1085">
            <a:extLst>
              <a:ext uri="{FF2B5EF4-FFF2-40B4-BE49-F238E27FC236}">
                <a16:creationId xmlns:a16="http://schemas.microsoft.com/office/drawing/2014/main" id="{E0547AD2-93AA-3E76-AD1B-29EBEB1EFA44}"/>
              </a:ext>
            </a:extLst>
          </p:cNvPr>
          <p:cNvSpPr/>
          <p:nvPr/>
        </p:nvSpPr>
        <p:spPr>
          <a:xfrm>
            <a:off x="2333233" y="488114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4E33D2E1-301D-CA0D-3720-51730D5DB12C}"/>
              </a:ext>
            </a:extLst>
          </p:cNvPr>
          <p:cNvSpPr txBox="1"/>
          <p:nvPr/>
        </p:nvSpPr>
        <p:spPr>
          <a:xfrm>
            <a:off x="1190477" y="4178015"/>
            <a:ext cx="4857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3.3V1</a:t>
            </a:r>
            <a:endParaRPr lang="ko-KR" altLang="en-US" sz="800" dirty="0">
              <a:latin typeface="+mn-ea"/>
            </a:endParaRPr>
          </a:p>
        </p:txBody>
      </p:sp>
      <p:grpSp>
        <p:nvGrpSpPr>
          <p:cNvPr id="1098" name="그룹 1097">
            <a:extLst>
              <a:ext uri="{FF2B5EF4-FFF2-40B4-BE49-F238E27FC236}">
                <a16:creationId xmlns:a16="http://schemas.microsoft.com/office/drawing/2014/main" id="{477F72F7-E5DF-3F9E-9DBB-2B7DCAF9D8E6}"/>
              </a:ext>
            </a:extLst>
          </p:cNvPr>
          <p:cNvGrpSpPr/>
          <p:nvPr/>
        </p:nvGrpSpPr>
        <p:grpSpPr>
          <a:xfrm>
            <a:off x="794145" y="3468311"/>
            <a:ext cx="657839" cy="714285"/>
            <a:chOff x="6814361" y="746296"/>
            <a:chExt cx="657839" cy="714285"/>
          </a:xfrm>
        </p:grpSpPr>
        <p:sp>
          <p:nvSpPr>
            <p:cNvPr id="1099" name="직사각형 1098">
              <a:extLst>
                <a:ext uri="{FF2B5EF4-FFF2-40B4-BE49-F238E27FC236}">
                  <a16:creationId xmlns:a16="http://schemas.microsoft.com/office/drawing/2014/main" id="{8E1DD401-6E1D-B12E-0AC4-F096C5F84EB0}"/>
                </a:ext>
              </a:extLst>
            </p:cNvPr>
            <p:cNvSpPr/>
            <p:nvPr/>
          </p:nvSpPr>
          <p:spPr>
            <a:xfrm>
              <a:off x="6818355" y="860361"/>
              <a:ext cx="485776" cy="50663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endParaRPr lang="en-US" altLang="ko-KR" sz="8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00" name="TextBox 1099">
              <a:extLst>
                <a:ext uri="{FF2B5EF4-FFF2-40B4-BE49-F238E27FC236}">
                  <a16:creationId xmlns:a16="http://schemas.microsoft.com/office/drawing/2014/main" id="{769BD400-0C5D-329A-3334-F81A8AF6C3E5}"/>
                </a:ext>
              </a:extLst>
            </p:cNvPr>
            <p:cNvSpPr txBox="1"/>
            <p:nvPr/>
          </p:nvSpPr>
          <p:spPr>
            <a:xfrm>
              <a:off x="6974349" y="872246"/>
              <a:ext cx="31690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CLK1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101" name="TextBox 1100">
              <a:extLst>
                <a:ext uri="{FF2B5EF4-FFF2-40B4-BE49-F238E27FC236}">
                  <a16:creationId xmlns:a16="http://schemas.microsoft.com/office/drawing/2014/main" id="{86DD9DC2-54C7-9B91-F9E1-42FA1BC737AF}"/>
                </a:ext>
              </a:extLst>
            </p:cNvPr>
            <p:cNvSpPr txBox="1"/>
            <p:nvPr/>
          </p:nvSpPr>
          <p:spPr>
            <a:xfrm>
              <a:off x="6961200" y="989733"/>
              <a:ext cx="33337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CLK2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102" name="TextBox 1101">
              <a:extLst>
                <a:ext uri="{FF2B5EF4-FFF2-40B4-BE49-F238E27FC236}">
                  <a16:creationId xmlns:a16="http://schemas.microsoft.com/office/drawing/2014/main" id="{AD28390D-F601-675C-DBBB-B29DB770BA14}"/>
                </a:ext>
              </a:extLst>
            </p:cNvPr>
            <p:cNvSpPr txBox="1"/>
            <p:nvPr/>
          </p:nvSpPr>
          <p:spPr>
            <a:xfrm>
              <a:off x="6816277" y="1368248"/>
              <a:ext cx="65592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clock generator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1103" name="TextBox 1102">
              <a:extLst>
                <a:ext uri="{FF2B5EF4-FFF2-40B4-BE49-F238E27FC236}">
                  <a16:creationId xmlns:a16="http://schemas.microsoft.com/office/drawing/2014/main" id="{3B6120B0-5775-8DBA-D5A0-3D106695A77D}"/>
                </a:ext>
              </a:extLst>
            </p:cNvPr>
            <p:cNvSpPr txBox="1"/>
            <p:nvPr/>
          </p:nvSpPr>
          <p:spPr>
            <a:xfrm>
              <a:off x="6961200" y="1108913"/>
              <a:ext cx="33337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CLK3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104" name="TextBox 1103">
              <a:extLst>
                <a:ext uri="{FF2B5EF4-FFF2-40B4-BE49-F238E27FC236}">
                  <a16:creationId xmlns:a16="http://schemas.microsoft.com/office/drawing/2014/main" id="{DCA3A422-4720-BB4C-45E1-4DDD3F081B48}"/>
                </a:ext>
              </a:extLst>
            </p:cNvPr>
            <p:cNvSpPr txBox="1"/>
            <p:nvPr/>
          </p:nvSpPr>
          <p:spPr>
            <a:xfrm>
              <a:off x="6958585" y="1226469"/>
              <a:ext cx="333375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CLK4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105" name="TextBox 1104">
              <a:extLst>
                <a:ext uri="{FF2B5EF4-FFF2-40B4-BE49-F238E27FC236}">
                  <a16:creationId xmlns:a16="http://schemas.microsoft.com/office/drawing/2014/main" id="{D3F96F90-A490-7D81-7B28-E05989D1EF87}"/>
                </a:ext>
              </a:extLst>
            </p:cNvPr>
            <p:cNvSpPr txBox="1"/>
            <p:nvPr/>
          </p:nvSpPr>
          <p:spPr>
            <a:xfrm>
              <a:off x="6831061" y="998958"/>
              <a:ext cx="23685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CLK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106" name="TextBox 1105">
              <a:extLst>
                <a:ext uri="{FF2B5EF4-FFF2-40B4-BE49-F238E27FC236}">
                  <a16:creationId xmlns:a16="http://schemas.microsoft.com/office/drawing/2014/main" id="{31B6C63B-3AEE-F283-697E-576D9E130381}"/>
                </a:ext>
              </a:extLst>
            </p:cNvPr>
            <p:cNvSpPr txBox="1"/>
            <p:nvPr/>
          </p:nvSpPr>
          <p:spPr>
            <a:xfrm>
              <a:off x="6833442" y="869227"/>
              <a:ext cx="23685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 err="1">
                  <a:latin typeface="+mn-ea"/>
                </a:rPr>
                <a:t>Vdd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107" name="TextBox 1106">
              <a:extLst>
                <a:ext uri="{FF2B5EF4-FFF2-40B4-BE49-F238E27FC236}">
                  <a16:creationId xmlns:a16="http://schemas.microsoft.com/office/drawing/2014/main" id="{1051B865-8603-FA51-294F-8492FB6C454F}"/>
                </a:ext>
              </a:extLst>
            </p:cNvPr>
            <p:cNvSpPr txBox="1"/>
            <p:nvPr/>
          </p:nvSpPr>
          <p:spPr>
            <a:xfrm>
              <a:off x="6841616" y="1225068"/>
              <a:ext cx="23685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I2C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108" name="TextBox 1107">
              <a:extLst>
                <a:ext uri="{FF2B5EF4-FFF2-40B4-BE49-F238E27FC236}">
                  <a16:creationId xmlns:a16="http://schemas.microsoft.com/office/drawing/2014/main" id="{00882700-76C9-3E3A-5CA2-52DC86E06508}"/>
                </a:ext>
              </a:extLst>
            </p:cNvPr>
            <p:cNvSpPr txBox="1"/>
            <p:nvPr/>
          </p:nvSpPr>
          <p:spPr>
            <a:xfrm>
              <a:off x="6814361" y="746296"/>
              <a:ext cx="655923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b="1" dirty="0">
                  <a:latin typeface="+mn-ea"/>
                </a:rPr>
                <a:t>5P49V5901</a:t>
              </a:r>
              <a:endParaRPr lang="ko-KR" altLang="en-US" sz="600" dirty="0">
                <a:latin typeface="+mn-ea"/>
              </a:endParaRPr>
            </a:p>
          </p:txBody>
        </p:sp>
      </p:grpSp>
      <p:cxnSp>
        <p:nvCxnSpPr>
          <p:cNvPr id="1109" name="직선 화살표 연결선 1108">
            <a:extLst>
              <a:ext uri="{FF2B5EF4-FFF2-40B4-BE49-F238E27FC236}">
                <a16:creationId xmlns:a16="http://schemas.microsoft.com/office/drawing/2014/main" id="{16CC5C08-3928-B861-F7A6-90367364EB74}"/>
              </a:ext>
            </a:extLst>
          </p:cNvPr>
          <p:cNvCxnSpPr>
            <a:cxnSpLocks/>
          </p:cNvCxnSpPr>
          <p:nvPr/>
        </p:nvCxnSpPr>
        <p:spPr>
          <a:xfrm>
            <a:off x="601800" y="4009943"/>
            <a:ext cx="19514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0" name="TextBox 1109">
            <a:extLst>
              <a:ext uri="{FF2B5EF4-FFF2-40B4-BE49-F238E27FC236}">
                <a16:creationId xmlns:a16="http://schemas.microsoft.com/office/drawing/2014/main" id="{4654C495-296A-7A81-5AB5-46E29AB5A153}"/>
              </a:ext>
            </a:extLst>
          </p:cNvPr>
          <p:cNvSpPr txBox="1"/>
          <p:nvPr/>
        </p:nvSpPr>
        <p:spPr>
          <a:xfrm>
            <a:off x="75784" y="3944516"/>
            <a:ext cx="51940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b="1" dirty="0">
                <a:latin typeface="+mn-ea"/>
              </a:rPr>
              <a:t>J10 conn.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1111" name="직선 화살표 연결선 1110">
            <a:extLst>
              <a:ext uri="{FF2B5EF4-FFF2-40B4-BE49-F238E27FC236}">
                <a16:creationId xmlns:a16="http://schemas.microsoft.com/office/drawing/2014/main" id="{789B20E5-5294-47F8-8312-AD10C3876FEE}"/>
              </a:ext>
            </a:extLst>
          </p:cNvPr>
          <p:cNvCxnSpPr>
            <a:cxnSpLocks/>
          </p:cNvCxnSpPr>
          <p:nvPr/>
        </p:nvCxnSpPr>
        <p:spPr>
          <a:xfrm>
            <a:off x="600307" y="3781480"/>
            <a:ext cx="19514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2" name="TextBox 1111">
            <a:extLst>
              <a:ext uri="{FF2B5EF4-FFF2-40B4-BE49-F238E27FC236}">
                <a16:creationId xmlns:a16="http://schemas.microsoft.com/office/drawing/2014/main" id="{6D624378-2BE3-305E-7CDA-202A59BE7409}"/>
              </a:ext>
            </a:extLst>
          </p:cNvPr>
          <p:cNvSpPr txBox="1"/>
          <p:nvPr/>
        </p:nvSpPr>
        <p:spPr>
          <a:xfrm>
            <a:off x="166748" y="3720645"/>
            <a:ext cx="4192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X-</a:t>
            </a:r>
            <a:r>
              <a:rPr lang="en-US" altLang="ko-KR" sz="800" dirty="0" err="1">
                <a:latin typeface="+mn-ea"/>
              </a:rPr>
              <a:t>tal</a:t>
            </a:r>
            <a:endParaRPr lang="en-US" altLang="ko-KR" sz="800" dirty="0">
              <a:latin typeface="+mn-ea"/>
            </a:endParaRPr>
          </a:p>
          <a:p>
            <a:pPr algn="r"/>
            <a:r>
              <a:rPr lang="en-US" altLang="ko-KR" sz="800" dirty="0">
                <a:latin typeface="+mn-ea"/>
              </a:rPr>
              <a:t>(25MHz)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113" name="직선 화살표 연결선 1112">
            <a:extLst>
              <a:ext uri="{FF2B5EF4-FFF2-40B4-BE49-F238E27FC236}">
                <a16:creationId xmlns:a16="http://schemas.microsoft.com/office/drawing/2014/main" id="{D8ECF2EA-0DED-CF5E-33FC-13E371823101}"/>
              </a:ext>
            </a:extLst>
          </p:cNvPr>
          <p:cNvCxnSpPr>
            <a:cxnSpLocks/>
          </p:cNvCxnSpPr>
          <p:nvPr/>
        </p:nvCxnSpPr>
        <p:spPr>
          <a:xfrm>
            <a:off x="597990" y="3651609"/>
            <a:ext cx="19514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4" name="TextBox 1113">
            <a:extLst>
              <a:ext uri="{FF2B5EF4-FFF2-40B4-BE49-F238E27FC236}">
                <a16:creationId xmlns:a16="http://schemas.microsoft.com/office/drawing/2014/main" id="{BF4710C3-CAC3-D0BC-1F72-D63AC02A71F2}"/>
              </a:ext>
            </a:extLst>
          </p:cNvPr>
          <p:cNvSpPr txBox="1"/>
          <p:nvPr/>
        </p:nvSpPr>
        <p:spPr>
          <a:xfrm>
            <a:off x="247266" y="3586182"/>
            <a:ext cx="344113" cy="1231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3.3V4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121" name="직선 연결선 1120">
            <a:extLst>
              <a:ext uri="{FF2B5EF4-FFF2-40B4-BE49-F238E27FC236}">
                <a16:creationId xmlns:a16="http://schemas.microsoft.com/office/drawing/2014/main" id="{6AF082E5-1DDF-C586-7E88-6912742F4AE8}"/>
              </a:ext>
            </a:extLst>
          </p:cNvPr>
          <p:cNvCxnSpPr>
            <a:cxnSpLocks/>
          </p:cNvCxnSpPr>
          <p:nvPr/>
        </p:nvCxnSpPr>
        <p:spPr>
          <a:xfrm>
            <a:off x="1584960" y="4301126"/>
            <a:ext cx="0" cy="13148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3" name="직선 화살표 연결선 1122">
            <a:extLst>
              <a:ext uri="{FF2B5EF4-FFF2-40B4-BE49-F238E27FC236}">
                <a16:creationId xmlns:a16="http://schemas.microsoft.com/office/drawing/2014/main" id="{6FCC6B8A-764D-0818-D850-5945A0C6B6C3}"/>
              </a:ext>
            </a:extLst>
          </p:cNvPr>
          <p:cNvCxnSpPr>
            <a:cxnSpLocks/>
          </p:cNvCxnSpPr>
          <p:nvPr/>
        </p:nvCxnSpPr>
        <p:spPr>
          <a:xfrm>
            <a:off x="1584960" y="4964547"/>
            <a:ext cx="7556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4" name="타원 1123">
            <a:extLst>
              <a:ext uri="{FF2B5EF4-FFF2-40B4-BE49-F238E27FC236}">
                <a16:creationId xmlns:a16="http://schemas.microsoft.com/office/drawing/2014/main" id="{5749A0F5-B4D6-0531-C911-9F3708479700}"/>
              </a:ext>
            </a:extLst>
          </p:cNvPr>
          <p:cNvSpPr/>
          <p:nvPr/>
        </p:nvSpPr>
        <p:spPr>
          <a:xfrm>
            <a:off x="1562100" y="494146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125" name="타원 1124">
            <a:extLst>
              <a:ext uri="{FF2B5EF4-FFF2-40B4-BE49-F238E27FC236}">
                <a16:creationId xmlns:a16="http://schemas.microsoft.com/office/drawing/2014/main" id="{8DA95720-9191-7FE2-102F-4C09E9BCDB90}"/>
              </a:ext>
            </a:extLst>
          </p:cNvPr>
          <p:cNvSpPr/>
          <p:nvPr/>
        </p:nvSpPr>
        <p:spPr>
          <a:xfrm>
            <a:off x="1558925" y="447156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1130" name="직선 연결선 1129">
            <a:extLst>
              <a:ext uri="{FF2B5EF4-FFF2-40B4-BE49-F238E27FC236}">
                <a16:creationId xmlns:a16="http://schemas.microsoft.com/office/drawing/2014/main" id="{F27E7899-1E32-75BB-A398-8300C9BD11F4}"/>
              </a:ext>
            </a:extLst>
          </p:cNvPr>
          <p:cNvCxnSpPr>
            <a:cxnSpLocks/>
          </p:cNvCxnSpPr>
          <p:nvPr/>
        </p:nvCxnSpPr>
        <p:spPr>
          <a:xfrm>
            <a:off x="1387306" y="3640751"/>
            <a:ext cx="0" cy="24933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2" name="직선 화살표 연결선 1131">
            <a:extLst>
              <a:ext uri="{FF2B5EF4-FFF2-40B4-BE49-F238E27FC236}">
                <a16:creationId xmlns:a16="http://schemas.microsoft.com/office/drawing/2014/main" id="{21609BD4-6A23-682A-7A64-73054E95DA8A}"/>
              </a:ext>
            </a:extLst>
          </p:cNvPr>
          <p:cNvCxnSpPr>
            <a:cxnSpLocks/>
          </p:cNvCxnSpPr>
          <p:nvPr/>
        </p:nvCxnSpPr>
        <p:spPr>
          <a:xfrm>
            <a:off x="1284623" y="3649210"/>
            <a:ext cx="10268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6" name="직선 화살표 연결선 1135">
            <a:extLst>
              <a:ext uri="{FF2B5EF4-FFF2-40B4-BE49-F238E27FC236}">
                <a16:creationId xmlns:a16="http://schemas.microsoft.com/office/drawing/2014/main" id="{0C224937-180B-F482-81FE-8CE64CE8D6B5}"/>
              </a:ext>
            </a:extLst>
          </p:cNvPr>
          <p:cNvCxnSpPr>
            <a:cxnSpLocks/>
          </p:cNvCxnSpPr>
          <p:nvPr/>
        </p:nvCxnSpPr>
        <p:spPr>
          <a:xfrm>
            <a:off x="1284623" y="3903462"/>
            <a:ext cx="204672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8" name="직선 화살표 연결선 1137">
            <a:extLst>
              <a:ext uri="{FF2B5EF4-FFF2-40B4-BE49-F238E27FC236}">
                <a16:creationId xmlns:a16="http://schemas.microsoft.com/office/drawing/2014/main" id="{ACD9800A-5103-1619-0800-4522A90D7632}"/>
              </a:ext>
            </a:extLst>
          </p:cNvPr>
          <p:cNvCxnSpPr>
            <a:cxnSpLocks/>
          </p:cNvCxnSpPr>
          <p:nvPr/>
        </p:nvCxnSpPr>
        <p:spPr>
          <a:xfrm>
            <a:off x="1284970" y="4014587"/>
            <a:ext cx="204672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0" name="TextBox 1139">
            <a:extLst>
              <a:ext uri="{FF2B5EF4-FFF2-40B4-BE49-F238E27FC236}">
                <a16:creationId xmlns:a16="http://schemas.microsoft.com/office/drawing/2014/main" id="{1BC95845-7829-7C2C-0C07-5CB3E36BB810}"/>
              </a:ext>
            </a:extLst>
          </p:cNvPr>
          <p:cNvSpPr txBox="1"/>
          <p:nvPr/>
        </p:nvSpPr>
        <p:spPr>
          <a:xfrm>
            <a:off x="1509401" y="3836000"/>
            <a:ext cx="4857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  <a:latin typeface="+mn-ea"/>
              </a:rPr>
              <a:t>where ???</a:t>
            </a:r>
            <a:endParaRPr lang="ko-KR" altLang="en-US" sz="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A2BE5A9E-4B25-4A8A-9958-F3BDCC89B898}"/>
              </a:ext>
            </a:extLst>
          </p:cNvPr>
          <p:cNvSpPr txBox="1"/>
          <p:nvPr/>
        </p:nvSpPr>
        <p:spPr>
          <a:xfrm>
            <a:off x="4042260" y="3056548"/>
            <a:ext cx="45608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0~0.5V</a:t>
            </a:r>
          </a:p>
          <a:p>
            <a:pPr algn="ctr"/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@50</a:t>
            </a:r>
            <a:r>
              <a:rPr lang="el-GR" altLang="ko-KR" sz="800" dirty="0">
                <a:solidFill>
                  <a:srgbClr val="0070C0"/>
                </a:solidFill>
                <a:latin typeface="+mn-ea"/>
              </a:rPr>
              <a:t>Ω</a:t>
            </a:r>
            <a:endParaRPr lang="en-US" altLang="ko-KR" sz="8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1148" name="그룹 1147">
            <a:extLst>
              <a:ext uri="{FF2B5EF4-FFF2-40B4-BE49-F238E27FC236}">
                <a16:creationId xmlns:a16="http://schemas.microsoft.com/office/drawing/2014/main" id="{36835A37-4A87-8262-8210-1A3C22636245}"/>
              </a:ext>
            </a:extLst>
          </p:cNvPr>
          <p:cNvGrpSpPr/>
          <p:nvPr/>
        </p:nvGrpSpPr>
        <p:grpSpPr>
          <a:xfrm>
            <a:off x="4736036" y="3491993"/>
            <a:ext cx="235744" cy="127920"/>
            <a:chOff x="8241506" y="2851587"/>
            <a:chExt cx="235744" cy="127920"/>
          </a:xfrm>
        </p:grpSpPr>
        <p:cxnSp>
          <p:nvCxnSpPr>
            <p:cNvPr id="1149" name="직선 연결선 1148">
              <a:extLst>
                <a:ext uri="{FF2B5EF4-FFF2-40B4-BE49-F238E27FC236}">
                  <a16:creationId xmlns:a16="http://schemas.microsoft.com/office/drawing/2014/main" id="{E73709D3-666F-A015-1C84-4E76196A9C2F}"/>
                </a:ext>
              </a:extLst>
            </p:cNvPr>
            <p:cNvCxnSpPr>
              <a:cxnSpLocks/>
            </p:cNvCxnSpPr>
            <p:nvPr/>
          </p:nvCxnSpPr>
          <p:spPr>
            <a:xfrm>
              <a:off x="8387011" y="2851587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0" name="직선 연결선 1149">
              <a:extLst>
                <a:ext uri="{FF2B5EF4-FFF2-40B4-BE49-F238E27FC236}">
                  <a16:creationId xmlns:a16="http://schemas.microsoft.com/office/drawing/2014/main" id="{7E94A4E2-B8E5-9160-650D-CCC30517DC7C}"/>
                </a:ext>
              </a:extLst>
            </p:cNvPr>
            <p:cNvCxnSpPr>
              <a:cxnSpLocks/>
            </p:cNvCxnSpPr>
            <p:nvPr/>
          </p:nvCxnSpPr>
          <p:spPr>
            <a:xfrm>
              <a:off x="8337005" y="2852330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1" name="직선 연결선 1150">
              <a:extLst>
                <a:ext uri="{FF2B5EF4-FFF2-40B4-BE49-F238E27FC236}">
                  <a16:creationId xmlns:a16="http://schemas.microsoft.com/office/drawing/2014/main" id="{D60DE838-F3F7-7F63-DF99-0E101B29EA82}"/>
                </a:ext>
              </a:extLst>
            </p:cNvPr>
            <p:cNvCxnSpPr>
              <a:cxnSpLocks/>
            </p:cNvCxnSpPr>
            <p:nvPr/>
          </p:nvCxnSpPr>
          <p:spPr>
            <a:xfrm>
              <a:off x="8384381" y="2913593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2" name="직선 연결선 1151">
              <a:extLst>
                <a:ext uri="{FF2B5EF4-FFF2-40B4-BE49-F238E27FC236}">
                  <a16:creationId xmlns:a16="http://schemas.microsoft.com/office/drawing/2014/main" id="{8F894CF8-4DCC-7EF6-A094-7F139CBA50D7}"/>
                </a:ext>
              </a:extLst>
            </p:cNvPr>
            <p:cNvCxnSpPr>
              <a:cxnSpLocks/>
            </p:cNvCxnSpPr>
            <p:nvPr/>
          </p:nvCxnSpPr>
          <p:spPr>
            <a:xfrm>
              <a:off x="8241506" y="2913593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3" name="그룹 1152">
            <a:extLst>
              <a:ext uri="{FF2B5EF4-FFF2-40B4-BE49-F238E27FC236}">
                <a16:creationId xmlns:a16="http://schemas.microsoft.com/office/drawing/2014/main" id="{39677146-17E8-D709-8707-F889AB62E24B}"/>
              </a:ext>
            </a:extLst>
          </p:cNvPr>
          <p:cNvGrpSpPr/>
          <p:nvPr/>
        </p:nvGrpSpPr>
        <p:grpSpPr>
          <a:xfrm>
            <a:off x="4741023" y="3788133"/>
            <a:ext cx="238125" cy="127228"/>
            <a:chOff x="8239125" y="2849155"/>
            <a:chExt cx="238125" cy="127228"/>
          </a:xfrm>
        </p:grpSpPr>
        <p:cxnSp>
          <p:nvCxnSpPr>
            <p:cNvPr id="1154" name="직선 연결선 1153">
              <a:extLst>
                <a:ext uri="{FF2B5EF4-FFF2-40B4-BE49-F238E27FC236}">
                  <a16:creationId xmlns:a16="http://schemas.microsoft.com/office/drawing/2014/main" id="{49F395A5-BF04-3C63-24BF-FA95B995590D}"/>
                </a:ext>
              </a:extLst>
            </p:cNvPr>
            <p:cNvCxnSpPr>
              <a:cxnSpLocks/>
            </p:cNvCxnSpPr>
            <p:nvPr/>
          </p:nvCxnSpPr>
          <p:spPr>
            <a:xfrm>
              <a:off x="8387011" y="2849206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5" name="직선 연결선 1154">
              <a:extLst>
                <a:ext uri="{FF2B5EF4-FFF2-40B4-BE49-F238E27FC236}">
                  <a16:creationId xmlns:a16="http://schemas.microsoft.com/office/drawing/2014/main" id="{CB3948D4-D450-B12E-AA55-A923EAF803CA}"/>
                </a:ext>
              </a:extLst>
            </p:cNvPr>
            <p:cNvCxnSpPr>
              <a:cxnSpLocks/>
            </p:cNvCxnSpPr>
            <p:nvPr/>
          </p:nvCxnSpPr>
          <p:spPr>
            <a:xfrm>
              <a:off x="8337005" y="2849155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6" name="직선 연결선 1155">
              <a:extLst>
                <a:ext uri="{FF2B5EF4-FFF2-40B4-BE49-F238E27FC236}">
                  <a16:creationId xmlns:a16="http://schemas.microsoft.com/office/drawing/2014/main" id="{4F10184F-A337-16FA-C916-7701D4B05752}"/>
                </a:ext>
              </a:extLst>
            </p:cNvPr>
            <p:cNvCxnSpPr>
              <a:cxnSpLocks/>
            </p:cNvCxnSpPr>
            <p:nvPr/>
          </p:nvCxnSpPr>
          <p:spPr>
            <a:xfrm>
              <a:off x="8384381" y="2913593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7" name="직선 연결선 1156">
              <a:extLst>
                <a:ext uri="{FF2B5EF4-FFF2-40B4-BE49-F238E27FC236}">
                  <a16:creationId xmlns:a16="http://schemas.microsoft.com/office/drawing/2014/main" id="{0E8AF356-B2B4-940A-CED0-360C5E31BAE0}"/>
                </a:ext>
              </a:extLst>
            </p:cNvPr>
            <p:cNvCxnSpPr>
              <a:cxnSpLocks/>
            </p:cNvCxnSpPr>
            <p:nvPr/>
          </p:nvCxnSpPr>
          <p:spPr>
            <a:xfrm>
              <a:off x="8239125" y="2912799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60" name="직선 연결선 1159">
            <a:extLst>
              <a:ext uri="{FF2B5EF4-FFF2-40B4-BE49-F238E27FC236}">
                <a16:creationId xmlns:a16="http://schemas.microsoft.com/office/drawing/2014/main" id="{73060558-DF39-5695-B303-BEDF9F7C2A1F}"/>
              </a:ext>
            </a:extLst>
          </p:cNvPr>
          <p:cNvCxnSpPr>
            <a:cxnSpLocks/>
          </p:cNvCxnSpPr>
          <p:nvPr/>
        </p:nvCxnSpPr>
        <p:spPr>
          <a:xfrm>
            <a:off x="4987705" y="3553869"/>
            <a:ext cx="143101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2" name="직선 연결선 1161">
            <a:extLst>
              <a:ext uri="{FF2B5EF4-FFF2-40B4-BE49-F238E27FC236}">
                <a16:creationId xmlns:a16="http://schemas.microsoft.com/office/drawing/2014/main" id="{7917CE5F-8B31-8586-96CD-EBEEF7AD46AC}"/>
              </a:ext>
            </a:extLst>
          </p:cNvPr>
          <p:cNvCxnSpPr>
            <a:cxnSpLocks/>
          </p:cNvCxnSpPr>
          <p:nvPr/>
        </p:nvCxnSpPr>
        <p:spPr>
          <a:xfrm>
            <a:off x="4987356" y="3852319"/>
            <a:ext cx="14345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3" name="직선 화살표 연결선 1162">
            <a:extLst>
              <a:ext uri="{FF2B5EF4-FFF2-40B4-BE49-F238E27FC236}">
                <a16:creationId xmlns:a16="http://schemas.microsoft.com/office/drawing/2014/main" id="{BA00B103-9FCF-FBE0-43AD-F65A75DB5AF0}"/>
              </a:ext>
            </a:extLst>
          </p:cNvPr>
          <p:cNvCxnSpPr>
            <a:cxnSpLocks/>
          </p:cNvCxnSpPr>
          <p:nvPr/>
        </p:nvCxnSpPr>
        <p:spPr>
          <a:xfrm flipV="1">
            <a:off x="5065412" y="3849587"/>
            <a:ext cx="0" cy="298249"/>
          </a:xfrm>
          <a:prstGeom prst="straightConnector1">
            <a:avLst/>
          </a:prstGeom>
          <a:ln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8" name="TextBox 1167">
            <a:extLst>
              <a:ext uri="{FF2B5EF4-FFF2-40B4-BE49-F238E27FC236}">
                <a16:creationId xmlns:a16="http://schemas.microsoft.com/office/drawing/2014/main" id="{17BF5954-AC18-35BE-5841-D7C827851952}"/>
              </a:ext>
            </a:extLst>
          </p:cNvPr>
          <p:cNvSpPr txBox="1"/>
          <p:nvPr/>
        </p:nvSpPr>
        <p:spPr>
          <a:xfrm>
            <a:off x="4905808" y="4150050"/>
            <a:ext cx="49693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 err="1">
                <a:solidFill>
                  <a:srgbClr val="0070C0"/>
                </a:solidFill>
                <a:latin typeface="+mn-ea"/>
              </a:rPr>
              <a:t>Vcc</a:t>
            </a:r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/2</a:t>
            </a:r>
          </a:p>
          <a:p>
            <a:pPr algn="ctr"/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biased</a:t>
            </a:r>
          </a:p>
        </p:txBody>
      </p:sp>
      <p:grpSp>
        <p:nvGrpSpPr>
          <p:cNvPr id="1169" name="그룹 1168">
            <a:extLst>
              <a:ext uri="{FF2B5EF4-FFF2-40B4-BE49-F238E27FC236}">
                <a16:creationId xmlns:a16="http://schemas.microsoft.com/office/drawing/2014/main" id="{732162FD-1DD5-0607-6004-6B0DE7B680A1}"/>
              </a:ext>
            </a:extLst>
          </p:cNvPr>
          <p:cNvGrpSpPr/>
          <p:nvPr/>
        </p:nvGrpSpPr>
        <p:grpSpPr>
          <a:xfrm>
            <a:off x="6144376" y="3763574"/>
            <a:ext cx="238125" cy="128815"/>
            <a:chOff x="8239125" y="2847568"/>
            <a:chExt cx="238125" cy="128815"/>
          </a:xfrm>
        </p:grpSpPr>
        <p:cxnSp>
          <p:nvCxnSpPr>
            <p:cNvPr id="1170" name="직선 연결선 1169">
              <a:extLst>
                <a:ext uri="{FF2B5EF4-FFF2-40B4-BE49-F238E27FC236}">
                  <a16:creationId xmlns:a16="http://schemas.microsoft.com/office/drawing/2014/main" id="{FB6DCBC9-0499-3FFA-F750-31005737B9C4}"/>
                </a:ext>
              </a:extLst>
            </p:cNvPr>
            <p:cNvCxnSpPr>
              <a:cxnSpLocks/>
            </p:cNvCxnSpPr>
            <p:nvPr/>
          </p:nvCxnSpPr>
          <p:spPr>
            <a:xfrm>
              <a:off x="8387011" y="2849206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1" name="직선 연결선 1170">
              <a:extLst>
                <a:ext uri="{FF2B5EF4-FFF2-40B4-BE49-F238E27FC236}">
                  <a16:creationId xmlns:a16="http://schemas.microsoft.com/office/drawing/2014/main" id="{742A7458-6509-0E83-86AD-DF57B807AD3B}"/>
                </a:ext>
              </a:extLst>
            </p:cNvPr>
            <p:cNvCxnSpPr>
              <a:cxnSpLocks/>
            </p:cNvCxnSpPr>
            <p:nvPr/>
          </p:nvCxnSpPr>
          <p:spPr>
            <a:xfrm>
              <a:off x="8337005" y="2847568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2" name="직선 연결선 1171">
              <a:extLst>
                <a:ext uri="{FF2B5EF4-FFF2-40B4-BE49-F238E27FC236}">
                  <a16:creationId xmlns:a16="http://schemas.microsoft.com/office/drawing/2014/main" id="{DC58FAD5-6582-87B6-34C3-1DAE5DAD4B79}"/>
                </a:ext>
              </a:extLst>
            </p:cNvPr>
            <p:cNvCxnSpPr>
              <a:cxnSpLocks/>
            </p:cNvCxnSpPr>
            <p:nvPr/>
          </p:nvCxnSpPr>
          <p:spPr>
            <a:xfrm>
              <a:off x="8384381" y="2911212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3" name="직선 연결선 1172">
              <a:extLst>
                <a:ext uri="{FF2B5EF4-FFF2-40B4-BE49-F238E27FC236}">
                  <a16:creationId xmlns:a16="http://schemas.microsoft.com/office/drawing/2014/main" id="{99E3E68F-0013-052C-62CE-1249D02AD81A}"/>
                </a:ext>
              </a:extLst>
            </p:cNvPr>
            <p:cNvCxnSpPr>
              <a:cxnSpLocks/>
            </p:cNvCxnSpPr>
            <p:nvPr/>
          </p:nvCxnSpPr>
          <p:spPr>
            <a:xfrm>
              <a:off x="8239125" y="2911212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4" name="그룹 1173">
            <a:extLst>
              <a:ext uri="{FF2B5EF4-FFF2-40B4-BE49-F238E27FC236}">
                <a16:creationId xmlns:a16="http://schemas.microsoft.com/office/drawing/2014/main" id="{B4FEF9AC-1B69-C65C-63E0-1402E41209C9}"/>
              </a:ext>
            </a:extLst>
          </p:cNvPr>
          <p:cNvGrpSpPr/>
          <p:nvPr/>
        </p:nvGrpSpPr>
        <p:grpSpPr>
          <a:xfrm>
            <a:off x="6147551" y="3454932"/>
            <a:ext cx="238125" cy="130301"/>
            <a:chOff x="8239125" y="2849206"/>
            <a:chExt cx="238125" cy="130301"/>
          </a:xfrm>
        </p:grpSpPr>
        <p:cxnSp>
          <p:nvCxnSpPr>
            <p:cNvPr id="1175" name="직선 연결선 1174">
              <a:extLst>
                <a:ext uri="{FF2B5EF4-FFF2-40B4-BE49-F238E27FC236}">
                  <a16:creationId xmlns:a16="http://schemas.microsoft.com/office/drawing/2014/main" id="{75627916-6623-46DF-16F2-36C31789BB98}"/>
                </a:ext>
              </a:extLst>
            </p:cNvPr>
            <p:cNvCxnSpPr>
              <a:cxnSpLocks/>
            </p:cNvCxnSpPr>
            <p:nvPr/>
          </p:nvCxnSpPr>
          <p:spPr>
            <a:xfrm>
              <a:off x="8387011" y="2849206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6" name="직선 연결선 1175">
              <a:extLst>
                <a:ext uri="{FF2B5EF4-FFF2-40B4-BE49-F238E27FC236}">
                  <a16:creationId xmlns:a16="http://schemas.microsoft.com/office/drawing/2014/main" id="{BCC28BDB-4598-D665-D0DC-DE4B67322CC2}"/>
                </a:ext>
              </a:extLst>
            </p:cNvPr>
            <p:cNvCxnSpPr>
              <a:cxnSpLocks/>
            </p:cNvCxnSpPr>
            <p:nvPr/>
          </p:nvCxnSpPr>
          <p:spPr>
            <a:xfrm>
              <a:off x="8337005" y="2852330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7" name="직선 연결선 1176">
              <a:extLst>
                <a:ext uri="{FF2B5EF4-FFF2-40B4-BE49-F238E27FC236}">
                  <a16:creationId xmlns:a16="http://schemas.microsoft.com/office/drawing/2014/main" id="{76BCD0B3-6FE7-1293-1FEA-711C22B51D45}"/>
                </a:ext>
              </a:extLst>
            </p:cNvPr>
            <p:cNvCxnSpPr>
              <a:cxnSpLocks/>
            </p:cNvCxnSpPr>
            <p:nvPr/>
          </p:nvCxnSpPr>
          <p:spPr>
            <a:xfrm>
              <a:off x="8384381" y="2911212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8" name="직선 연결선 1177">
              <a:extLst>
                <a:ext uri="{FF2B5EF4-FFF2-40B4-BE49-F238E27FC236}">
                  <a16:creationId xmlns:a16="http://schemas.microsoft.com/office/drawing/2014/main" id="{B95E03C7-62EB-8A29-6EED-FE995C876A45}"/>
                </a:ext>
              </a:extLst>
            </p:cNvPr>
            <p:cNvCxnSpPr>
              <a:cxnSpLocks/>
            </p:cNvCxnSpPr>
            <p:nvPr/>
          </p:nvCxnSpPr>
          <p:spPr>
            <a:xfrm>
              <a:off x="8239125" y="2913593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7" name="그룹 1186">
            <a:extLst>
              <a:ext uri="{FF2B5EF4-FFF2-40B4-BE49-F238E27FC236}">
                <a16:creationId xmlns:a16="http://schemas.microsoft.com/office/drawing/2014/main" id="{9E510B76-CA06-8C06-140B-981A9FE39922}"/>
              </a:ext>
            </a:extLst>
          </p:cNvPr>
          <p:cNvGrpSpPr/>
          <p:nvPr/>
        </p:nvGrpSpPr>
        <p:grpSpPr>
          <a:xfrm>
            <a:off x="4984757" y="3148837"/>
            <a:ext cx="1153319" cy="849875"/>
            <a:chOff x="5461001" y="3148837"/>
            <a:chExt cx="1153319" cy="849875"/>
          </a:xfrm>
        </p:grpSpPr>
        <p:grpSp>
          <p:nvGrpSpPr>
            <p:cNvPr id="1005" name="그룹 1004">
              <a:extLst>
                <a:ext uri="{FF2B5EF4-FFF2-40B4-BE49-F238E27FC236}">
                  <a16:creationId xmlns:a16="http://schemas.microsoft.com/office/drawing/2014/main" id="{82AB732F-0DA3-C7FF-ACD5-3D343064E087}"/>
                </a:ext>
              </a:extLst>
            </p:cNvPr>
            <p:cNvGrpSpPr/>
            <p:nvPr/>
          </p:nvGrpSpPr>
          <p:grpSpPr>
            <a:xfrm>
              <a:off x="5461001" y="3148837"/>
              <a:ext cx="1151723" cy="849875"/>
              <a:chOff x="5407026" y="3148837"/>
              <a:chExt cx="1151723" cy="849875"/>
            </a:xfrm>
          </p:grpSpPr>
          <p:sp>
            <p:nvSpPr>
              <p:cNvPr id="227" name="이등변 삼각형 226">
                <a:extLst>
                  <a:ext uri="{FF2B5EF4-FFF2-40B4-BE49-F238E27FC236}">
                    <a16:creationId xmlns:a16="http://schemas.microsoft.com/office/drawing/2014/main" id="{E5F1BEAC-4A9B-D612-93AB-E29572CA12A8}"/>
                  </a:ext>
                </a:extLst>
              </p:cNvPr>
              <p:cNvSpPr/>
              <p:nvPr/>
            </p:nvSpPr>
            <p:spPr>
              <a:xfrm rot="5400000">
                <a:off x="5509335" y="3436592"/>
                <a:ext cx="530752" cy="457545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F5873222-7CAF-FCB8-6D44-6D712463E30B}"/>
                  </a:ext>
                </a:extLst>
              </p:cNvPr>
              <p:cNvSpPr txBox="1"/>
              <p:nvPr/>
            </p:nvSpPr>
            <p:spPr>
              <a:xfrm>
                <a:off x="5574939" y="3530763"/>
                <a:ext cx="250271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PRE</a:t>
                </a:r>
              </a:p>
              <a:p>
                <a:r>
                  <a:rPr lang="en-US" altLang="ko-KR" sz="800" dirty="0">
                    <a:latin typeface="+mn-ea"/>
                  </a:rPr>
                  <a:t>AMP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232" name="이등변 삼각형 231">
                <a:extLst>
                  <a:ext uri="{FF2B5EF4-FFF2-40B4-BE49-F238E27FC236}">
                    <a16:creationId xmlns:a16="http://schemas.microsoft.com/office/drawing/2014/main" id="{BEE9DF19-1AB4-C729-FCC6-16AA1DA9C094}"/>
                  </a:ext>
                </a:extLst>
              </p:cNvPr>
              <p:cNvSpPr/>
              <p:nvPr/>
            </p:nvSpPr>
            <p:spPr>
              <a:xfrm rot="5400000">
                <a:off x="6020173" y="3440785"/>
                <a:ext cx="530752" cy="457545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E6F65371-B8B1-7BDC-5374-6B71A0D08E9A}"/>
                  </a:ext>
                </a:extLst>
              </p:cNvPr>
              <p:cNvSpPr txBox="1"/>
              <p:nvPr/>
            </p:nvSpPr>
            <p:spPr>
              <a:xfrm>
                <a:off x="6097683" y="3546223"/>
                <a:ext cx="322477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OUT</a:t>
                </a:r>
              </a:p>
              <a:p>
                <a:r>
                  <a:rPr lang="en-US" altLang="ko-KR" sz="800" dirty="0">
                    <a:latin typeface="+mn-ea"/>
                  </a:rPr>
                  <a:t>AMP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236" name="직사각형 235">
                <a:extLst>
                  <a:ext uri="{FF2B5EF4-FFF2-40B4-BE49-F238E27FC236}">
                    <a16:creationId xmlns:a16="http://schemas.microsoft.com/office/drawing/2014/main" id="{9E392AC6-7128-6B5C-693E-09013F7237B9}"/>
                  </a:ext>
                </a:extLst>
              </p:cNvPr>
              <p:cNvSpPr/>
              <p:nvPr/>
            </p:nvSpPr>
            <p:spPr>
              <a:xfrm>
                <a:off x="5407026" y="3333478"/>
                <a:ext cx="1151723" cy="65976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44" name="직선 화살표 연결선 243">
                <a:extLst>
                  <a:ext uri="{FF2B5EF4-FFF2-40B4-BE49-F238E27FC236}">
                    <a16:creationId xmlns:a16="http://schemas.microsoft.com/office/drawing/2014/main" id="{200EA091-3208-8C62-CE36-185B727525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31536" y="3397331"/>
                <a:ext cx="217816" cy="55105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40273745-AF37-9B47-F215-008AF770F2CF}"/>
                  </a:ext>
                </a:extLst>
              </p:cNvPr>
              <p:cNvSpPr txBox="1"/>
              <p:nvPr/>
            </p:nvSpPr>
            <p:spPr>
              <a:xfrm>
                <a:off x="5723525" y="3202979"/>
                <a:ext cx="793750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b="1" dirty="0">
                    <a:latin typeface="+mn-ea"/>
                  </a:rPr>
                  <a:t>AD8370 (VGA)</a:t>
                </a:r>
                <a:endParaRPr lang="ko-KR" altLang="en-US" sz="800" b="1" dirty="0">
                  <a:latin typeface="+mn-ea"/>
                </a:endParaRPr>
              </a:p>
            </p:txBody>
          </p:sp>
          <p:cxnSp>
            <p:nvCxnSpPr>
              <p:cNvPr id="441" name="직선 연결선 440">
                <a:extLst>
                  <a:ext uri="{FF2B5EF4-FFF2-40B4-BE49-F238E27FC236}">
                    <a16:creationId xmlns:a16="http://schemas.microsoft.com/office/drawing/2014/main" id="{08495132-93E1-E5CE-24B0-8AE0439E09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38255" y="3148837"/>
                <a:ext cx="0" cy="17974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3" name="TextBox 1002">
                <a:extLst>
                  <a:ext uri="{FF2B5EF4-FFF2-40B4-BE49-F238E27FC236}">
                    <a16:creationId xmlns:a16="http://schemas.microsoft.com/office/drawing/2014/main" id="{E662065F-18A5-32B9-7A6A-5675C42B2CA4}"/>
                  </a:ext>
                </a:extLst>
              </p:cNvPr>
              <p:cNvSpPr txBox="1"/>
              <p:nvPr/>
            </p:nvSpPr>
            <p:spPr>
              <a:xfrm>
                <a:off x="5739400" y="3875601"/>
                <a:ext cx="322477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SER</a:t>
                </a:r>
                <a:endParaRPr lang="ko-KR" altLang="en-US" sz="800" dirty="0">
                  <a:latin typeface="+mn-ea"/>
                </a:endParaRPr>
              </a:p>
            </p:txBody>
          </p:sp>
        </p:grpSp>
        <p:cxnSp>
          <p:nvCxnSpPr>
            <p:cNvPr id="1183" name="직선 연결선 1182">
              <a:extLst>
                <a:ext uri="{FF2B5EF4-FFF2-40B4-BE49-F238E27FC236}">
                  <a16:creationId xmlns:a16="http://schemas.microsoft.com/office/drawing/2014/main" id="{698F1B5E-FF15-1A0E-18F9-752CA30A1E68}"/>
                </a:ext>
              </a:extLst>
            </p:cNvPr>
            <p:cNvCxnSpPr>
              <a:cxnSpLocks/>
            </p:cNvCxnSpPr>
            <p:nvPr/>
          </p:nvCxnSpPr>
          <p:spPr>
            <a:xfrm>
              <a:off x="6325395" y="3518944"/>
              <a:ext cx="282575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4" name="직선 연결선 1183">
              <a:extLst>
                <a:ext uri="{FF2B5EF4-FFF2-40B4-BE49-F238E27FC236}">
                  <a16:creationId xmlns:a16="http://schemas.microsoft.com/office/drawing/2014/main" id="{09464C8B-76AF-844B-E272-C93D58AB229D}"/>
                </a:ext>
              </a:extLst>
            </p:cNvPr>
            <p:cNvCxnSpPr>
              <a:cxnSpLocks/>
            </p:cNvCxnSpPr>
            <p:nvPr/>
          </p:nvCxnSpPr>
          <p:spPr>
            <a:xfrm>
              <a:off x="6299995" y="3826919"/>
              <a:ext cx="314325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85" name="직선 화살표 연결선 1184">
            <a:extLst>
              <a:ext uri="{FF2B5EF4-FFF2-40B4-BE49-F238E27FC236}">
                <a16:creationId xmlns:a16="http://schemas.microsoft.com/office/drawing/2014/main" id="{EB28ECDD-E486-1E28-67B8-89856385FF43}"/>
              </a:ext>
            </a:extLst>
          </p:cNvPr>
          <p:cNvCxnSpPr>
            <a:cxnSpLocks/>
          </p:cNvCxnSpPr>
          <p:nvPr/>
        </p:nvCxnSpPr>
        <p:spPr>
          <a:xfrm flipV="1">
            <a:off x="5973462" y="3827362"/>
            <a:ext cx="0" cy="298249"/>
          </a:xfrm>
          <a:prstGeom prst="straightConnector1">
            <a:avLst/>
          </a:prstGeom>
          <a:ln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6" name="TextBox 1185">
            <a:extLst>
              <a:ext uri="{FF2B5EF4-FFF2-40B4-BE49-F238E27FC236}">
                <a16:creationId xmlns:a16="http://schemas.microsoft.com/office/drawing/2014/main" id="{AF1A0963-904A-51F7-AD56-A42606D32A59}"/>
              </a:ext>
            </a:extLst>
          </p:cNvPr>
          <p:cNvSpPr txBox="1"/>
          <p:nvPr/>
        </p:nvSpPr>
        <p:spPr>
          <a:xfrm>
            <a:off x="5641807" y="4134898"/>
            <a:ext cx="49693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 err="1">
                <a:solidFill>
                  <a:srgbClr val="0070C0"/>
                </a:solidFill>
                <a:latin typeface="+mn-ea"/>
              </a:rPr>
              <a:t>Vcc</a:t>
            </a:r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/2</a:t>
            </a:r>
          </a:p>
          <a:p>
            <a:pPr algn="ctr"/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biased</a:t>
            </a:r>
          </a:p>
        </p:txBody>
      </p:sp>
      <p:cxnSp>
        <p:nvCxnSpPr>
          <p:cNvPr id="1190" name="직선 연결선 1189">
            <a:extLst>
              <a:ext uri="{FF2B5EF4-FFF2-40B4-BE49-F238E27FC236}">
                <a16:creationId xmlns:a16="http://schemas.microsoft.com/office/drawing/2014/main" id="{5C7AA0AA-9214-6B56-323E-521AE8EFE251}"/>
              </a:ext>
            </a:extLst>
          </p:cNvPr>
          <p:cNvCxnSpPr>
            <a:cxnSpLocks/>
          </p:cNvCxnSpPr>
          <p:nvPr/>
        </p:nvCxnSpPr>
        <p:spPr>
          <a:xfrm flipV="1">
            <a:off x="3798494" y="4684990"/>
            <a:ext cx="60960" cy="533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5" name="TextBox 1194">
            <a:extLst>
              <a:ext uri="{FF2B5EF4-FFF2-40B4-BE49-F238E27FC236}">
                <a16:creationId xmlns:a16="http://schemas.microsoft.com/office/drawing/2014/main" id="{4E32E621-D15C-FC05-12B5-10EFB1847DAE}"/>
              </a:ext>
            </a:extLst>
          </p:cNvPr>
          <p:cNvSpPr txBox="1"/>
          <p:nvPr/>
        </p:nvSpPr>
        <p:spPr>
          <a:xfrm>
            <a:off x="3887696" y="4617924"/>
            <a:ext cx="961072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DATA, CLK, LATCH</a:t>
            </a:r>
          </a:p>
        </p:txBody>
      </p:sp>
      <p:cxnSp>
        <p:nvCxnSpPr>
          <p:cNvPr id="1196" name="직선 화살표 연결선 1195">
            <a:extLst>
              <a:ext uri="{FF2B5EF4-FFF2-40B4-BE49-F238E27FC236}">
                <a16:creationId xmlns:a16="http://schemas.microsoft.com/office/drawing/2014/main" id="{D5998268-C5A1-D5D0-1990-7023CEE458BB}"/>
              </a:ext>
            </a:extLst>
          </p:cNvPr>
          <p:cNvCxnSpPr>
            <a:cxnSpLocks/>
          </p:cNvCxnSpPr>
          <p:nvPr/>
        </p:nvCxnSpPr>
        <p:spPr>
          <a:xfrm>
            <a:off x="6201961" y="3135832"/>
            <a:ext cx="0" cy="318937"/>
          </a:xfrm>
          <a:prstGeom prst="straightConnector1">
            <a:avLst/>
          </a:prstGeom>
          <a:ln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7" name="TextBox 1196">
            <a:extLst>
              <a:ext uri="{FF2B5EF4-FFF2-40B4-BE49-F238E27FC236}">
                <a16:creationId xmlns:a16="http://schemas.microsoft.com/office/drawing/2014/main" id="{D8D7323A-FFBE-E4D5-30B4-6B26040710C2}"/>
              </a:ext>
            </a:extLst>
          </p:cNvPr>
          <p:cNvSpPr txBox="1"/>
          <p:nvPr/>
        </p:nvSpPr>
        <p:spPr>
          <a:xfrm>
            <a:off x="5913921" y="2993161"/>
            <a:ext cx="59932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0~+1V</a:t>
            </a:r>
          </a:p>
        </p:txBody>
      </p:sp>
      <p:cxnSp>
        <p:nvCxnSpPr>
          <p:cNvPr id="1198" name="직선 화살표 연결선 1197">
            <a:extLst>
              <a:ext uri="{FF2B5EF4-FFF2-40B4-BE49-F238E27FC236}">
                <a16:creationId xmlns:a16="http://schemas.microsoft.com/office/drawing/2014/main" id="{D959BC29-E509-F15B-9C05-852DEE9AC8AA}"/>
              </a:ext>
            </a:extLst>
          </p:cNvPr>
          <p:cNvCxnSpPr>
            <a:cxnSpLocks/>
          </p:cNvCxnSpPr>
          <p:nvPr/>
        </p:nvCxnSpPr>
        <p:spPr>
          <a:xfrm>
            <a:off x="7220432" y="2906766"/>
            <a:ext cx="0" cy="318937"/>
          </a:xfrm>
          <a:prstGeom prst="straightConnector1">
            <a:avLst/>
          </a:prstGeom>
          <a:ln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9" name="TextBox 1198">
            <a:extLst>
              <a:ext uri="{FF2B5EF4-FFF2-40B4-BE49-F238E27FC236}">
                <a16:creationId xmlns:a16="http://schemas.microsoft.com/office/drawing/2014/main" id="{D6C3FB06-FAFB-5445-895B-73AF5A5E85B6}"/>
              </a:ext>
            </a:extLst>
          </p:cNvPr>
          <p:cNvSpPr txBox="1"/>
          <p:nvPr/>
        </p:nvSpPr>
        <p:spPr>
          <a:xfrm>
            <a:off x="6973636" y="2781862"/>
            <a:ext cx="59932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0~+4V</a:t>
            </a:r>
          </a:p>
        </p:txBody>
      </p:sp>
      <p:cxnSp>
        <p:nvCxnSpPr>
          <p:cNvPr id="1200" name="직선 화살표 연결선 1199">
            <a:extLst>
              <a:ext uri="{FF2B5EF4-FFF2-40B4-BE49-F238E27FC236}">
                <a16:creationId xmlns:a16="http://schemas.microsoft.com/office/drawing/2014/main" id="{72708B26-F81C-075C-67C7-11B4B047E509}"/>
              </a:ext>
            </a:extLst>
          </p:cNvPr>
          <p:cNvCxnSpPr>
            <a:cxnSpLocks/>
          </p:cNvCxnSpPr>
          <p:nvPr/>
        </p:nvCxnSpPr>
        <p:spPr>
          <a:xfrm>
            <a:off x="677563" y="2260980"/>
            <a:ext cx="6070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3" name="직사각형 1042">
            <a:extLst>
              <a:ext uri="{FF2B5EF4-FFF2-40B4-BE49-F238E27FC236}">
                <a16:creationId xmlns:a16="http://schemas.microsoft.com/office/drawing/2014/main" id="{15DF375A-8C2A-D0B8-88FE-07979F57FA10}"/>
              </a:ext>
            </a:extLst>
          </p:cNvPr>
          <p:cNvSpPr/>
          <p:nvPr/>
        </p:nvSpPr>
        <p:spPr>
          <a:xfrm>
            <a:off x="888013" y="2198287"/>
            <a:ext cx="213654" cy="1178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J4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370B7440-E0B0-0F98-2EB9-4DB5AFF26D58}"/>
              </a:ext>
            </a:extLst>
          </p:cNvPr>
          <p:cNvCxnSpPr>
            <a:cxnSpLocks/>
          </p:cNvCxnSpPr>
          <p:nvPr/>
        </p:nvCxnSpPr>
        <p:spPr>
          <a:xfrm>
            <a:off x="8692863" y="2696297"/>
            <a:ext cx="0" cy="318937"/>
          </a:xfrm>
          <a:prstGeom prst="straightConnector1">
            <a:avLst/>
          </a:prstGeom>
          <a:ln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302E22A-D482-B265-2DD7-00E88E382537}"/>
              </a:ext>
            </a:extLst>
          </p:cNvPr>
          <p:cNvSpPr txBox="1"/>
          <p:nvPr/>
        </p:nvSpPr>
        <p:spPr>
          <a:xfrm>
            <a:off x="8437007" y="2571598"/>
            <a:ext cx="59932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0~+18V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9AB40957-D6BB-C855-60CA-B2332F94D093}"/>
              </a:ext>
            </a:extLst>
          </p:cNvPr>
          <p:cNvCxnSpPr>
            <a:cxnSpLocks/>
          </p:cNvCxnSpPr>
          <p:nvPr/>
        </p:nvCxnSpPr>
        <p:spPr>
          <a:xfrm flipV="1">
            <a:off x="8683016" y="4122925"/>
            <a:ext cx="0" cy="495257"/>
          </a:xfrm>
          <a:prstGeom prst="straightConnector1">
            <a:avLst/>
          </a:prstGeom>
          <a:ln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D80DAE8-C938-2209-B977-7E4A1160B57B}"/>
              </a:ext>
            </a:extLst>
          </p:cNvPr>
          <p:cNvSpPr txBox="1"/>
          <p:nvPr/>
        </p:nvSpPr>
        <p:spPr>
          <a:xfrm>
            <a:off x="8429731" y="4639754"/>
            <a:ext cx="59932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0~-18V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2E5EF98-B393-4491-6FDA-7E8F4E7A4795}"/>
              </a:ext>
            </a:extLst>
          </p:cNvPr>
          <p:cNvGrpSpPr/>
          <p:nvPr/>
        </p:nvGrpSpPr>
        <p:grpSpPr>
          <a:xfrm>
            <a:off x="7578393" y="2644747"/>
            <a:ext cx="1044113" cy="941946"/>
            <a:chOff x="8364219" y="2644747"/>
            <a:chExt cx="1044113" cy="941946"/>
          </a:xfrm>
        </p:grpSpPr>
        <p:grpSp>
          <p:nvGrpSpPr>
            <p:cNvPr id="905" name="그룹 904">
              <a:extLst>
                <a:ext uri="{FF2B5EF4-FFF2-40B4-BE49-F238E27FC236}">
                  <a16:creationId xmlns:a16="http://schemas.microsoft.com/office/drawing/2014/main" id="{AB3A1A7E-2D6D-39D3-5FD9-B8D6DD297878}"/>
                </a:ext>
              </a:extLst>
            </p:cNvPr>
            <p:cNvGrpSpPr/>
            <p:nvPr/>
          </p:nvGrpSpPr>
          <p:grpSpPr>
            <a:xfrm>
              <a:off x="8364219" y="2644747"/>
              <a:ext cx="1044113" cy="941946"/>
              <a:chOff x="8364219" y="2511397"/>
              <a:chExt cx="1044113" cy="941946"/>
            </a:xfrm>
          </p:grpSpPr>
          <p:sp>
            <p:nvSpPr>
              <p:cNvPr id="539" name="TextBox 538">
                <a:extLst>
                  <a:ext uri="{FF2B5EF4-FFF2-40B4-BE49-F238E27FC236}">
                    <a16:creationId xmlns:a16="http://schemas.microsoft.com/office/drawing/2014/main" id="{465ADB79-A23A-BB04-87BB-3FF3DE10A561}"/>
                  </a:ext>
                </a:extLst>
              </p:cNvPr>
              <p:cNvSpPr txBox="1"/>
              <p:nvPr/>
            </p:nvSpPr>
            <p:spPr>
              <a:xfrm>
                <a:off x="8581082" y="2511397"/>
                <a:ext cx="59784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800" b="1" dirty="0">
                    <a:latin typeface="+mn-ea"/>
                  </a:rPr>
                  <a:t>ADA4870</a:t>
                </a:r>
                <a:endParaRPr lang="ko-KR" altLang="en-US" sz="800" b="1" dirty="0">
                  <a:latin typeface="+mn-ea"/>
                </a:endParaRPr>
              </a:p>
            </p:txBody>
          </p:sp>
          <p:grpSp>
            <p:nvGrpSpPr>
              <p:cNvPr id="506" name="그룹 505">
                <a:extLst>
                  <a:ext uri="{FF2B5EF4-FFF2-40B4-BE49-F238E27FC236}">
                    <a16:creationId xmlns:a16="http://schemas.microsoft.com/office/drawing/2014/main" id="{ED52680F-869F-36F6-6E96-C4CFAF498D3D}"/>
                  </a:ext>
                </a:extLst>
              </p:cNvPr>
              <p:cNvGrpSpPr/>
              <p:nvPr/>
            </p:nvGrpSpPr>
            <p:grpSpPr>
              <a:xfrm>
                <a:off x="8850646" y="2757688"/>
                <a:ext cx="333378" cy="386718"/>
                <a:chOff x="7030784" y="3002746"/>
                <a:chExt cx="333378" cy="386718"/>
              </a:xfrm>
            </p:grpSpPr>
            <p:sp>
              <p:nvSpPr>
                <p:cNvPr id="532" name="이등변 삼각형 531">
                  <a:extLst>
                    <a:ext uri="{FF2B5EF4-FFF2-40B4-BE49-F238E27FC236}">
                      <a16:creationId xmlns:a16="http://schemas.microsoft.com/office/drawing/2014/main" id="{3A226729-D9AD-E1EB-8299-3A3A0635ABE6}"/>
                    </a:ext>
                  </a:extLst>
                </p:cNvPr>
                <p:cNvSpPr/>
                <p:nvPr/>
              </p:nvSpPr>
              <p:spPr>
                <a:xfrm rot="5400000">
                  <a:off x="7004114" y="3029416"/>
                  <a:ext cx="386718" cy="333378"/>
                </a:xfrm>
                <a:prstGeom prst="triangl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latin typeface="+mn-ea"/>
                  </a:endParaRPr>
                </a:p>
              </p:txBody>
            </p:sp>
            <p:sp>
              <p:nvSpPr>
                <p:cNvPr id="533" name="TextBox 532">
                  <a:extLst>
                    <a:ext uri="{FF2B5EF4-FFF2-40B4-BE49-F238E27FC236}">
                      <a16:creationId xmlns:a16="http://schemas.microsoft.com/office/drawing/2014/main" id="{BA2F52A2-2E6F-1BAB-E9CE-FBD4E3FA5C67}"/>
                    </a:ext>
                  </a:extLst>
                </p:cNvPr>
                <p:cNvSpPr txBox="1"/>
                <p:nvPr/>
              </p:nvSpPr>
              <p:spPr>
                <a:xfrm>
                  <a:off x="7059785" y="3045682"/>
                  <a:ext cx="143202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800" dirty="0">
                      <a:latin typeface="+mn-ea"/>
                    </a:rPr>
                    <a:t>+</a:t>
                  </a:r>
                  <a:endParaRPr lang="ko-KR" altLang="en-US" sz="800" dirty="0">
                    <a:latin typeface="+mn-ea"/>
                  </a:endParaRPr>
                </a:p>
              </p:txBody>
            </p:sp>
            <p:sp>
              <p:nvSpPr>
                <p:cNvPr id="534" name="TextBox 533">
                  <a:extLst>
                    <a:ext uri="{FF2B5EF4-FFF2-40B4-BE49-F238E27FC236}">
                      <a16:creationId xmlns:a16="http://schemas.microsoft.com/office/drawing/2014/main" id="{77C09F50-FC98-6AF7-6046-1E37C6DF69E2}"/>
                    </a:ext>
                  </a:extLst>
                </p:cNvPr>
                <p:cNvSpPr txBox="1"/>
                <p:nvPr/>
              </p:nvSpPr>
              <p:spPr>
                <a:xfrm>
                  <a:off x="7079745" y="3194511"/>
                  <a:ext cx="114279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800" dirty="0">
                      <a:latin typeface="+mn-ea"/>
                    </a:rPr>
                    <a:t>-</a:t>
                  </a:r>
                  <a:endParaRPr lang="ko-KR" altLang="en-US" sz="800" dirty="0">
                    <a:latin typeface="+mn-ea"/>
                  </a:endParaRPr>
                </a:p>
              </p:txBody>
            </p:sp>
          </p:grpSp>
          <p:cxnSp>
            <p:nvCxnSpPr>
              <p:cNvPr id="535" name="직선 연결선 534">
                <a:extLst>
                  <a:ext uri="{FF2B5EF4-FFF2-40B4-BE49-F238E27FC236}">
                    <a16:creationId xmlns:a16="http://schemas.microsoft.com/office/drawing/2014/main" id="{08AFB14D-F320-FC0F-5A16-349626F3CB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22805" y="2759075"/>
                <a:ext cx="0" cy="10012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6" name="직선 연결선 535">
                <a:extLst>
                  <a:ext uri="{FF2B5EF4-FFF2-40B4-BE49-F238E27FC236}">
                    <a16:creationId xmlns:a16="http://schemas.microsoft.com/office/drawing/2014/main" id="{E8F54E63-2C33-2969-2194-8E7F845441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22805" y="3041732"/>
                <a:ext cx="0" cy="11739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7" name="TextBox 536">
                <a:extLst>
                  <a:ext uri="{FF2B5EF4-FFF2-40B4-BE49-F238E27FC236}">
                    <a16:creationId xmlns:a16="http://schemas.microsoft.com/office/drawing/2014/main" id="{ACA856D8-B512-22ED-CEDC-A44955FF805F}"/>
                  </a:ext>
                </a:extLst>
              </p:cNvPr>
              <p:cNvSpPr txBox="1"/>
              <p:nvPr/>
            </p:nvSpPr>
            <p:spPr>
              <a:xfrm>
                <a:off x="8867426" y="2651923"/>
                <a:ext cx="344113" cy="1231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+20V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538" name="TextBox 537">
                <a:extLst>
                  <a:ext uri="{FF2B5EF4-FFF2-40B4-BE49-F238E27FC236}">
                    <a16:creationId xmlns:a16="http://schemas.microsoft.com/office/drawing/2014/main" id="{0F26F0FB-3E7E-F7FA-E0E0-F440324EB6AD}"/>
                  </a:ext>
                </a:extLst>
              </p:cNvPr>
              <p:cNvSpPr txBox="1"/>
              <p:nvPr/>
            </p:nvSpPr>
            <p:spPr>
              <a:xfrm>
                <a:off x="8911902" y="3144598"/>
                <a:ext cx="344113" cy="1231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-20V</a:t>
                </a:r>
                <a:endParaRPr lang="ko-KR" altLang="en-US" sz="800" dirty="0">
                  <a:latin typeface="+mn-ea"/>
                </a:endParaRPr>
              </a:p>
            </p:txBody>
          </p:sp>
          <p:cxnSp>
            <p:nvCxnSpPr>
              <p:cNvPr id="542" name="직선 연결선 541">
                <a:extLst>
                  <a:ext uri="{FF2B5EF4-FFF2-40B4-BE49-F238E27FC236}">
                    <a16:creationId xmlns:a16="http://schemas.microsoft.com/office/drawing/2014/main" id="{25575084-730F-72B5-9738-5BBAC5C81F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9984" y="3313643"/>
                <a:ext cx="82006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1" name="직사각형 540">
                <a:extLst>
                  <a:ext uri="{FF2B5EF4-FFF2-40B4-BE49-F238E27FC236}">
                    <a16:creationId xmlns:a16="http://schemas.microsoft.com/office/drawing/2014/main" id="{C6C82810-B96E-A6A0-8642-C4434D758A3F}"/>
                  </a:ext>
                </a:extLst>
              </p:cNvPr>
              <p:cNvSpPr/>
              <p:nvPr/>
            </p:nvSpPr>
            <p:spPr>
              <a:xfrm rot="10800000">
                <a:off x="8562034" y="3282950"/>
                <a:ext cx="148730" cy="7486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540" name="직사각형 539">
                <a:extLst>
                  <a:ext uri="{FF2B5EF4-FFF2-40B4-BE49-F238E27FC236}">
                    <a16:creationId xmlns:a16="http://schemas.microsoft.com/office/drawing/2014/main" id="{E0D2C509-CC6F-AFEA-7126-3EFD79274D5B}"/>
                  </a:ext>
                </a:extLst>
              </p:cNvPr>
              <p:cNvSpPr/>
              <p:nvPr/>
            </p:nvSpPr>
            <p:spPr>
              <a:xfrm rot="10800000">
                <a:off x="8958909" y="3276209"/>
                <a:ext cx="148730" cy="7486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cxnSp>
            <p:nvCxnSpPr>
              <p:cNvPr id="544" name="직선 연결선 543">
                <a:extLst>
                  <a:ext uri="{FF2B5EF4-FFF2-40B4-BE49-F238E27FC236}">
                    <a16:creationId xmlns:a16="http://schemas.microsoft.com/office/drawing/2014/main" id="{3328AFF5-899A-F441-C2AD-A9C8DC8755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80783" y="2942074"/>
                <a:ext cx="0" cy="3735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" name="직선 연결선 544">
                <a:extLst>
                  <a:ext uri="{FF2B5EF4-FFF2-40B4-BE49-F238E27FC236}">
                    <a16:creationId xmlns:a16="http://schemas.microsoft.com/office/drawing/2014/main" id="{40397BE8-4764-FC1E-E96A-27CF7D1BD6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8450" y="2948424"/>
                <a:ext cx="21988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" name="직선 연결선 549">
                <a:extLst>
                  <a:ext uri="{FF2B5EF4-FFF2-40B4-BE49-F238E27FC236}">
                    <a16:creationId xmlns:a16="http://schemas.microsoft.com/office/drawing/2014/main" id="{61EC0FF0-490E-1E4B-96D1-ED4E9D403C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85483" y="3025775"/>
                <a:ext cx="0" cy="2897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1" name="직선 연결선 550">
                <a:extLst>
                  <a:ext uri="{FF2B5EF4-FFF2-40B4-BE49-F238E27FC236}">
                    <a16:creationId xmlns:a16="http://schemas.microsoft.com/office/drawing/2014/main" id="{964BA500-D153-BC50-2F9B-54700C7CAF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82050" y="3021796"/>
                <a:ext cx="635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6" name="직선 연결선 555">
                <a:extLst>
                  <a:ext uri="{FF2B5EF4-FFF2-40B4-BE49-F238E27FC236}">
                    <a16:creationId xmlns:a16="http://schemas.microsoft.com/office/drawing/2014/main" id="{019BBD2F-683A-0327-4336-83BCA9A1BA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67725" y="2873112"/>
                <a:ext cx="481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8" name="타원 557">
                <a:extLst>
                  <a:ext uri="{FF2B5EF4-FFF2-40B4-BE49-F238E27FC236}">
                    <a16:creationId xmlns:a16="http://schemas.microsoft.com/office/drawing/2014/main" id="{3CE7A07E-0652-E529-6E71-EBC29E80CB15}"/>
                  </a:ext>
                </a:extLst>
              </p:cNvPr>
              <p:cNvSpPr/>
              <p:nvPr/>
            </p:nvSpPr>
            <p:spPr>
              <a:xfrm>
                <a:off x="9258779" y="292614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559" name="타원 558">
                <a:extLst>
                  <a:ext uri="{FF2B5EF4-FFF2-40B4-BE49-F238E27FC236}">
                    <a16:creationId xmlns:a16="http://schemas.microsoft.com/office/drawing/2014/main" id="{F58B59F4-0CD5-CC22-6297-70F4F456CCDF}"/>
                  </a:ext>
                </a:extLst>
              </p:cNvPr>
              <p:cNvSpPr/>
              <p:nvPr/>
            </p:nvSpPr>
            <p:spPr>
              <a:xfrm>
                <a:off x="8762686" y="3289502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560" name="TextBox 559">
                <a:extLst>
                  <a:ext uri="{FF2B5EF4-FFF2-40B4-BE49-F238E27FC236}">
                    <a16:creationId xmlns:a16="http://schemas.microsoft.com/office/drawing/2014/main" id="{DB610AFC-4EEC-0C70-1104-CFBCD16AB821}"/>
                  </a:ext>
                </a:extLst>
              </p:cNvPr>
              <p:cNvSpPr txBox="1"/>
              <p:nvPr/>
            </p:nvSpPr>
            <p:spPr>
              <a:xfrm>
                <a:off x="8575333" y="3354125"/>
                <a:ext cx="20672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300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561" name="TextBox 560">
                <a:extLst>
                  <a:ext uri="{FF2B5EF4-FFF2-40B4-BE49-F238E27FC236}">
                    <a16:creationId xmlns:a16="http://schemas.microsoft.com/office/drawing/2014/main" id="{799E6314-2085-4F28-EC36-BB051A18DA95}"/>
                  </a:ext>
                </a:extLst>
              </p:cNvPr>
              <p:cNvSpPr txBox="1"/>
              <p:nvPr/>
            </p:nvSpPr>
            <p:spPr>
              <a:xfrm>
                <a:off x="8951570" y="3349363"/>
                <a:ext cx="20672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1.2K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562" name="TextBox 561">
                <a:extLst>
                  <a:ext uri="{FF2B5EF4-FFF2-40B4-BE49-F238E27FC236}">
                    <a16:creationId xmlns:a16="http://schemas.microsoft.com/office/drawing/2014/main" id="{A82A4D70-FB97-FBE6-7430-334EF0C38C08}"/>
                  </a:ext>
                </a:extLst>
              </p:cNvPr>
              <p:cNvSpPr txBox="1"/>
              <p:nvPr/>
            </p:nvSpPr>
            <p:spPr>
              <a:xfrm>
                <a:off x="8518861" y="2737820"/>
                <a:ext cx="35843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G = 5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614" name="TextBox 613">
                <a:extLst>
                  <a:ext uri="{FF2B5EF4-FFF2-40B4-BE49-F238E27FC236}">
                    <a16:creationId xmlns:a16="http://schemas.microsoft.com/office/drawing/2014/main" id="{A460C889-133C-0D38-1B24-0046B6918A7D}"/>
                  </a:ext>
                </a:extLst>
              </p:cNvPr>
              <p:cNvSpPr txBox="1"/>
              <p:nvPr/>
            </p:nvSpPr>
            <p:spPr>
              <a:xfrm>
                <a:off x="8415270" y="2938268"/>
                <a:ext cx="20672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ON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615" name="TextBox 614">
                <a:extLst>
                  <a:ext uri="{FF2B5EF4-FFF2-40B4-BE49-F238E27FC236}">
                    <a16:creationId xmlns:a16="http://schemas.microsoft.com/office/drawing/2014/main" id="{E0DFB66E-BFD2-6FFF-EB95-5A0ACC7FE180}"/>
                  </a:ext>
                </a:extLst>
              </p:cNvPr>
              <p:cNvSpPr txBox="1"/>
              <p:nvPr/>
            </p:nvSpPr>
            <p:spPr>
              <a:xfrm>
                <a:off x="8415270" y="3030601"/>
                <a:ext cx="20672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SD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C51F82FC-2F02-05BB-9739-282AE3BB8ECE}"/>
                  </a:ext>
                </a:extLst>
              </p:cNvPr>
              <p:cNvSpPr txBox="1"/>
              <p:nvPr/>
            </p:nvSpPr>
            <p:spPr>
              <a:xfrm>
                <a:off x="8415270" y="3126293"/>
                <a:ext cx="20672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TFL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572" name="직사각형 571">
                <a:extLst>
                  <a:ext uri="{FF2B5EF4-FFF2-40B4-BE49-F238E27FC236}">
                    <a16:creationId xmlns:a16="http://schemas.microsoft.com/office/drawing/2014/main" id="{F7069BDE-D2F0-96F2-0D76-E8BF10A28A1C}"/>
                  </a:ext>
                </a:extLst>
              </p:cNvPr>
              <p:cNvSpPr/>
              <p:nvPr/>
            </p:nvSpPr>
            <p:spPr>
              <a:xfrm>
                <a:off x="8364219" y="2635251"/>
                <a:ext cx="1038216" cy="818092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B8C4D29A-2393-3B22-94B9-2F5B8005BA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08071" y="2943440"/>
                <a:ext cx="12156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EFF3CFA8-7111-8EF4-D2EA-D3CF3628300E}"/>
                </a:ext>
              </a:extLst>
            </p:cNvPr>
            <p:cNvGrpSpPr/>
            <p:nvPr/>
          </p:nvGrpSpPr>
          <p:grpSpPr>
            <a:xfrm>
              <a:off x="8424387" y="3501970"/>
              <a:ext cx="98106" cy="36225"/>
              <a:chOff x="8448200" y="2173363"/>
              <a:chExt cx="98106" cy="36225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2A69BD97-E9FC-BDEF-3542-34B3BA6DD6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48200" y="2173363"/>
                <a:ext cx="98106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0BEAEC57-7A06-4D59-D50F-9AED478866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51056" y="2175032"/>
                <a:ext cx="33337" cy="345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BC8CEDBF-9E5D-C920-9AA5-D297D75980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79628" y="2175028"/>
                <a:ext cx="33337" cy="345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D8BA962B-004F-3294-2E3B-9A4D25A0E5E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08202" y="2175030"/>
                <a:ext cx="33337" cy="345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10B4C6B6-EC0B-33B5-6813-8AF67E824C1C}"/>
                </a:ext>
              </a:extLst>
            </p:cNvPr>
            <p:cNvCxnSpPr>
              <a:cxnSpLocks/>
            </p:cNvCxnSpPr>
            <p:nvPr/>
          </p:nvCxnSpPr>
          <p:spPr>
            <a:xfrm>
              <a:off x="8473540" y="34480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E1AFDD81-FE86-188E-91FE-8677E2EE3B9A}"/>
              </a:ext>
            </a:extLst>
          </p:cNvPr>
          <p:cNvCxnSpPr>
            <a:cxnSpLocks/>
          </p:cNvCxnSpPr>
          <p:nvPr/>
        </p:nvCxnSpPr>
        <p:spPr>
          <a:xfrm flipV="1">
            <a:off x="7217096" y="4020143"/>
            <a:ext cx="0" cy="382407"/>
          </a:xfrm>
          <a:prstGeom prst="straightConnector1">
            <a:avLst/>
          </a:prstGeom>
          <a:ln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2E00B99-D983-7D68-7B53-2DB1E9426789}"/>
              </a:ext>
            </a:extLst>
          </p:cNvPr>
          <p:cNvSpPr txBox="1"/>
          <p:nvPr/>
        </p:nvSpPr>
        <p:spPr>
          <a:xfrm>
            <a:off x="6949823" y="4383119"/>
            <a:ext cx="59932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0~-4V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76B8565-BD5E-0E47-ED7B-2C7C4792038D}"/>
              </a:ext>
            </a:extLst>
          </p:cNvPr>
          <p:cNvGrpSpPr/>
          <p:nvPr/>
        </p:nvGrpSpPr>
        <p:grpSpPr>
          <a:xfrm>
            <a:off x="7588204" y="3600640"/>
            <a:ext cx="1041446" cy="941946"/>
            <a:chOff x="8359489" y="3599393"/>
            <a:chExt cx="1041446" cy="941946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E9E03958-7DC7-A08A-8BD3-5EED42BFE7FD}"/>
                </a:ext>
              </a:extLst>
            </p:cNvPr>
            <p:cNvGrpSpPr/>
            <p:nvPr/>
          </p:nvGrpSpPr>
          <p:grpSpPr>
            <a:xfrm>
              <a:off x="8359489" y="3599393"/>
              <a:ext cx="1041446" cy="941946"/>
              <a:chOff x="8359489" y="3599393"/>
              <a:chExt cx="1041446" cy="941946"/>
            </a:xfrm>
          </p:grpSpPr>
          <p:grpSp>
            <p:nvGrpSpPr>
              <p:cNvPr id="906" name="그룹 905">
                <a:extLst>
                  <a:ext uri="{FF2B5EF4-FFF2-40B4-BE49-F238E27FC236}">
                    <a16:creationId xmlns:a16="http://schemas.microsoft.com/office/drawing/2014/main" id="{8AE3ADE6-E2ED-5A48-B638-A4B76BA33E15}"/>
                  </a:ext>
                </a:extLst>
              </p:cNvPr>
              <p:cNvGrpSpPr/>
              <p:nvPr/>
            </p:nvGrpSpPr>
            <p:grpSpPr>
              <a:xfrm>
                <a:off x="8359489" y="3599393"/>
                <a:ext cx="1041446" cy="941946"/>
                <a:chOff x="8364219" y="2511397"/>
                <a:chExt cx="1041446" cy="941946"/>
              </a:xfrm>
            </p:grpSpPr>
            <p:sp>
              <p:nvSpPr>
                <p:cNvPr id="907" name="TextBox 906">
                  <a:extLst>
                    <a:ext uri="{FF2B5EF4-FFF2-40B4-BE49-F238E27FC236}">
                      <a16:creationId xmlns:a16="http://schemas.microsoft.com/office/drawing/2014/main" id="{030317A8-E7C4-3D39-4D43-8364D06EEBC8}"/>
                    </a:ext>
                  </a:extLst>
                </p:cNvPr>
                <p:cNvSpPr txBox="1"/>
                <p:nvPr/>
              </p:nvSpPr>
              <p:spPr>
                <a:xfrm>
                  <a:off x="8581082" y="2511397"/>
                  <a:ext cx="597843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en-US" altLang="ko-KR" sz="800" b="1" dirty="0">
                      <a:latin typeface="+mn-ea"/>
                    </a:rPr>
                    <a:t>ADA4870</a:t>
                  </a:r>
                  <a:endParaRPr lang="ko-KR" altLang="en-US" sz="800" b="1" dirty="0">
                    <a:latin typeface="+mn-ea"/>
                  </a:endParaRPr>
                </a:p>
              </p:txBody>
            </p:sp>
            <p:grpSp>
              <p:nvGrpSpPr>
                <p:cNvPr id="908" name="그룹 907">
                  <a:extLst>
                    <a:ext uri="{FF2B5EF4-FFF2-40B4-BE49-F238E27FC236}">
                      <a16:creationId xmlns:a16="http://schemas.microsoft.com/office/drawing/2014/main" id="{9C7AFC9F-B485-6B87-F052-EB1BA33DF602}"/>
                    </a:ext>
                  </a:extLst>
                </p:cNvPr>
                <p:cNvGrpSpPr/>
                <p:nvPr/>
              </p:nvGrpSpPr>
              <p:grpSpPr>
                <a:xfrm>
                  <a:off x="8850646" y="2757688"/>
                  <a:ext cx="333378" cy="386718"/>
                  <a:chOff x="7030784" y="3002746"/>
                  <a:chExt cx="333378" cy="386718"/>
                </a:xfrm>
              </p:grpSpPr>
              <p:sp>
                <p:nvSpPr>
                  <p:cNvPr id="930" name="이등변 삼각형 929">
                    <a:extLst>
                      <a:ext uri="{FF2B5EF4-FFF2-40B4-BE49-F238E27FC236}">
                        <a16:creationId xmlns:a16="http://schemas.microsoft.com/office/drawing/2014/main" id="{27C0A6CE-15FB-E5CD-FD73-9D261DA8BDF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004114" y="3029416"/>
                    <a:ext cx="386718" cy="333378"/>
                  </a:xfrm>
                  <a:prstGeom prst="triangl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>
                      <a:latin typeface="+mn-ea"/>
                    </a:endParaRPr>
                  </a:p>
                </p:txBody>
              </p:sp>
              <p:sp>
                <p:nvSpPr>
                  <p:cNvPr id="931" name="TextBox 930">
                    <a:extLst>
                      <a:ext uri="{FF2B5EF4-FFF2-40B4-BE49-F238E27FC236}">
                        <a16:creationId xmlns:a16="http://schemas.microsoft.com/office/drawing/2014/main" id="{ED705D5B-D79E-EC2B-F92D-800A032DB8C3}"/>
                      </a:ext>
                    </a:extLst>
                  </p:cNvPr>
                  <p:cNvSpPr txBox="1"/>
                  <p:nvPr/>
                </p:nvSpPr>
                <p:spPr>
                  <a:xfrm>
                    <a:off x="7059785" y="3045682"/>
                    <a:ext cx="143202" cy="12311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800" dirty="0">
                        <a:latin typeface="+mn-ea"/>
                      </a:rPr>
                      <a:t>+</a:t>
                    </a:r>
                    <a:endParaRPr lang="ko-KR" altLang="en-US" sz="800" dirty="0">
                      <a:latin typeface="+mn-ea"/>
                    </a:endParaRPr>
                  </a:p>
                </p:txBody>
              </p:sp>
              <p:sp>
                <p:nvSpPr>
                  <p:cNvPr id="932" name="TextBox 931">
                    <a:extLst>
                      <a:ext uri="{FF2B5EF4-FFF2-40B4-BE49-F238E27FC236}">
                        <a16:creationId xmlns:a16="http://schemas.microsoft.com/office/drawing/2014/main" id="{97C23913-51C2-FBF1-7A3E-A20BF7605F3E}"/>
                      </a:ext>
                    </a:extLst>
                  </p:cNvPr>
                  <p:cNvSpPr txBox="1"/>
                  <p:nvPr/>
                </p:nvSpPr>
                <p:spPr>
                  <a:xfrm>
                    <a:off x="7079745" y="3194511"/>
                    <a:ext cx="114279" cy="12311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r>
                      <a:rPr lang="en-US" altLang="ko-KR" sz="800" dirty="0">
                        <a:latin typeface="+mn-ea"/>
                      </a:rPr>
                      <a:t>-</a:t>
                    </a:r>
                    <a:endParaRPr lang="ko-KR" altLang="en-US" sz="800" dirty="0">
                      <a:latin typeface="+mn-ea"/>
                    </a:endParaRPr>
                  </a:p>
                </p:txBody>
              </p:sp>
            </p:grpSp>
            <p:cxnSp>
              <p:nvCxnSpPr>
                <p:cNvPr id="909" name="직선 연결선 908">
                  <a:extLst>
                    <a:ext uri="{FF2B5EF4-FFF2-40B4-BE49-F238E27FC236}">
                      <a16:creationId xmlns:a16="http://schemas.microsoft.com/office/drawing/2014/main" id="{AAED656F-68F3-66C9-4B3D-5E0D481AEB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22805" y="2759075"/>
                  <a:ext cx="0" cy="10012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0" name="직선 연결선 909">
                  <a:extLst>
                    <a:ext uri="{FF2B5EF4-FFF2-40B4-BE49-F238E27FC236}">
                      <a16:creationId xmlns:a16="http://schemas.microsoft.com/office/drawing/2014/main" id="{A0B7955F-B785-D4BC-8BF0-15C616036C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22805" y="3041732"/>
                  <a:ext cx="0" cy="11739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11" name="TextBox 910">
                  <a:extLst>
                    <a:ext uri="{FF2B5EF4-FFF2-40B4-BE49-F238E27FC236}">
                      <a16:creationId xmlns:a16="http://schemas.microsoft.com/office/drawing/2014/main" id="{7A05A8CD-E9E7-2A32-EBB5-ABF92EC6DD2A}"/>
                    </a:ext>
                  </a:extLst>
                </p:cNvPr>
                <p:cNvSpPr txBox="1"/>
                <p:nvPr/>
              </p:nvSpPr>
              <p:spPr>
                <a:xfrm>
                  <a:off x="8867426" y="2651923"/>
                  <a:ext cx="344113" cy="12311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800" dirty="0">
                      <a:latin typeface="+mn-ea"/>
                    </a:rPr>
                    <a:t>+20V</a:t>
                  </a:r>
                  <a:endParaRPr lang="ko-KR" altLang="en-US" sz="800" dirty="0">
                    <a:latin typeface="+mn-ea"/>
                  </a:endParaRPr>
                </a:p>
              </p:txBody>
            </p:sp>
            <p:sp>
              <p:nvSpPr>
                <p:cNvPr id="912" name="TextBox 911">
                  <a:extLst>
                    <a:ext uri="{FF2B5EF4-FFF2-40B4-BE49-F238E27FC236}">
                      <a16:creationId xmlns:a16="http://schemas.microsoft.com/office/drawing/2014/main" id="{1C26AB12-F5F8-89A4-FE70-1021B7C1AD2E}"/>
                    </a:ext>
                  </a:extLst>
                </p:cNvPr>
                <p:cNvSpPr txBox="1"/>
                <p:nvPr/>
              </p:nvSpPr>
              <p:spPr>
                <a:xfrm>
                  <a:off x="8911902" y="3144598"/>
                  <a:ext cx="344113" cy="12311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800" dirty="0">
                      <a:latin typeface="+mn-ea"/>
                    </a:rPr>
                    <a:t>-20V</a:t>
                  </a:r>
                  <a:endParaRPr lang="ko-KR" altLang="en-US" sz="800" dirty="0">
                    <a:latin typeface="+mn-ea"/>
                  </a:endParaRPr>
                </a:p>
              </p:txBody>
            </p:sp>
            <p:cxnSp>
              <p:nvCxnSpPr>
                <p:cNvPr id="913" name="직선 연결선 912">
                  <a:extLst>
                    <a:ext uri="{FF2B5EF4-FFF2-40B4-BE49-F238E27FC236}">
                      <a16:creationId xmlns:a16="http://schemas.microsoft.com/office/drawing/2014/main" id="{9638B83C-634B-5420-F401-6A22E2E495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469984" y="3313643"/>
                  <a:ext cx="82006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14" name="직사각형 913">
                  <a:extLst>
                    <a:ext uri="{FF2B5EF4-FFF2-40B4-BE49-F238E27FC236}">
                      <a16:creationId xmlns:a16="http://schemas.microsoft.com/office/drawing/2014/main" id="{8133D233-2BD6-61AA-E56B-01CF88A2E1E4}"/>
                    </a:ext>
                  </a:extLst>
                </p:cNvPr>
                <p:cNvSpPr/>
                <p:nvPr/>
              </p:nvSpPr>
              <p:spPr>
                <a:xfrm rot="10800000">
                  <a:off x="8562034" y="3282950"/>
                  <a:ext cx="148730" cy="7486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latin typeface="+mn-ea"/>
                  </a:endParaRPr>
                </a:p>
              </p:txBody>
            </p:sp>
            <p:sp>
              <p:nvSpPr>
                <p:cNvPr id="915" name="직사각형 914">
                  <a:extLst>
                    <a:ext uri="{FF2B5EF4-FFF2-40B4-BE49-F238E27FC236}">
                      <a16:creationId xmlns:a16="http://schemas.microsoft.com/office/drawing/2014/main" id="{8B08FA56-9B85-26A9-6B09-1B7389C75FA3}"/>
                    </a:ext>
                  </a:extLst>
                </p:cNvPr>
                <p:cNvSpPr/>
                <p:nvPr/>
              </p:nvSpPr>
              <p:spPr>
                <a:xfrm rot="10800000">
                  <a:off x="8958909" y="3276209"/>
                  <a:ext cx="148730" cy="7486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latin typeface="+mn-ea"/>
                  </a:endParaRPr>
                </a:p>
              </p:txBody>
            </p:sp>
            <p:cxnSp>
              <p:nvCxnSpPr>
                <p:cNvPr id="916" name="직선 연결선 915">
                  <a:extLst>
                    <a:ext uri="{FF2B5EF4-FFF2-40B4-BE49-F238E27FC236}">
                      <a16:creationId xmlns:a16="http://schemas.microsoft.com/office/drawing/2014/main" id="{971598EC-B102-2E4D-ED0B-A8691860E1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80783" y="2942074"/>
                  <a:ext cx="0" cy="3735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7" name="직선 연결선 916">
                  <a:extLst>
                    <a:ext uri="{FF2B5EF4-FFF2-40B4-BE49-F238E27FC236}">
                      <a16:creationId xmlns:a16="http://schemas.microsoft.com/office/drawing/2014/main" id="{3D62492B-26BC-EAB0-6248-AF8C8FA7CB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8450" y="2948424"/>
                  <a:ext cx="217215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8" name="직선 연결선 917">
                  <a:extLst>
                    <a:ext uri="{FF2B5EF4-FFF2-40B4-BE49-F238E27FC236}">
                      <a16:creationId xmlns:a16="http://schemas.microsoft.com/office/drawing/2014/main" id="{F6DED3DC-88B6-3355-30F0-F6C7C6F009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85483" y="3025775"/>
                  <a:ext cx="0" cy="28979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9" name="직선 연결선 918">
                  <a:extLst>
                    <a:ext uri="{FF2B5EF4-FFF2-40B4-BE49-F238E27FC236}">
                      <a16:creationId xmlns:a16="http://schemas.microsoft.com/office/drawing/2014/main" id="{69A9B613-8A9E-DD2C-8B92-65D711384C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82050" y="3021796"/>
                  <a:ext cx="63500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0" name="직선 연결선 919">
                  <a:extLst>
                    <a:ext uri="{FF2B5EF4-FFF2-40B4-BE49-F238E27FC236}">
                      <a16:creationId xmlns:a16="http://schemas.microsoft.com/office/drawing/2014/main" id="{FF335B5E-80AF-2A97-3D94-299AFF9D01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65057" y="2873112"/>
                  <a:ext cx="48366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21" name="타원 920">
                  <a:extLst>
                    <a:ext uri="{FF2B5EF4-FFF2-40B4-BE49-F238E27FC236}">
                      <a16:creationId xmlns:a16="http://schemas.microsoft.com/office/drawing/2014/main" id="{89C973FD-D5B1-07A1-CD8C-5CD68C99F63A}"/>
                    </a:ext>
                  </a:extLst>
                </p:cNvPr>
                <p:cNvSpPr/>
                <p:nvPr/>
              </p:nvSpPr>
              <p:spPr>
                <a:xfrm>
                  <a:off x="9258779" y="2926149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latin typeface="+mn-ea"/>
                  </a:endParaRPr>
                </a:p>
              </p:txBody>
            </p:sp>
            <p:sp>
              <p:nvSpPr>
                <p:cNvPr id="922" name="타원 921">
                  <a:extLst>
                    <a:ext uri="{FF2B5EF4-FFF2-40B4-BE49-F238E27FC236}">
                      <a16:creationId xmlns:a16="http://schemas.microsoft.com/office/drawing/2014/main" id="{B4F10D75-9EA1-EAE1-A824-7CEAE96BF798}"/>
                    </a:ext>
                  </a:extLst>
                </p:cNvPr>
                <p:cNvSpPr/>
                <p:nvPr/>
              </p:nvSpPr>
              <p:spPr>
                <a:xfrm>
                  <a:off x="8762686" y="3289502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latin typeface="+mn-ea"/>
                  </a:endParaRPr>
                </a:p>
              </p:txBody>
            </p:sp>
            <p:sp>
              <p:nvSpPr>
                <p:cNvPr id="923" name="TextBox 922">
                  <a:extLst>
                    <a:ext uri="{FF2B5EF4-FFF2-40B4-BE49-F238E27FC236}">
                      <a16:creationId xmlns:a16="http://schemas.microsoft.com/office/drawing/2014/main" id="{65E00F9B-7DBC-6249-29C1-CE7ED4A57857}"/>
                    </a:ext>
                  </a:extLst>
                </p:cNvPr>
                <p:cNvSpPr txBox="1"/>
                <p:nvPr/>
              </p:nvSpPr>
              <p:spPr>
                <a:xfrm>
                  <a:off x="8575333" y="3354125"/>
                  <a:ext cx="206724" cy="923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600" dirty="0">
                      <a:latin typeface="+mn-ea"/>
                    </a:rPr>
                    <a:t>300</a:t>
                  </a:r>
                  <a:endParaRPr lang="ko-KR" altLang="en-US" sz="600" dirty="0">
                    <a:latin typeface="+mn-ea"/>
                  </a:endParaRPr>
                </a:p>
              </p:txBody>
            </p:sp>
            <p:sp>
              <p:nvSpPr>
                <p:cNvPr id="924" name="TextBox 923">
                  <a:extLst>
                    <a:ext uri="{FF2B5EF4-FFF2-40B4-BE49-F238E27FC236}">
                      <a16:creationId xmlns:a16="http://schemas.microsoft.com/office/drawing/2014/main" id="{863C05F1-61AB-8AFF-EC20-7797435F9FA3}"/>
                    </a:ext>
                  </a:extLst>
                </p:cNvPr>
                <p:cNvSpPr txBox="1"/>
                <p:nvPr/>
              </p:nvSpPr>
              <p:spPr>
                <a:xfrm>
                  <a:off x="8951570" y="3349363"/>
                  <a:ext cx="206724" cy="923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600" dirty="0">
                      <a:latin typeface="+mn-ea"/>
                    </a:rPr>
                    <a:t>1.2K</a:t>
                  </a:r>
                  <a:endParaRPr lang="ko-KR" altLang="en-US" sz="600" dirty="0">
                    <a:latin typeface="+mn-ea"/>
                  </a:endParaRPr>
                </a:p>
              </p:txBody>
            </p:sp>
            <p:sp>
              <p:nvSpPr>
                <p:cNvPr id="925" name="TextBox 924">
                  <a:extLst>
                    <a:ext uri="{FF2B5EF4-FFF2-40B4-BE49-F238E27FC236}">
                      <a16:creationId xmlns:a16="http://schemas.microsoft.com/office/drawing/2014/main" id="{64D05BA2-BD36-AB35-BE76-C61C1A1BD052}"/>
                    </a:ext>
                  </a:extLst>
                </p:cNvPr>
                <p:cNvSpPr txBox="1"/>
                <p:nvPr/>
              </p:nvSpPr>
              <p:spPr>
                <a:xfrm>
                  <a:off x="8518861" y="2737820"/>
                  <a:ext cx="358439" cy="1231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800" dirty="0">
                      <a:latin typeface="+mn-ea"/>
                    </a:rPr>
                    <a:t>G = 5</a:t>
                  </a:r>
                  <a:endParaRPr lang="ko-KR" altLang="en-US" sz="800" dirty="0">
                    <a:latin typeface="+mn-ea"/>
                  </a:endParaRPr>
                </a:p>
              </p:txBody>
            </p:sp>
            <p:sp>
              <p:nvSpPr>
                <p:cNvPr id="926" name="TextBox 925">
                  <a:extLst>
                    <a:ext uri="{FF2B5EF4-FFF2-40B4-BE49-F238E27FC236}">
                      <a16:creationId xmlns:a16="http://schemas.microsoft.com/office/drawing/2014/main" id="{5D5E6087-FF20-66B3-7370-68B6FCD19C8F}"/>
                    </a:ext>
                  </a:extLst>
                </p:cNvPr>
                <p:cNvSpPr txBox="1"/>
                <p:nvPr/>
              </p:nvSpPr>
              <p:spPr>
                <a:xfrm>
                  <a:off x="8415270" y="2938268"/>
                  <a:ext cx="206724" cy="923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600" dirty="0">
                      <a:latin typeface="+mn-ea"/>
                    </a:rPr>
                    <a:t>ON</a:t>
                  </a:r>
                  <a:endParaRPr lang="ko-KR" altLang="en-US" sz="600" dirty="0">
                    <a:latin typeface="+mn-ea"/>
                  </a:endParaRPr>
                </a:p>
              </p:txBody>
            </p:sp>
            <p:sp>
              <p:nvSpPr>
                <p:cNvPr id="927" name="TextBox 926">
                  <a:extLst>
                    <a:ext uri="{FF2B5EF4-FFF2-40B4-BE49-F238E27FC236}">
                      <a16:creationId xmlns:a16="http://schemas.microsoft.com/office/drawing/2014/main" id="{E78557EA-22DD-B3FE-7ABB-268611068274}"/>
                    </a:ext>
                  </a:extLst>
                </p:cNvPr>
                <p:cNvSpPr txBox="1"/>
                <p:nvPr/>
              </p:nvSpPr>
              <p:spPr>
                <a:xfrm>
                  <a:off x="8415270" y="3030601"/>
                  <a:ext cx="206724" cy="923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600" dirty="0">
                      <a:latin typeface="+mn-ea"/>
                    </a:rPr>
                    <a:t>SD</a:t>
                  </a:r>
                  <a:endParaRPr lang="ko-KR" altLang="en-US" sz="600" dirty="0">
                    <a:latin typeface="+mn-ea"/>
                  </a:endParaRPr>
                </a:p>
              </p:txBody>
            </p:sp>
            <p:sp>
              <p:nvSpPr>
                <p:cNvPr id="928" name="TextBox 927">
                  <a:extLst>
                    <a:ext uri="{FF2B5EF4-FFF2-40B4-BE49-F238E27FC236}">
                      <a16:creationId xmlns:a16="http://schemas.microsoft.com/office/drawing/2014/main" id="{86508D59-AB8F-3C2B-D84E-ACAB8A4AE2E4}"/>
                    </a:ext>
                  </a:extLst>
                </p:cNvPr>
                <p:cNvSpPr txBox="1"/>
                <p:nvPr/>
              </p:nvSpPr>
              <p:spPr>
                <a:xfrm>
                  <a:off x="8415270" y="3126293"/>
                  <a:ext cx="206724" cy="923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altLang="ko-KR" sz="600" dirty="0">
                      <a:latin typeface="+mn-ea"/>
                    </a:rPr>
                    <a:t>TFL</a:t>
                  </a:r>
                  <a:endParaRPr lang="ko-KR" altLang="en-US" sz="600" dirty="0">
                    <a:latin typeface="+mn-ea"/>
                  </a:endParaRPr>
                </a:p>
              </p:txBody>
            </p:sp>
            <p:sp>
              <p:nvSpPr>
                <p:cNvPr id="929" name="직사각형 928">
                  <a:extLst>
                    <a:ext uri="{FF2B5EF4-FFF2-40B4-BE49-F238E27FC236}">
                      <a16:creationId xmlns:a16="http://schemas.microsoft.com/office/drawing/2014/main" id="{EB36CFF3-7919-7718-9392-D82EAC10EC09}"/>
                    </a:ext>
                  </a:extLst>
                </p:cNvPr>
                <p:cNvSpPr/>
                <p:nvPr/>
              </p:nvSpPr>
              <p:spPr>
                <a:xfrm>
                  <a:off x="8364219" y="2635251"/>
                  <a:ext cx="1038216" cy="818092"/>
                </a:xfrm>
                <a:prstGeom prst="rect">
                  <a:avLst/>
                </a:prstGeom>
                <a:noFill/>
                <a:ln>
                  <a:solidFill>
                    <a:srgbClr val="0070C0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>
                    <a:latin typeface="+mn-ea"/>
                  </a:endParaRPr>
                </a:p>
              </p:txBody>
            </p:sp>
          </p:grp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A5F85182-BCDE-752A-476F-F1C102386408}"/>
                  </a:ext>
                </a:extLst>
              </p:cNvPr>
              <p:cNvGrpSpPr/>
              <p:nvPr/>
            </p:nvGrpSpPr>
            <p:grpSpPr>
              <a:xfrm>
                <a:off x="8424387" y="4458875"/>
                <a:ext cx="98106" cy="36225"/>
                <a:chOff x="8448200" y="2173363"/>
                <a:chExt cx="98106" cy="36225"/>
              </a:xfrm>
            </p:grpSpPr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3D30D8F9-1ADA-A75F-80AB-21F9DFF1D8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448200" y="2173363"/>
                  <a:ext cx="98106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직선 연결선 11">
                  <a:extLst>
                    <a:ext uri="{FF2B5EF4-FFF2-40B4-BE49-F238E27FC236}">
                      <a16:creationId xmlns:a16="http://schemas.microsoft.com/office/drawing/2014/main" id="{6A41DBBF-E385-1993-61A5-AF4294334B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451056" y="2175032"/>
                  <a:ext cx="33337" cy="3455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직선 연결선 14">
                  <a:extLst>
                    <a:ext uri="{FF2B5EF4-FFF2-40B4-BE49-F238E27FC236}">
                      <a16:creationId xmlns:a16="http://schemas.microsoft.com/office/drawing/2014/main" id="{B6A86B6F-405E-F41C-4548-526FF0675E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479628" y="2175028"/>
                  <a:ext cx="33337" cy="3455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3CA3C7D2-20C4-167F-4A32-5DAC20D02D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508202" y="2175030"/>
                  <a:ext cx="33337" cy="3455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E26A479E-5537-9E24-69D3-F9293A1F29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68778" y="4400167"/>
                <a:ext cx="0" cy="576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71A55A60-0083-E82E-9C30-C8202F8A7CD3}"/>
                </a:ext>
              </a:extLst>
            </p:cNvPr>
            <p:cNvCxnSpPr>
              <a:cxnSpLocks/>
            </p:cNvCxnSpPr>
            <p:nvPr/>
          </p:nvCxnSpPr>
          <p:spPr>
            <a:xfrm>
              <a:off x="8408071" y="4033146"/>
              <a:ext cx="1215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9189F39E-FD33-EE99-F1DF-4B2AF120B3EF}"/>
              </a:ext>
            </a:extLst>
          </p:cNvPr>
          <p:cNvSpPr txBox="1"/>
          <p:nvPr/>
        </p:nvSpPr>
        <p:spPr>
          <a:xfrm>
            <a:off x="7371505" y="4569597"/>
            <a:ext cx="344113" cy="1231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-20V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F4BB5B7-45D5-D129-ED7D-C90FC7A5EBDC}"/>
              </a:ext>
            </a:extLst>
          </p:cNvPr>
          <p:cNvCxnSpPr>
            <a:cxnSpLocks/>
          </p:cNvCxnSpPr>
          <p:nvPr/>
        </p:nvCxnSpPr>
        <p:spPr>
          <a:xfrm flipV="1">
            <a:off x="6201894" y="3876401"/>
            <a:ext cx="0" cy="504718"/>
          </a:xfrm>
          <a:prstGeom prst="straightConnector1">
            <a:avLst/>
          </a:prstGeom>
          <a:ln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66B2844-3E31-A9AA-6958-A19B49004BD0}"/>
              </a:ext>
            </a:extLst>
          </p:cNvPr>
          <p:cNvSpPr txBox="1"/>
          <p:nvPr/>
        </p:nvSpPr>
        <p:spPr>
          <a:xfrm>
            <a:off x="5933029" y="4381119"/>
            <a:ext cx="59932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0~-1V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37F2309-5E26-A821-3D74-B48506A5F50B}"/>
              </a:ext>
            </a:extLst>
          </p:cNvPr>
          <p:cNvSpPr/>
          <p:nvPr/>
        </p:nvSpPr>
        <p:spPr>
          <a:xfrm rot="5400000">
            <a:off x="8161115" y="5688015"/>
            <a:ext cx="148730" cy="74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599611EA-63BF-CD8C-4728-8EF29ED41237}"/>
              </a:ext>
            </a:extLst>
          </p:cNvPr>
          <p:cNvCxnSpPr>
            <a:cxnSpLocks/>
          </p:cNvCxnSpPr>
          <p:nvPr/>
        </p:nvCxnSpPr>
        <p:spPr>
          <a:xfrm>
            <a:off x="8144402" y="6169461"/>
            <a:ext cx="207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2B288240-FD06-1A5C-FDBF-72559A70FD67}"/>
              </a:ext>
            </a:extLst>
          </p:cNvPr>
          <p:cNvCxnSpPr>
            <a:cxnSpLocks/>
          </p:cNvCxnSpPr>
          <p:nvPr/>
        </p:nvCxnSpPr>
        <p:spPr>
          <a:xfrm>
            <a:off x="8125352" y="5574148"/>
            <a:ext cx="207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4A33FCD9-663A-5B1C-3B2B-E7B9B0022EE1}"/>
              </a:ext>
            </a:extLst>
          </p:cNvPr>
          <p:cNvGrpSpPr/>
          <p:nvPr/>
        </p:nvGrpSpPr>
        <p:grpSpPr>
          <a:xfrm>
            <a:off x="8186414" y="5808628"/>
            <a:ext cx="98106" cy="90145"/>
            <a:chOff x="8462475" y="3600450"/>
            <a:chExt cx="98106" cy="90145"/>
          </a:xfrm>
        </p:grpSpPr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DB297E94-25CC-ABDB-5588-D62E7E75A607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0E83BF6D-B4D2-E23B-2F6C-1FA0B58142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5A859DB8-8CC1-11C0-BC06-456207A9C6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4FE5C581-1C00-05A0-8CF8-8D57F1A43A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5D36911C-CDCC-838F-2531-27BE4753295F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4E6FF83-7834-BCD4-3FD8-8D207FA6ED1E}"/>
              </a:ext>
            </a:extLst>
          </p:cNvPr>
          <p:cNvGrpSpPr/>
          <p:nvPr/>
        </p:nvGrpSpPr>
        <p:grpSpPr>
          <a:xfrm>
            <a:off x="8188795" y="6401560"/>
            <a:ext cx="98106" cy="90145"/>
            <a:chOff x="8462475" y="3600450"/>
            <a:chExt cx="98106" cy="90145"/>
          </a:xfrm>
        </p:grpSpPr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CD8C97A1-05BB-EEAB-6702-5E3DBCFDE84F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AF861BD1-F6CC-081C-24B3-4C6A74AF93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BA55FC3E-BDDF-AA66-B504-44C4B60EB0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F75F030E-B6DB-65EB-A6D2-6136291B4B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B82BAB2A-6B86-3F15-4F5D-12E6788DE604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9526156-13AB-F64B-89AC-866BEF1E885B}"/>
              </a:ext>
            </a:extLst>
          </p:cNvPr>
          <p:cNvCxnSpPr>
            <a:cxnSpLocks/>
          </p:cNvCxnSpPr>
          <p:nvPr/>
        </p:nvCxnSpPr>
        <p:spPr>
          <a:xfrm>
            <a:off x="8234558" y="5572950"/>
            <a:ext cx="0" cy="777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DF7C7B4-1BDF-3FD7-4621-F366D38A8B26}"/>
              </a:ext>
            </a:extLst>
          </p:cNvPr>
          <p:cNvCxnSpPr>
            <a:cxnSpLocks/>
          </p:cNvCxnSpPr>
          <p:nvPr/>
        </p:nvCxnSpPr>
        <p:spPr>
          <a:xfrm>
            <a:off x="8232177" y="6173025"/>
            <a:ext cx="0" cy="777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타원 65">
            <a:extLst>
              <a:ext uri="{FF2B5EF4-FFF2-40B4-BE49-F238E27FC236}">
                <a16:creationId xmlns:a16="http://schemas.microsoft.com/office/drawing/2014/main" id="{1C4E4054-195D-416E-2EA3-7C8B1ACE397F}"/>
              </a:ext>
            </a:extLst>
          </p:cNvPr>
          <p:cNvSpPr/>
          <p:nvPr/>
        </p:nvSpPr>
        <p:spPr>
          <a:xfrm>
            <a:off x="8210720" y="555253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4F2E5D14-CF60-21F1-B3AD-E53757EA29C4}"/>
              </a:ext>
            </a:extLst>
          </p:cNvPr>
          <p:cNvSpPr/>
          <p:nvPr/>
        </p:nvSpPr>
        <p:spPr>
          <a:xfrm>
            <a:off x="8208339" y="6147849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6CF2F330-70EF-D55C-D9B6-C61F66808BC7}"/>
              </a:ext>
            </a:extLst>
          </p:cNvPr>
          <p:cNvGrpSpPr/>
          <p:nvPr/>
        </p:nvGrpSpPr>
        <p:grpSpPr>
          <a:xfrm rot="5400000">
            <a:off x="8453009" y="5624840"/>
            <a:ext cx="238125" cy="127920"/>
            <a:chOff x="8239125" y="2849206"/>
            <a:chExt cx="238125" cy="127920"/>
          </a:xfrm>
        </p:grpSpPr>
        <p:cxnSp>
          <p:nvCxnSpPr>
            <p:cNvPr id="75" name="직선 연결선 74">
              <a:extLst>
                <a:ext uri="{FF2B5EF4-FFF2-40B4-BE49-F238E27FC236}">
                  <a16:creationId xmlns:a16="http://schemas.microsoft.com/office/drawing/2014/main" id="{811991BA-A86F-6097-1557-BFD1A81C5D3C}"/>
                </a:ext>
              </a:extLst>
            </p:cNvPr>
            <p:cNvCxnSpPr>
              <a:cxnSpLocks/>
            </p:cNvCxnSpPr>
            <p:nvPr/>
          </p:nvCxnSpPr>
          <p:spPr>
            <a:xfrm>
              <a:off x="8387011" y="2849206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BA3CF11A-B103-9F6A-724E-39BD4ABB3696}"/>
                </a:ext>
              </a:extLst>
            </p:cNvPr>
            <p:cNvCxnSpPr>
              <a:cxnSpLocks/>
            </p:cNvCxnSpPr>
            <p:nvPr/>
          </p:nvCxnSpPr>
          <p:spPr>
            <a:xfrm>
              <a:off x="8337005" y="2849949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F20DF426-CDF4-88C1-A32F-8FA705DA4A1F}"/>
                </a:ext>
              </a:extLst>
            </p:cNvPr>
            <p:cNvCxnSpPr>
              <a:cxnSpLocks/>
            </p:cNvCxnSpPr>
            <p:nvPr/>
          </p:nvCxnSpPr>
          <p:spPr>
            <a:xfrm>
              <a:off x="8384381" y="2911212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F2C05662-B78C-5DEB-7B05-C0990ED14C1F}"/>
                </a:ext>
              </a:extLst>
            </p:cNvPr>
            <p:cNvCxnSpPr>
              <a:cxnSpLocks/>
            </p:cNvCxnSpPr>
            <p:nvPr/>
          </p:nvCxnSpPr>
          <p:spPr>
            <a:xfrm>
              <a:off x="8239125" y="2913593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8A90B69B-10F8-D5C9-874D-1557DCD3F45B}"/>
              </a:ext>
            </a:extLst>
          </p:cNvPr>
          <p:cNvGrpSpPr/>
          <p:nvPr/>
        </p:nvGrpSpPr>
        <p:grpSpPr>
          <a:xfrm>
            <a:off x="8526139" y="5791165"/>
            <a:ext cx="98106" cy="90145"/>
            <a:chOff x="8462475" y="3600450"/>
            <a:chExt cx="98106" cy="90145"/>
          </a:xfrm>
        </p:grpSpPr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ACEB4984-1A67-61A4-43ED-74F2CEBBAFDB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0FAA832D-44AF-C2FD-9B22-5A7AD9DA69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1B6E0952-AC74-37D5-BB8E-214BD36701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97311930-FD26-5370-050D-1173D69DC8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E88A9DEC-4BE5-EE8D-FC64-7BC02E446D72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타원 84">
            <a:extLst>
              <a:ext uri="{FF2B5EF4-FFF2-40B4-BE49-F238E27FC236}">
                <a16:creationId xmlns:a16="http://schemas.microsoft.com/office/drawing/2014/main" id="{C9269825-E94F-0456-7209-80E1A4A3FC59}"/>
              </a:ext>
            </a:extLst>
          </p:cNvPr>
          <p:cNvSpPr/>
          <p:nvPr/>
        </p:nvSpPr>
        <p:spPr>
          <a:xfrm>
            <a:off x="8547270" y="554459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90FDEA7E-B2E0-DD60-DD8B-FA080C1320C7}"/>
              </a:ext>
            </a:extLst>
          </p:cNvPr>
          <p:cNvGrpSpPr/>
          <p:nvPr/>
        </p:nvGrpSpPr>
        <p:grpSpPr>
          <a:xfrm rot="5400000">
            <a:off x="8446659" y="6223328"/>
            <a:ext cx="238125" cy="127920"/>
            <a:chOff x="8239125" y="2849206"/>
            <a:chExt cx="238125" cy="127920"/>
          </a:xfrm>
        </p:grpSpPr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567DF053-09DE-6C4C-F5BC-A19ADF612EF2}"/>
                </a:ext>
              </a:extLst>
            </p:cNvPr>
            <p:cNvCxnSpPr>
              <a:cxnSpLocks/>
            </p:cNvCxnSpPr>
            <p:nvPr/>
          </p:nvCxnSpPr>
          <p:spPr>
            <a:xfrm>
              <a:off x="8387011" y="2849206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9E4D426D-3677-F1E0-4D2B-5D9C37ECCF65}"/>
                </a:ext>
              </a:extLst>
            </p:cNvPr>
            <p:cNvCxnSpPr>
              <a:cxnSpLocks/>
            </p:cNvCxnSpPr>
            <p:nvPr/>
          </p:nvCxnSpPr>
          <p:spPr>
            <a:xfrm>
              <a:off x="8337005" y="2849949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C416768A-9ABB-2EEF-5F2D-FF45544EDAF9}"/>
                </a:ext>
              </a:extLst>
            </p:cNvPr>
            <p:cNvCxnSpPr>
              <a:cxnSpLocks/>
            </p:cNvCxnSpPr>
            <p:nvPr/>
          </p:nvCxnSpPr>
          <p:spPr>
            <a:xfrm>
              <a:off x="8384381" y="2911212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3EDB620C-89D1-C104-254D-7AADB369FDE4}"/>
                </a:ext>
              </a:extLst>
            </p:cNvPr>
            <p:cNvCxnSpPr>
              <a:cxnSpLocks/>
            </p:cNvCxnSpPr>
            <p:nvPr/>
          </p:nvCxnSpPr>
          <p:spPr>
            <a:xfrm>
              <a:off x="8239125" y="2913593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31E4A5DB-F701-A129-27AF-1EB1065BACF0}"/>
              </a:ext>
            </a:extLst>
          </p:cNvPr>
          <p:cNvGrpSpPr/>
          <p:nvPr/>
        </p:nvGrpSpPr>
        <p:grpSpPr>
          <a:xfrm>
            <a:off x="8517407" y="6389653"/>
            <a:ext cx="98106" cy="90145"/>
            <a:chOff x="8462475" y="3600450"/>
            <a:chExt cx="98106" cy="90145"/>
          </a:xfrm>
        </p:grpSpPr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F77DA484-47A0-74B5-9C5D-83DB18DB1A84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1CF187B6-1385-004F-CF9A-E970356D08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0FDBE667-060D-693B-A6BA-AA1C42EE38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023C46EE-7F27-A9C3-4536-F3299D8113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C79E4D45-6F23-8185-33AF-F2B73D7692CA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타원 103">
            <a:extLst>
              <a:ext uri="{FF2B5EF4-FFF2-40B4-BE49-F238E27FC236}">
                <a16:creationId xmlns:a16="http://schemas.microsoft.com/office/drawing/2014/main" id="{C97CECD3-D6CF-F124-8211-4FE2147A676E}"/>
              </a:ext>
            </a:extLst>
          </p:cNvPr>
          <p:cNvSpPr/>
          <p:nvPr/>
        </p:nvSpPr>
        <p:spPr>
          <a:xfrm>
            <a:off x="8540920" y="614308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DB1B17-DDA3-11A0-BCF2-A7A85135E1D0}"/>
              </a:ext>
            </a:extLst>
          </p:cNvPr>
          <p:cNvSpPr/>
          <p:nvPr/>
        </p:nvSpPr>
        <p:spPr>
          <a:xfrm>
            <a:off x="8460517" y="5415279"/>
            <a:ext cx="457430" cy="1130301"/>
          </a:xfrm>
          <a:prstGeom prst="rect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7C0EEE-35C5-4B4A-6A90-C28540FB657F}"/>
              </a:ext>
            </a:extLst>
          </p:cNvPr>
          <p:cNvSpPr txBox="1"/>
          <p:nvPr/>
        </p:nvSpPr>
        <p:spPr>
          <a:xfrm>
            <a:off x="8364651" y="5272214"/>
            <a:ext cx="59932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AC</a:t>
            </a:r>
            <a:r>
              <a:rPr lang="ko-KR" altLang="en-US" sz="8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divider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42114A-80F7-0317-5C0F-1CA40AA82B18}"/>
              </a:ext>
            </a:extLst>
          </p:cNvPr>
          <p:cNvSpPr txBox="1"/>
          <p:nvPr/>
        </p:nvSpPr>
        <p:spPr>
          <a:xfrm>
            <a:off x="6518500" y="5753512"/>
            <a:ext cx="59932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-1 ~ +1V range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17D4A02E-743C-DF7A-F03D-7D2DA46A9459}"/>
              </a:ext>
            </a:extLst>
          </p:cNvPr>
          <p:cNvCxnSpPr>
            <a:cxnSpLocks/>
          </p:cNvCxnSpPr>
          <p:nvPr/>
        </p:nvCxnSpPr>
        <p:spPr>
          <a:xfrm>
            <a:off x="5992849" y="5330062"/>
            <a:ext cx="0" cy="4039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8FD1E79-B133-520B-61F5-1575ECB06107}"/>
              </a:ext>
            </a:extLst>
          </p:cNvPr>
          <p:cNvCxnSpPr>
            <a:cxnSpLocks/>
          </p:cNvCxnSpPr>
          <p:nvPr/>
        </p:nvCxnSpPr>
        <p:spPr>
          <a:xfrm>
            <a:off x="5593721" y="5732188"/>
            <a:ext cx="5028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타원 42">
            <a:extLst>
              <a:ext uri="{FF2B5EF4-FFF2-40B4-BE49-F238E27FC236}">
                <a16:creationId xmlns:a16="http://schemas.microsoft.com/office/drawing/2014/main" id="{43E4E173-9045-D260-CA59-971A092EE121}"/>
              </a:ext>
            </a:extLst>
          </p:cNvPr>
          <p:cNvSpPr/>
          <p:nvPr/>
        </p:nvSpPr>
        <p:spPr>
          <a:xfrm>
            <a:off x="5967584" y="570731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BA6D3E1C-CF1C-100F-A49B-3EE50E55D6EA}"/>
              </a:ext>
            </a:extLst>
          </p:cNvPr>
          <p:cNvCxnSpPr>
            <a:cxnSpLocks/>
          </p:cNvCxnSpPr>
          <p:nvPr/>
        </p:nvCxnSpPr>
        <p:spPr>
          <a:xfrm>
            <a:off x="7168046" y="5410200"/>
            <a:ext cx="0" cy="248197"/>
          </a:xfrm>
          <a:prstGeom prst="straightConnector1">
            <a:avLst/>
          </a:prstGeom>
          <a:ln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A3820719-E0F6-18BC-66D6-1DA161F09A58}"/>
              </a:ext>
            </a:extLst>
          </p:cNvPr>
          <p:cNvSpPr txBox="1"/>
          <p:nvPr/>
        </p:nvSpPr>
        <p:spPr>
          <a:xfrm>
            <a:off x="6724236" y="5012978"/>
            <a:ext cx="92686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For 2V input range</a:t>
            </a:r>
          </a:p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VCM(0.9V)</a:t>
            </a:r>
            <a:r>
              <a:rPr lang="en-US" altLang="ko-KR" sz="80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±0.5V</a:t>
            </a:r>
            <a:endParaRPr lang="en-US" altLang="ko-KR" sz="800" dirty="0">
              <a:solidFill>
                <a:srgbClr val="0070C0"/>
              </a:solidFill>
              <a:latin typeface="+mn-ea"/>
            </a:endParaRPr>
          </a:p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= 0.4 ~ 1.4V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1755D6E-4409-501F-3661-01372809EA1F}"/>
              </a:ext>
            </a:extLst>
          </p:cNvPr>
          <p:cNvSpPr txBox="1"/>
          <p:nvPr/>
        </p:nvSpPr>
        <p:spPr>
          <a:xfrm>
            <a:off x="3459309" y="5757756"/>
            <a:ext cx="96310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ADC control signal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23B5FEB-383A-3D97-0299-2ED10AED3CF2}"/>
              </a:ext>
            </a:extLst>
          </p:cNvPr>
          <p:cNvSpPr txBox="1"/>
          <p:nvPr/>
        </p:nvSpPr>
        <p:spPr>
          <a:xfrm>
            <a:off x="10900827" y="800390"/>
            <a:ext cx="600076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IONBOX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070BEF0-A6C0-7C2B-73D3-392BE56CAB7A}"/>
              </a:ext>
            </a:extLst>
          </p:cNvPr>
          <p:cNvSpPr txBox="1"/>
          <p:nvPr/>
        </p:nvSpPr>
        <p:spPr>
          <a:xfrm>
            <a:off x="10702705" y="1365933"/>
            <a:ext cx="46998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LENS_DC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D9A18AC1-3DE7-9F07-B325-544F64F776BF}"/>
              </a:ext>
            </a:extLst>
          </p:cNvPr>
          <p:cNvCxnSpPr>
            <a:cxnSpLocks/>
          </p:cNvCxnSpPr>
          <p:nvPr/>
        </p:nvCxnSpPr>
        <p:spPr>
          <a:xfrm>
            <a:off x="10858500" y="929034"/>
            <a:ext cx="7016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09183237-31FE-9440-082F-D9163C5C3706}"/>
              </a:ext>
            </a:extLst>
          </p:cNvPr>
          <p:cNvCxnSpPr>
            <a:cxnSpLocks/>
          </p:cNvCxnSpPr>
          <p:nvPr/>
        </p:nvCxnSpPr>
        <p:spPr>
          <a:xfrm>
            <a:off x="10546673" y="1442141"/>
            <a:ext cx="0" cy="49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83A4E599-43A1-4C1E-0741-B3BACD253309}"/>
              </a:ext>
            </a:extLst>
          </p:cNvPr>
          <p:cNvSpPr txBox="1"/>
          <p:nvPr/>
        </p:nvSpPr>
        <p:spPr>
          <a:xfrm>
            <a:off x="10075134" y="1818975"/>
            <a:ext cx="46998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FIL2_V</a:t>
            </a:r>
            <a:endParaRPr lang="ko-KR" altLang="en-US" sz="800" dirty="0">
              <a:latin typeface="+mn-ea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F9C5097-4032-1E16-3FA8-DA20AF955BD9}"/>
              </a:ext>
            </a:extLst>
          </p:cNvPr>
          <p:cNvSpPr txBox="1"/>
          <p:nvPr/>
        </p:nvSpPr>
        <p:spPr>
          <a:xfrm>
            <a:off x="10610039" y="340644"/>
            <a:ext cx="46998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FIL1_V</a:t>
            </a:r>
            <a:endParaRPr lang="ko-KR" altLang="en-US" sz="800" dirty="0">
              <a:latin typeface="+mn-ea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7988CB0-1D18-C3C9-2995-6B20908A852D}"/>
              </a:ext>
            </a:extLst>
          </p:cNvPr>
          <p:cNvSpPr/>
          <p:nvPr/>
        </p:nvSpPr>
        <p:spPr>
          <a:xfrm rot="5400000">
            <a:off x="5917977" y="5492761"/>
            <a:ext cx="148730" cy="74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543AF456-FC72-FC93-A4A9-DF8D5A7D09DD}"/>
              </a:ext>
            </a:extLst>
          </p:cNvPr>
          <p:cNvSpPr/>
          <p:nvPr/>
        </p:nvSpPr>
        <p:spPr>
          <a:xfrm rot="10800000">
            <a:off x="5698902" y="5697548"/>
            <a:ext cx="148730" cy="74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170C5B0-4E79-AD07-2A44-0B45FE2F7C10}"/>
              </a:ext>
            </a:extLst>
          </p:cNvPr>
          <p:cNvSpPr txBox="1"/>
          <p:nvPr/>
        </p:nvSpPr>
        <p:spPr>
          <a:xfrm>
            <a:off x="5701767" y="5607212"/>
            <a:ext cx="15865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NA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C621655D-92FC-0E24-8AA0-5003790AD868}"/>
              </a:ext>
            </a:extLst>
          </p:cNvPr>
          <p:cNvSpPr/>
          <p:nvPr/>
        </p:nvSpPr>
        <p:spPr>
          <a:xfrm rot="5400000">
            <a:off x="8161115" y="6291266"/>
            <a:ext cx="148730" cy="74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076D24F3-9518-421F-7034-F61B582D06B4}"/>
              </a:ext>
            </a:extLst>
          </p:cNvPr>
          <p:cNvSpPr/>
          <p:nvPr/>
        </p:nvSpPr>
        <p:spPr>
          <a:xfrm>
            <a:off x="8388350" y="2048189"/>
            <a:ext cx="156043" cy="15604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8" name="타원 147">
            <a:extLst>
              <a:ext uri="{FF2B5EF4-FFF2-40B4-BE49-F238E27FC236}">
                <a16:creationId xmlns:a16="http://schemas.microsoft.com/office/drawing/2014/main" id="{1BF2C3E4-56F3-CFF0-DC6B-38EBC0256A42}"/>
              </a:ext>
            </a:extLst>
          </p:cNvPr>
          <p:cNvSpPr/>
          <p:nvPr/>
        </p:nvSpPr>
        <p:spPr>
          <a:xfrm>
            <a:off x="8388350" y="2353357"/>
            <a:ext cx="156043" cy="15604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818CA9CC-BAF4-03EB-9506-4CF2247A3A85}"/>
              </a:ext>
            </a:extLst>
          </p:cNvPr>
          <p:cNvSpPr/>
          <p:nvPr/>
        </p:nvSpPr>
        <p:spPr>
          <a:xfrm>
            <a:off x="8330138" y="1997039"/>
            <a:ext cx="264587" cy="560004"/>
          </a:xfrm>
          <a:prstGeom prst="rect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76852D8-BC23-3068-B548-723FCE920C86}"/>
              </a:ext>
            </a:extLst>
          </p:cNvPr>
          <p:cNvSpPr txBox="1"/>
          <p:nvPr/>
        </p:nvSpPr>
        <p:spPr>
          <a:xfrm>
            <a:off x="7912102" y="2063175"/>
            <a:ext cx="39715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Q_DC+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B89C849-AC9B-15BA-1B59-022926E9E0AE}"/>
              </a:ext>
            </a:extLst>
          </p:cNvPr>
          <p:cNvSpPr txBox="1"/>
          <p:nvPr/>
        </p:nvSpPr>
        <p:spPr>
          <a:xfrm>
            <a:off x="7878611" y="2370370"/>
            <a:ext cx="4179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Q_DC-</a:t>
            </a:r>
          </a:p>
        </p:txBody>
      </p: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3B280599-147D-975B-3E9F-F2BA7929052B}"/>
              </a:ext>
            </a:extLst>
          </p:cNvPr>
          <p:cNvCxnSpPr>
            <a:cxnSpLocks/>
          </p:cNvCxnSpPr>
          <p:nvPr/>
        </p:nvCxnSpPr>
        <p:spPr>
          <a:xfrm>
            <a:off x="8539638" y="2122529"/>
            <a:ext cx="9218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F7593804-A230-4A05-BF8B-B8A39ABA58C3}"/>
              </a:ext>
            </a:extLst>
          </p:cNvPr>
          <p:cNvCxnSpPr>
            <a:cxnSpLocks/>
          </p:cNvCxnSpPr>
          <p:nvPr/>
        </p:nvCxnSpPr>
        <p:spPr>
          <a:xfrm>
            <a:off x="8547735" y="2435045"/>
            <a:ext cx="10026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897545F0-557A-DF66-92E4-B1A8641974B1}"/>
              </a:ext>
            </a:extLst>
          </p:cNvPr>
          <p:cNvSpPr/>
          <p:nvPr/>
        </p:nvSpPr>
        <p:spPr>
          <a:xfrm rot="10800000">
            <a:off x="8853582" y="2084916"/>
            <a:ext cx="148730" cy="74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6A1F4E84-481A-FC1B-7696-8472C40A9834}"/>
              </a:ext>
            </a:extLst>
          </p:cNvPr>
          <p:cNvSpPr/>
          <p:nvPr/>
        </p:nvSpPr>
        <p:spPr>
          <a:xfrm rot="10800000">
            <a:off x="8864059" y="2398574"/>
            <a:ext cx="148730" cy="74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8F8A4078-25A2-3B01-99C6-05C72596A1AB}"/>
              </a:ext>
            </a:extLst>
          </p:cNvPr>
          <p:cNvGrpSpPr/>
          <p:nvPr/>
        </p:nvGrpSpPr>
        <p:grpSpPr>
          <a:xfrm>
            <a:off x="10838322" y="1964137"/>
            <a:ext cx="253380" cy="1802205"/>
            <a:chOff x="9553091" y="544373"/>
            <a:chExt cx="253380" cy="1802205"/>
          </a:xfrm>
        </p:grpSpPr>
        <p:grpSp>
          <p:nvGrpSpPr>
            <p:cNvPr id="164" name="그룹 163">
              <a:extLst>
                <a:ext uri="{FF2B5EF4-FFF2-40B4-BE49-F238E27FC236}">
                  <a16:creationId xmlns:a16="http://schemas.microsoft.com/office/drawing/2014/main" id="{960AB8C1-9161-C32A-DCA9-575C42A39E46}"/>
                </a:ext>
              </a:extLst>
            </p:cNvPr>
            <p:cNvGrpSpPr/>
            <p:nvPr/>
          </p:nvGrpSpPr>
          <p:grpSpPr>
            <a:xfrm>
              <a:off x="9553091" y="544373"/>
              <a:ext cx="253363" cy="915360"/>
              <a:chOff x="9553091" y="544373"/>
              <a:chExt cx="253363" cy="915360"/>
            </a:xfrm>
          </p:grpSpPr>
          <p:grpSp>
            <p:nvGrpSpPr>
              <p:cNvPr id="225" name="그룹 224">
                <a:extLst>
                  <a:ext uri="{FF2B5EF4-FFF2-40B4-BE49-F238E27FC236}">
                    <a16:creationId xmlns:a16="http://schemas.microsoft.com/office/drawing/2014/main" id="{639F7371-86CA-9312-7499-A6AEF9D2677A}"/>
                  </a:ext>
                </a:extLst>
              </p:cNvPr>
              <p:cNvGrpSpPr/>
              <p:nvPr/>
            </p:nvGrpSpPr>
            <p:grpSpPr>
              <a:xfrm>
                <a:off x="9556190" y="589674"/>
                <a:ext cx="250264" cy="72000"/>
                <a:chOff x="7902575" y="878878"/>
                <a:chExt cx="250264" cy="72000"/>
              </a:xfrm>
            </p:grpSpPr>
            <p:sp>
              <p:nvSpPr>
                <p:cNvPr id="279" name="타원 278">
                  <a:extLst>
                    <a:ext uri="{FF2B5EF4-FFF2-40B4-BE49-F238E27FC236}">
                      <a16:creationId xmlns:a16="http://schemas.microsoft.com/office/drawing/2014/main" id="{525BF167-ECEC-9E34-06DC-081B1BA4111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280" name="직선 화살표 연결선 279">
                  <a:extLst>
                    <a:ext uri="{FF2B5EF4-FFF2-40B4-BE49-F238E27FC236}">
                      <a16:creationId xmlns:a16="http://schemas.microsoft.com/office/drawing/2014/main" id="{3C789FB7-199C-F672-E2FB-9CAAC05B64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6" name="그룹 225">
                <a:extLst>
                  <a:ext uri="{FF2B5EF4-FFF2-40B4-BE49-F238E27FC236}">
                    <a16:creationId xmlns:a16="http://schemas.microsoft.com/office/drawing/2014/main" id="{FA993EA1-699D-2CD8-200A-6777040F3128}"/>
                  </a:ext>
                </a:extLst>
              </p:cNvPr>
              <p:cNvGrpSpPr/>
              <p:nvPr/>
            </p:nvGrpSpPr>
            <p:grpSpPr>
              <a:xfrm>
                <a:off x="9556155" y="678371"/>
                <a:ext cx="250264" cy="72000"/>
                <a:chOff x="7902575" y="878878"/>
                <a:chExt cx="250264" cy="72000"/>
              </a:xfrm>
            </p:grpSpPr>
            <p:sp>
              <p:nvSpPr>
                <p:cNvPr id="275" name="타원 274">
                  <a:extLst>
                    <a:ext uri="{FF2B5EF4-FFF2-40B4-BE49-F238E27FC236}">
                      <a16:creationId xmlns:a16="http://schemas.microsoft.com/office/drawing/2014/main" id="{BDCA45D6-F6F6-05E6-4C43-BD146C35667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276" name="직선 화살표 연결선 275">
                  <a:extLst>
                    <a:ext uri="{FF2B5EF4-FFF2-40B4-BE49-F238E27FC236}">
                      <a16:creationId xmlns:a16="http://schemas.microsoft.com/office/drawing/2014/main" id="{7538F989-114A-AEFF-5BB3-9B5774FBDA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E4562069-88FF-449D-F3A9-1FD2A2CA062D}"/>
                  </a:ext>
                </a:extLst>
              </p:cNvPr>
              <p:cNvSpPr txBox="1"/>
              <p:nvPr/>
            </p:nvSpPr>
            <p:spPr>
              <a:xfrm>
                <a:off x="9589294" y="544373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1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F7906866-BEC9-2157-1C78-9991B45288B0}"/>
                  </a:ext>
                </a:extLst>
              </p:cNvPr>
              <p:cNvSpPr txBox="1"/>
              <p:nvPr/>
            </p:nvSpPr>
            <p:spPr>
              <a:xfrm>
                <a:off x="9605962" y="633145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2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231" name="그룹 230">
                <a:extLst>
                  <a:ext uri="{FF2B5EF4-FFF2-40B4-BE49-F238E27FC236}">
                    <a16:creationId xmlns:a16="http://schemas.microsoft.com/office/drawing/2014/main" id="{082A9FBF-6709-CA80-A7EC-017BBC78CE93}"/>
                  </a:ext>
                </a:extLst>
              </p:cNvPr>
              <p:cNvGrpSpPr/>
              <p:nvPr/>
            </p:nvGrpSpPr>
            <p:grpSpPr>
              <a:xfrm>
                <a:off x="9554658" y="767768"/>
                <a:ext cx="250264" cy="72000"/>
                <a:chOff x="7902575" y="878878"/>
                <a:chExt cx="250264" cy="72000"/>
              </a:xfrm>
            </p:grpSpPr>
            <p:sp>
              <p:nvSpPr>
                <p:cNvPr id="271" name="타원 270">
                  <a:extLst>
                    <a:ext uri="{FF2B5EF4-FFF2-40B4-BE49-F238E27FC236}">
                      <a16:creationId xmlns:a16="http://schemas.microsoft.com/office/drawing/2014/main" id="{1C77A76D-1CC8-0408-E883-1ADE8998B2C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272" name="직선 화살표 연결선 271">
                  <a:extLst>
                    <a:ext uri="{FF2B5EF4-FFF2-40B4-BE49-F238E27FC236}">
                      <a16:creationId xmlns:a16="http://schemas.microsoft.com/office/drawing/2014/main" id="{EAD06462-F3DA-AF80-BE9C-E6D4BB5740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그룹 233">
                <a:extLst>
                  <a:ext uri="{FF2B5EF4-FFF2-40B4-BE49-F238E27FC236}">
                    <a16:creationId xmlns:a16="http://schemas.microsoft.com/office/drawing/2014/main" id="{14CCD7FB-A040-008B-8BE9-ED0B45D16BEB}"/>
                  </a:ext>
                </a:extLst>
              </p:cNvPr>
              <p:cNvGrpSpPr/>
              <p:nvPr/>
            </p:nvGrpSpPr>
            <p:grpSpPr>
              <a:xfrm>
                <a:off x="9554623" y="856465"/>
                <a:ext cx="250264" cy="72000"/>
                <a:chOff x="7902575" y="878878"/>
                <a:chExt cx="250264" cy="72000"/>
              </a:xfrm>
            </p:grpSpPr>
            <p:sp>
              <p:nvSpPr>
                <p:cNvPr id="269" name="타원 268">
                  <a:extLst>
                    <a:ext uri="{FF2B5EF4-FFF2-40B4-BE49-F238E27FC236}">
                      <a16:creationId xmlns:a16="http://schemas.microsoft.com/office/drawing/2014/main" id="{AA28A2C9-3722-CF6A-BCC1-19D1296FDA1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270" name="직선 화살표 연결선 269">
                  <a:extLst>
                    <a:ext uri="{FF2B5EF4-FFF2-40B4-BE49-F238E27FC236}">
                      <a16:creationId xmlns:a16="http://schemas.microsoft.com/office/drawing/2014/main" id="{378BB28A-49A0-0E0F-F763-CD0F066368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ECFFB7FF-DEBF-2F5B-F704-0ED983CC1E5D}"/>
                  </a:ext>
                </a:extLst>
              </p:cNvPr>
              <p:cNvSpPr txBox="1"/>
              <p:nvPr/>
            </p:nvSpPr>
            <p:spPr>
              <a:xfrm>
                <a:off x="9587762" y="722467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3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2DD1FE95-DAB6-2EAB-E9BB-E32536835094}"/>
                  </a:ext>
                </a:extLst>
              </p:cNvPr>
              <p:cNvSpPr txBox="1"/>
              <p:nvPr/>
            </p:nvSpPr>
            <p:spPr>
              <a:xfrm>
                <a:off x="9604430" y="811239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4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238" name="그룹 237">
                <a:extLst>
                  <a:ext uri="{FF2B5EF4-FFF2-40B4-BE49-F238E27FC236}">
                    <a16:creationId xmlns:a16="http://schemas.microsoft.com/office/drawing/2014/main" id="{6CB7B8E4-B6BB-4BFB-6BD0-502780CC772B}"/>
                  </a:ext>
                </a:extLst>
              </p:cNvPr>
              <p:cNvGrpSpPr/>
              <p:nvPr/>
            </p:nvGrpSpPr>
            <p:grpSpPr>
              <a:xfrm>
                <a:off x="9554658" y="945132"/>
                <a:ext cx="250264" cy="72000"/>
                <a:chOff x="7902575" y="878878"/>
                <a:chExt cx="250264" cy="72000"/>
              </a:xfrm>
            </p:grpSpPr>
            <p:sp>
              <p:nvSpPr>
                <p:cNvPr id="267" name="타원 266">
                  <a:extLst>
                    <a:ext uri="{FF2B5EF4-FFF2-40B4-BE49-F238E27FC236}">
                      <a16:creationId xmlns:a16="http://schemas.microsoft.com/office/drawing/2014/main" id="{0FF2EC56-C640-49B5-B308-FD530C24534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268" name="직선 화살표 연결선 267">
                  <a:extLst>
                    <a:ext uri="{FF2B5EF4-FFF2-40B4-BE49-F238E27FC236}">
                      <a16:creationId xmlns:a16="http://schemas.microsoft.com/office/drawing/2014/main" id="{FB4579CC-6EB1-9A43-DD14-314C66A32B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그룹 238">
                <a:extLst>
                  <a:ext uri="{FF2B5EF4-FFF2-40B4-BE49-F238E27FC236}">
                    <a16:creationId xmlns:a16="http://schemas.microsoft.com/office/drawing/2014/main" id="{7E7A2767-6B23-FAC0-67F4-9492A91F9631}"/>
                  </a:ext>
                </a:extLst>
              </p:cNvPr>
              <p:cNvGrpSpPr/>
              <p:nvPr/>
            </p:nvGrpSpPr>
            <p:grpSpPr>
              <a:xfrm>
                <a:off x="9554623" y="1033829"/>
                <a:ext cx="250264" cy="72000"/>
                <a:chOff x="7902575" y="878878"/>
                <a:chExt cx="250264" cy="72000"/>
              </a:xfrm>
            </p:grpSpPr>
            <p:sp>
              <p:nvSpPr>
                <p:cNvPr id="265" name="타원 264">
                  <a:extLst>
                    <a:ext uri="{FF2B5EF4-FFF2-40B4-BE49-F238E27FC236}">
                      <a16:creationId xmlns:a16="http://schemas.microsoft.com/office/drawing/2014/main" id="{9FF3EF04-F8A9-D729-E49E-74F0730AB01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266" name="직선 화살표 연결선 265">
                  <a:extLst>
                    <a:ext uri="{FF2B5EF4-FFF2-40B4-BE49-F238E27FC236}">
                      <a16:creationId xmlns:a16="http://schemas.microsoft.com/office/drawing/2014/main" id="{0A9D65B6-505D-95AA-FBDD-C40EA2619F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346DD31C-11D0-7C65-894C-5C24ED87DCA4}"/>
                  </a:ext>
                </a:extLst>
              </p:cNvPr>
              <p:cNvSpPr txBox="1"/>
              <p:nvPr/>
            </p:nvSpPr>
            <p:spPr>
              <a:xfrm>
                <a:off x="9587762" y="899831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5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44FD2ED7-6E9B-C514-3A0D-DE32833C0FC1}"/>
                  </a:ext>
                </a:extLst>
              </p:cNvPr>
              <p:cNvSpPr txBox="1"/>
              <p:nvPr/>
            </p:nvSpPr>
            <p:spPr>
              <a:xfrm>
                <a:off x="9604430" y="988603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6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242" name="그룹 241">
                <a:extLst>
                  <a:ext uri="{FF2B5EF4-FFF2-40B4-BE49-F238E27FC236}">
                    <a16:creationId xmlns:a16="http://schemas.microsoft.com/office/drawing/2014/main" id="{C8AEBB6C-1193-8F61-766B-1A3278E788C5}"/>
                  </a:ext>
                </a:extLst>
              </p:cNvPr>
              <p:cNvGrpSpPr/>
              <p:nvPr/>
            </p:nvGrpSpPr>
            <p:grpSpPr>
              <a:xfrm>
                <a:off x="9553126" y="1123226"/>
                <a:ext cx="250264" cy="72000"/>
                <a:chOff x="7902575" y="878878"/>
                <a:chExt cx="250264" cy="72000"/>
              </a:xfrm>
            </p:grpSpPr>
            <p:sp>
              <p:nvSpPr>
                <p:cNvPr id="261" name="타원 260">
                  <a:extLst>
                    <a:ext uri="{FF2B5EF4-FFF2-40B4-BE49-F238E27FC236}">
                      <a16:creationId xmlns:a16="http://schemas.microsoft.com/office/drawing/2014/main" id="{5C5AB671-7115-8DDC-61D7-A820CBC71FB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262" name="직선 화살표 연결선 261">
                  <a:extLst>
                    <a:ext uri="{FF2B5EF4-FFF2-40B4-BE49-F238E27FC236}">
                      <a16:creationId xmlns:a16="http://schemas.microsoft.com/office/drawing/2014/main" id="{693EA17E-6722-68A2-B4F0-A8E856EAC9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그룹 242">
                <a:extLst>
                  <a:ext uri="{FF2B5EF4-FFF2-40B4-BE49-F238E27FC236}">
                    <a16:creationId xmlns:a16="http://schemas.microsoft.com/office/drawing/2014/main" id="{7848EC8B-426D-B449-C4A6-D5A67951B95E}"/>
                  </a:ext>
                </a:extLst>
              </p:cNvPr>
              <p:cNvGrpSpPr/>
              <p:nvPr/>
            </p:nvGrpSpPr>
            <p:grpSpPr>
              <a:xfrm>
                <a:off x="9553091" y="1211923"/>
                <a:ext cx="250264" cy="72000"/>
                <a:chOff x="7902575" y="878878"/>
                <a:chExt cx="250264" cy="72000"/>
              </a:xfrm>
            </p:grpSpPr>
            <p:sp>
              <p:nvSpPr>
                <p:cNvPr id="258" name="타원 257">
                  <a:extLst>
                    <a:ext uri="{FF2B5EF4-FFF2-40B4-BE49-F238E27FC236}">
                      <a16:creationId xmlns:a16="http://schemas.microsoft.com/office/drawing/2014/main" id="{DF407451-D4AE-D68F-FA16-88CC4861D96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259" name="직선 화살표 연결선 258">
                  <a:extLst>
                    <a:ext uri="{FF2B5EF4-FFF2-40B4-BE49-F238E27FC236}">
                      <a16:creationId xmlns:a16="http://schemas.microsoft.com/office/drawing/2014/main" id="{240CDAF6-4CAE-EC1F-ED7A-077F33FFB7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51F1F6C0-6BCE-4143-3FFD-B1A9F83C75E4}"/>
                  </a:ext>
                </a:extLst>
              </p:cNvPr>
              <p:cNvSpPr txBox="1"/>
              <p:nvPr/>
            </p:nvSpPr>
            <p:spPr>
              <a:xfrm>
                <a:off x="9586230" y="1077925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7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44DD41BB-B941-1A25-7830-6C7E2E013002}"/>
                  </a:ext>
                </a:extLst>
              </p:cNvPr>
              <p:cNvSpPr txBox="1"/>
              <p:nvPr/>
            </p:nvSpPr>
            <p:spPr>
              <a:xfrm>
                <a:off x="9602898" y="1166697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8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248" name="그룹 247">
                <a:extLst>
                  <a:ext uri="{FF2B5EF4-FFF2-40B4-BE49-F238E27FC236}">
                    <a16:creationId xmlns:a16="http://schemas.microsoft.com/office/drawing/2014/main" id="{C6B2E40D-4912-F34E-AFEB-F3D517F67373}"/>
                  </a:ext>
                </a:extLst>
              </p:cNvPr>
              <p:cNvGrpSpPr/>
              <p:nvPr/>
            </p:nvGrpSpPr>
            <p:grpSpPr>
              <a:xfrm>
                <a:off x="9554658" y="1299036"/>
                <a:ext cx="250264" cy="72000"/>
                <a:chOff x="7902575" y="878878"/>
                <a:chExt cx="250264" cy="72000"/>
              </a:xfrm>
            </p:grpSpPr>
            <p:sp>
              <p:nvSpPr>
                <p:cNvPr id="255" name="타원 254">
                  <a:extLst>
                    <a:ext uri="{FF2B5EF4-FFF2-40B4-BE49-F238E27FC236}">
                      <a16:creationId xmlns:a16="http://schemas.microsoft.com/office/drawing/2014/main" id="{F434CA09-A613-F88F-3E53-8F4DEA893BF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257" name="직선 화살표 연결선 256">
                  <a:extLst>
                    <a:ext uri="{FF2B5EF4-FFF2-40B4-BE49-F238E27FC236}">
                      <a16:creationId xmlns:a16="http://schemas.microsoft.com/office/drawing/2014/main" id="{B08F13D8-FE11-01FF-08A3-85BCD583F4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그룹 248">
                <a:extLst>
                  <a:ext uri="{FF2B5EF4-FFF2-40B4-BE49-F238E27FC236}">
                    <a16:creationId xmlns:a16="http://schemas.microsoft.com/office/drawing/2014/main" id="{FE01D2B6-F718-F33A-2949-4DFB1565F93B}"/>
                  </a:ext>
                </a:extLst>
              </p:cNvPr>
              <p:cNvGrpSpPr/>
              <p:nvPr/>
            </p:nvGrpSpPr>
            <p:grpSpPr>
              <a:xfrm>
                <a:off x="9554623" y="1387733"/>
                <a:ext cx="250264" cy="72000"/>
                <a:chOff x="7902575" y="878878"/>
                <a:chExt cx="250264" cy="72000"/>
              </a:xfrm>
            </p:grpSpPr>
            <p:sp>
              <p:nvSpPr>
                <p:cNvPr id="253" name="타원 252">
                  <a:extLst>
                    <a:ext uri="{FF2B5EF4-FFF2-40B4-BE49-F238E27FC236}">
                      <a16:creationId xmlns:a16="http://schemas.microsoft.com/office/drawing/2014/main" id="{2AF519B1-2D6F-709D-50A3-EBA9C56CA57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254" name="직선 화살표 연결선 253">
                  <a:extLst>
                    <a:ext uri="{FF2B5EF4-FFF2-40B4-BE49-F238E27FC236}">
                      <a16:creationId xmlns:a16="http://schemas.microsoft.com/office/drawing/2014/main" id="{6CB0FD34-C1EA-1892-7602-C509D6C77F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EBEE1FB4-E4D8-3FB3-3BD1-844C1066D16B}"/>
                  </a:ext>
                </a:extLst>
              </p:cNvPr>
              <p:cNvSpPr txBox="1"/>
              <p:nvPr/>
            </p:nvSpPr>
            <p:spPr>
              <a:xfrm>
                <a:off x="9604430" y="1342507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10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14F092C8-B516-1653-B2FC-522B701CB534}"/>
                  </a:ext>
                </a:extLst>
              </p:cNvPr>
              <p:cNvSpPr txBox="1"/>
              <p:nvPr/>
            </p:nvSpPr>
            <p:spPr>
              <a:xfrm>
                <a:off x="9602899" y="1257916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9</a:t>
                </a:r>
                <a:endParaRPr lang="ko-KR" altLang="en-US" sz="600" dirty="0">
                  <a:latin typeface="+mn-ea"/>
                </a:endParaRPr>
              </a:p>
            </p:txBody>
          </p:sp>
        </p:grpSp>
        <p:grpSp>
          <p:nvGrpSpPr>
            <p:cNvPr id="165" name="그룹 164">
              <a:extLst>
                <a:ext uri="{FF2B5EF4-FFF2-40B4-BE49-F238E27FC236}">
                  <a16:creationId xmlns:a16="http://schemas.microsoft.com/office/drawing/2014/main" id="{27621536-8D52-8E2F-88E7-0FA2347D137E}"/>
                </a:ext>
              </a:extLst>
            </p:cNvPr>
            <p:cNvGrpSpPr/>
            <p:nvPr/>
          </p:nvGrpSpPr>
          <p:grpSpPr>
            <a:xfrm>
              <a:off x="9553108" y="1431218"/>
              <a:ext cx="253363" cy="915360"/>
              <a:chOff x="9553091" y="544373"/>
              <a:chExt cx="253363" cy="915360"/>
            </a:xfrm>
          </p:grpSpPr>
          <p:grpSp>
            <p:nvGrpSpPr>
              <p:cNvPr id="166" name="그룹 165">
                <a:extLst>
                  <a:ext uri="{FF2B5EF4-FFF2-40B4-BE49-F238E27FC236}">
                    <a16:creationId xmlns:a16="http://schemas.microsoft.com/office/drawing/2014/main" id="{D632BB02-E0D7-7F43-D757-E2E09343FE1E}"/>
                  </a:ext>
                </a:extLst>
              </p:cNvPr>
              <p:cNvGrpSpPr/>
              <p:nvPr/>
            </p:nvGrpSpPr>
            <p:grpSpPr>
              <a:xfrm>
                <a:off x="9556190" y="589674"/>
                <a:ext cx="250264" cy="72000"/>
                <a:chOff x="7902575" y="878878"/>
                <a:chExt cx="250264" cy="72000"/>
              </a:xfrm>
            </p:grpSpPr>
            <p:sp>
              <p:nvSpPr>
                <p:cNvPr id="223" name="타원 222">
                  <a:extLst>
                    <a:ext uri="{FF2B5EF4-FFF2-40B4-BE49-F238E27FC236}">
                      <a16:creationId xmlns:a16="http://schemas.microsoft.com/office/drawing/2014/main" id="{C0FBA6A5-519E-93A1-69F2-686485F3BB3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224" name="직선 화살표 연결선 223">
                  <a:extLst>
                    <a:ext uri="{FF2B5EF4-FFF2-40B4-BE49-F238E27FC236}">
                      <a16:creationId xmlns:a16="http://schemas.microsoft.com/office/drawing/2014/main" id="{6198DC17-81FB-BEE3-8B74-38B34250F7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그룹 166">
                <a:extLst>
                  <a:ext uri="{FF2B5EF4-FFF2-40B4-BE49-F238E27FC236}">
                    <a16:creationId xmlns:a16="http://schemas.microsoft.com/office/drawing/2014/main" id="{69098DDA-1C0A-9431-266A-257E4D4A89DE}"/>
                  </a:ext>
                </a:extLst>
              </p:cNvPr>
              <p:cNvGrpSpPr/>
              <p:nvPr/>
            </p:nvGrpSpPr>
            <p:grpSpPr>
              <a:xfrm>
                <a:off x="9556155" y="678371"/>
                <a:ext cx="250264" cy="72000"/>
                <a:chOff x="7902575" y="878878"/>
                <a:chExt cx="250264" cy="72000"/>
              </a:xfrm>
            </p:grpSpPr>
            <p:sp>
              <p:nvSpPr>
                <p:cNvPr id="221" name="타원 220">
                  <a:extLst>
                    <a:ext uri="{FF2B5EF4-FFF2-40B4-BE49-F238E27FC236}">
                      <a16:creationId xmlns:a16="http://schemas.microsoft.com/office/drawing/2014/main" id="{96280FBF-23A5-1411-A2FD-6A68A311F1A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222" name="직선 화살표 연결선 221">
                  <a:extLst>
                    <a:ext uri="{FF2B5EF4-FFF2-40B4-BE49-F238E27FC236}">
                      <a16:creationId xmlns:a16="http://schemas.microsoft.com/office/drawing/2014/main" id="{88619ABE-26AE-C4EB-AA44-75A18C5B0D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F496DFB1-D1D3-BDDF-EF90-9099AFA1A288}"/>
                  </a:ext>
                </a:extLst>
              </p:cNvPr>
              <p:cNvSpPr txBox="1"/>
              <p:nvPr/>
            </p:nvSpPr>
            <p:spPr>
              <a:xfrm>
                <a:off x="9589294" y="544373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11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5D24077B-4DE6-55D8-9470-7F54EACEF367}"/>
                  </a:ext>
                </a:extLst>
              </p:cNvPr>
              <p:cNvSpPr txBox="1"/>
              <p:nvPr/>
            </p:nvSpPr>
            <p:spPr>
              <a:xfrm>
                <a:off x="9605962" y="633145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12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9ED085F5-8005-BC77-156D-05C1E0F09EE8}"/>
                  </a:ext>
                </a:extLst>
              </p:cNvPr>
              <p:cNvGrpSpPr/>
              <p:nvPr/>
            </p:nvGrpSpPr>
            <p:grpSpPr>
              <a:xfrm>
                <a:off x="9554658" y="767768"/>
                <a:ext cx="250264" cy="72000"/>
                <a:chOff x="7902575" y="878878"/>
                <a:chExt cx="250264" cy="72000"/>
              </a:xfrm>
            </p:grpSpPr>
            <p:sp>
              <p:nvSpPr>
                <p:cNvPr id="217" name="타원 216">
                  <a:extLst>
                    <a:ext uri="{FF2B5EF4-FFF2-40B4-BE49-F238E27FC236}">
                      <a16:creationId xmlns:a16="http://schemas.microsoft.com/office/drawing/2014/main" id="{B6796C75-C752-73E6-5225-C7959A5E1CE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220" name="직선 화살표 연결선 219">
                  <a:extLst>
                    <a:ext uri="{FF2B5EF4-FFF2-40B4-BE49-F238E27FC236}">
                      <a16:creationId xmlns:a16="http://schemas.microsoft.com/office/drawing/2014/main" id="{F9B86D96-C7F6-264A-6E98-707C871193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A44F5FBA-5966-C3B4-BC68-B2CB8703E68E}"/>
                  </a:ext>
                </a:extLst>
              </p:cNvPr>
              <p:cNvGrpSpPr/>
              <p:nvPr/>
            </p:nvGrpSpPr>
            <p:grpSpPr>
              <a:xfrm>
                <a:off x="9554623" y="856465"/>
                <a:ext cx="250264" cy="72000"/>
                <a:chOff x="7902575" y="878878"/>
                <a:chExt cx="250264" cy="72000"/>
              </a:xfrm>
            </p:grpSpPr>
            <p:sp>
              <p:nvSpPr>
                <p:cNvPr id="213" name="타원 212">
                  <a:extLst>
                    <a:ext uri="{FF2B5EF4-FFF2-40B4-BE49-F238E27FC236}">
                      <a16:creationId xmlns:a16="http://schemas.microsoft.com/office/drawing/2014/main" id="{0449511B-3E13-9C09-5E0C-94F533D4538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215" name="직선 화살표 연결선 214">
                  <a:extLst>
                    <a:ext uri="{FF2B5EF4-FFF2-40B4-BE49-F238E27FC236}">
                      <a16:creationId xmlns:a16="http://schemas.microsoft.com/office/drawing/2014/main" id="{5D9EF8A1-40B2-8146-605D-700B6DD88C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022B5CA7-E9F2-0213-5A36-A92B6421B823}"/>
                  </a:ext>
                </a:extLst>
              </p:cNvPr>
              <p:cNvSpPr txBox="1"/>
              <p:nvPr/>
            </p:nvSpPr>
            <p:spPr>
              <a:xfrm>
                <a:off x="9587762" y="722467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13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F473A7D3-56C8-02ED-147B-E43A487C11B9}"/>
                  </a:ext>
                </a:extLst>
              </p:cNvPr>
              <p:cNvSpPr txBox="1"/>
              <p:nvPr/>
            </p:nvSpPr>
            <p:spPr>
              <a:xfrm>
                <a:off x="9604430" y="811239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14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174" name="그룹 173">
                <a:extLst>
                  <a:ext uri="{FF2B5EF4-FFF2-40B4-BE49-F238E27FC236}">
                    <a16:creationId xmlns:a16="http://schemas.microsoft.com/office/drawing/2014/main" id="{4EF5C518-F3D6-A9F4-1113-7D804F33A34D}"/>
                  </a:ext>
                </a:extLst>
              </p:cNvPr>
              <p:cNvGrpSpPr/>
              <p:nvPr/>
            </p:nvGrpSpPr>
            <p:grpSpPr>
              <a:xfrm>
                <a:off x="9554658" y="945132"/>
                <a:ext cx="250264" cy="72000"/>
                <a:chOff x="7902575" y="878878"/>
                <a:chExt cx="250264" cy="72000"/>
              </a:xfrm>
            </p:grpSpPr>
            <p:sp>
              <p:nvSpPr>
                <p:cNvPr id="207" name="타원 206">
                  <a:extLst>
                    <a:ext uri="{FF2B5EF4-FFF2-40B4-BE49-F238E27FC236}">
                      <a16:creationId xmlns:a16="http://schemas.microsoft.com/office/drawing/2014/main" id="{C7F72182-095B-7706-647F-E51B0FA72BC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211" name="직선 화살표 연결선 210">
                  <a:extLst>
                    <a:ext uri="{FF2B5EF4-FFF2-40B4-BE49-F238E27FC236}">
                      <a16:creationId xmlns:a16="http://schemas.microsoft.com/office/drawing/2014/main" id="{680725A4-4C57-B450-BB59-49B271F2CD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5" name="그룹 174">
                <a:extLst>
                  <a:ext uri="{FF2B5EF4-FFF2-40B4-BE49-F238E27FC236}">
                    <a16:creationId xmlns:a16="http://schemas.microsoft.com/office/drawing/2014/main" id="{70C7FC7A-E026-4FAD-357C-FE6758889F9B}"/>
                  </a:ext>
                </a:extLst>
              </p:cNvPr>
              <p:cNvGrpSpPr/>
              <p:nvPr/>
            </p:nvGrpSpPr>
            <p:grpSpPr>
              <a:xfrm>
                <a:off x="9554623" y="1033829"/>
                <a:ext cx="250264" cy="72000"/>
                <a:chOff x="7902575" y="878878"/>
                <a:chExt cx="250264" cy="72000"/>
              </a:xfrm>
            </p:grpSpPr>
            <p:sp>
              <p:nvSpPr>
                <p:cNvPr id="205" name="타원 204">
                  <a:extLst>
                    <a:ext uri="{FF2B5EF4-FFF2-40B4-BE49-F238E27FC236}">
                      <a16:creationId xmlns:a16="http://schemas.microsoft.com/office/drawing/2014/main" id="{63B2D3F7-29CD-5FA9-E0D3-4A5E2AB9923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206" name="직선 화살표 연결선 205">
                  <a:extLst>
                    <a:ext uri="{FF2B5EF4-FFF2-40B4-BE49-F238E27FC236}">
                      <a16:creationId xmlns:a16="http://schemas.microsoft.com/office/drawing/2014/main" id="{07930632-046E-25D4-185E-B1A6A17DB5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9914FBC0-1B67-BE16-2010-C2A52C26C1A6}"/>
                  </a:ext>
                </a:extLst>
              </p:cNvPr>
              <p:cNvSpPr txBox="1"/>
              <p:nvPr/>
            </p:nvSpPr>
            <p:spPr>
              <a:xfrm>
                <a:off x="9587762" y="899831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15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BFE944EA-E162-05B8-3423-E2D66B9297A3}"/>
                  </a:ext>
                </a:extLst>
              </p:cNvPr>
              <p:cNvSpPr txBox="1"/>
              <p:nvPr/>
            </p:nvSpPr>
            <p:spPr>
              <a:xfrm>
                <a:off x="9604430" y="988603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16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178" name="그룹 177">
                <a:extLst>
                  <a:ext uri="{FF2B5EF4-FFF2-40B4-BE49-F238E27FC236}">
                    <a16:creationId xmlns:a16="http://schemas.microsoft.com/office/drawing/2014/main" id="{E7539613-5507-8B4C-16B4-AD9AAF4153B6}"/>
                  </a:ext>
                </a:extLst>
              </p:cNvPr>
              <p:cNvGrpSpPr/>
              <p:nvPr/>
            </p:nvGrpSpPr>
            <p:grpSpPr>
              <a:xfrm>
                <a:off x="9553126" y="1123226"/>
                <a:ext cx="250264" cy="72000"/>
                <a:chOff x="7902575" y="878878"/>
                <a:chExt cx="250264" cy="72000"/>
              </a:xfrm>
            </p:grpSpPr>
            <p:sp>
              <p:nvSpPr>
                <p:cNvPr id="202" name="타원 201">
                  <a:extLst>
                    <a:ext uri="{FF2B5EF4-FFF2-40B4-BE49-F238E27FC236}">
                      <a16:creationId xmlns:a16="http://schemas.microsoft.com/office/drawing/2014/main" id="{467C3D78-EC6A-4ABD-BD4E-E83BC4266CF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203" name="직선 화살표 연결선 202">
                  <a:extLst>
                    <a:ext uri="{FF2B5EF4-FFF2-40B4-BE49-F238E27FC236}">
                      <a16:creationId xmlns:a16="http://schemas.microsoft.com/office/drawing/2014/main" id="{1907B627-6CB8-D78C-C015-2D4E6136DB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그룹 178">
                <a:extLst>
                  <a:ext uri="{FF2B5EF4-FFF2-40B4-BE49-F238E27FC236}">
                    <a16:creationId xmlns:a16="http://schemas.microsoft.com/office/drawing/2014/main" id="{A79A7BB2-07A6-BD68-E6DB-8BF0955CDB9F}"/>
                  </a:ext>
                </a:extLst>
              </p:cNvPr>
              <p:cNvGrpSpPr/>
              <p:nvPr/>
            </p:nvGrpSpPr>
            <p:grpSpPr>
              <a:xfrm>
                <a:off x="9553091" y="1211923"/>
                <a:ext cx="250264" cy="72000"/>
                <a:chOff x="7902575" y="878878"/>
                <a:chExt cx="250264" cy="72000"/>
              </a:xfrm>
            </p:grpSpPr>
            <p:sp>
              <p:nvSpPr>
                <p:cNvPr id="194" name="타원 193">
                  <a:extLst>
                    <a:ext uri="{FF2B5EF4-FFF2-40B4-BE49-F238E27FC236}">
                      <a16:creationId xmlns:a16="http://schemas.microsoft.com/office/drawing/2014/main" id="{57A5CA02-3398-56FA-15B9-2716C530E4D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195" name="직선 화살표 연결선 194">
                  <a:extLst>
                    <a:ext uri="{FF2B5EF4-FFF2-40B4-BE49-F238E27FC236}">
                      <a16:creationId xmlns:a16="http://schemas.microsoft.com/office/drawing/2014/main" id="{11185586-20AD-877F-7BE6-CDDD29E3C5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4AC05ACC-6829-E5A0-5731-536885E1EE72}"/>
                  </a:ext>
                </a:extLst>
              </p:cNvPr>
              <p:cNvSpPr txBox="1"/>
              <p:nvPr/>
            </p:nvSpPr>
            <p:spPr>
              <a:xfrm>
                <a:off x="9586230" y="1077925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17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45EE4CB9-7071-A8FE-83D4-EB08E00A1269}"/>
                  </a:ext>
                </a:extLst>
              </p:cNvPr>
              <p:cNvSpPr txBox="1"/>
              <p:nvPr/>
            </p:nvSpPr>
            <p:spPr>
              <a:xfrm>
                <a:off x="9602898" y="1166697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18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182" name="그룹 181">
                <a:extLst>
                  <a:ext uri="{FF2B5EF4-FFF2-40B4-BE49-F238E27FC236}">
                    <a16:creationId xmlns:a16="http://schemas.microsoft.com/office/drawing/2014/main" id="{9BB7A268-977C-B90C-8E9B-35B8922B8E46}"/>
                  </a:ext>
                </a:extLst>
              </p:cNvPr>
              <p:cNvGrpSpPr/>
              <p:nvPr/>
            </p:nvGrpSpPr>
            <p:grpSpPr>
              <a:xfrm>
                <a:off x="9554658" y="1299036"/>
                <a:ext cx="250264" cy="72000"/>
                <a:chOff x="7902575" y="878878"/>
                <a:chExt cx="250264" cy="72000"/>
              </a:xfrm>
            </p:grpSpPr>
            <p:sp>
              <p:nvSpPr>
                <p:cNvPr id="192" name="타원 191">
                  <a:extLst>
                    <a:ext uri="{FF2B5EF4-FFF2-40B4-BE49-F238E27FC236}">
                      <a16:creationId xmlns:a16="http://schemas.microsoft.com/office/drawing/2014/main" id="{F6683BD0-6677-D8EB-0DA9-F69CE4DA7DE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193" name="직선 화살표 연결선 192">
                  <a:extLst>
                    <a:ext uri="{FF2B5EF4-FFF2-40B4-BE49-F238E27FC236}">
                      <a16:creationId xmlns:a16="http://schemas.microsoft.com/office/drawing/2014/main" id="{04932CF8-8D5E-0032-0C89-26E6BCF615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그룹 182">
                <a:extLst>
                  <a:ext uri="{FF2B5EF4-FFF2-40B4-BE49-F238E27FC236}">
                    <a16:creationId xmlns:a16="http://schemas.microsoft.com/office/drawing/2014/main" id="{69B849EE-D718-E077-1B78-097F2FC3E465}"/>
                  </a:ext>
                </a:extLst>
              </p:cNvPr>
              <p:cNvGrpSpPr/>
              <p:nvPr/>
            </p:nvGrpSpPr>
            <p:grpSpPr>
              <a:xfrm>
                <a:off x="9554623" y="1387733"/>
                <a:ext cx="250264" cy="72000"/>
                <a:chOff x="7902575" y="878878"/>
                <a:chExt cx="250264" cy="72000"/>
              </a:xfrm>
            </p:grpSpPr>
            <p:sp>
              <p:nvSpPr>
                <p:cNvPr id="190" name="타원 189">
                  <a:extLst>
                    <a:ext uri="{FF2B5EF4-FFF2-40B4-BE49-F238E27FC236}">
                      <a16:creationId xmlns:a16="http://schemas.microsoft.com/office/drawing/2014/main" id="{FB9EE283-4925-7687-C3B2-1A9E1A37DE1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191" name="직선 화살표 연결선 190">
                  <a:extLst>
                    <a:ext uri="{FF2B5EF4-FFF2-40B4-BE49-F238E27FC236}">
                      <a16:creationId xmlns:a16="http://schemas.microsoft.com/office/drawing/2014/main" id="{FE3FD51F-3396-741C-0F61-B133EA21C8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6693C24B-AB2C-0029-4803-7319549D6EED}"/>
                  </a:ext>
                </a:extLst>
              </p:cNvPr>
              <p:cNvSpPr txBox="1"/>
              <p:nvPr/>
            </p:nvSpPr>
            <p:spPr>
              <a:xfrm>
                <a:off x="9604430" y="1342507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20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D6035FE4-1D74-38DE-D545-A9A84278F902}"/>
                  </a:ext>
                </a:extLst>
              </p:cNvPr>
              <p:cNvSpPr txBox="1"/>
              <p:nvPr/>
            </p:nvSpPr>
            <p:spPr>
              <a:xfrm>
                <a:off x="9602899" y="1257916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600" dirty="0">
                    <a:latin typeface="+mn-ea"/>
                  </a:rPr>
                  <a:t>19</a:t>
                </a:r>
                <a:endParaRPr lang="ko-KR" altLang="en-US" sz="600" dirty="0">
                  <a:latin typeface="+mn-ea"/>
                </a:endParaRPr>
              </a:p>
            </p:txBody>
          </p:sp>
        </p:grpSp>
      </p:grpSp>
      <p:grpSp>
        <p:nvGrpSpPr>
          <p:cNvPr id="281" name="그룹 280">
            <a:extLst>
              <a:ext uri="{FF2B5EF4-FFF2-40B4-BE49-F238E27FC236}">
                <a16:creationId xmlns:a16="http://schemas.microsoft.com/office/drawing/2014/main" id="{FD639191-7D2A-6740-8439-9B354CA152B9}"/>
              </a:ext>
            </a:extLst>
          </p:cNvPr>
          <p:cNvGrpSpPr/>
          <p:nvPr/>
        </p:nvGrpSpPr>
        <p:grpSpPr>
          <a:xfrm>
            <a:off x="10838331" y="3735637"/>
            <a:ext cx="253363" cy="915360"/>
            <a:chOff x="9553091" y="544373"/>
            <a:chExt cx="253363" cy="915360"/>
          </a:xfrm>
        </p:grpSpPr>
        <p:grpSp>
          <p:nvGrpSpPr>
            <p:cNvPr id="282" name="그룹 281">
              <a:extLst>
                <a:ext uri="{FF2B5EF4-FFF2-40B4-BE49-F238E27FC236}">
                  <a16:creationId xmlns:a16="http://schemas.microsoft.com/office/drawing/2014/main" id="{61A1A5B5-1C31-1D89-BA1B-68FE81C8D4C4}"/>
                </a:ext>
              </a:extLst>
            </p:cNvPr>
            <p:cNvGrpSpPr/>
            <p:nvPr/>
          </p:nvGrpSpPr>
          <p:grpSpPr>
            <a:xfrm>
              <a:off x="9556190" y="589674"/>
              <a:ext cx="250264" cy="72000"/>
              <a:chOff x="7902575" y="878878"/>
              <a:chExt cx="250264" cy="72000"/>
            </a:xfrm>
          </p:grpSpPr>
          <p:sp>
            <p:nvSpPr>
              <p:cNvPr id="348" name="타원 347">
                <a:extLst>
                  <a:ext uri="{FF2B5EF4-FFF2-40B4-BE49-F238E27FC236}">
                    <a16:creationId xmlns:a16="http://schemas.microsoft.com/office/drawing/2014/main" id="{09A9CB8A-49EE-2A6D-E7EB-B14E97F30D8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349" name="직선 화살표 연결선 348">
                <a:extLst>
                  <a:ext uri="{FF2B5EF4-FFF2-40B4-BE49-F238E27FC236}">
                    <a16:creationId xmlns:a16="http://schemas.microsoft.com/office/drawing/2014/main" id="{36FD55F3-4579-0789-4F1F-8A8587A59E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3" name="그룹 282">
              <a:extLst>
                <a:ext uri="{FF2B5EF4-FFF2-40B4-BE49-F238E27FC236}">
                  <a16:creationId xmlns:a16="http://schemas.microsoft.com/office/drawing/2014/main" id="{2CA0B839-4359-280F-ACA1-4CE1A1AB042C}"/>
                </a:ext>
              </a:extLst>
            </p:cNvPr>
            <p:cNvGrpSpPr/>
            <p:nvPr/>
          </p:nvGrpSpPr>
          <p:grpSpPr>
            <a:xfrm>
              <a:off x="9556155" y="678371"/>
              <a:ext cx="250264" cy="72000"/>
              <a:chOff x="7902575" y="878878"/>
              <a:chExt cx="250264" cy="72000"/>
            </a:xfrm>
          </p:grpSpPr>
          <p:sp>
            <p:nvSpPr>
              <p:cNvPr id="345" name="타원 344">
                <a:extLst>
                  <a:ext uri="{FF2B5EF4-FFF2-40B4-BE49-F238E27FC236}">
                    <a16:creationId xmlns:a16="http://schemas.microsoft.com/office/drawing/2014/main" id="{74AEE020-8E07-8DDB-F422-EF0E48AAB5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347" name="직선 화살표 연결선 346">
                <a:extLst>
                  <a:ext uri="{FF2B5EF4-FFF2-40B4-BE49-F238E27FC236}">
                    <a16:creationId xmlns:a16="http://schemas.microsoft.com/office/drawing/2014/main" id="{0E5A99F2-85D6-8FC7-D76D-EA8052F502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9D8AC2D1-2AAF-F234-FCEB-269E66600769}"/>
                </a:ext>
              </a:extLst>
            </p:cNvPr>
            <p:cNvSpPr txBox="1"/>
            <p:nvPr/>
          </p:nvSpPr>
          <p:spPr>
            <a:xfrm>
              <a:off x="9589294" y="544373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21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B0DA9CB7-C3FA-D599-AD7C-AD5D0B62549C}"/>
                </a:ext>
              </a:extLst>
            </p:cNvPr>
            <p:cNvSpPr txBox="1"/>
            <p:nvPr/>
          </p:nvSpPr>
          <p:spPr>
            <a:xfrm>
              <a:off x="9605962" y="633145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22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287" name="그룹 286">
              <a:extLst>
                <a:ext uri="{FF2B5EF4-FFF2-40B4-BE49-F238E27FC236}">
                  <a16:creationId xmlns:a16="http://schemas.microsoft.com/office/drawing/2014/main" id="{602CF75E-7CF9-36FE-140E-AE9099035AF6}"/>
                </a:ext>
              </a:extLst>
            </p:cNvPr>
            <p:cNvGrpSpPr/>
            <p:nvPr/>
          </p:nvGrpSpPr>
          <p:grpSpPr>
            <a:xfrm>
              <a:off x="9554658" y="767768"/>
              <a:ext cx="250264" cy="72000"/>
              <a:chOff x="7902575" y="878878"/>
              <a:chExt cx="250264" cy="72000"/>
            </a:xfrm>
          </p:grpSpPr>
          <p:sp>
            <p:nvSpPr>
              <p:cNvPr id="342" name="타원 341">
                <a:extLst>
                  <a:ext uri="{FF2B5EF4-FFF2-40B4-BE49-F238E27FC236}">
                    <a16:creationId xmlns:a16="http://schemas.microsoft.com/office/drawing/2014/main" id="{1DBC50EF-FF6C-FD2F-67D8-8B1ADE62B3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343" name="직선 화살표 연결선 342">
                <a:extLst>
                  <a:ext uri="{FF2B5EF4-FFF2-40B4-BE49-F238E27FC236}">
                    <a16:creationId xmlns:a16="http://schemas.microsoft.com/office/drawing/2014/main" id="{54182EE8-8B65-F5CD-1094-68F4DA92F7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8" name="그룹 287">
              <a:extLst>
                <a:ext uri="{FF2B5EF4-FFF2-40B4-BE49-F238E27FC236}">
                  <a16:creationId xmlns:a16="http://schemas.microsoft.com/office/drawing/2014/main" id="{915C1806-0080-8901-4F6A-DD102EDED884}"/>
                </a:ext>
              </a:extLst>
            </p:cNvPr>
            <p:cNvGrpSpPr/>
            <p:nvPr/>
          </p:nvGrpSpPr>
          <p:grpSpPr>
            <a:xfrm>
              <a:off x="9554623" y="856465"/>
              <a:ext cx="250264" cy="72000"/>
              <a:chOff x="7902575" y="878878"/>
              <a:chExt cx="250264" cy="72000"/>
            </a:xfrm>
          </p:grpSpPr>
          <p:sp>
            <p:nvSpPr>
              <p:cNvPr id="332" name="타원 331">
                <a:extLst>
                  <a:ext uri="{FF2B5EF4-FFF2-40B4-BE49-F238E27FC236}">
                    <a16:creationId xmlns:a16="http://schemas.microsoft.com/office/drawing/2014/main" id="{45BDAC7D-04A8-F05B-1821-959DB24CD2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333" name="직선 화살표 연결선 332">
                <a:extLst>
                  <a:ext uri="{FF2B5EF4-FFF2-40B4-BE49-F238E27FC236}">
                    <a16:creationId xmlns:a16="http://schemas.microsoft.com/office/drawing/2014/main" id="{682AD0F8-118C-3C48-7653-DF0729A9E6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14913184-4317-C788-8F21-1E115707B6AE}"/>
                </a:ext>
              </a:extLst>
            </p:cNvPr>
            <p:cNvSpPr txBox="1"/>
            <p:nvPr/>
          </p:nvSpPr>
          <p:spPr>
            <a:xfrm>
              <a:off x="9587762" y="722467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23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2BB8B8BD-4C7E-65E2-EEF3-BB87779CFB6C}"/>
                </a:ext>
              </a:extLst>
            </p:cNvPr>
            <p:cNvSpPr txBox="1"/>
            <p:nvPr/>
          </p:nvSpPr>
          <p:spPr>
            <a:xfrm>
              <a:off x="9604430" y="811239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24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293" name="그룹 292">
              <a:extLst>
                <a:ext uri="{FF2B5EF4-FFF2-40B4-BE49-F238E27FC236}">
                  <a16:creationId xmlns:a16="http://schemas.microsoft.com/office/drawing/2014/main" id="{767C2AC5-3F85-50E9-0166-D1355B34661C}"/>
                </a:ext>
              </a:extLst>
            </p:cNvPr>
            <p:cNvGrpSpPr/>
            <p:nvPr/>
          </p:nvGrpSpPr>
          <p:grpSpPr>
            <a:xfrm>
              <a:off x="9554658" y="945132"/>
              <a:ext cx="250264" cy="72000"/>
              <a:chOff x="7902575" y="878878"/>
              <a:chExt cx="250264" cy="72000"/>
            </a:xfrm>
          </p:grpSpPr>
          <p:sp>
            <p:nvSpPr>
              <p:cNvPr id="321" name="타원 320">
                <a:extLst>
                  <a:ext uri="{FF2B5EF4-FFF2-40B4-BE49-F238E27FC236}">
                    <a16:creationId xmlns:a16="http://schemas.microsoft.com/office/drawing/2014/main" id="{D9787D70-3C93-1720-FE84-83AE80EB6D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323" name="직선 화살표 연결선 322">
                <a:extLst>
                  <a:ext uri="{FF2B5EF4-FFF2-40B4-BE49-F238E27FC236}">
                    <a16:creationId xmlns:a16="http://schemas.microsoft.com/office/drawing/2014/main" id="{1F9FAB8B-5BFF-A5A6-0E73-685CF25CE6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4" name="그룹 293">
              <a:extLst>
                <a:ext uri="{FF2B5EF4-FFF2-40B4-BE49-F238E27FC236}">
                  <a16:creationId xmlns:a16="http://schemas.microsoft.com/office/drawing/2014/main" id="{499FB687-17C5-7DB9-2321-DB78764D3DAE}"/>
                </a:ext>
              </a:extLst>
            </p:cNvPr>
            <p:cNvGrpSpPr/>
            <p:nvPr/>
          </p:nvGrpSpPr>
          <p:grpSpPr>
            <a:xfrm>
              <a:off x="9554623" y="1033829"/>
              <a:ext cx="250264" cy="72000"/>
              <a:chOff x="7902575" y="878878"/>
              <a:chExt cx="250264" cy="72000"/>
            </a:xfrm>
          </p:grpSpPr>
          <p:sp>
            <p:nvSpPr>
              <p:cNvPr id="319" name="타원 318">
                <a:extLst>
                  <a:ext uri="{FF2B5EF4-FFF2-40B4-BE49-F238E27FC236}">
                    <a16:creationId xmlns:a16="http://schemas.microsoft.com/office/drawing/2014/main" id="{5EE2E466-F237-365A-BBE7-6C2CFA8224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320" name="직선 화살표 연결선 319">
                <a:extLst>
                  <a:ext uri="{FF2B5EF4-FFF2-40B4-BE49-F238E27FC236}">
                    <a16:creationId xmlns:a16="http://schemas.microsoft.com/office/drawing/2014/main" id="{C48D9884-04F4-78DD-56AE-B693D49BE0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11C51C00-3514-E955-7B15-BE85DBA0C92A}"/>
                </a:ext>
              </a:extLst>
            </p:cNvPr>
            <p:cNvSpPr txBox="1"/>
            <p:nvPr/>
          </p:nvSpPr>
          <p:spPr>
            <a:xfrm>
              <a:off x="9587762" y="899831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25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A8B0B303-0453-C59A-D0ED-463109856C2A}"/>
                </a:ext>
              </a:extLst>
            </p:cNvPr>
            <p:cNvSpPr txBox="1"/>
            <p:nvPr/>
          </p:nvSpPr>
          <p:spPr>
            <a:xfrm>
              <a:off x="9604430" y="988603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26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301" name="그룹 300">
              <a:extLst>
                <a:ext uri="{FF2B5EF4-FFF2-40B4-BE49-F238E27FC236}">
                  <a16:creationId xmlns:a16="http://schemas.microsoft.com/office/drawing/2014/main" id="{FF06A66E-0E76-C904-D654-C883FF9917CD}"/>
                </a:ext>
              </a:extLst>
            </p:cNvPr>
            <p:cNvGrpSpPr/>
            <p:nvPr/>
          </p:nvGrpSpPr>
          <p:grpSpPr>
            <a:xfrm>
              <a:off x="9553126" y="1123226"/>
              <a:ext cx="250264" cy="72000"/>
              <a:chOff x="7902575" y="878878"/>
              <a:chExt cx="250264" cy="72000"/>
            </a:xfrm>
          </p:grpSpPr>
          <p:sp>
            <p:nvSpPr>
              <p:cNvPr id="317" name="타원 316">
                <a:extLst>
                  <a:ext uri="{FF2B5EF4-FFF2-40B4-BE49-F238E27FC236}">
                    <a16:creationId xmlns:a16="http://schemas.microsoft.com/office/drawing/2014/main" id="{961137E2-4EC7-84AB-2452-196D78F06D2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318" name="직선 화살표 연결선 317">
                <a:extLst>
                  <a:ext uri="{FF2B5EF4-FFF2-40B4-BE49-F238E27FC236}">
                    <a16:creationId xmlns:a16="http://schemas.microsoft.com/office/drawing/2014/main" id="{401C3C36-BDD0-EFE0-D078-7943000400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2" name="그룹 301">
              <a:extLst>
                <a:ext uri="{FF2B5EF4-FFF2-40B4-BE49-F238E27FC236}">
                  <a16:creationId xmlns:a16="http://schemas.microsoft.com/office/drawing/2014/main" id="{A2D7B0CC-A004-087E-2838-C7A0B5F72554}"/>
                </a:ext>
              </a:extLst>
            </p:cNvPr>
            <p:cNvGrpSpPr/>
            <p:nvPr/>
          </p:nvGrpSpPr>
          <p:grpSpPr>
            <a:xfrm>
              <a:off x="9553091" y="1211923"/>
              <a:ext cx="250264" cy="72000"/>
              <a:chOff x="7902575" y="878878"/>
              <a:chExt cx="250264" cy="72000"/>
            </a:xfrm>
          </p:grpSpPr>
          <p:sp>
            <p:nvSpPr>
              <p:cNvPr id="313" name="타원 312">
                <a:extLst>
                  <a:ext uri="{FF2B5EF4-FFF2-40B4-BE49-F238E27FC236}">
                    <a16:creationId xmlns:a16="http://schemas.microsoft.com/office/drawing/2014/main" id="{5ACB27C4-B5C1-EC96-6568-150A1082426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316" name="직선 화살표 연결선 315">
                <a:extLst>
                  <a:ext uri="{FF2B5EF4-FFF2-40B4-BE49-F238E27FC236}">
                    <a16:creationId xmlns:a16="http://schemas.microsoft.com/office/drawing/2014/main" id="{7712D397-8668-5863-7333-318FAD0F94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B2BD5540-E3F6-C312-1873-C7FFA993C33E}"/>
                </a:ext>
              </a:extLst>
            </p:cNvPr>
            <p:cNvSpPr txBox="1"/>
            <p:nvPr/>
          </p:nvSpPr>
          <p:spPr>
            <a:xfrm>
              <a:off x="9586230" y="1077925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27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3A4498FB-3522-E93F-BCC5-A2890CF74A9A}"/>
                </a:ext>
              </a:extLst>
            </p:cNvPr>
            <p:cNvSpPr txBox="1"/>
            <p:nvPr/>
          </p:nvSpPr>
          <p:spPr>
            <a:xfrm>
              <a:off x="9602898" y="1166697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28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305" name="그룹 304">
              <a:extLst>
                <a:ext uri="{FF2B5EF4-FFF2-40B4-BE49-F238E27FC236}">
                  <a16:creationId xmlns:a16="http://schemas.microsoft.com/office/drawing/2014/main" id="{602215AB-C4FE-368E-24E3-713544B735CC}"/>
                </a:ext>
              </a:extLst>
            </p:cNvPr>
            <p:cNvGrpSpPr/>
            <p:nvPr/>
          </p:nvGrpSpPr>
          <p:grpSpPr>
            <a:xfrm>
              <a:off x="9554658" y="1299036"/>
              <a:ext cx="250264" cy="72000"/>
              <a:chOff x="7902575" y="878878"/>
              <a:chExt cx="250264" cy="72000"/>
            </a:xfrm>
          </p:grpSpPr>
          <p:sp>
            <p:nvSpPr>
              <p:cNvPr id="311" name="타원 310">
                <a:extLst>
                  <a:ext uri="{FF2B5EF4-FFF2-40B4-BE49-F238E27FC236}">
                    <a16:creationId xmlns:a16="http://schemas.microsoft.com/office/drawing/2014/main" id="{37279480-1BF1-F818-F357-FDFEFF082E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312" name="직선 화살표 연결선 311">
                <a:extLst>
                  <a:ext uri="{FF2B5EF4-FFF2-40B4-BE49-F238E27FC236}">
                    <a16:creationId xmlns:a16="http://schemas.microsoft.com/office/drawing/2014/main" id="{31BF1897-A6E6-AC4D-F690-4E91D53F81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06" name="그룹 305">
              <a:extLst>
                <a:ext uri="{FF2B5EF4-FFF2-40B4-BE49-F238E27FC236}">
                  <a16:creationId xmlns:a16="http://schemas.microsoft.com/office/drawing/2014/main" id="{404030F4-D460-00F6-5079-AFA0D5F5DF33}"/>
                </a:ext>
              </a:extLst>
            </p:cNvPr>
            <p:cNvGrpSpPr/>
            <p:nvPr/>
          </p:nvGrpSpPr>
          <p:grpSpPr>
            <a:xfrm>
              <a:off x="9554623" y="1387733"/>
              <a:ext cx="250264" cy="72000"/>
              <a:chOff x="7902575" y="878878"/>
              <a:chExt cx="250264" cy="72000"/>
            </a:xfrm>
          </p:grpSpPr>
          <p:sp>
            <p:nvSpPr>
              <p:cNvPr id="309" name="타원 308">
                <a:extLst>
                  <a:ext uri="{FF2B5EF4-FFF2-40B4-BE49-F238E27FC236}">
                    <a16:creationId xmlns:a16="http://schemas.microsoft.com/office/drawing/2014/main" id="{227E3FF5-A6F6-2EE2-A34F-3B2B14E11E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310" name="직선 화살표 연결선 309">
                <a:extLst>
                  <a:ext uri="{FF2B5EF4-FFF2-40B4-BE49-F238E27FC236}">
                    <a16:creationId xmlns:a16="http://schemas.microsoft.com/office/drawing/2014/main" id="{FCD43D38-15BE-C7A8-8B4D-B88CA80A0F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8C285BA9-99D4-BA6E-4913-354D99F167BC}"/>
                </a:ext>
              </a:extLst>
            </p:cNvPr>
            <p:cNvSpPr txBox="1"/>
            <p:nvPr/>
          </p:nvSpPr>
          <p:spPr>
            <a:xfrm>
              <a:off x="9604430" y="1342507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30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DBF10581-7E28-BF3B-1F8E-FA0BE86BA02B}"/>
                </a:ext>
              </a:extLst>
            </p:cNvPr>
            <p:cNvSpPr txBox="1"/>
            <p:nvPr/>
          </p:nvSpPr>
          <p:spPr>
            <a:xfrm>
              <a:off x="9602899" y="1257916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29</a:t>
              </a:r>
              <a:endParaRPr lang="ko-KR" altLang="en-US" sz="600" dirty="0">
                <a:latin typeface="+mn-ea"/>
              </a:endParaRPr>
            </a:p>
          </p:txBody>
        </p:sp>
      </p:grpSp>
      <p:grpSp>
        <p:nvGrpSpPr>
          <p:cNvPr id="350" name="그룹 349">
            <a:extLst>
              <a:ext uri="{FF2B5EF4-FFF2-40B4-BE49-F238E27FC236}">
                <a16:creationId xmlns:a16="http://schemas.microsoft.com/office/drawing/2014/main" id="{C3870669-4896-7C6D-9B1A-FFC36A82658F}"/>
              </a:ext>
            </a:extLst>
          </p:cNvPr>
          <p:cNvGrpSpPr/>
          <p:nvPr/>
        </p:nvGrpSpPr>
        <p:grpSpPr>
          <a:xfrm flipH="1">
            <a:off x="11187731" y="1965723"/>
            <a:ext cx="253380" cy="1802205"/>
            <a:chOff x="9553091" y="544373"/>
            <a:chExt cx="253380" cy="1802205"/>
          </a:xfrm>
        </p:grpSpPr>
        <p:grpSp>
          <p:nvGrpSpPr>
            <p:cNvPr id="351" name="그룹 350">
              <a:extLst>
                <a:ext uri="{FF2B5EF4-FFF2-40B4-BE49-F238E27FC236}">
                  <a16:creationId xmlns:a16="http://schemas.microsoft.com/office/drawing/2014/main" id="{057715B0-01C0-F9EC-52F1-BEC9B2E4A156}"/>
                </a:ext>
              </a:extLst>
            </p:cNvPr>
            <p:cNvGrpSpPr/>
            <p:nvPr/>
          </p:nvGrpSpPr>
          <p:grpSpPr>
            <a:xfrm>
              <a:off x="9553091" y="544373"/>
              <a:ext cx="253363" cy="915360"/>
              <a:chOff x="9553091" y="544373"/>
              <a:chExt cx="253363" cy="915360"/>
            </a:xfrm>
          </p:grpSpPr>
          <p:grpSp>
            <p:nvGrpSpPr>
              <p:cNvPr id="422" name="그룹 421">
                <a:extLst>
                  <a:ext uri="{FF2B5EF4-FFF2-40B4-BE49-F238E27FC236}">
                    <a16:creationId xmlns:a16="http://schemas.microsoft.com/office/drawing/2014/main" id="{6CB4CFF7-C42B-6CD6-0590-176689248D64}"/>
                  </a:ext>
                </a:extLst>
              </p:cNvPr>
              <p:cNvGrpSpPr/>
              <p:nvPr/>
            </p:nvGrpSpPr>
            <p:grpSpPr>
              <a:xfrm>
                <a:off x="9556190" y="589674"/>
                <a:ext cx="250264" cy="72000"/>
                <a:chOff x="7902575" y="878878"/>
                <a:chExt cx="250264" cy="72000"/>
              </a:xfrm>
            </p:grpSpPr>
            <p:sp>
              <p:nvSpPr>
                <p:cNvPr id="503" name="타원 502">
                  <a:extLst>
                    <a:ext uri="{FF2B5EF4-FFF2-40B4-BE49-F238E27FC236}">
                      <a16:creationId xmlns:a16="http://schemas.microsoft.com/office/drawing/2014/main" id="{F2903BE1-2C54-4C8B-314F-C89BFFDDBB2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504" name="직선 화살표 연결선 503">
                  <a:extLst>
                    <a:ext uri="{FF2B5EF4-FFF2-40B4-BE49-F238E27FC236}">
                      <a16:creationId xmlns:a16="http://schemas.microsoft.com/office/drawing/2014/main" id="{B0DFEF26-83F7-2021-65AC-60B1A35018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3" name="그룹 422">
                <a:extLst>
                  <a:ext uri="{FF2B5EF4-FFF2-40B4-BE49-F238E27FC236}">
                    <a16:creationId xmlns:a16="http://schemas.microsoft.com/office/drawing/2014/main" id="{C42C65E4-8DF1-2BC5-EC85-C31DAB860709}"/>
                  </a:ext>
                </a:extLst>
              </p:cNvPr>
              <p:cNvGrpSpPr/>
              <p:nvPr/>
            </p:nvGrpSpPr>
            <p:grpSpPr>
              <a:xfrm>
                <a:off x="9556155" y="678371"/>
                <a:ext cx="250264" cy="72000"/>
                <a:chOff x="7902575" y="878878"/>
                <a:chExt cx="250264" cy="72000"/>
              </a:xfrm>
            </p:grpSpPr>
            <p:sp>
              <p:nvSpPr>
                <p:cNvPr id="495" name="타원 494">
                  <a:extLst>
                    <a:ext uri="{FF2B5EF4-FFF2-40B4-BE49-F238E27FC236}">
                      <a16:creationId xmlns:a16="http://schemas.microsoft.com/office/drawing/2014/main" id="{10678ABD-E6F4-17AA-190A-059A4E921D7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497" name="직선 화살표 연결선 496">
                  <a:extLst>
                    <a:ext uri="{FF2B5EF4-FFF2-40B4-BE49-F238E27FC236}">
                      <a16:creationId xmlns:a16="http://schemas.microsoft.com/office/drawing/2014/main" id="{B7345B50-52F7-A897-7B13-EB4ABCAA51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4422D862-DA16-7255-9518-2EE991034610}"/>
                  </a:ext>
                </a:extLst>
              </p:cNvPr>
              <p:cNvSpPr txBox="1"/>
              <p:nvPr/>
            </p:nvSpPr>
            <p:spPr>
              <a:xfrm>
                <a:off x="9589294" y="544373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51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FE789769-03E7-6784-8970-7E33E4F5CC51}"/>
                  </a:ext>
                </a:extLst>
              </p:cNvPr>
              <p:cNvSpPr txBox="1"/>
              <p:nvPr/>
            </p:nvSpPr>
            <p:spPr>
              <a:xfrm>
                <a:off x="9605962" y="633145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52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435" name="그룹 434">
                <a:extLst>
                  <a:ext uri="{FF2B5EF4-FFF2-40B4-BE49-F238E27FC236}">
                    <a16:creationId xmlns:a16="http://schemas.microsoft.com/office/drawing/2014/main" id="{E480E65E-CAA5-8613-B22B-32DC567DEC33}"/>
                  </a:ext>
                </a:extLst>
              </p:cNvPr>
              <p:cNvGrpSpPr/>
              <p:nvPr/>
            </p:nvGrpSpPr>
            <p:grpSpPr>
              <a:xfrm>
                <a:off x="9554658" y="767768"/>
                <a:ext cx="250264" cy="72000"/>
                <a:chOff x="7902575" y="878878"/>
                <a:chExt cx="250264" cy="72000"/>
              </a:xfrm>
            </p:grpSpPr>
            <p:sp>
              <p:nvSpPr>
                <p:cNvPr id="491" name="타원 490">
                  <a:extLst>
                    <a:ext uri="{FF2B5EF4-FFF2-40B4-BE49-F238E27FC236}">
                      <a16:creationId xmlns:a16="http://schemas.microsoft.com/office/drawing/2014/main" id="{7F530459-1CA0-75CB-DA48-3AB207ADD7A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493" name="직선 화살표 연결선 492">
                  <a:extLst>
                    <a:ext uri="{FF2B5EF4-FFF2-40B4-BE49-F238E27FC236}">
                      <a16:creationId xmlns:a16="http://schemas.microsoft.com/office/drawing/2014/main" id="{20015718-C939-FAEE-8BC6-90532CAE48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37" name="그룹 436">
                <a:extLst>
                  <a:ext uri="{FF2B5EF4-FFF2-40B4-BE49-F238E27FC236}">
                    <a16:creationId xmlns:a16="http://schemas.microsoft.com/office/drawing/2014/main" id="{A4FA074E-6417-D92C-C46E-6691D4593C8D}"/>
                  </a:ext>
                </a:extLst>
              </p:cNvPr>
              <p:cNvGrpSpPr/>
              <p:nvPr/>
            </p:nvGrpSpPr>
            <p:grpSpPr>
              <a:xfrm>
                <a:off x="9554623" y="856465"/>
                <a:ext cx="250264" cy="72000"/>
                <a:chOff x="7902575" y="878878"/>
                <a:chExt cx="250264" cy="72000"/>
              </a:xfrm>
            </p:grpSpPr>
            <p:sp>
              <p:nvSpPr>
                <p:cNvPr id="489" name="타원 488">
                  <a:extLst>
                    <a:ext uri="{FF2B5EF4-FFF2-40B4-BE49-F238E27FC236}">
                      <a16:creationId xmlns:a16="http://schemas.microsoft.com/office/drawing/2014/main" id="{3A16DA9B-7192-513A-7349-050553853E8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490" name="직선 화살표 연결선 489">
                  <a:extLst>
                    <a:ext uri="{FF2B5EF4-FFF2-40B4-BE49-F238E27FC236}">
                      <a16:creationId xmlns:a16="http://schemas.microsoft.com/office/drawing/2014/main" id="{0F0FB7A2-1CA9-D3C5-72BB-77E40F59E0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38" name="TextBox 437">
                <a:extLst>
                  <a:ext uri="{FF2B5EF4-FFF2-40B4-BE49-F238E27FC236}">
                    <a16:creationId xmlns:a16="http://schemas.microsoft.com/office/drawing/2014/main" id="{927A6B77-BCD7-6936-2B74-764AAC5C3400}"/>
                  </a:ext>
                </a:extLst>
              </p:cNvPr>
              <p:cNvSpPr txBox="1"/>
              <p:nvPr/>
            </p:nvSpPr>
            <p:spPr>
              <a:xfrm>
                <a:off x="9587762" y="722467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53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440" name="TextBox 439">
                <a:extLst>
                  <a:ext uri="{FF2B5EF4-FFF2-40B4-BE49-F238E27FC236}">
                    <a16:creationId xmlns:a16="http://schemas.microsoft.com/office/drawing/2014/main" id="{3CD68DE5-8F63-6A83-351C-42B200E9F923}"/>
                  </a:ext>
                </a:extLst>
              </p:cNvPr>
              <p:cNvSpPr txBox="1"/>
              <p:nvPr/>
            </p:nvSpPr>
            <p:spPr>
              <a:xfrm>
                <a:off x="9604430" y="811239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54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442" name="그룹 441">
                <a:extLst>
                  <a:ext uri="{FF2B5EF4-FFF2-40B4-BE49-F238E27FC236}">
                    <a16:creationId xmlns:a16="http://schemas.microsoft.com/office/drawing/2014/main" id="{43C8C048-DDB3-D6E6-B96E-6E9F39B727E6}"/>
                  </a:ext>
                </a:extLst>
              </p:cNvPr>
              <p:cNvGrpSpPr/>
              <p:nvPr/>
            </p:nvGrpSpPr>
            <p:grpSpPr>
              <a:xfrm>
                <a:off x="9554658" y="945132"/>
                <a:ext cx="250264" cy="72000"/>
                <a:chOff x="7902575" y="878878"/>
                <a:chExt cx="250264" cy="72000"/>
              </a:xfrm>
            </p:grpSpPr>
            <p:sp>
              <p:nvSpPr>
                <p:cNvPr id="484" name="타원 483">
                  <a:extLst>
                    <a:ext uri="{FF2B5EF4-FFF2-40B4-BE49-F238E27FC236}">
                      <a16:creationId xmlns:a16="http://schemas.microsoft.com/office/drawing/2014/main" id="{CA51A692-3CDD-9CED-3AB9-9FEF583C58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487" name="직선 화살표 연결선 486">
                  <a:extLst>
                    <a:ext uri="{FF2B5EF4-FFF2-40B4-BE49-F238E27FC236}">
                      <a16:creationId xmlns:a16="http://schemas.microsoft.com/office/drawing/2014/main" id="{1FE5212A-B67B-5A19-A1BD-220A13F4E1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4" name="그룹 443">
                <a:extLst>
                  <a:ext uri="{FF2B5EF4-FFF2-40B4-BE49-F238E27FC236}">
                    <a16:creationId xmlns:a16="http://schemas.microsoft.com/office/drawing/2014/main" id="{DBBA7388-658D-5165-49DC-B77058780951}"/>
                  </a:ext>
                </a:extLst>
              </p:cNvPr>
              <p:cNvGrpSpPr/>
              <p:nvPr/>
            </p:nvGrpSpPr>
            <p:grpSpPr>
              <a:xfrm>
                <a:off x="9554623" y="1033829"/>
                <a:ext cx="250264" cy="72000"/>
                <a:chOff x="7902575" y="878878"/>
                <a:chExt cx="250264" cy="72000"/>
              </a:xfrm>
            </p:grpSpPr>
            <p:sp>
              <p:nvSpPr>
                <p:cNvPr id="481" name="타원 480">
                  <a:extLst>
                    <a:ext uri="{FF2B5EF4-FFF2-40B4-BE49-F238E27FC236}">
                      <a16:creationId xmlns:a16="http://schemas.microsoft.com/office/drawing/2014/main" id="{F76B86CB-5332-FB81-658E-94AAB58ED8E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482" name="직선 화살표 연결선 481">
                  <a:extLst>
                    <a:ext uri="{FF2B5EF4-FFF2-40B4-BE49-F238E27FC236}">
                      <a16:creationId xmlns:a16="http://schemas.microsoft.com/office/drawing/2014/main" id="{47C28C7B-759B-83B7-C2DC-61FBE3D522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45" name="TextBox 444">
                <a:extLst>
                  <a:ext uri="{FF2B5EF4-FFF2-40B4-BE49-F238E27FC236}">
                    <a16:creationId xmlns:a16="http://schemas.microsoft.com/office/drawing/2014/main" id="{E01B0E5A-AAAB-C288-CB09-CE4BE48F70C4}"/>
                  </a:ext>
                </a:extLst>
              </p:cNvPr>
              <p:cNvSpPr txBox="1"/>
              <p:nvPr/>
            </p:nvSpPr>
            <p:spPr>
              <a:xfrm>
                <a:off x="9587762" y="899831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55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446" name="TextBox 445">
                <a:extLst>
                  <a:ext uri="{FF2B5EF4-FFF2-40B4-BE49-F238E27FC236}">
                    <a16:creationId xmlns:a16="http://schemas.microsoft.com/office/drawing/2014/main" id="{75E5F292-AF76-8CFA-6CC4-1FE279D2C7CA}"/>
                  </a:ext>
                </a:extLst>
              </p:cNvPr>
              <p:cNvSpPr txBox="1"/>
              <p:nvPr/>
            </p:nvSpPr>
            <p:spPr>
              <a:xfrm>
                <a:off x="9604430" y="988603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56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450" name="그룹 449">
                <a:extLst>
                  <a:ext uri="{FF2B5EF4-FFF2-40B4-BE49-F238E27FC236}">
                    <a16:creationId xmlns:a16="http://schemas.microsoft.com/office/drawing/2014/main" id="{86B36D25-FE51-983A-5868-D8A7E04B1F41}"/>
                  </a:ext>
                </a:extLst>
              </p:cNvPr>
              <p:cNvGrpSpPr/>
              <p:nvPr/>
            </p:nvGrpSpPr>
            <p:grpSpPr>
              <a:xfrm>
                <a:off x="9553126" y="1123226"/>
                <a:ext cx="250264" cy="72000"/>
                <a:chOff x="7902575" y="878878"/>
                <a:chExt cx="250264" cy="72000"/>
              </a:xfrm>
            </p:grpSpPr>
            <p:sp>
              <p:nvSpPr>
                <p:cNvPr id="478" name="타원 477">
                  <a:extLst>
                    <a:ext uri="{FF2B5EF4-FFF2-40B4-BE49-F238E27FC236}">
                      <a16:creationId xmlns:a16="http://schemas.microsoft.com/office/drawing/2014/main" id="{356A7ECF-2AF8-0AE9-BBBA-7D008496D94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479" name="직선 화살표 연결선 478">
                  <a:extLst>
                    <a:ext uri="{FF2B5EF4-FFF2-40B4-BE49-F238E27FC236}">
                      <a16:creationId xmlns:a16="http://schemas.microsoft.com/office/drawing/2014/main" id="{3BB79004-4649-0C73-5C02-65BE4E9E2E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1" name="그룹 450">
                <a:extLst>
                  <a:ext uri="{FF2B5EF4-FFF2-40B4-BE49-F238E27FC236}">
                    <a16:creationId xmlns:a16="http://schemas.microsoft.com/office/drawing/2014/main" id="{9827C600-4D80-1942-C48F-D32341314CA1}"/>
                  </a:ext>
                </a:extLst>
              </p:cNvPr>
              <p:cNvGrpSpPr/>
              <p:nvPr/>
            </p:nvGrpSpPr>
            <p:grpSpPr>
              <a:xfrm>
                <a:off x="9553091" y="1211923"/>
                <a:ext cx="250264" cy="72000"/>
                <a:chOff x="7902575" y="878878"/>
                <a:chExt cx="250264" cy="72000"/>
              </a:xfrm>
            </p:grpSpPr>
            <p:sp>
              <p:nvSpPr>
                <p:cNvPr id="475" name="타원 474">
                  <a:extLst>
                    <a:ext uri="{FF2B5EF4-FFF2-40B4-BE49-F238E27FC236}">
                      <a16:creationId xmlns:a16="http://schemas.microsoft.com/office/drawing/2014/main" id="{5BD1BF22-C9D4-85E4-6668-95180EB5267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476" name="직선 화살표 연결선 475">
                  <a:extLst>
                    <a:ext uri="{FF2B5EF4-FFF2-40B4-BE49-F238E27FC236}">
                      <a16:creationId xmlns:a16="http://schemas.microsoft.com/office/drawing/2014/main" id="{D3212126-9A1C-C659-A64E-3B7ABC1878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2" name="TextBox 451">
                <a:extLst>
                  <a:ext uri="{FF2B5EF4-FFF2-40B4-BE49-F238E27FC236}">
                    <a16:creationId xmlns:a16="http://schemas.microsoft.com/office/drawing/2014/main" id="{0C5872E1-E68F-6A06-4A45-1A33D464239D}"/>
                  </a:ext>
                </a:extLst>
              </p:cNvPr>
              <p:cNvSpPr txBox="1"/>
              <p:nvPr/>
            </p:nvSpPr>
            <p:spPr>
              <a:xfrm>
                <a:off x="9586230" y="1077925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57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36EC0B46-5DB1-065C-D25B-67741C42EBCB}"/>
                  </a:ext>
                </a:extLst>
              </p:cNvPr>
              <p:cNvSpPr txBox="1"/>
              <p:nvPr/>
            </p:nvSpPr>
            <p:spPr>
              <a:xfrm>
                <a:off x="9602898" y="1166697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58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459" name="그룹 458">
                <a:extLst>
                  <a:ext uri="{FF2B5EF4-FFF2-40B4-BE49-F238E27FC236}">
                    <a16:creationId xmlns:a16="http://schemas.microsoft.com/office/drawing/2014/main" id="{B8AE12D3-4A68-A4DB-0B11-1C9D4050FCD7}"/>
                  </a:ext>
                </a:extLst>
              </p:cNvPr>
              <p:cNvGrpSpPr/>
              <p:nvPr/>
            </p:nvGrpSpPr>
            <p:grpSpPr>
              <a:xfrm>
                <a:off x="9554658" y="1299036"/>
                <a:ext cx="250264" cy="72000"/>
                <a:chOff x="7902575" y="878878"/>
                <a:chExt cx="250264" cy="72000"/>
              </a:xfrm>
            </p:grpSpPr>
            <p:sp>
              <p:nvSpPr>
                <p:cNvPr id="465" name="타원 464">
                  <a:extLst>
                    <a:ext uri="{FF2B5EF4-FFF2-40B4-BE49-F238E27FC236}">
                      <a16:creationId xmlns:a16="http://schemas.microsoft.com/office/drawing/2014/main" id="{F28CE4D8-653F-0A83-87C8-C75288ED676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472" name="직선 화살표 연결선 471">
                  <a:extLst>
                    <a:ext uri="{FF2B5EF4-FFF2-40B4-BE49-F238E27FC236}">
                      <a16:creationId xmlns:a16="http://schemas.microsoft.com/office/drawing/2014/main" id="{03244EC0-C20E-E212-163F-0B87EFD587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0" name="그룹 459">
                <a:extLst>
                  <a:ext uri="{FF2B5EF4-FFF2-40B4-BE49-F238E27FC236}">
                    <a16:creationId xmlns:a16="http://schemas.microsoft.com/office/drawing/2014/main" id="{D769A873-47A0-CBAD-50C7-71A5CCACA142}"/>
                  </a:ext>
                </a:extLst>
              </p:cNvPr>
              <p:cNvGrpSpPr/>
              <p:nvPr/>
            </p:nvGrpSpPr>
            <p:grpSpPr>
              <a:xfrm>
                <a:off x="9554623" y="1387733"/>
                <a:ext cx="250264" cy="72000"/>
                <a:chOff x="7902575" y="878878"/>
                <a:chExt cx="250264" cy="72000"/>
              </a:xfrm>
            </p:grpSpPr>
            <p:sp>
              <p:nvSpPr>
                <p:cNvPr id="463" name="타원 462">
                  <a:extLst>
                    <a:ext uri="{FF2B5EF4-FFF2-40B4-BE49-F238E27FC236}">
                      <a16:creationId xmlns:a16="http://schemas.microsoft.com/office/drawing/2014/main" id="{B6FCF8F4-86F6-AA3D-ECAD-20828371067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464" name="직선 화살표 연결선 463">
                  <a:extLst>
                    <a:ext uri="{FF2B5EF4-FFF2-40B4-BE49-F238E27FC236}">
                      <a16:creationId xmlns:a16="http://schemas.microsoft.com/office/drawing/2014/main" id="{3C22A350-DB37-7457-34A4-74CCDE8ACD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61" name="TextBox 460">
                <a:extLst>
                  <a:ext uri="{FF2B5EF4-FFF2-40B4-BE49-F238E27FC236}">
                    <a16:creationId xmlns:a16="http://schemas.microsoft.com/office/drawing/2014/main" id="{780DB8A8-4C3F-ABE4-9E6A-FB7C401CC16F}"/>
                  </a:ext>
                </a:extLst>
              </p:cNvPr>
              <p:cNvSpPr txBox="1"/>
              <p:nvPr/>
            </p:nvSpPr>
            <p:spPr>
              <a:xfrm>
                <a:off x="9604430" y="1342507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60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462" name="TextBox 461">
                <a:extLst>
                  <a:ext uri="{FF2B5EF4-FFF2-40B4-BE49-F238E27FC236}">
                    <a16:creationId xmlns:a16="http://schemas.microsoft.com/office/drawing/2014/main" id="{10CE5D7C-F67F-116C-756F-D9D319864AE9}"/>
                  </a:ext>
                </a:extLst>
              </p:cNvPr>
              <p:cNvSpPr txBox="1"/>
              <p:nvPr/>
            </p:nvSpPr>
            <p:spPr>
              <a:xfrm>
                <a:off x="9602899" y="1257916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59</a:t>
                </a:r>
                <a:endParaRPr lang="ko-KR" altLang="en-US" sz="600" dirty="0">
                  <a:latin typeface="+mn-ea"/>
                </a:endParaRPr>
              </a:p>
            </p:txBody>
          </p:sp>
        </p:grpSp>
        <p:grpSp>
          <p:nvGrpSpPr>
            <p:cNvPr id="352" name="그룹 351">
              <a:extLst>
                <a:ext uri="{FF2B5EF4-FFF2-40B4-BE49-F238E27FC236}">
                  <a16:creationId xmlns:a16="http://schemas.microsoft.com/office/drawing/2014/main" id="{FA157E9A-318F-615B-395F-31A6BFCAC667}"/>
                </a:ext>
              </a:extLst>
            </p:cNvPr>
            <p:cNvGrpSpPr/>
            <p:nvPr/>
          </p:nvGrpSpPr>
          <p:grpSpPr>
            <a:xfrm>
              <a:off x="9553108" y="1431218"/>
              <a:ext cx="253363" cy="915360"/>
              <a:chOff x="9553091" y="544373"/>
              <a:chExt cx="253363" cy="915360"/>
            </a:xfrm>
          </p:grpSpPr>
          <p:grpSp>
            <p:nvGrpSpPr>
              <p:cNvPr id="353" name="그룹 352">
                <a:extLst>
                  <a:ext uri="{FF2B5EF4-FFF2-40B4-BE49-F238E27FC236}">
                    <a16:creationId xmlns:a16="http://schemas.microsoft.com/office/drawing/2014/main" id="{03E701D9-BE97-6105-D9B0-AFD56B1525DE}"/>
                  </a:ext>
                </a:extLst>
              </p:cNvPr>
              <p:cNvGrpSpPr/>
              <p:nvPr/>
            </p:nvGrpSpPr>
            <p:grpSpPr>
              <a:xfrm>
                <a:off x="9556190" y="589674"/>
                <a:ext cx="250264" cy="72000"/>
                <a:chOff x="7902575" y="878878"/>
                <a:chExt cx="250264" cy="72000"/>
              </a:xfrm>
            </p:grpSpPr>
            <p:sp>
              <p:nvSpPr>
                <p:cNvPr id="418" name="타원 417">
                  <a:extLst>
                    <a:ext uri="{FF2B5EF4-FFF2-40B4-BE49-F238E27FC236}">
                      <a16:creationId xmlns:a16="http://schemas.microsoft.com/office/drawing/2014/main" id="{BDF4611E-D76C-C931-D908-F428F701B57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420" name="직선 화살표 연결선 419">
                  <a:extLst>
                    <a:ext uri="{FF2B5EF4-FFF2-40B4-BE49-F238E27FC236}">
                      <a16:creationId xmlns:a16="http://schemas.microsoft.com/office/drawing/2014/main" id="{E8883D92-231E-0F7E-7CAA-94768E4C05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55" name="그룹 354">
                <a:extLst>
                  <a:ext uri="{FF2B5EF4-FFF2-40B4-BE49-F238E27FC236}">
                    <a16:creationId xmlns:a16="http://schemas.microsoft.com/office/drawing/2014/main" id="{B06DA5AC-0D45-6B73-C787-BBCFD00D5B35}"/>
                  </a:ext>
                </a:extLst>
              </p:cNvPr>
              <p:cNvGrpSpPr/>
              <p:nvPr/>
            </p:nvGrpSpPr>
            <p:grpSpPr>
              <a:xfrm>
                <a:off x="9556155" y="678371"/>
                <a:ext cx="250264" cy="72000"/>
                <a:chOff x="7902575" y="878878"/>
                <a:chExt cx="250264" cy="72000"/>
              </a:xfrm>
            </p:grpSpPr>
            <p:sp>
              <p:nvSpPr>
                <p:cNvPr id="416" name="타원 415">
                  <a:extLst>
                    <a:ext uri="{FF2B5EF4-FFF2-40B4-BE49-F238E27FC236}">
                      <a16:creationId xmlns:a16="http://schemas.microsoft.com/office/drawing/2014/main" id="{89944C84-BB26-8064-D9F7-749DDF6DF4A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417" name="직선 화살표 연결선 416">
                  <a:extLst>
                    <a:ext uri="{FF2B5EF4-FFF2-40B4-BE49-F238E27FC236}">
                      <a16:creationId xmlns:a16="http://schemas.microsoft.com/office/drawing/2014/main" id="{57027703-A230-0B5B-2EDA-6CAEBCCBA2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7" name="TextBox 356">
                <a:extLst>
                  <a:ext uri="{FF2B5EF4-FFF2-40B4-BE49-F238E27FC236}">
                    <a16:creationId xmlns:a16="http://schemas.microsoft.com/office/drawing/2014/main" id="{758C1992-9377-C23A-D326-B2F13AB2530C}"/>
                  </a:ext>
                </a:extLst>
              </p:cNvPr>
              <p:cNvSpPr txBox="1"/>
              <p:nvPr/>
            </p:nvSpPr>
            <p:spPr>
              <a:xfrm>
                <a:off x="9589294" y="544373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61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359" name="TextBox 358">
                <a:extLst>
                  <a:ext uri="{FF2B5EF4-FFF2-40B4-BE49-F238E27FC236}">
                    <a16:creationId xmlns:a16="http://schemas.microsoft.com/office/drawing/2014/main" id="{BABE92C1-760A-407C-D860-3F09B013489E}"/>
                  </a:ext>
                </a:extLst>
              </p:cNvPr>
              <p:cNvSpPr txBox="1"/>
              <p:nvPr/>
            </p:nvSpPr>
            <p:spPr>
              <a:xfrm>
                <a:off x="9605962" y="633145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62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360" name="그룹 359">
                <a:extLst>
                  <a:ext uri="{FF2B5EF4-FFF2-40B4-BE49-F238E27FC236}">
                    <a16:creationId xmlns:a16="http://schemas.microsoft.com/office/drawing/2014/main" id="{208D3788-7FB4-9E38-53C4-C4D6563E60DC}"/>
                  </a:ext>
                </a:extLst>
              </p:cNvPr>
              <p:cNvGrpSpPr/>
              <p:nvPr/>
            </p:nvGrpSpPr>
            <p:grpSpPr>
              <a:xfrm>
                <a:off x="9554658" y="767768"/>
                <a:ext cx="250264" cy="72000"/>
                <a:chOff x="7902575" y="878878"/>
                <a:chExt cx="250264" cy="72000"/>
              </a:xfrm>
            </p:grpSpPr>
            <p:sp>
              <p:nvSpPr>
                <p:cNvPr id="410" name="타원 409">
                  <a:extLst>
                    <a:ext uri="{FF2B5EF4-FFF2-40B4-BE49-F238E27FC236}">
                      <a16:creationId xmlns:a16="http://schemas.microsoft.com/office/drawing/2014/main" id="{F8940C22-E9FD-ACDF-E587-97750277DEF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411" name="직선 화살표 연결선 410">
                  <a:extLst>
                    <a:ext uri="{FF2B5EF4-FFF2-40B4-BE49-F238E27FC236}">
                      <a16:creationId xmlns:a16="http://schemas.microsoft.com/office/drawing/2014/main" id="{1F6DBDDD-EDBB-F6D1-2AC0-E9E748DB0C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2" name="그룹 361">
                <a:extLst>
                  <a:ext uri="{FF2B5EF4-FFF2-40B4-BE49-F238E27FC236}">
                    <a16:creationId xmlns:a16="http://schemas.microsoft.com/office/drawing/2014/main" id="{531ECC39-54CE-9203-962F-77AEB8B70BCB}"/>
                  </a:ext>
                </a:extLst>
              </p:cNvPr>
              <p:cNvGrpSpPr/>
              <p:nvPr/>
            </p:nvGrpSpPr>
            <p:grpSpPr>
              <a:xfrm>
                <a:off x="9554623" y="856465"/>
                <a:ext cx="250264" cy="72000"/>
                <a:chOff x="7902575" y="878878"/>
                <a:chExt cx="250264" cy="72000"/>
              </a:xfrm>
            </p:grpSpPr>
            <p:sp>
              <p:nvSpPr>
                <p:cNvPr id="407" name="타원 406">
                  <a:extLst>
                    <a:ext uri="{FF2B5EF4-FFF2-40B4-BE49-F238E27FC236}">
                      <a16:creationId xmlns:a16="http://schemas.microsoft.com/office/drawing/2014/main" id="{971AC376-C35D-1053-1961-E25C868F3C1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408" name="직선 화살표 연결선 407">
                  <a:extLst>
                    <a:ext uri="{FF2B5EF4-FFF2-40B4-BE49-F238E27FC236}">
                      <a16:creationId xmlns:a16="http://schemas.microsoft.com/office/drawing/2014/main" id="{1B26BA10-6EE0-FC0E-22B7-96C51D1216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3" name="TextBox 362">
                <a:extLst>
                  <a:ext uri="{FF2B5EF4-FFF2-40B4-BE49-F238E27FC236}">
                    <a16:creationId xmlns:a16="http://schemas.microsoft.com/office/drawing/2014/main" id="{6944E82A-85B4-FDB5-05FC-E111557ACB02}"/>
                  </a:ext>
                </a:extLst>
              </p:cNvPr>
              <p:cNvSpPr txBox="1"/>
              <p:nvPr/>
            </p:nvSpPr>
            <p:spPr>
              <a:xfrm>
                <a:off x="9587762" y="722467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63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8B43A2BE-93E5-3C9B-EB86-EB5EA341930C}"/>
                  </a:ext>
                </a:extLst>
              </p:cNvPr>
              <p:cNvSpPr txBox="1"/>
              <p:nvPr/>
            </p:nvSpPr>
            <p:spPr>
              <a:xfrm>
                <a:off x="9604430" y="811239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64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365" name="그룹 364">
                <a:extLst>
                  <a:ext uri="{FF2B5EF4-FFF2-40B4-BE49-F238E27FC236}">
                    <a16:creationId xmlns:a16="http://schemas.microsoft.com/office/drawing/2014/main" id="{4D9637F7-562B-C3EC-18F6-33AC9ABA61FF}"/>
                  </a:ext>
                </a:extLst>
              </p:cNvPr>
              <p:cNvGrpSpPr/>
              <p:nvPr/>
            </p:nvGrpSpPr>
            <p:grpSpPr>
              <a:xfrm>
                <a:off x="9554658" y="945132"/>
                <a:ext cx="250264" cy="72000"/>
                <a:chOff x="7902575" y="878878"/>
                <a:chExt cx="250264" cy="72000"/>
              </a:xfrm>
            </p:grpSpPr>
            <p:sp>
              <p:nvSpPr>
                <p:cNvPr id="404" name="타원 403">
                  <a:extLst>
                    <a:ext uri="{FF2B5EF4-FFF2-40B4-BE49-F238E27FC236}">
                      <a16:creationId xmlns:a16="http://schemas.microsoft.com/office/drawing/2014/main" id="{39BEB5A1-3AB4-2469-83E2-E4D45C09A94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405" name="직선 화살표 연결선 404">
                  <a:extLst>
                    <a:ext uri="{FF2B5EF4-FFF2-40B4-BE49-F238E27FC236}">
                      <a16:creationId xmlns:a16="http://schemas.microsoft.com/office/drawing/2014/main" id="{8C9660BC-68E1-FFF4-1993-411508A488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0" name="그룹 369">
                <a:extLst>
                  <a:ext uri="{FF2B5EF4-FFF2-40B4-BE49-F238E27FC236}">
                    <a16:creationId xmlns:a16="http://schemas.microsoft.com/office/drawing/2014/main" id="{E7A5A4B8-D73E-D3B4-0FBD-C683EA3B22A1}"/>
                  </a:ext>
                </a:extLst>
              </p:cNvPr>
              <p:cNvGrpSpPr/>
              <p:nvPr/>
            </p:nvGrpSpPr>
            <p:grpSpPr>
              <a:xfrm>
                <a:off x="9554623" y="1033829"/>
                <a:ext cx="250264" cy="72000"/>
                <a:chOff x="7902575" y="878878"/>
                <a:chExt cx="250264" cy="72000"/>
              </a:xfrm>
            </p:grpSpPr>
            <p:sp>
              <p:nvSpPr>
                <p:cNvPr id="402" name="타원 401">
                  <a:extLst>
                    <a:ext uri="{FF2B5EF4-FFF2-40B4-BE49-F238E27FC236}">
                      <a16:creationId xmlns:a16="http://schemas.microsoft.com/office/drawing/2014/main" id="{F4FC6B32-A40D-C76A-5896-8BA44CA13EC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403" name="직선 화살표 연결선 402">
                  <a:extLst>
                    <a:ext uri="{FF2B5EF4-FFF2-40B4-BE49-F238E27FC236}">
                      <a16:creationId xmlns:a16="http://schemas.microsoft.com/office/drawing/2014/main" id="{04F0054A-4E45-773E-4282-B2E6B7D3F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1" name="TextBox 370">
                <a:extLst>
                  <a:ext uri="{FF2B5EF4-FFF2-40B4-BE49-F238E27FC236}">
                    <a16:creationId xmlns:a16="http://schemas.microsoft.com/office/drawing/2014/main" id="{E7D53665-5F3A-523D-6A5C-CB438D43E349}"/>
                  </a:ext>
                </a:extLst>
              </p:cNvPr>
              <p:cNvSpPr txBox="1"/>
              <p:nvPr/>
            </p:nvSpPr>
            <p:spPr>
              <a:xfrm>
                <a:off x="9587762" y="899831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65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373" name="TextBox 372">
                <a:extLst>
                  <a:ext uri="{FF2B5EF4-FFF2-40B4-BE49-F238E27FC236}">
                    <a16:creationId xmlns:a16="http://schemas.microsoft.com/office/drawing/2014/main" id="{F4DAB7A1-1A5E-8A12-2AA3-DF7FC9920230}"/>
                  </a:ext>
                </a:extLst>
              </p:cNvPr>
              <p:cNvSpPr txBox="1"/>
              <p:nvPr/>
            </p:nvSpPr>
            <p:spPr>
              <a:xfrm>
                <a:off x="9604430" y="988603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66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374" name="그룹 373">
                <a:extLst>
                  <a:ext uri="{FF2B5EF4-FFF2-40B4-BE49-F238E27FC236}">
                    <a16:creationId xmlns:a16="http://schemas.microsoft.com/office/drawing/2014/main" id="{107882B4-85C4-EFEB-F483-40462F4F755D}"/>
                  </a:ext>
                </a:extLst>
              </p:cNvPr>
              <p:cNvGrpSpPr/>
              <p:nvPr/>
            </p:nvGrpSpPr>
            <p:grpSpPr>
              <a:xfrm>
                <a:off x="9553126" y="1123226"/>
                <a:ext cx="250264" cy="72000"/>
                <a:chOff x="7902575" y="878878"/>
                <a:chExt cx="250264" cy="72000"/>
              </a:xfrm>
            </p:grpSpPr>
            <p:sp>
              <p:nvSpPr>
                <p:cNvPr id="399" name="타원 398">
                  <a:extLst>
                    <a:ext uri="{FF2B5EF4-FFF2-40B4-BE49-F238E27FC236}">
                      <a16:creationId xmlns:a16="http://schemas.microsoft.com/office/drawing/2014/main" id="{C3E3218B-8E3C-494A-0F71-54773DC7841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400" name="직선 화살표 연결선 399">
                  <a:extLst>
                    <a:ext uri="{FF2B5EF4-FFF2-40B4-BE49-F238E27FC236}">
                      <a16:creationId xmlns:a16="http://schemas.microsoft.com/office/drawing/2014/main" id="{F7E25E57-0FAA-E021-DC57-4AF435C60E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6" name="그룹 375">
                <a:extLst>
                  <a:ext uri="{FF2B5EF4-FFF2-40B4-BE49-F238E27FC236}">
                    <a16:creationId xmlns:a16="http://schemas.microsoft.com/office/drawing/2014/main" id="{F3B7252D-C97E-8771-6682-061A772DADDE}"/>
                  </a:ext>
                </a:extLst>
              </p:cNvPr>
              <p:cNvGrpSpPr/>
              <p:nvPr/>
            </p:nvGrpSpPr>
            <p:grpSpPr>
              <a:xfrm>
                <a:off x="9553091" y="1211923"/>
                <a:ext cx="250264" cy="72000"/>
                <a:chOff x="7902575" y="878878"/>
                <a:chExt cx="250264" cy="72000"/>
              </a:xfrm>
            </p:grpSpPr>
            <p:sp>
              <p:nvSpPr>
                <p:cNvPr id="396" name="타원 395">
                  <a:extLst>
                    <a:ext uri="{FF2B5EF4-FFF2-40B4-BE49-F238E27FC236}">
                      <a16:creationId xmlns:a16="http://schemas.microsoft.com/office/drawing/2014/main" id="{5DFED0D2-611E-1F2C-4A83-ADAABF1AB86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397" name="직선 화살표 연결선 396">
                  <a:extLst>
                    <a:ext uri="{FF2B5EF4-FFF2-40B4-BE49-F238E27FC236}">
                      <a16:creationId xmlns:a16="http://schemas.microsoft.com/office/drawing/2014/main" id="{94F2F382-14D8-1EC6-414B-6C7BE7E9A6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3" name="TextBox 382">
                <a:extLst>
                  <a:ext uri="{FF2B5EF4-FFF2-40B4-BE49-F238E27FC236}">
                    <a16:creationId xmlns:a16="http://schemas.microsoft.com/office/drawing/2014/main" id="{3D53480A-EFA0-CDA7-8209-19B2D928E700}"/>
                  </a:ext>
                </a:extLst>
              </p:cNvPr>
              <p:cNvSpPr txBox="1"/>
              <p:nvPr/>
            </p:nvSpPr>
            <p:spPr>
              <a:xfrm>
                <a:off x="9586230" y="1077925"/>
                <a:ext cx="134564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67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385" name="TextBox 384">
                <a:extLst>
                  <a:ext uri="{FF2B5EF4-FFF2-40B4-BE49-F238E27FC236}">
                    <a16:creationId xmlns:a16="http://schemas.microsoft.com/office/drawing/2014/main" id="{D5625380-CCD0-A840-E4C7-B84EE6F72DE4}"/>
                  </a:ext>
                </a:extLst>
              </p:cNvPr>
              <p:cNvSpPr txBox="1"/>
              <p:nvPr/>
            </p:nvSpPr>
            <p:spPr>
              <a:xfrm>
                <a:off x="9602898" y="1166697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68</a:t>
                </a:r>
                <a:endParaRPr lang="ko-KR" altLang="en-US" sz="600" dirty="0">
                  <a:latin typeface="+mn-ea"/>
                </a:endParaRPr>
              </a:p>
            </p:txBody>
          </p:sp>
          <p:grpSp>
            <p:nvGrpSpPr>
              <p:cNvPr id="387" name="그룹 386">
                <a:extLst>
                  <a:ext uri="{FF2B5EF4-FFF2-40B4-BE49-F238E27FC236}">
                    <a16:creationId xmlns:a16="http://schemas.microsoft.com/office/drawing/2014/main" id="{3EA7D3A0-F919-80C0-4592-137F205312FB}"/>
                  </a:ext>
                </a:extLst>
              </p:cNvPr>
              <p:cNvGrpSpPr/>
              <p:nvPr/>
            </p:nvGrpSpPr>
            <p:grpSpPr>
              <a:xfrm>
                <a:off x="9554658" y="1299036"/>
                <a:ext cx="250264" cy="72000"/>
                <a:chOff x="7902575" y="878878"/>
                <a:chExt cx="250264" cy="72000"/>
              </a:xfrm>
            </p:grpSpPr>
            <p:sp>
              <p:nvSpPr>
                <p:cNvPr id="394" name="타원 393">
                  <a:extLst>
                    <a:ext uri="{FF2B5EF4-FFF2-40B4-BE49-F238E27FC236}">
                      <a16:creationId xmlns:a16="http://schemas.microsoft.com/office/drawing/2014/main" id="{8228DDC2-1575-85BA-0286-16F43E5032F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395" name="직선 화살표 연결선 394">
                  <a:extLst>
                    <a:ext uri="{FF2B5EF4-FFF2-40B4-BE49-F238E27FC236}">
                      <a16:creationId xmlns:a16="http://schemas.microsoft.com/office/drawing/2014/main" id="{C5590431-BC8C-1EB1-7578-629E28CB28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8" name="그룹 387">
                <a:extLst>
                  <a:ext uri="{FF2B5EF4-FFF2-40B4-BE49-F238E27FC236}">
                    <a16:creationId xmlns:a16="http://schemas.microsoft.com/office/drawing/2014/main" id="{C508D6E5-F846-7598-5EC0-6EA44447CD2D}"/>
                  </a:ext>
                </a:extLst>
              </p:cNvPr>
              <p:cNvGrpSpPr/>
              <p:nvPr/>
            </p:nvGrpSpPr>
            <p:grpSpPr>
              <a:xfrm>
                <a:off x="9554623" y="1387733"/>
                <a:ext cx="250264" cy="72000"/>
                <a:chOff x="7902575" y="878878"/>
                <a:chExt cx="250264" cy="72000"/>
              </a:xfrm>
            </p:grpSpPr>
            <p:sp>
              <p:nvSpPr>
                <p:cNvPr id="392" name="타원 391">
                  <a:extLst>
                    <a:ext uri="{FF2B5EF4-FFF2-40B4-BE49-F238E27FC236}">
                      <a16:creationId xmlns:a16="http://schemas.microsoft.com/office/drawing/2014/main" id="{FF84460D-2B12-9937-F45B-B82A51BF739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080839" y="878878"/>
                  <a:ext cx="72000" cy="72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/>
                </a:p>
              </p:txBody>
            </p:sp>
            <p:cxnSp>
              <p:nvCxnSpPr>
                <p:cNvPr id="393" name="직선 화살표 연결선 392">
                  <a:extLst>
                    <a:ext uri="{FF2B5EF4-FFF2-40B4-BE49-F238E27FC236}">
                      <a16:creationId xmlns:a16="http://schemas.microsoft.com/office/drawing/2014/main" id="{AC547F9D-D09D-5816-2BFF-A3C33C4876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902575" y="914878"/>
                  <a:ext cx="17826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9" name="TextBox 388">
                <a:extLst>
                  <a:ext uri="{FF2B5EF4-FFF2-40B4-BE49-F238E27FC236}">
                    <a16:creationId xmlns:a16="http://schemas.microsoft.com/office/drawing/2014/main" id="{4BDDEE70-C9AE-2A7F-276A-24154845C462}"/>
                  </a:ext>
                </a:extLst>
              </p:cNvPr>
              <p:cNvSpPr txBox="1"/>
              <p:nvPr/>
            </p:nvSpPr>
            <p:spPr>
              <a:xfrm>
                <a:off x="9604430" y="1342507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70</a:t>
                </a:r>
                <a:endParaRPr lang="ko-KR" altLang="en-US" sz="600" dirty="0">
                  <a:latin typeface="+mn-ea"/>
                </a:endParaRPr>
              </a:p>
            </p:txBody>
          </p:sp>
          <p:sp>
            <p:nvSpPr>
              <p:cNvPr id="391" name="TextBox 390">
                <a:extLst>
                  <a:ext uri="{FF2B5EF4-FFF2-40B4-BE49-F238E27FC236}">
                    <a16:creationId xmlns:a16="http://schemas.microsoft.com/office/drawing/2014/main" id="{E5D43BA2-72F4-8566-A97B-ABF17771398D}"/>
                  </a:ext>
                </a:extLst>
              </p:cNvPr>
              <p:cNvSpPr txBox="1"/>
              <p:nvPr/>
            </p:nvSpPr>
            <p:spPr>
              <a:xfrm>
                <a:off x="9602899" y="1257916"/>
                <a:ext cx="115513" cy="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600" dirty="0">
                    <a:latin typeface="+mn-ea"/>
                  </a:rPr>
                  <a:t>69</a:t>
                </a:r>
                <a:endParaRPr lang="ko-KR" altLang="en-US" sz="600" dirty="0">
                  <a:latin typeface="+mn-ea"/>
                </a:endParaRPr>
              </a:p>
            </p:txBody>
          </p:sp>
        </p:grpSp>
      </p:grpSp>
      <p:grpSp>
        <p:nvGrpSpPr>
          <p:cNvPr id="505" name="그룹 504">
            <a:extLst>
              <a:ext uri="{FF2B5EF4-FFF2-40B4-BE49-F238E27FC236}">
                <a16:creationId xmlns:a16="http://schemas.microsoft.com/office/drawing/2014/main" id="{1AA969B5-555C-1842-FA12-A5552918369D}"/>
              </a:ext>
            </a:extLst>
          </p:cNvPr>
          <p:cNvGrpSpPr/>
          <p:nvPr/>
        </p:nvGrpSpPr>
        <p:grpSpPr>
          <a:xfrm flipH="1">
            <a:off x="11187739" y="3737223"/>
            <a:ext cx="253363" cy="915360"/>
            <a:chOff x="9553091" y="544373"/>
            <a:chExt cx="253363" cy="915360"/>
          </a:xfrm>
        </p:grpSpPr>
        <p:grpSp>
          <p:nvGrpSpPr>
            <p:cNvPr id="507" name="그룹 506">
              <a:extLst>
                <a:ext uri="{FF2B5EF4-FFF2-40B4-BE49-F238E27FC236}">
                  <a16:creationId xmlns:a16="http://schemas.microsoft.com/office/drawing/2014/main" id="{A89BEDF9-4ED1-544A-EA75-BDF17F1F00E2}"/>
                </a:ext>
              </a:extLst>
            </p:cNvPr>
            <p:cNvGrpSpPr/>
            <p:nvPr/>
          </p:nvGrpSpPr>
          <p:grpSpPr>
            <a:xfrm>
              <a:off x="9556190" y="589674"/>
              <a:ext cx="250264" cy="72000"/>
              <a:chOff x="7902575" y="878878"/>
              <a:chExt cx="250264" cy="72000"/>
            </a:xfrm>
          </p:grpSpPr>
          <p:sp>
            <p:nvSpPr>
              <p:cNvPr id="571" name="타원 570">
                <a:extLst>
                  <a:ext uri="{FF2B5EF4-FFF2-40B4-BE49-F238E27FC236}">
                    <a16:creationId xmlns:a16="http://schemas.microsoft.com/office/drawing/2014/main" id="{7EE8753D-B44D-38E3-B14B-535A303643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573" name="직선 화살표 연결선 572">
                <a:extLst>
                  <a:ext uri="{FF2B5EF4-FFF2-40B4-BE49-F238E27FC236}">
                    <a16:creationId xmlns:a16="http://schemas.microsoft.com/office/drawing/2014/main" id="{349CB28E-8FAB-23BE-B19E-C91E0E8CE8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8" name="그룹 507">
              <a:extLst>
                <a:ext uri="{FF2B5EF4-FFF2-40B4-BE49-F238E27FC236}">
                  <a16:creationId xmlns:a16="http://schemas.microsoft.com/office/drawing/2014/main" id="{3BA6AE40-562D-2E2B-E40C-395E4875F038}"/>
                </a:ext>
              </a:extLst>
            </p:cNvPr>
            <p:cNvGrpSpPr/>
            <p:nvPr/>
          </p:nvGrpSpPr>
          <p:grpSpPr>
            <a:xfrm>
              <a:off x="9556155" y="678371"/>
              <a:ext cx="250264" cy="72000"/>
              <a:chOff x="7902575" y="878878"/>
              <a:chExt cx="250264" cy="72000"/>
            </a:xfrm>
          </p:grpSpPr>
          <p:sp>
            <p:nvSpPr>
              <p:cNvPr id="566" name="타원 565">
                <a:extLst>
                  <a:ext uri="{FF2B5EF4-FFF2-40B4-BE49-F238E27FC236}">
                    <a16:creationId xmlns:a16="http://schemas.microsoft.com/office/drawing/2014/main" id="{92B5B3A3-96CD-0DA9-1300-03F8AD37097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568" name="직선 화살표 연결선 567">
                <a:extLst>
                  <a:ext uri="{FF2B5EF4-FFF2-40B4-BE49-F238E27FC236}">
                    <a16:creationId xmlns:a16="http://schemas.microsoft.com/office/drawing/2014/main" id="{2B039FBC-1C24-943A-9DEC-7DB20C801E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6D117453-8CEA-7779-8179-D848FDFD5B2E}"/>
                </a:ext>
              </a:extLst>
            </p:cNvPr>
            <p:cNvSpPr txBox="1"/>
            <p:nvPr/>
          </p:nvSpPr>
          <p:spPr>
            <a:xfrm>
              <a:off x="9589294" y="544373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71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0752BCE8-26D5-8BF8-B2B0-2179227803E2}"/>
                </a:ext>
              </a:extLst>
            </p:cNvPr>
            <p:cNvSpPr txBox="1"/>
            <p:nvPr/>
          </p:nvSpPr>
          <p:spPr>
            <a:xfrm>
              <a:off x="9605962" y="633145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72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511" name="그룹 510">
              <a:extLst>
                <a:ext uri="{FF2B5EF4-FFF2-40B4-BE49-F238E27FC236}">
                  <a16:creationId xmlns:a16="http://schemas.microsoft.com/office/drawing/2014/main" id="{E0CAF2D3-F394-3C3E-B389-A5869F8A36CD}"/>
                </a:ext>
              </a:extLst>
            </p:cNvPr>
            <p:cNvGrpSpPr/>
            <p:nvPr/>
          </p:nvGrpSpPr>
          <p:grpSpPr>
            <a:xfrm>
              <a:off x="9554658" y="767768"/>
              <a:ext cx="250264" cy="72000"/>
              <a:chOff x="7902575" y="878878"/>
              <a:chExt cx="250264" cy="72000"/>
            </a:xfrm>
          </p:grpSpPr>
          <p:sp>
            <p:nvSpPr>
              <p:cNvPr id="557" name="타원 556">
                <a:extLst>
                  <a:ext uri="{FF2B5EF4-FFF2-40B4-BE49-F238E27FC236}">
                    <a16:creationId xmlns:a16="http://schemas.microsoft.com/office/drawing/2014/main" id="{EE61678A-7F9D-A58E-19A3-04DA34B095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564" name="직선 화살표 연결선 563">
                <a:extLst>
                  <a:ext uri="{FF2B5EF4-FFF2-40B4-BE49-F238E27FC236}">
                    <a16:creationId xmlns:a16="http://schemas.microsoft.com/office/drawing/2014/main" id="{68311235-E470-6CDD-B0A1-C72BE1DCB7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2" name="그룹 511">
              <a:extLst>
                <a:ext uri="{FF2B5EF4-FFF2-40B4-BE49-F238E27FC236}">
                  <a16:creationId xmlns:a16="http://schemas.microsoft.com/office/drawing/2014/main" id="{58587D67-7102-FC33-ED86-4745D930B884}"/>
                </a:ext>
              </a:extLst>
            </p:cNvPr>
            <p:cNvGrpSpPr/>
            <p:nvPr/>
          </p:nvGrpSpPr>
          <p:grpSpPr>
            <a:xfrm>
              <a:off x="9554623" y="856465"/>
              <a:ext cx="250264" cy="72000"/>
              <a:chOff x="7902575" y="878878"/>
              <a:chExt cx="250264" cy="72000"/>
            </a:xfrm>
          </p:grpSpPr>
          <p:sp>
            <p:nvSpPr>
              <p:cNvPr id="554" name="타원 553">
                <a:extLst>
                  <a:ext uri="{FF2B5EF4-FFF2-40B4-BE49-F238E27FC236}">
                    <a16:creationId xmlns:a16="http://schemas.microsoft.com/office/drawing/2014/main" id="{2038788D-3435-B478-B35E-98F7750EADF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555" name="직선 화살표 연결선 554">
                <a:extLst>
                  <a:ext uri="{FF2B5EF4-FFF2-40B4-BE49-F238E27FC236}">
                    <a16:creationId xmlns:a16="http://schemas.microsoft.com/office/drawing/2014/main" id="{74624828-76DA-375E-9D04-3ABCC24A85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3" name="TextBox 512">
              <a:extLst>
                <a:ext uri="{FF2B5EF4-FFF2-40B4-BE49-F238E27FC236}">
                  <a16:creationId xmlns:a16="http://schemas.microsoft.com/office/drawing/2014/main" id="{91A6F7F0-BEAD-D94C-3EC1-60F5B468FB1B}"/>
                </a:ext>
              </a:extLst>
            </p:cNvPr>
            <p:cNvSpPr txBox="1"/>
            <p:nvPr/>
          </p:nvSpPr>
          <p:spPr>
            <a:xfrm>
              <a:off x="9587762" y="722467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73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00CFA8E1-197A-3AC7-4F39-4F3C687BF040}"/>
                </a:ext>
              </a:extLst>
            </p:cNvPr>
            <p:cNvSpPr txBox="1"/>
            <p:nvPr/>
          </p:nvSpPr>
          <p:spPr>
            <a:xfrm>
              <a:off x="9604430" y="811239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74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515" name="그룹 514">
              <a:extLst>
                <a:ext uri="{FF2B5EF4-FFF2-40B4-BE49-F238E27FC236}">
                  <a16:creationId xmlns:a16="http://schemas.microsoft.com/office/drawing/2014/main" id="{4B715BF9-3036-4AFE-F706-E5F7989673D1}"/>
                </a:ext>
              </a:extLst>
            </p:cNvPr>
            <p:cNvGrpSpPr/>
            <p:nvPr/>
          </p:nvGrpSpPr>
          <p:grpSpPr>
            <a:xfrm>
              <a:off x="9554658" y="945132"/>
              <a:ext cx="250264" cy="72000"/>
              <a:chOff x="7902575" y="878878"/>
              <a:chExt cx="250264" cy="72000"/>
            </a:xfrm>
          </p:grpSpPr>
          <p:sp>
            <p:nvSpPr>
              <p:cNvPr id="552" name="타원 551">
                <a:extLst>
                  <a:ext uri="{FF2B5EF4-FFF2-40B4-BE49-F238E27FC236}">
                    <a16:creationId xmlns:a16="http://schemas.microsoft.com/office/drawing/2014/main" id="{7EFEFA2F-5651-ECBF-7F1C-5D59E4F1162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553" name="직선 화살표 연결선 552">
                <a:extLst>
                  <a:ext uri="{FF2B5EF4-FFF2-40B4-BE49-F238E27FC236}">
                    <a16:creationId xmlns:a16="http://schemas.microsoft.com/office/drawing/2014/main" id="{AA4BD3C0-E714-493B-4D18-2F40DA94A9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6" name="그룹 515">
              <a:extLst>
                <a:ext uri="{FF2B5EF4-FFF2-40B4-BE49-F238E27FC236}">
                  <a16:creationId xmlns:a16="http://schemas.microsoft.com/office/drawing/2014/main" id="{E23FFAF6-F594-E6E7-9FDE-0BC365B7906E}"/>
                </a:ext>
              </a:extLst>
            </p:cNvPr>
            <p:cNvGrpSpPr/>
            <p:nvPr/>
          </p:nvGrpSpPr>
          <p:grpSpPr>
            <a:xfrm>
              <a:off x="9554623" y="1033829"/>
              <a:ext cx="250264" cy="72000"/>
              <a:chOff x="7902575" y="878878"/>
              <a:chExt cx="250264" cy="72000"/>
            </a:xfrm>
          </p:grpSpPr>
          <p:sp>
            <p:nvSpPr>
              <p:cNvPr id="548" name="타원 547">
                <a:extLst>
                  <a:ext uri="{FF2B5EF4-FFF2-40B4-BE49-F238E27FC236}">
                    <a16:creationId xmlns:a16="http://schemas.microsoft.com/office/drawing/2014/main" id="{2915C013-9CE9-BDA8-E625-F8B39C8D90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549" name="직선 화살표 연결선 548">
                <a:extLst>
                  <a:ext uri="{FF2B5EF4-FFF2-40B4-BE49-F238E27FC236}">
                    <a16:creationId xmlns:a16="http://schemas.microsoft.com/office/drawing/2014/main" id="{0B16AF6D-6AB6-4ADA-919E-E2EE46BCF2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7" name="TextBox 516">
              <a:extLst>
                <a:ext uri="{FF2B5EF4-FFF2-40B4-BE49-F238E27FC236}">
                  <a16:creationId xmlns:a16="http://schemas.microsoft.com/office/drawing/2014/main" id="{ED5BC068-0018-7042-3F6E-2E8010059CF9}"/>
                </a:ext>
              </a:extLst>
            </p:cNvPr>
            <p:cNvSpPr txBox="1"/>
            <p:nvPr/>
          </p:nvSpPr>
          <p:spPr>
            <a:xfrm>
              <a:off x="9587762" y="899831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75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518" name="TextBox 517">
              <a:extLst>
                <a:ext uri="{FF2B5EF4-FFF2-40B4-BE49-F238E27FC236}">
                  <a16:creationId xmlns:a16="http://schemas.microsoft.com/office/drawing/2014/main" id="{872325CD-E024-A8BC-8AE8-FECCD0CD5EB8}"/>
                </a:ext>
              </a:extLst>
            </p:cNvPr>
            <p:cNvSpPr txBox="1"/>
            <p:nvPr/>
          </p:nvSpPr>
          <p:spPr>
            <a:xfrm>
              <a:off x="9604430" y="988603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76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519" name="그룹 518">
              <a:extLst>
                <a:ext uri="{FF2B5EF4-FFF2-40B4-BE49-F238E27FC236}">
                  <a16:creationId xmlns:a16="http://schemas.microsoft.com/office/drawing/2014/main" id="{B25E2022-5A9C-B804-9D69-C8AF306DF360}"/>
                </a:ext>
              </a:extLst>
            </p:cNvPr>
            <p:cNvGrpSpPr/>
            <p:nvPr/>
          </p:nvGrpSpPr>
          <p:grpSpPr>
            <a:xfrm>
              <a:off x="9553126" y="1123226"/>
              <a:ext cx="250264" cy="72000"/>
              <a:chOff x="7902575" y="878878"/>
              <a:chExt cx="250264" cy="72000"/>
            </a:xfrm>
          </p:grpSpPr>
          <p:sp>
            <p:nvSpPr>
              <p:cNvPr id="546" name="타원 545">
                <a:extLst>
                  <a:ext uri="{FF2B5EF4-FFF2-40B4-BE49-F238E27FC236}">
                    <a16:creationId xmlns:a16="http://schemas.microsoft.com/office/drawing/2014/main" id="{0E5AF649-41D1-98E0-F04D-4462893D1EE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547" name="직선 화살표 연결선 546">
                <a:extLst>
                  <a:ext uri="{FF2B5EF4-FFF2-40B4-BE49-F238E27FC236}">
                    <a16:creationId xmlns:a16="http://schemas.microsoft.com/office/drawing/2014/main" id="{25019E49-0B4C-BAD0-87E1-B85F7DCA46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0" name="그룹 519">
              <a:extLst>
                <a:ext uri="{FF2B5EF4-FFF2-40B4-BE49-F238E27FC236}">
                  <a16:creationId xmlns:a16="http://schemas.microsoft.com/office/drawing/2014/main" id="{EEAB4952-453A-76C1-1798-478B4913711F}"/>
                </a:ext>
              </a:extLst>
            </p:cNvPr>
            <p:cNvGrpSpPr/>
            <p:nvPr/>
          </p:nvGrpSpPr>
          <p:grpSpPr>
            <a:xfrm>
              <a:off x="9553091" y="1211923"/>
              <a:ext cx="250264" cy="72000"/>
              <a:chOff x="7902575" y="878878"/>
              <a:chExt cx="250264" cy="72000"/>
            </a:xfrm>
          </p:grpSpPr>
          <p:sp>
            <p:nvSpPr>
              <p:cNvPr id="531" name="타원 530">
                <a:extLst>
                  <a:ext uri="{FF2B5EF4-FFF2-40B4-BE49-F238E27FC236}">
                    <a16:creationId xmlns:a16="http://schemas.microsoft.com/office/drawing/2014/main" id="{BAD0FEDD-6CEA-AC5B-79EB-8561D0C189B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543" name="직선 화살표 연결선 542">
                <a:extLst>
                  <a:ext uri="{FF2B5EF4-FFF2-40B4-BE49-F238E27FC236}">
                    <a16:creationId xmlns:a16="http://schemas.microsoft.com/office/drawing/2014/main" id="{8EB09AC1-D404-3473-A1F7-0AA66D7C47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418C73A0-CA50-DDDB-AD3F-B20E892B949A}"/>
                </a:ext>
              </a:extLst>
            </p:cNvPr>
            <p:cNvSpPr txBox="1"/>
            <p:nvPr/>
          </p:nvSpPr>
          <p:spPr>
            <a:xfrm>
              <a:off x="9586230" y="1077925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77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522" name="TextBox 521">
              <a:extLst>
                <a:ext uri="{FF2B5EF4-FFF2-40B4-BE49-F238E27FC236}">
                  <a16:creationId xmlns:a16="http://schemas.microsoft.com/office/drawing/2014/main" id="{99170C3A-D38A-04EF-4C8D-E01B09186239}"/>
                </a:ext>
              </a:extLst>
            </p:cNvPr>
            <p:cNvSpPr txBox="1"/>
            <p:nvPr/>
          </p:nvSpPr>
          <p:spPr>
            <a:xfrm>
              <a:off x="9602898" y="1166697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78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523" name="그룹 522">
              <a:extLst>
                <a:ext uri="{FF2B5EF4-FFF2-40B4-BE49-F238E27FC236}">
                  <a16:creationId xmlns:a16="http://schemas.microsoft.com/office/drawing/2014/main" id="{E4EB9891-FA74-3F40-6695-A85CCFBA9CD2}"/>
                </a:ext>
              </a:extLst>
            </p:cNvPr>
            <p:cNvGrpSpPr/>
            <p:nvPr/>
          </p:nvGrpSpPr>
          <p:grpSpPr>
            <a:xfrm>
              <a:off x="9554658" y="1299036"/>
              <a:ext cx="250264" cy="72000"/>
              <a:chOff x="7902575" y="878878"/>
              <a:chExt cx="250264" cy="72000"/>
            </a:xfrm>
          </p:grpSpPr>
          <p:sp>
            <p:nvSpPr>
              <p:cNvPr id="529" name="타원 528">
                <a:extLst>
                  <a:ext uri="{FF2B5EF4-FFF2-40B4-BE49-F238E27FC236}">
                    <a16:creationId xmlns:a16="http://schemas.microsoft.com/office/drawing/2014/main" id="{672E1F8D-74BD-791E-3FC7-6864FA0A27E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530" name="직선 화살표 연결선 529">
                <a:extLst>
                  <a:ext uri="{FF2B5EF4-FFF2-40B4-BE49-F238E27FC236}">
                    <a16:creationId xmlns:a16="http://schemas.microsoft.com/office/drawing/2014/main" id="{5C5EF58B-339A-EE80-14EA-CB7FB64CF3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4" name="그룹 523">
              <a:extLst>
                <a:ext uri="{FF2B5EF4-FFF2-40B4-BE49-F238E27FC236}">
                  <a16:creationId xmlns:a16="http://schemas.microsoft.com/office/drawing/2014/main" id="{3C3EE60F-3A72-31E7-95BB-E69C5A7906F0}"/>
                </a:ext>
              </a:extLst>
            </p:cNvPr>
            <p:cNvGrpSpPr/>
            <p:nvPr/>
          </p:nvGrpSpPr>
          <p:grpSpPr>
            <a:xfrm>
              <a:off x="9554623" y="1387733"/>
              <a:ext cx="250264" cy="72000"/>
              <a:chOff x="7902575" y="878878"/>
              <a:chExt cx="250264" cy="72000"/>
            </a:xfrm>
          </p:grpSpPr>
          <p:sp>
            <p:nvSpPr>
              <p:cNvPr id="527" name="타원 526">
                <a:extLst>
                  <a:ext uri="{FF2B5EF4-FFF2-40B4-BE49-F238E27FC236}">
                    <a16:creationId xmlns:a16="http://schemas.microsoft.com/office/drawing/2014/main" id="{F877699F-B926-43CA-784F-3C9BD89E2F2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528" name="직선 화살표 연결선 527">
                <a:extLst>
                  <a:ext uri="{FF2B5EF4-FFF2-40B4-BE49-F238E27FC236}">
                    <a16:creationId xmlns:a16="http://schemas.microsoft.com/office/drawing/2014/main" id="{C9F352D2-D90B-F92B-01E9-9B2E573812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5" name="TextBox 524">
              <a:extLst>
                <a:ext uri="{FF2B5EF4-FFF2-40B4-BE49-F238E27FC236}">
                  <a16:creationId xmlns:a16="http://schemas.microsoft.com/office/drawing/2014/main" id="{30F9F90E-BDCF-F995-89BD-16E03A697E14}"/>
                </a:ext>
              </a:extLst>
            </p:cNvPr>
            <p:cNvSpPr txBox="1"/>
            <p:nvPr/>
          </p:nvSpPr>
          <p:spPr>
            <a:xfrm>
              <a:off x="9604430" y="1342507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80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D307F237-DD50-458E-593A-F512992217A7}"/>
                </a:ext>
              </a:extLst>
            </p:cNvPr>
            <p:cNvSpPr txBox="1"/>
            <p:nvPr/>
          </p:nvSpPr>
          <p:spPr>
            <a:xfrm>
              <a:off x="9602899" y="1257916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79</a:t>
              </a:r>
              <a:endParaRPr lang="ko-KR" altLang="en-US" sz="600" dirty="0">
                <a:latin typeface="+mn-ea"/>
              </a:endParaRPr>
            </a:p>
          </p:txBody>
        </p:sp>
      </p:grpSp>
      <p:cxnSp>
        <p:nvCxnSpPr>
          <p:cNvPr id="574" name="직선 연결선 573">
            <a:extLst>
              <a:ext uri="{FF2B5EF4-FFF2-40B4-BE49-F238E27FC236}">
                <a16:creationId xmlns:a16="http://schemas.microsoft.com/office/drawing/2014/main" id="{22BD3017-BB30-E42A-00B7-6383C2A42D8C}"/>
              </a:ext>
            </a:extLst>
          </p:cNvPr>
          <p:cNvCxnSpPr>
            <a:cxnSpLocks/>
          </p:cNvCxnSpPr>
          <p:nvPr/>
        </p:nvCxnSpPr>
        <p:spPr>
          <a:xfrm>
            <a:off x="10837053" y="2052963"/>
            <a:ext cx="0" cy="46983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5" name="TextBox 574">
            <a:extLst>
              <a:ext uri="{FF2B5EF4-FFF2-40B4-BE49-F238E27FC236}">
                <a16:creationId xmlns:a16="http://schemas.microsoft.com/office/drawing/2014/main" id="{8881D69F-61D0-FD7C-B40D-CB7C5716690C}"/>
              </a:ext>
            </a:extLst>
          </p:cNvPr>
          <p:cNvSpPr txBox="1"/>
          <p:nvPr/>
        </p:nvSpPr>
        <p:spPr>
          <a:xfrm>
            <a:off x="10253246" y="6676658"/>
            <a:ext cx="24084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GND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576" name="직선 화살표 연결선 575">
            <a:extLst>
              <a:ext uri="{FF2B5EF4-FFF2-40B4-BE49-F238E27FC236}">
                <a16:creationId xmlns:a16="http://schemas.microsoft.com/office/drawing/2014/main" id="{ECD93DD6-E84B-3D6A-F40E-2C3011990D09}"/>
              </a:ext>
            </a:extLst>
          </p:cNvPr>
          <p:cNvCxnSpPr>
            <a:cxnSpLocks/>
          </p:cNvCxnSpPr>
          <p:nvPr/>
        </p:nvCxnSpPr>
        <p:spPr>
          <a:xfrm>
            <a:off x="10731500" y="1911845"/>
            <a:ext cx="268267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" name="직선 화살표 연결선 576">
            <a:extLst>
              <a:ext uri="{FF2B5EF4-FFF2-40B4-BE49-F238E27FC236}">
                <a16:creationId xmlns:a16="http://schemas.microsoft.com/office/drawing/2014/main" id="{2BABA48C-A65F-43D3-9CE0-3D387AA3320A}"/>
              </a:ext>
            </a:extLst>
          </p:cNvPr>
          <p:cNvCxnSpPr>
            <a:cxnSpLocks/>
          </p:cNvCxnSpPr>
          <p:nvPr/>
        </p:nvCxnSpPr>
        <p:spPr>
          <a:xfrm>
            <a:off x="11274425" y="1908670"/>
            <a:ext cx="28892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직선 화살표 연결선 577">
            <a:extLst>
              <a:ext uri="{FF2B5EF4-FFF2-40B4-BE49-F238E27FC236}">
                <a16:creationId xmlns:a16="http://schemas.microsoft.com/office/drawing/2014/main" id="{69E64FE6-D081-58CD-242D-61E727DD3625}"/>
              </a:ext>
            </a:extLst>
          </p:cNvPr>
          <p:cNvCxnSpPr>
            <a:cxnSpLocks/>
          </p:cNvCxnSpPr>
          <p:nvPr/>
        </p:nvCxnSpPr>
        <p:spPr>
          <a:xfrm>
            <a:off x="11276360" y="6560297"/>
            <a:ext cx="16902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9" name="타원 578">
            <a:extLst>
              <a:ext uri="{FF2B5EF4-FFF2-40B4-BE49-F238E27FC236}">
                <a16:creationId xmlns:a16="http://schemas.microsoft.com/office/drawing/2014/main" id="{9321DF4A-5AEB-1DEF-FBB5-5AF344DF82B4}"/>
              </a:ext>
            </a:extLst>
          </p:cNvPr>
          <p:cNvSpPr>
            <a:spLocks noChangeAspect="1"/>
          </p:cNvSpPr>
          <p:nvPr/>
        </p:nvSpPr>
        <p:spPr>
          <a:xfrm>
            <a:off x="11422897" y="653530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0" name="타원 579">
            <a:extLst>
              <a:ext uri="{FF2B5EF4-FFF2-40B4-BE49-F238E27FC236}">
                <a16:creationId xmlns:a16="http://schemas.microsoft.com/office/drawing/2014/main" id="{91E24091-2E5E-7EB9-7B53-59AA40F29B9D}"/>
              </a:ext>
            </a:extLst>
          </p:cNvPr>
          <p:cNvSpPr>
            <a:spLocks noChangeAspect="1"/>
          </p:cNvSpPr>
          <p:nvPr/>
        </p:nvSpPr>
        <p:spPr>
          <a:xfrm>
            <a:off x="11003810" y="1855644"/>
            <a:ext cx="108000" cy="10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1" name="타원 580">
            <a:extLst>
              <a:ext uri="{FF2B5EF4-FFF2-40B4-BE49-F238E27FC236}">
                <a16:creationId xmlns:a16="http://schemas.microsoft.com/office/drawing/2014/main" id="{DED7BEA1-843D-1DB9-42BA-6695BDE2610E}"/>
              </a:ext>
            </a:extLst>
          </p:cNvPr>
          <p:cNvSpPr>
            <a:spLocks noChangeAspect="1"/>
          </p:cNvSpPr>
          <p:nvPr/>
        </p:nvSpPr>
        <p:spPr>
          <a:xfrm>
            <a:off x="11167895" y="1855644"/>
            <a:ext cx="108000" cy="10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2" name="타원 581">
            <a:extLst>
              <a:ext uri="{FF2B5EF4-FFF2-40B4-BE49-F238E27FC236}">
                <a16:creationId xmlns:a16="http://schemas.microsoft.com/office/drawing/2014/main" id="{9EB557EA-F4E3-1390-2CC9-08657DC8A8A5}"/>
              </a:ext>
            </a:extLst>
          </p:cNvPr>
          <p:cNvSpPr>
            <a:spLocks noChangeAspect="1"/>
          </p:cNvSpPr>
          <p:nvPr/>
        </p:nvSpPr>
        <p:spPr>
          <a:xfrm>
            <a:off x="11004275" y="6500921"/>
            <a:ext cx="108000" cy="10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3" name="타원 582">
            <a:extLst>
              <a:ext uri="{FF2B5EF4-FFF2-40B4-BE49-F238E27FC236}">
                <a16:creationId xmlns:a16="http://schemas.microsoft.com/office/drawing/2014/main" id="{62BDDF50-AF7D-3C69-A1E7-9CFC44DB9912}"/>
              </a:ext>
            </a:extLst>
          </p:cNvPr>
          <p:cNvSpPr>
            <a:spLocks noChangeAspect="1"/>
          </p:cNvSpPr>
          <p:nvPr/>
        </p:nvSpPr>
        <p:spPr>
          <a:xfrm>
            <a:off x="11168360" y="6500921"/>
            <a:ext cx="108000" cy="10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4" name="직사각형 583">
            <a:extLst>
              <a:ext uri="{FF2B5EF4-FFF2-40B4-BE49-F238E27FC236}">
                <a16:creationId xmlns:a16="http://schemas.microsoft.com/office/drawing/2014/main" id="{08A1B2FE-A301-0A5E-8253-83138DA91E44}"/>
              </a:ext>
            </a:extLst>
          </p:cNvPr>
          <p:cNvSpPr/>
          <p:nvPr/>
        </p:nvSpPr>
        <p:spPr>
          <a:xfrm>
            <a:off x="10889313" y="1793703"/>
            <a:ext cx="507674" cy="4863804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altLang="ko-KR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4139442A-169B-3A36-AA1B-CBDBE0548B53}"/>
              </a:ext>
            </a:extLst>
          </p:cNvPr>
          <p:cNvSpPr txBox="1"/>
          <p:nvPr/>
        </p:nvSpPr>
        <p:spPr>
          <a:xfrm>
            <a:off x="10815946" y="1657510"/>
            <a:ext cx="74267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b="1" dirty="0">
                <a:latin typeface="+mn-ea"/>
              </a:rPr>
              <a:t>J33 : to IDBB</a:t>
            </a:r>
            <a:endParaRPr lang="ko-KR" altLang="en-US" sz="800" b="1" dirty="0">
              <a:latin typeface="+mn-ea"/>
            </a:endParaRPr>
          </a:p>
        </p:txBody>
      </p:sp>
      <p:cxnSp>
        <p:nvCxnSpPr>
          <p:cNvPr id="586" name="직선 화살표 연결선 585">
            <a:extLst>
              <a:ext uri="{FF2B5EF4-FFF2-40B4-BE49-F238E27FC236}">
                <a16:creationId xmlns:a16="http://schemas.microsoft.com/office/drawing/2014/main" id="{BE5F795C-833C-8CF3-AC33-3C80C75D7AF2}"/>
              </a:ext>
            </a:extLst>
          </p:cNvPr>
          <p:cNvCxnSpPr>
            <a:cxnSpLocks/>
          </p:cNvCxnSpPr>
          <p:nvPr/>
        </p:nvCxnSpPr>
        <p:spPr>
          <a:xfrm>
            <a:off x="10842925" y="6555005"/>
            <a:ext cx="16159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7" name="그룹 586">
            <a:extLst>
              <a:ext uri="{FF2B5EF4-FFF2-40B4-BE49-F238E27FC236}">
                <a16:creationId xmlns:a16="http://schemas.microsoft.com/office/drawing/2014/main" id="{BD2D5A4B-59A2-EAAA-7A07-B621185D3A1C}"/>
              </a:ext>
            </a:extLst>
          </p:cNvPr>
          <p:cNvGrpSpPr/>
          <p:nvPr/>
        </p:nvGrpSpPr>
        <p:grpSpPr>
          <a:xfrm>
            <a:off x="10840730" y="5510689"/>
            <a:ext cx="253363" cy="915360"/>
            <a:chOff x="9553091" y="544373"/>
            <a:chExt cx="253363" cy="915360"/>
          </a:xfrm>
        </p:grpSpPr>
        <p:grpSp>
          <p:nvGrpSpPr>
            <p:cNvPr id="588" name="그룹 587">
              <a:extLst>
                <a:ext uri="{FF2B5EF4-FFF2-40B4-BE49-F238E27FC236}">
                  <a16:creationId xmlns:a16="http://schemas.microsoft.com/office/drawing/2014/main" id="{9CDB251C-A9F1-9024-D3DA-73A9708B153C}"/>
                </a:ext>
              </a:extLst>
            </p:cNvPr>
            <p:cNvGrpSpPr/>
            <p:nvPr/>
          </p:nvGrpSpPr>
          <p:grpSpPr>
            <a:xfrm>
              <a:off x="9556190" y="589674"/>
              <a:ext cx="250264" cy="72000"/>
              <a:chOff x="7902575" y="878878"/>
              <a:chExt cx="250264" cy="72000"/>
            </a:xfrm>
          </p:grpSpPr>
          <p:sp>
            <p:nvSpPr>
              <p:cNvPr id="707" name="타원 706">
                <a:extLst>
                  <a:ext uri="{FF2B5EF4-FFF2-40B4-BE49-F238E27FC236}">
                    <a16:creationId xmlns:a16="http://schemas.microsoft.com/office/drawing/2014/main" id="{3A1937D3-D681-154F-4C6D-ABE3C7EB256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708" name="직선 화살표 연결선 707">
                <a:extLst>
                  <a:ext uri="{FF2B5EF4-FFF2-40B4-BE49-F238E27FC236}">
                    <a16:creationId xmlns:a16="http://schemas.microsoft.com/office/drawing/2014/main" id="{A13EFDAB-E52B-3A67-009E-6681E1E99E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9" name="그룹 588">
              <a:extLst>
                <a:ext uri="{FF2B5EF4-FFF2-40B4-BE49-F238E27FC236}">
                  <a16:creationId xmlns:a16="http://schemas.microsoft.com/office/drawing/2014/main" id="{A367743E-6063-02A4-2CB6-EC9647236D44}"/>
                </a:ext>
              </a:extLst>
            </p:cNvPr>
            <p:cNvGrpSpPr/>
            <p:nvPr/>
          </p:nvGrpSpPr>
          <p:grpSpPr>
            <a:xfrm>
              <a:off x="9556155" y="678371"/>
              <a:ext cx="250264" cy="72000"/>
              <a:chOff x="7902575" y="878878"/>
              <a:chExt cx="250264" cy="72000"/>
            </a:xfrm>
          </p:grpSpPr>
          <p:sp>
            <p:nvSpPr>
              <p:cNvPr id="705" name="타원 704">
                <a:extLst>
                  <a:ext uri="{FF2B5EF4-FFF2-40B4-BE49-F238E27FC236}">
                    <a16:creationId xmlns:a16="http://schemas.microsoft.com/office/drawing/2014/main" id="{139581BC-6453-CE07-DB46-FC75E947E29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706" name="직선 화살표 연결선 705">
                <a:extLst>
                  <a:ext uri="{FF2B5EF4-FFF2-40B4-BE49-F238E27FC236}">
                    <a16:creationId xmlns:a16="http://schemas.microsoft.com/office/drawing/2014/main" id="{787D9A57-C2FF-0D35-B574-43B9938B95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0" name="TextBox 589">
              <a:extLst>
                <a:ext uri="{FF2B5EF4-FFF2-40B4-BE49-F238E27FC236}">
                  <a16:creationId xmlns:a16="http://schemas.microsoft.com/office/drawing/2014/main" id="{A25A3E69-E1D1-DB3B-E850-673F24234866}"/>
                </a:ext>
              </a:extLst>
            </p:cNvPr>
            <p:cNvSpPr txBox="1"/>
            <p:nvPr/>
          </p:nvSpPr>
          <p:spPr>
            <a:xfrm>
              <a:off x="9589294" y="544373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41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591" name="TextBox 590">
              <a:extLst>
                <a:ext uri="{FF2B5EF4-FFF2-40B4-BE49-F238E27FC236}">
                  <a16:creationId xmlns:a16="http://schemas.microsoft.com/office/drawing/2014/main" id="{3542D943-F9D1-4EC8-1172-1077734B449A}"/>
                </a:ext>
              </a:extLst>
            </p:cNvPr>
            <p:cNvSpPr txBox="1"/>
            <p:nvPr/>
          </p:nvSpPr>
          <p:spPr>
            <a:xfrm>
              <a:off x="9605962" y="633145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42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592" name="그룹 591">
              <a:extLst>
                <a:ext uri="{FF2B5EF4-FFF2-40B4-BE49-F238E27FC236}">
                  <a16:creationId xmlns:a16="http://schemas.microsoft.com/office/drawing/2014/main" id="{23803B20-9B4D-45FB-610B-8888E7620AFE}"/>
                </a:ext>
              </a:extLst>
            </p:cNvPr>
            <p:cNvGrpSpPr/>
            <p:nvPr/>
          </p:nvGrpSpPr>
          <p:grpSpPr>
            <a:xfrm>
              <a:off x="9554658" y="767768"/>
              <a:ext cx="250264" cy="72000"/>
              <a:chOff x="7902575" y="878878"/>
              <a:chExt cx="250264" cy="72000"/>
            </a:xfrm>
          </p:grpSpPr>
          <p:sp>
            <p:nvSpPr>
              <p:cNvPr id="697" name="타원 696">
                <a:extLst>
                  <a:ext uri="{FF2B5EF4-FFF2-40B4-BE49-F238E27FC236}">
                    <a16:creationId xmlns:a16="http://schemas.microsoft.com/office/drawing/2014/main" id="{53011F22-7CBA-98AE-428C-24875E4F14E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704" name="직선 화살표 연결선 703">
                <a:extLst>
                  <a:ext uri="{FF2B5EF4-FFF2-40B4-BE49-F238E27FC236}">
                    <a16:creationId xmlns:a16="http://schemas.microsoft.com/office/drawing/2014/main" id="{3910AB75-BDB3-8504-300B-ED6984A247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3" name="그룹 592">
              <a:extLst>
                <a:ext uri="{FF2B5EF4-FFF2-40B4-BE49-F238E27FC236}">
                  <a16:creationId xmlns:a16="http://schemas.microsoft.com/office/drawing/2014/main" id="{BE84F069-8ED5-4717-E86E-B7F526FAA3C2}"/>
                </a:ext>
              </a:extLst>
            </p:cNvPr>
            <p:cNvGrpSpPr/>
            <p:nvPr/>
          </p:nvGrpSpPr>
          <p:grpSpPr>
            <a:xfrm>
              <a:off x="9554623" y="856465"/>
              <a:ext cx="250264" cy="72000"/>
              <a:chOff x="7902575" y="878878"/>
              <a:chExt cx="250264" cy="72000"/>
            </a:xfrm>
          </p:grpSpPr>
          <p:sp>
            <p:nvSpPr>
              <p:cNvPr id="694" name="타원 693">
                <a:extLst>
                  <a:ext uri="{FF2B5EF4-FFF2-40B4-BE49-F238E27FC236}">
                    <a16:creationId xmlns:a16="http://schemas.microsoft.com/office/drawing/2014/main" id="{228243B6-F015-4987-2457-FFA535C508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696" name="직선 화살표 연결선 695">
                <a:extLst>
                  <a:ext uri="{FF2B5EF4-FFF2-40B4-BE49-F238E27FC236}">
                    <a16:creationId xmlns:a16="http://schemas.microsoft.com/office/drawing/2014/main" id="{4AA5C833-EA61-3D58-20D6-8B49344FEC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4" name="TextBox 593">
              <a:extLst>
                <a:ext uri="{FF2B5EF4-FFF2-40B4-BE49-F238E27FC236}">
                  <a16:creationId xmlns:a16="http://schemas.microsoft.com/office/drawing/2014/main" id="{ED9E648E-85EE-4020-5213-D890C9C3C53B}"/>
                </a:ext>
              </a:extLst>
            </p:cNvPr>
            <p:cNvSpPr txBox="1"/>
            <p:nvPr/>
          </p:nvSpPr>
          <p:spPr>
            <a:xfrm>
              <a:off x="9587762" y="722467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43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595" name="TextBox 594">
              <a:extLst>
                <a:ext uri="{FF2B5EF4-FFF2-40B4-BE49-F238E27FC236}">
                  <a16:creationId xmlns:a16="http://schemas.microsoft.com/office/drawing/2014/main" id="{A8C9473F-8BBC-BC11-3E0D-3D6EED19C195}"/>
                </a:ext>
              </a:extLst>
            </p:cNvPr>
            <p:cNvSpPr txBox="1"/>
            <p:nvPr/>
          </p:nvSpPr>
          <p:spPr>
            <a:xfrm>
              <a:off x="9604430" y="811239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44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596" name="그룹 595">
              <a:extLst>
                <a:ext uri="{FF2B5EF4-FFF2-40B4-BE49-F238E27FC236}">
                  <a16:creationId xmlns:a16="http://schemas.microsoft.com/office/drawing/2014/main" id="{BC856B0B-7CC4-2FE0-435C-4224ACA6150A}"/>
                </a:ext>
              </a:extLst>
            </p:cNvPr>
            <p:cNvGrpSpPr/>
            <p:nvPr/>
          </p:nvGrpSpPr>
          <p:grpSpPr>
            <a:xfrm>
              <a:off x="9554658" y="945132"/>
              <a:ext cx="250264" cy="72000"/>
              <a:chOff x="7902575" y="878878"/>
              <a:chExt cx="250264" cy="72000"/>
            </a:xfrm>
          </p:grpSpPr>
          <p:sp>
            <p:nvSpPr>
              <p:cNvPr id="691" name="타원 690">
                <a:extLst>
                  <a:ext uri="{FF2B5EF4-FFF2-40B4-BE49-F238E27FC236}">
                    <a16:creationId xmlns:a16="http://schemas.microsoft.com/office/drawing/2014/main" id="{DC95855C-EE04-79BF-1073-DF7EE4B761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692" name="직선 화살표 연결선 691">
                <a:extLst>
                  <a:ext uri="{FF2B5EF4-FFF2-40B4-BE49-F238E27FC236}">
                    <a16:creationId xmlns:a16="http://schemas.microsoft.com/office/drawing/2014/main" id="{AB8B7792-5575-D8DE-CB10-0B4920D41B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7" name="그룹 596">
              <a:extLst>
                <a:ext uri="{FF2B5EF4-FFF2-40B4-BE49-F238E27FC236}">
                  <a16:creationId xmlns:a16="http://schemas.microsoft.com/office/drawing/2014/main" id="{992888EA-844B-0D19-E32C-E0727C98614E}"/>
                </a:ext>
              </a:extLst>
            </p:cNvPr>
            <p:cNvGrpSpPr/>
            <p:nvPr/>
          </p:nvGrpSpPr>
          <p:grpSpPr>
            <a:xfrm>
              <a:off x="9554623" y="1033829"/>
              <a:ext cx="250264" cy="72000"/>
              <a:chOff x="7902575" y="878878"/>
              <a:chExt cx="250264" cy="72000"/>
            </a:xfrm>
          </p:grpSpPr>
          <p:sp>
            <p:nvSpPr>
              <p:cNvPr id="654" name="타원 653">
                <a:extLst>
                  <a:ext uri="{FF2B5EF4-FFF2-40B4-BE49-F238E27FC236}">
                    <a16:creationId xmlns:a16="http://schemas.microsoft.com/office/drawing/2014/main" id="{1D368C23-DD2A-4BEB-9FFB-8FAFAC0B8B5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689" name="직선 화살표 연결선 688">
                <a:extLst>
                  <a:ext uri="{FF2B5EF4-FFF2-40B4-BE49-F238E27FC236}">
                    <a16:creationId xmlns:a16="http://schemas.microsoft.com/office/drawing/2014/main" id="{D6B50213-D6E7-1C94-DD0E-BB586491BC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8" name="TextBox 597">
              <a:extLst>
                <a:ext uri="{FF2B5EF4-FFF2-40B4-BE49-F238E27FC236}">
                  <a16:creationId xmlns:a16="http://schemas.microsoft.com/office/drawing/2014/main" id="{F1EBFD45-B5FA-F9D8-459B-3A88595332AC}"/>
                </a:ext>
              </a:extLst>
            </p:cNvPr>
            <p:cNvSpPr txBox="1"/>
            <p:nvPr/>
          </p:nvSpPr>
          <p:spPr>
            <a:xfrm>
              <a:off x="9587762" y="899831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45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599" name="TextBox 598">
              <a:extLst>
                <a:ext uri="{FF2B5EF4-FFF2-40B4-BE49-F238E27FC236}">
                  <a16:creationId xmlns:a16="http://schemas.microsoft.com/office/drawing/2014/main" id="{6459D184-7828-CDFC-E148-44166E5CDB33}"/>
                </a:ext>
              </a:extLst>
            </p:cNvPr>
            <p:cNvSpPr txBox="1"/>
            <p:nvPr/>
          </p:nvSpPr>
          <p:spPr>
            <a:xfrm>
              <a:off x="9604430" y="988603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46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606" name="그룹 605">
              <a:extLst>
                <a:ext uri="{FF2B5EF4-FFF2-40B4-BE49-F238E27FC236}">
                  <a16:creationId xmlns:a16="http://schemas.microsoft.com/office/drawing/2014/main" id="{E28AAB46-4A9D-D179-2405-1FBD50F16CAE}"/>
                </a:ext>
              </a:extLst>
            </p:cNvPr>
            <p:cNvGrpSpPr/>
            <p:nvPr/>
          </p:nvGrpSpPr>
          <p:grpSpPr>
            <a:xfrm>
              <a:off x="9553126" y="1123226"/>
              <a:ext cx="250264" cy="72000"/>
              <a:chOff x="7902575" y="878878"/>
              <a:chExt cx="250264" cy="72000"/>
            </a:xfrm>
          </p:grpSpPr>
          <p:sp>
            <p:nvSpPr>
              <p:cNvPr id="643" name="타원 642">
                <a:extLst>
                  <a:ext uri="{FF2B5EF4-FFF2-40B4-BE49-F238E27FC236}">
                    <a16:creationId xmlns:a16="http://schemas.microsoft.com/office/drawing/2014/main" id="{E8EA7852-C0EC-CBF7-DA69-2DDF3F18F99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653" name="직선 화살표 연결선 652">
                <a:extLst>
                  <a:ext uri="{FF2B5EF4-FFF2-40B4-BE49-F238E27FC236}">
                    <a16:creationId xmlns:a16="http://schemas.microsoft.com/office/drawing/2014/main" id="{AD178F6A-F2B9-9D6F-B128-76C8B79A74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7" name="그룹 606">
              <a:extLst>
                <a:ext uri="{FF2B5EF4-FFF2-40B4-BE49-F238E27FC236}">
                  <a16:creationId xmlns:a16="http://schemas.microsoft.com/office/drawing/2014/main" id="{18AD214D-07D7-254F-2FB1-BFF2CB05831C}"/>
                </a:ext>
              </a:extLst>
            </p:cNvPr>
            <p:cNvGrpSpPr/>
            <p:nvPr/>
          </p:nvGrpSpPr>
          <p:grpSpPr>
            <a:xfrm>
              <a:off x="9553091" y="1211923"/>
              <a:ext cx="250264" cy="72000"/>
              <a:chOff x="7902575" y="878878"/>
              <a:chExt cx="250264" cy="72000"/>
            </a:xfrm>
          </p:grpSpPr>
          <p:sp>
            <p:nvSpPr>
              <p:cNvPr id="625" name="타원 624">
                <a:extLst>
                  <a:ext uri="{FF2B5EF4-FFF2-40B4-BE49-F238E27FC236}">
                    <a16:creationId xmlns:a16="http://schemas.microsoft.com/office/drawing/2014/main" id="{192B56F6-7FCC-1EC6-0C39-0D591DCC46F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641" name="직선 화살표 연결선 640">
                <a:extLst>
                  <a:ext uri="{FF2B5EF4-FFF2-40B4-BE49-F238E27FC236}">
                    <a16:creationId xmlns:a16="http://schemas.microsoft.com/office/drawing/2014/main" id="{C50EE5C4-E3C0-C6A6-C6A9-DDD41B3D29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9" name="TextBox 608">
              <a:extLst>
                <a:ext uri="{FF2B5EF4-FFF2-40B4-BE49-F238E27FC236}">
                  <a16:creationId xmlns:a16="http://schemas.microsoft.com/office/drawing/2014/main" id="{4D5230EB-8A33-1FA8-E05B-D60FB12BD5E9}"/>
                </a:ext>
              </a:extLst>
            </p:cNvPr>
            <p:cNvSpPr txBox="1"/>
            <p:nvPr/>
          </p:nvSpPr>
          <p:spPr>
            <a:xfrm>
              <a:off x="9586230" y="1077925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47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610" name="TextBox 609">
              <a:extLst>
                <a:ext uri="{FF2B5EF4-FFF2-40B4-BE49-F238E27FC236}">
                  <a16:creationId xmlns:a16="http://schemas.microsoft.com/office/drawing/2014/main" id="{8E10DB14-9789-4E29-0F82-EC37FAEBDF33}"/>
                </a:ext>
              </a:extLst>
            </p:cNvPr>
            <p:cNvSpPr txBox="1"/>
            <p:nvPr/>
          </p:nvSpPr>
          <p:spPr>
            <a:xfrm>
              <a:off x="9602898" y="1166697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48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611" name="그룹 610">
              <a:extLst>
                <a:ext uri="{FF2B5EF4-FFF2-40B4-BE49-F238E27FC236}">
                  <a16:creationId xmlns:a16="http://schemas.microsoft.com/office/drawing/2014/main" id="{76FA8E6A-8F80-3959-5CA0-624B6916E679}"/>
                </a:ext>
              </a:extLst>
            </p:cNvPr>
            <p:cNvGrpSpPr/>
            <p:nvPr/>
          </p:nvGrpSpPr>
          <p:grpSpPr>
            <a:xfrm>
              <a:off x="9554658" y="1299036"/>
              <a:ext cx="250264" cy="72000"/>
              <a:chOff x="7902575" y="878878"/>
              <a:chExt cx="250264" cy="72000"/>
            </a:xfrm>
          </p:grpSpPr>
          <p:sp>
            <p:nvSpPr>
              <p:cNvPr id="623" name="타원 622">
                <a:extLst>
                  <a:ext uri="{FF2B5EF4-FFF2-40B4-BE49-F238E27FC236}">
                    <a16:creationId xmlns:a16="http://schemas.microsoft.com/office/drawing/2014/main" id="{B05215CB-301D-4BBA-7731-9744F89228C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624" name="직선 화살표 연결선 623">
                <a:extLst>
                  <a:ext uri="{FF2B5EF4-FFF2-40B4-BE49-F238E27FC236}">
                    <a16:creationId xmlns:a16="http://schemas.microsoft.com/office/drawing/2014/main" id="{1F713800-E5CB-8362-A8C9-84726AD0EE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3" name="그룹 612">
              <a:extLst>
                <a:ext uri="{FF2B5EF4-FFF2-40B4-BE49-F238E27FC236}">
                  <a16:creationId xmlns:a16="http://schemas.microsoft.com/office/drawing/2014/main" id="{1F5AEE6B-96A3-EFAA-7D0B-45E7B3BC8AA7}"/>
                </a:ext>
              </a:extLst>
            </p:cNvPr>
            <p:cNvGrpSpPr/>
            <p:nvPr/>
          </p:nvGrpSpPr>
          <p:grpSpPr>
            <a:xfrm>
              <a:off x="9554623" y="1387733"/>
              <a:ext cx="250264" cy="72000"/>
              <a:chOff x="7902575" y="878878"/>
              <a:chExt cx="250264" cy="72000"/>
            </a:xfrm>
          </p:grpSpPr>
          <p:sp>
            <p:nvSpPr>
              <p:cNvPr id="619" name="타원 618">
                <a:extLst>
                  <a:ext uri="{FF2B5EF4-FFF2-40B4-BE49-F238E27FC236}">
                    <a16:creationId xmlns:a16="http://schemas.microsoft.com/office/drawing/2014/main" id="{344E1AE0-AD55-5D0A-50D0-A7224FD3241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620" name="직선 화살표 연결선 619">
                <a:extLst>
                  <a:ext uri="{FF2B5EF4-FFF2-40B4-BE49-F238E27FC236}">
                    <a16:creationId xmlns:a16="http://schemas.microsoft.com/office/drawing/2014/main" id="{03DD7134-8098-D65E-FBA9-39F9724354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7" name="TextBox 616">
              <a:extLst>
                <a:ext uri="{FF2B5EF4-FFF2-40B4-BE49-F238E27FC236}">
                  <a16:creationId xmlns:a16="http://schemas.microsoft.com/office/drawing/2014/main" id="{C7589C8E-13BD-451F-E026-6871E4AAE7C9}"/>
                </a:ext>
              </a:extLst>
            </p:cNvPr>
            <p:cNvSpPr txBox="1"/>
            <p:nvPr/>
          </p:nvSpPr>
          <p:spPr>
            <a:xfrm>
              <a:off x="9604430" y="1342507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50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618" name="TextBox 617">
              <a:extLst>
                <a:ext uri="{FF2B5EF4-FFF2-40B4-BE49-F238E27FC236}">
                  <a16:creationId xmlns:a16="http://schemas.microsoft.com/office/drawing/2014/main" id="{1BF2FFFE-BE74-6103-A94A-764C1CE07371}"/>
                </a:ext>
              </a:extLst>
            </p:cNvPr>
            <p:cNvSpPr txBox="1"/>
            <p:nvPr/>
          </p:nvSpPr>
          <p:spPr>
            <a:xfrm>
              <a:off x="9602899" y="1257916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49</a:t>
              </a:r>
              <a:endParaRPr lang="ko-KR" altLang="en-US" sz="600" dirty="0">
                <a:latin typeface="+mn-ea"/>
              </a:endParaRPr>
            </a:p>
          </p:txBody>
        </p:sp>
      </p:grpSp>
      <p:grpSp>
        <p:nvGrpSpPr>
          <p:cNvPr id="709" name="그룹 708">
            <a:extLst>
              <a:ext uri="{FF2B5EF4-FFF2-40B4-BE49-F238E27FC236}">
                <a16:creationId xmlns:a16="http://schemas.microsoft.com/office/drawing/2014/main" id="{CA91B51A-CF01-12E5-D578-72B9738C298E}"/>
              </a:ext>
            </a:extLst>
          </p:cNvPr>
          <p:cNvGrpSpPr/>
          <p:nvPr/>
        </p:nvGrpSpPr>
        <p:grpSpPr>
          <a:xfrm flipH="1">
            <a:off x="11190104" y="5512275"/>
            <a:ext cx="253363" cy="915360"/>
            <a:chOff x="9553091" y="544373"/>
            <a:chExt cx="253363" cy="915360"/>
          </a:xfrm>
        </p:grpSpPr>
        <p:grpSp>
          <p:nvGrpSpPr>
            <p:cNvPr id="710" name="그룹 709">
              <a:extLst>
                <a:ext uri="{FF2B5EF4-FFF2-40B4-BE49-F238E27FC236}">
                  <a16:creationId xmlns:a16="http://schemas.microsoft.com/office/drawing/2014/main" id="{261F146A-A1C7-9F68-C1A5-D2272C40A125}"/>
                </a:ext>
              </a:extLst>
            </p:cNvPr>
            <p:cNvGrpSpPr/>
            <p:nvPr/>
          </p:nvGrpSpPr>
          <p:grpSpPr>
            <a:xfrm>
              <a:off x="9556190" y="589674"/>
              <a:ext cx="250264" cy="72000"/>
              <a:chOff x="7902575" y="878878"/>
              <a:chExt cx="250264" cy="72000"/>
            </a:xfrm>
          </p:grpSpPr>
          <p:sp>
            <p:nvSpPr>
              <p:cNvPr id="750" name="타원 749">
                <a:extLst>
                  <a:ext uri="{FF2B5EF4-FFF2-40B4-BE49-F238E27FC236}">
                    <a16:creationId xmlns:a16="http://schemas.microsoft.com/office/drawing/2014/main" id="{34E75F21-2A14-DFCB-82AB-AAF161DEF7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751" name="직선 화살표 연결선 750">
                <a:extLst>
                  <a:ext uri="{FF2B5EF4-FFF2-40B4-BE49-F238E27FC236}">
                    <a16:creationId xmlns:a16="http://schemas.microsoft.com/office/drawing/2014/main" id="{4FE606CD-0072-E061-15FA-9AD5E52B98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1" name="그룹 710">
              <a:extLst>
                <a:ext uri="{FF2B5EF4-FFF2-40B4-BE49-F238E27FC236}">
                  <a16:creationId xmlns:a16="http://schemas.microsoft.com/office/drawing/2014/main" id="{89F30C68-BF4F-B9AA-D79C-7BBD8B7233A6}"/>
                </a:ext>
              </a:extLst>
            </p:cNvPr>
            <p:cNvGrpSpPr/>
            <p:nvPr/>
          </p:nvGrpSpPr>
          <p:grpSpPr>
            <a:xfrm>
              <a:off x="9556155" y="678371"/>
              <a:ext cx="250264" cy="72000"/>
              <a:chOff x="7902575" y="878878"/>
              <a:chExt cx="250264" cy="72000"/>
            </a:xfrm>
          </p:grpSpPr>
          <p:sp>
            <p:nvSpPr>
              <p:cNvPr id="748" name="타원 747">
                <a:extLst>
                  <a:ext uri="{FF2B5EF4-FFF2-40B4-BE49-F238E27FC236}">
                    <a16:creationId xmlns:a16="http://schemas.microsoft.com/office/drawing/2014/main" id="{C9F6F97C-8477-3270-2659-DE0FEF72936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749" name="직선 화살표 연결선 748">
                <a:extLst>
                  <a:ext uri="{FF2B5EF4-FFF2-40B4-BE49-F238E27FC236}">
                    <a16:creationId xmlns:a16="http://schemas.microsoft.com/office/drawing/2014/main" id="{7C437AC2-3BE9-BAF0-70D7-7CBF99B4A8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2" name="TextBox 711">
              <a:extLst>
                <a:ext uri="{FF2B5EF4-FFF2-40B4-BE49-F238E27FC236}">
                  <a16:creationId xmlns:a16="http://schemas.microsoft.com/office/drawing/2014/main" id="{964CC2E2-4F10-BB3B-0C6B-BE90A66AC226}"/>
                </a:ext>
              </a:extLst>
            </p:cNvPr>
            <p:cNvSpPr txBox="1"/>
            <p:nvPr/>
          </p:nvSpPr>
          <p:spPr>
            <a:xfrm>
              <a:off x="9589294" y="544373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91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13" name="TextBox 712">
              <a:extLst>
                <a:ext uri="{FF2B5EF4-FFF2-40B4-BE49-F238E27FC236}">
                  <a16:creationId xmlns:a16="http://schemas.microsoft.com/office/drawing/2014/main" id="{9BC0CBBB-DE97-A840-D3FD-A41D7AEE4C5B}"/>
                </a:ext>
              </a:extLst>
            </p:cNvPr>
            <p:cNvSpPr txBox="1"/>
            <p:nvPr/>
          </p:nvSpPr>
          <p:spPr>
            <a:xfrm>
              <a:off x="9605962" y="633145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92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714" name="그룹 713">
              <a:extLst>
                <a:ext uri="{FF2B5EF4-FFF2-40B4-BE49-F238E27FC236}">
                  <a16:creationId xmlns:a16="http://schemas.microsoft.com/office/drawing/2014/main" id="{3126D269-2DBC-B189-4206-3AB54F159CE2}"/>
                </a:ext>
              </a:extLst>
            </p:cNvPr>
            <p:cNvGrpSpPr/>
            <p:nvPr/>
          </p:nvGrpSpPr>
          <p:grpSpPr>
            <a:xfrm>
              <a:off x="9554658" y="767768"/>
              <a:ext cx="250264" cy="72000"/>
              <a:chOff x="7902575" y="878878"/>
              <a:chExt cx="250264" cy="72000"/>
            </a:xfrm>
          </p:grpSpPr>
          <p:sp>
            <p:nvSpPr>
              <p:cNvPr id="746" name="타원 745">
                <a:extLst>
                  <a:ext uri="{FF2B5EF4-FFF2-40B4-BE49-F238E27FC236}">
                    <a16:creationId xmlns:a16="http://schemas.microsoft.com/office/drawing/2014/main" id="{B31E0BC9-3EF9-B79F-B4A0-A49D6A1BA5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747" name="직선 화살표 연결선 746">
                <a:extLst>
                  <a:ext uri="{FF2B5EF4-FFF2-40B4-BE49-F238E27FC236}">
                    <a16:creationId xmlns:a16="http://schemas.microsoft.com/office/drawing/2014/main" id="{47BC3EA6-6188-C9E5-C277-93CE2EABE7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7" name="그룹 716">
              <a:extLst>
                <a:ext uri="{FF2B5EF4-FFF2-40B4-BE49-F238E27FC236}">
                  <a16:creationId xmlns:a16="http://schemas.microsoft.com/office/drawing/2014/main" id="{D0B6269E-5411-CCA6-A58B-E0FA5B11508E}"/>
                </a:ext>
              </a:extLst>
            </p:cNvPr>
            <p:cNvGrpSpPr/>
            <p:nvPr/>
          </p:nvGrpSpPr>
          <p:grpSpPr>
            <a:xfrm>
              <a:off x="9554623" y="856465"/>
              <a:ext cx="250264" cy="72000"/>
              <a:chOff x="7902575" y="878878"/>
              <a:chExt cx="250264" cy="72000"/>
            </a:xfrm>
          </p:grpSpPr>
          <p:sp>
            <p:nvSpPr>
              <p:cNvPr id="744" name="타원 743">
                <a:extLst>
                  <a:ext uri="{FF2B5EF4-FFF2-40B4-BE49-F238E27FC236}">
                    <a16:creationId xmlns:a16="http://schemas.microsoft.com/office/drawing/2014/main" id="{06BFF2F8-7B13-58CB-E154-627CFB8D96F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745" name="직선 화살표 연결선 744">
                <a:extLst>
                  <a:ext uri="{FF2B5EF4-FFF2-40B4-BE49-F238E27FC236}">
                    <a16:creationId xmlns:a16="http://schemas.microsoft.com/office/drawing/2014/main" id="{AA534E35-4AE0-1534-F58B-5A7D9B0376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8" name="TextBox 717">
              <a:extLst>
                <a:ext uri="{FF2B5EF4-FFF2-40B4-BE49-F238E27FC236}">
                  <a16:creationId xmlns:a16="http://schemas.microsoft.com/office/drawing/2014/main" id="{23B8A825-DF7B-D729-5EA2-E308D2ADCED4}"/>
                </a:ext>
              </a:extLst>
            </p:cNvPr>
            <p:cNvSpPr txBox="1"/>
            <p:nvPr/>
          </p:nvSpPr>
          <p:spPr>
            <a:xfrm>
              <a:off x="9587762" y="722467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93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19" name="TextBox 718">
              <a:extLst>
                <a:ext uri="{FF2B5EF4-FFF2-40B4-BE49-F238E27FC236}">
                  <a16:creationId xmlns:a16="http://schemas.microsoft.com/office/drawing/2014/main" id="{94E332C2-8813-AABC-A18B-602C6CCAB1A3}"/>
                </a:ext>
              </a:extLst>
            </p:cNvPr>
            <p:cNvSpPr txBox="1"/>
            <p:nvPr/>
          </p:nvSpPr>
          <p:spPr>
            <a:xfrm>
              <a:off x="9604430" y="811239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94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720" name="그룹 719">
              <a:extLst>
                <a:ext uri="{FF2B5EF4-FFF2-40B4-BE49-F238E27FC236}">
                  <a16:creationId xmlns:a16="http://schemas.microsoft.com/office/drawing/2014/main" id="{D1E873C9-CD01-F7CC-E16C-7983A3464800}"/>
                </a:ext>
              </a:extLst>
            </p:cNvPr>
            <p:cNvGrpSpPr/>
            <p:nvPr/>
          </p:nvGrpSpPr>
          <p:grpSpPr>
            <a:xfrm>
              <a:off x="9554658" y="945132"/>
              <a:ext cx="250264" cy="72000"/>
              <a:chOff x="7902575" y="878878"/>
              <a:chExt cx="250264" cy="72000"/>
            </a:xfrm>
          </p:grpSpPr>
          <p:sp>
            <p:nvSpPr>
              <p:cNvPr id="742" name="타원 741">
                <a:extLst>
                  <a:ext uri="{FF2B5EF4-FFF2-40B4-BE49-F238E27FC236}">
                    <a16:creationId xmlns:a16="http://schemas.microsoft.com/office/drawing/2014/main" id="{3E694E61-5570-1E2B-5047-838B6BB6631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743" name="직선 화살표 연결선 742">
                <a:extLst>
                  <a:ext uri="{FF2B5EF4-FFF2-40B4-BE49-F238E27FC236}">
                    <a16:creationId xmlns:a16="http://schemas.microsoft.com/office/drawing/2014/main" id="{04A5AE82-3AED-89E1-F6DE-7D0AC08293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1" name="그룹 720">
              <a:extLst>
                <a:ext uri="{FF2B5EF4-FFF2-40B4-BE49-F238E27FC236}">
                  <a16:creationId xmlns:a16="http://schemas.microsoft.com/office/drawing/2014/main" id="{CD1C1EB1-1E27-2AB7-4B54-31A826436A0E}"/>
                </a:ext>
              </a:extLst>
            </p:cNvPr>
            <p:cNvGrpSpPr/>
            <p:nvPr/>
          </p:nvGrpSpPr>
          <p:grpSpPr>
            <a:xfrm>
              <a:off x="9554623" y="1033829"/>
              <a:ext cx="250264" cy="72000"/>
              <a:chOff x="7902575" y="878878"/>
              <a:chExt cx="250264" cy="72000"/>
            </a:xfrm>
          </p:grpSpPr>
          <p:sp>
            <p:nvSpPr>
              <p:cNvPr id="740" name="타원 739">
                <a:extLst>
                  <a:ext uri="{FF2B5EF4-FFF2-40B4-BE49-F238E27FC236}">
                    <a16:creationId xmlns:a16="http://schemas.microsoft.com/office/drawing/2014/main" id="{0ADD6181-9B90-A5EB-C518-DAC5B5D27B5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741" name="직선 화살표 연결선 740">
                <a:extLst>
                  <a:ext uri="{FF2B5EF4-FFF2-40B4-BE49-F238E27FC236}">
                    <a16:creationId xmlns:a16="http://schemas.microsoft.com/office/drawing/2014/main" id="{2AFD9318-16DB-237B-32DB-6E5220CA45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2" name="TextBox 721">
              <a:extLst>
                <a:ext uri="{FF2B5EF4-FFF2-40B4-BE49-F238E27FC236}">
                  <a16:creationId xmlns:a16="http://schemas.microsoft.com/office/drawing/2014/main" id="{A7A86BB8-C01D-E9D1-446A-18BB09CB149E}"/>
                </a:ext>
              </a:extLst>
            </p:cNvPr>
            <p:cNvSpPr txBox="1"/>
            <p:nvPr/>
          </p:nvSpPr>
          <p:spPr>
            <a:xfrm>
              <a:off x="9587762" y="899831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95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23" name="TextBox 722">
              <a:extLst>
                <a:ext uri="{FF2B5EF4-FFF2-40B4-BE49-F238E27FC236}">
                  <a16:creationId xmlns:a16="http://schemas.microsoft.com/office/drawing/2014/main" id="{760399C7-6C10-DEC2-E9E3-F8640B9E6A90}"/>
                </a:ext>
              </a:extLst>
            </p:cNvPr>
            <p:cNvSpPr txBox="1"/>
            <p:nvPr/>
          </p:nvSpPr>
          <p:spPr>
            <a:xfrm>
              <a:off x="9604430" y="988603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96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724" name="그룹 723">
              <a:extLst>
                <a:ext uri="{FF2B5EF4-FFF2-40B4-BE49-F238E27FC236}">
                  <a16:creationId xmlns:a16="http://schemas.microsoft.com/office/drawing/2014/main" id="{E0926C40-1F36-17C3-60EC-45EB05C3DA22}"/>
                </a:ext>
              </a:extLst>
            </p:cNvPr>
            <p:cNvGrpSpPr/>
            <p:nvPr/>
          </p:nvGrpSpPr>
          <p:grpSpPr>
            <a:xfrm>
              <a:off x="9553126" y="1123226"/>
              <a:ext cx="250264" cy="72000"/>
              <a:chOff x="7902575" y="878878"/>
              <a:chExt cx="250264" cy="72000"/>
            </a:xfrm>
          </p:grpSpPr>
          <p:sp>
            <p:nvSpPr>
              <p:cNvPr id="738" name="타원 737">
                <a:extLst>
                  <a:ext uri="{FF2B5EF4-FFF2-40B4-BE49-F238E27FC236}">
                    <a16:creationId xmlns:a16="http://schemas.microsoft.com/office/drawing/2014/main" id="{9D64B48C-1ED8-CD66-D8DB-2BD6CDF2A1B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739" name="직선 화살표 연결선 738">
                <a:extLst>
                  <a:ext uri="{FF2B5EF4-FFF2-40B4-BE49-F238E27FC236}">
                    <a16:creationId xmlns:a16="http://schemas.microsoft.com/office/drawing/2014/main" id="{76B3C295-47EF-C3E4-DE5C-43D3D531BA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5" name="그룹 724">
              <a:extLst>
                <a:ext uri="{FF2B5EF4-FFF2-40B4-BE49-F238E27FC236}">
                  <a16:creationId xmlns:a16="http://schemas.microsoft.com/office/drawing/2014/main" id="{5EC39DF9-0010-AEBD-0D3C-AAF39D4D5D78}"/>
                </a:ext>
              </a:extLst>
            </p:cNvPr>
            <p:cNvGrpSpPr/>
            <p:nvPr/>
          </p:nvGrpSpPr>
          <p:grpSpPr>
            <a:xfrm>
              <a:off x="9553091" y="1211923"/>
              <a:ext cx="250264" cy="72000"/>
              <a:chOff x="7902575" y="878878"/>
              <a:chExt cx="250264" cy="72000"/>
            </a:xfrm>
          </p:grpSpPr>
          <p:sp>
            <p:nvSpPr>
              <p:cNvPr id="736" name="타원 735">
                <a:extLst>
                  <a:ext uri="{FF2B5EF4-FFF2-40B4-BE49-F238E27FC236}">
                    <a16:creationId xmlns:a16="http://schemas.microsoft.com/office/drawing/2014/main" id="{0666973D-4B34-F65D-A145-4F7A82F0CA9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737" name="직선 화살표 연결선 736">
                <a:extLst>
                  <a:ext uri="{FF2B5EF4-FFF2-40B4-BE49-F238E27FC236}">
                    <a16:creationId xmlns:a16="http://schemas.microsoft.com/office/drawing/2014/main" id="{3D6D04F2-E53F-5B07-2F7B-03079A04E8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6" name="TextBox 725">
              <a:extLst>
                <a:ext uri="{FF2B5EF4-FFF2-40B4-BE49-F238E27FC236}">
                  <a16:creationId xmlns:a16="http://schemas.microsoft.com/office/drawing/2014/main" id="{6C6ACEEE-32C1-9F53-B2E7-DAD943C10FCA}"/>
                </a:ext>
              </a:extLst>
            </p:cNvPr>
            <p:cNvSpPr txBox="1"/>
            <p:nvPr/>
          </p:nvSpPr>
          <p:spPr>
            <a:xfrm>
              <a:off x="9586230" y="1077925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97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27" name="TextBox 726">
              <a:extLst>
                <a:ext uri="{FF2B5EF4-FFF2-40B4-BE49-F238E27FC236}">
                  <a16:creationId xmlns:a16="http://schemas.microsoft.com/office/drawing/2014/main" id="{AA48D71B-EA50-5A66-A762-E23B006F237D}"/>
                </a:ext>
              </a:extLst>
            </p:cNvPr>
            <p:cNvSpPr txBox="1"/>
            <p:nvPr/>
          </p:nvSpPr>
          <p:spPr>
            <a:xfrm>
              <a:off x="9602898" y="1166697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98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728" name="그룹 727">
              <a:extLst>
                <a:ext uri="{FF2B5EF4-FFF2-40B4-BE49-F238E27FC236}">
                  <a16:creationId xmlns:a16="http://schemas.microsoft.com/office/drawing/2014/main" id="{A2EB120F-0E0F-7383-37B3-1A58AC6EC8AB}"/>
                </a:ext>
              </a:extLst>
            </p:cNvPr>
            <p:cNvGrpSpPr/>
            <p:nvPr/>
          </p:nvGrpSpPr>
          <p:grpSpPr>
            <a:xfrm>
              <a:off x="9554658" y="1299036"/>
              <a:ext cx="250264" cy="72000"/>
              <a:chOff x="7902575" y="878878"/>
              <a:chExt cx="250264" cy="72000"/>
            </a:xfrm>
          </p:grpSpPr>
          <p:sp>
            <p:nvSpPr>
              <p:cNvPr id="734" name="타원 733">
                <a:extLst>
                  <a:ext uri="{FF2B5EF4-FFF2-40B4-BE49-F238E27FC236}">
                    <a16:creationId xmlns:a16="http://schemas.microsoft.com/office/drawing/2014/main" id="{4FC420BF-4DBE-7298-731C-24755E91CD5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735" name="직선 화살표 연결선 734">
                <a:extLst>
                  <a:ext uri="{FF2B5EF4-FFF2-40B4-BE49-F238E27FC236}">
                    <a16:creationId xmlns:a16="http://schemas.microsoft.com/office/drawing/2014/main" id="{BBA2AD41-98E1-FD95-E95B-E1295B9AE3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9" name="그룹 728">
              <a:extLst>
                <a:ext uri="{FF2B5EF4-FFF2-40B4-BE49-F238E27FC236}">
                  <a16:creationId xmlns:a16="http://schemas.microsoft.com/office/drawing/2014/main" id="{2DDBEFE3-0BC0-724A-3357-1FC411F30270}"/>
                </a:ext>
              </a:extLst>
            </p:cNvPr>
            <p:cNvGrpSpPr/>
            <p:nvPr/>
          </p:nvGrpSpPr>
          <p:grpSpPr>
            <a:xfrm>
              <a:off x="9554623" y="1387733"/>
              <a:ext cx="250264" cy="72000"/>
              <a:chOff x="7902575" y="878878"/>
              <a:chExt cx="250264" cy="72000"/>
            </a:xfrm>
          </p:grpSpPr>
          <p:sp>
            <p:nvSpPr>
              <p:cNvPr id="732" name="타원 731">
                <a:extLst>
                  <a:ext uri="{FF2B5EF4-FFF2-40B4-BE49-F238E27FC236}">
                    <a16:creationId xmlns:a16="http://schemas.microsoft.com/office/drawing/2014/main" id="{135EC4F8-64C5-53E4-D7E1-7C06D7E5D70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733" name="직선 화살표 연결선 732">
                <a:extLst>
                  <a:ext uri="{FF2B5EF4-FFF2-40B4-BE49-F238E27FC236}">
                    <a16:creationId xmlns:a16="http://schemas.microsoft.com/office/drawing/2014/main" id="{55EDF4D6-8237-3B74-F27F-AF842F802B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0" name="TextBox 729">
              <a:extLst>
                <a:ext uri="{FF2B5EF4-FFF2-40B4-BE49-F238E27FC236}">
                  <a16:creationId xmlns:a16="http://schemas.microsoft.com/office/drawing/2014/main" id="{59E661CE-F025-53AE-568F-DB64563C50ED}"/>
                </a:ext>
              </a:extLst>
            </p:cNvPr>
            <p:cNvSpPr txBox="1"/>
            <p:nvPr/>
          </p:nvSpPr>
          <p:spPr>
            <a:xfrm>
              <a:off x="9593905" y="1342507"/>
              <a:ext cx="12603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100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31" name="TextBox 730">
              <a:extLst>
                <a:ext uri="{FF2B5EF4-FFF2-40B4-BE49-F238E27FC236}">
                  <a16:creationId xmlns:a16="http://schemas.microsoft.com/office/drawing/2014/main" id="{AFEB5FBD-A779-5BB6-BD30-0E340C6DF9E1}"/>
                </a:ext>
              </a:extLst>
            </p:cNvPr>
            <p:cNvSpPr txBox="1"/>
            <p:nvPr/>
          </p:nvSpPr>
          <p:spPr>
            <a:xfrm>
              <a:off x="9602899" y="1257916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99</a:t>
              </a:r>
              <a:endParaRPr lang="ko-KR" altLang="en-US" sz="600" dirty="0">
                <a:latin typeface="+mn-ea"/>
              </a:endParaRPr>
            </a:p>
          </p:txBody>
        </p:sp>
      </p:grpSp>
      <p:sp>
        <p:nvSpPr>
          <p:cNvPr id="752" name="타원 751">
            <a:extLst>
              <a:ext uri="{FF2B5EF4-FFF2-40B4-BE49-F238E27FC236}">
                <a16:creationId xmlns:a16="http://schemas.microsoft.com/office/drawing/2014/main" id="{A81697C6-88F0-6ADB-6FA7-1B85E8F1A648}"/>
              </a:ext>
            </a:extLst>
          </p:cNvPr>
          <p:cNvSpPr>
            <a:spLocks noChangeAspect="1"/>
          </p:cNvSpPr>
          <p:nvPr/>
        </p:nvSpPr>
        <p:spPr>
          <a:xfrm>
            <a:off x="10813314" y="2467000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3" name="타원 752">
            <a:extLst>
              <a:ext uri="{FF2B5EF4-FFF2-40B4-BE49-F238E27FC236}">
                <a16:creationId xmlns:a16="http://schemas.microsoft.com/office/drawing/2014/main" id="{8678F582-B639-1DB1-AD98-C6244A42A93D}"/>
              </a:ext>
            </a:extLst>
          </p:cNvPr>
          <p:cNvSpPr>
            <a:spLocks noChangeAspect="1"/>
          </p:cNvSpPr>
          <p:nvPr/>
        </p:nvSpPr>
        <p:spPr>
          <a:xfrm>
            <a:off x="10813314" y="2378987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4" name="타원 753">
            <a:extLst>
              <a:ext uri="{FF2B5EF4-FFF2-40B4-BE49-F238E27FC236}">
                <a16:creationId xmlns:a16="http://schemas.microsoft.com/office/drawing/2014/main" id="{F217C9C1-3BFE-5185-8B9E-8FAFFC25EEEE}"/>
              </a:ext>
            </a:extLst>
          </p:cNvPr>
          <p:cNvSpPr>
            <a:spLocks noChangeAspect="1"/>
          </p:cNvSpPr>
          <p:nvPr/>
        </p:nvSpPr>
        <p:spPr>
          <a:xfrm>
            <a:off x="10813314" y="229063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5" name="타원 754">
            <a:extLst>
              <a:ext uri="{FF2B5EF4-FFF2-40B4-BE49-F238E27FC236}">
                <a16:creationId xmlns:a16="http://schemas.microsoft.com/office/drawing/2014/main" id="{5CE839B4-E202-2DA0-5131-A0BDB8C75FE5}"/>
              </a:ext>
            </a:extLst>
          </p:cNvPr>
          <p:cNvSpPr>
            <a:spLocks noChangeAspect="1"/>
          </p:cNvSpPr>
          <p:nvPr/>
        </p:nvSpPr>
        <p:spPr>
          <a:xfrm>
            <a:off x="10813314" y="2194675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6" name="타원 755">
            <a:extLst>
              <a:ext uri="{FF2B5EF4-FFF2-40B4-BE49-F238E27FC236}">
                <a16:creationId xmlns:a16="http://schemas.microsoft.com/office/drawing/2014/main" id="{200A960C-FA71-45D8-D371-CE8A17FECBA6}"/>
              </a:ext>
            </a:extLst>
          </p:cNvPr>
          <p:cNvSpPr>
            <a:spLocks noChangeAspect="1"/>
          </p:cNvSpPr>
          <p:nvPr/>
        </p:nvSpPr>
        <p:spPr>
          <a:xfrm>
            <a:off x="10816489" y="2110231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7" name="타원 756">
            <a:extLst>
              <a:ext uri="{FF2B5EF4-FFF2-40B4-BE49-F238E27FC236}">
                <a16:creationId xmlns:a16="http://schemas.microsoft.com/office/drawing/2014/main" id="{0E8C35D9-70BA-4F27-5401-05AE3F1D0383}"/>
              </a:ext>
            </a:extLst>
          </p:cNvPr>
          <p:cNvSpPr>
            <a:spLocks noChangeAspect="1"/>
          </p:cNvSpPr>
          <p:nvPr/>
        </p:nvSpPr>
        <p:spPr>
          <a:xfrm>
            <a:off x="10813314" y="2019560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58" name="그룹 757">
            <a:extLst>
              <a:ext uri="{FF2B5EF4-FFF2-40B4-BE49-F238E27FC236}">
                <a16:creationId xmlns:a16="http://schemas.microsoft.com/office/drawing/2014/main" id="{2CFC9263-489C-3DD8-3848-3320B3683D05}"/>
              </a:ext>
            </a:extLst>
          </p:cNvPr>
          <p:cNvGrpSpPr/>
          <p:nvPr/>
        </p:nvGrpSpPr>
        <p:grpSpPr>
          <a:xfrm>
            <a:off x="10837555" y="4622891"/>
            <a:ext cx="253363" cy="915360"/>
            <a:chOff x="9553091" y="544373"/>
            <a:chExt cx="253363" cy="915360"/>
          </a:xfrm>
        </p:grpSpPr>
        <p:grpSp>
          <p:nvGrpSpPr>
            <p:cNvPr id="759" name="그룹 758">
              <a:extLst>
                <a:ext uri="{FF2B5EF4-FFF2-40B4-BE49-F238E27FC236}">
                  <a16:creationId xmlns:a16="http://schemas.microsoft.com/office/drawing/2014/main" id="{68FC4078-3EAA-D572-0743-BA86894D75FE}"/>
                </a:ext>
              </a:extLst>
            </p:cNvPr>
            <p:cNvGrpSpPr/>
            <p:nvPr/>
          </p:nvGrpSpPr>
          <p:grpSpPr>
            <a:xfrm>
              <a:off x="9556190" y="589674"/>
              <a:ext cx="250264" cy="72000"/>
              <a:chOff x="7902575" y="878878"/>
              <a:chExt cx="250264" cy="72000"/>
            </a:xfrm>
          </p:grpSpPr>
          <p:sp>
            <p:nvSpPr>
              <p:cNvPr id="867" name="타원 866">
                <a:extLst>
                  <a:ext uri="{FF2B5EF4-FFF2-40B4-BE49-F238E27FC236}">
                    <a16:creationId xmlns:a16="http://schemas.microsoft.com/office/drawing/2014/main" id="{9E0B8A8A-50AB-310E-4481-F6C6AE14ED7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868" name="직선 화살표 연결선 867">
                <a:extLst>
                  <a:ext uri="{FF2B5EF4-FFF2-40B4-BE49-F238E27FC236}">
                    <a16:creationId xmlns:a16="http://schemas.microsoft.com/office/drawing/2014/main" id="{69DB4B9C-B0F3-1263-CA02-D9E47521F0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0" name="그룹 759">
              <a:extLst>
                <a:ext uri="{FF2B5EF4-FFF2-40B4-BE49-F238E27FC236}">
                  <a16:creationId xmlns:a16="http://schemas.microsoft.com/office/drawing/2014/main" id="{A8A3604F-4352-1FF8-645A-0DE0FE2B162E}"/>
                </a:ext>
              </a:extLst>
            </p:cNvPr>
            <p:cNvGrpSpPr/>
            <p:nvPr/>
          </p:nvGrpSpPr>
          <p:grpSpPr>
            <a:xfrm>
              <a:off x="9556155" y="678371"/>
              <a:ext cx="250264" cy="72000"/>
              <a:chOff x="7902575" y="878878"/>
              <a:chExt cx="250264" cy="72000"/>
            </a:xfrm>
          </p:grpSpPr>
          <p:sp>
            <p:nvSpPr>
              <p:cNvPr id="865" name="타원 864">
                <a:extLst>
                  <a:ext uri="{FF2B5EF4-FFF2-40B4-BE49-F238E27FC236}">
                    <a16:creationId xmlns:a16="http://schemas.microsoft.com/office/drawing/2014/main" id="{8EF96BDB-D83A-2E32-80B6-18940A7F1B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866" name="직선 화살표 연결선 865">
                <a:extLst>
                  <a:ext uri="{FF2B5EF4-FFF2-40B4-BE49-F238E27FC236}">
                    <a16:creationId xmlns:a16="http://schemas.microsoft.com/office/drawing/2014/main" id="{2B54E5AA-0393-4A2A-CDF4-AB236C303A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2" name="TextBox 761">
              <a:extLst>
                <a:ext uri="{FF2B5EF4-FFF2-40B4-BE49-F238E27FC236}">
                  <a16:creationId xmlns:a16="http://schemas.microsoft.com/office/drawing/2014/main" id="{03EE7B90-437E-96A7-20EE-857354668ADB}"/>
                </a:ext>
              </a:extLst>
            </p:cNvPr>
            <p:cNvSpPr txBox="1"/>
            <p:nvPr/>
          </p:nvSpPr>
          <p:spPr>
            <a:xfrm>
              <a:off x="9589294" y="544373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31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64" name="TextBox 763">
              <a:extLst>
                <a:ext uri="{FF2B5EF4-FFF2-40B4-BE49-F238E27FC236}">
                  <a16:creationId xmlns:a16="http://schemas.microsoft.com/office/drawing/2014/main" id="{A378CAB5-A602-66FC-538E-DCC4082F8AF8}"/>
                </a:ext>
              </a:extLst>
            </p:cNvPr>
            <p:cNvSpPr txBox="1"/>
            <p:nvPr/>
          </p:nvSpPr>
          <p:spPr>
            <a:xfrm>
              <a:off x="9605962" y="633145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32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765" name="그룹 764">
              <a:extLst>
                <a:ext uri="{FF2B5EF4-FFF2-40B4-BE49-F238E27FC236}">
                  <a16:creationId xmlns:a16="http://schemas.microsoft.com/office/drawing/2014/main" id="{250CA9C1-E752-FD86-034C-2A387205BF22}"/>
                </a:ext>
              </a:extLst>
            </p:cNvPr>
            <p:cNvGrpSpPr/>
            <p:nvPr/>
          </p:nvGrpSpPr>
          <p:grpSpPr>
            <a:xfrm>
              <a:off x="9554658" y="767768"/>
              <a:ext cx="250264" cy="72000"/>
              <a:chOff x="7902575" y="878878"/>
              <a:chExt cx="250264" cy="72000"/>
            </a:xfrm>
          </p:grpSpPr>
          <p:sp>
            <p:nvSpPr>
              <p:cNvPr id="863" name="타원 862">
                <a:extLst>
                  <a:ext uri="{FF2B5EF4-FFF2-40B4-BE49-F238E27FC236}">
                    <a16:creationId xmlns:a16="http://schemas.microsoft.com/office/drawing/2014/main" id="{1FA32024-45DB-E766-F7C1-5562949590B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864" name="직선 화살표 연결선 863">
                <a:extLst>
                  <a:ext uri="{FF2B5EF4-FFF2-40B4-BE49-F238E27FC236}">
                    <a16:creationId xmlns:a16="http://schemas.microsoft.com/office/drawing/2014/main" id="{D3DD3868-05BD-8301-3726-0988165513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6" name="그룹 765">
              <a:extLst>
                <a:ext uri="{FF2B5EF4-FFF2-40B4-BE49-F238E27FC236}">
                  <a16:creationId xmlns:a16="http://schemas.microsoft.com/office/drawing/2014/main" id="{B880EC69-5199-E414-0F77-E2311523AB76}"/>
                </a:ext>
              </a:extLst>
            </p:cNvPr>
            <p:cNvGrpSpPr/>
            <p:nvPr/>
          </p:nvGrpSpPr>
          <p:grpSpPr>
            <a:xfrm>
              <a:off x="9554623" y="856465"/>
              <a:ext cx="250264" cy="72000"/>
              <a:chOff x="7902575" y="878878"/>
              <a:chExt cx="250264" cy="72000"/>
            </a:xfrm>
          </p:grpSpPr>
          <p:sp>
            <p:nvSpPr>
              <p:cNvPr id="861" name="타원 860">
                <a:extLst>
                  <a:ext uri="{FF2B5EF4-FFF2-40B4-BE49-F238E27FC236}">
                    <a16:creationId xmlns:a16="http://schemas.microsoft.com/office/drawing/2014/main" id="{47BA483E-6E05-8086-72C9-074D43EE3F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862" name="직선 화살표 연결선 861">
                <a:extLst>
                  <a:ext uri="{FF2B5EF4-FFF2-40B4-BE49-F238E27FC236}">
                    <a16:creationId xmlns:a16="http://schemas.microsoft.com/office/drawing/2014/main" id="{8F807CA6-D4DE-FF4D-E3D8-7575714E14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67" name="TextBox 766">
              <a:extLst>
                <a:ext uri="{FF2B5EF4-FFF2-40B4-BE49-F238E27FC236}">
                  <a16:creationId xmlns:a16="http://schemas.microsoft.com/office/drawing/2014/main" id="{34C3005E-CECB-E125-A0D7-68C77C641DF0}"/>
                </a:ext>
              </a:extLst>
            </p:cNvPr>
            <p:cNvSpPr txBox="1"/>
            <p:nvPr/>
          </p:nvSpPr>
          <p:spPr>
            <a:xfrm>
              <a:off x="9587762" y="722467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33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68" name="TextBox 767">
              <a:extLst>
                <a:ext uri="{FF2B5EF4-FFF2-40B4-BE49-F238E27FC236}">
                  <a16:creationId xmlns:a16="http://schemas.microsoft.com/office/drawing/2014/main" id="{5A3EC793-B6E6-2FC2-8B65-9D500AF15A5E}"/>
                </a:ext>
              </a:extLst>
            </p:cNvPr>
            <p:cNvSpPr txBox="1"/>
            <p:nvPr/>
          </p:nvSpPr>
          <p:spPr>
            <a:xfrm>
              <a:off x="9604430" y="811239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34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769" name="그룹 768">
              <a:extLst>
                <a:ext uri="{FF2B5EF4-FFF2-40B4-BE49-F238E27FC236}">
                  <a16:creationId xmlns:a16="http://schemas.microsoft.com/office/drawing/2014/main" id="{76D41556-D153-CAE5-B242-3A5403DAD92E}"/>
                </a:ext>
              </a:extLst>
            </p:cNvPr>
            <p:cNvGrpSpPr/>
            <p:nvPr/>
          </p:nvGrpSpPr>
          <p:grpSpPr>
            <a:xfrm>
              <a:off x="9554658" y="945132"/>
              <a:ext cx="250264" cy="72000"/>
              <a:chOff x="7902575" y="878878"/>
              <a:chExt cx="250264" cy="72000"/>
            </a:xfrm>
          </p:grpSpPr>
          <p:sp>
            <p:nvSpPr>
              <p:cNvPr id="831" name="타원 830">
                <a:extLst>
                  <a:ext uri="{FF2B5EF4-FFF2-40B4-BE49-F238E27FC236}">
                    <a16:creationId xmlns:a16="http://schemas.microsoft.com/office/drawing/2014/main" id="{5CBC0A1B-3BD1-A074-563D-463D0A5F84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833" name="직선 화살표 연결선 832">
                <a:extLst>
                  <a:ext uri="{FF2B5EF4-FFF2-40B4-BE49-F238E27FC236}">
                    <a16:creationId xmlns:a16="http://schemas.microsoft.com/office/drawing/2014/main" id="{4064B5B1-D6C0-4E35-602C-35589FE183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70" name="그룹 769">
              <a:extLst>
                <a:ext uri="{FF2B5EF4-FFF2-40B4-BE49-F238E27FC236}">
                  <a16:creationId xmlns:a16="http://schemas.microsoft.com/office/drawing/2014/main" id="{08544FA5-A9A0-A521-2329-3745E8D607CF}"/>
                </a:ext>
              </a:extLst>
            </p:cNvPr>
            <p:cNvGrpSpPr/>
            <p:nvPr/>
          </p:nvGrpSpPr>
          <p:grpSpPr>
            <a:xfrm>
              <a:off x="9554623" y="1033829"/>
              <a:ext cx="250264" cy="72000"/>
              <a:chOff x="7902575" y="878878"/>
              <a:chExt cx="250264" cy="72000"/>
            </a:xfrm>
          </p:grpSpPr>
          <p:sp>
            <p:nvSpPr>
              <p:cNvPr id="828" name="타원 827">
                <a:extLst>
                  <a:ext uri="{FF2B5EF4-FFF2-40B4-BE49-F238E27FC236}">
                    <a16:creationId xmlns:a16="http://schemas.microsoft.com/office/drawing/2014/main" id="{58D04447-DA7C-E256-24F9-8E2C88B612A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829" name="직선 화살표 연결선 828">
                <a:extLst>
                  <a:ext uri="{FF2B5EF4-FFF2-40B4-BE49-F238E27FC236}">
                    <a16:creationId xmlns:a16="http://schemas.microsoft.com/office/drawing/2014/main" id="{1541EF17-9610-E24C-7CFA-98203E392D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1" name="TextBox 770">
              <a:extLst>
                <a:ext uri="{FF2B5EF4-FFF2-40B4-BE49-F238E27FC236}">
                  <a16:creationId xmlns:a16="http://schemas.microsoft.com/office/drawing/2014/main" id="{D3A20C59-5FB1-4327-EB46-DE9CD72CD5DF}"/>
                </a:ext>
              </a:extLst>
            </p:cNvPr>
            <p:cNvSpPr txBox="1"/>
            <p:nvPr/>
          </p:nvSpPr>
          <p:spPr>
            <a:xfrm>
              <a:off x="9587762" y="899831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35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72" name="TextBox 771">
              <a:extLst>
                <a:ext uri="{FF2B5EF4-FFF2-40B4-BE49-F238E27FC236}">
                  <a16:creationId xmlns:a16="http://schemas.microsoft.com/office/drawing/2014/main" id="{C6A37845-859A-E23D-8E55-DC59D221B8FB}"/>
                </a:ext>
              </a:extLst>
            </p:cNvPr>
            <p:cNvSpPr txBox="1"/>
            <p:nvPr/>
          </p:nvSpPr>
          <p:spPr>
            <a:xfrm>
              <a:off x="9604430" y="988603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36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773" name="그룹 772">
              <a:extLst>
                <a:ext uri="{FF2B5EF4-FFF2-40B4-BE49-F238E27FC236}">
                  <a16:creationId xmlns:a16="http://schemas.microsoft.com/office/drawing/2014/main" id="{4BC00C95-A060-2868-9B77-543C4A666D0B}"/>
                </a:ext>
              </a:extLst>
            </p:cNvPr>
            <p:cNvGrpSpPr/>
            <p:nvPr/>
          </p:nvGrpSpPr>
          <p:grpSpPr>
            <a:xfrm>
              <a:off x="9553126" y="1123226"/>
              <a:ext cx="250264" cy="72000"/>
              <a:chOff x="7902575" y="878878"/>
              <a:chExt cx="250264" cy="72000"/>
            </a:xfrm>
          </p:grpSpPr>
          <p:sp>
            <p:nvSpPr>
              <p:cNvPr id="819" name="타원 818">
                <a:extLst>
                  <a:ext uri="{FF2B5EF4-FFF2-40B4-BE49-F238E27FC236}">
                    <a16:creationId xmlns:a16="http://schemas.microsoft.com/office/drawing/2014/main" id="{2CF409D4-7563-0D0D-1A46-6BA440CDF8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820" name="직선 화살표 연결선 819">
                <a:extLst>
                  <a:ext uri="{FF2B5EF4-FFF2-40B4-BE49-F238E27FC236}">
                    <a16:creationId xmlns:a16="http://schemas.microsoft.com/office/drawing/2014/main" id="{F61C4A87-C6C4-7C95-E59E-3B28ADA0DC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74" name="그룹 773">
              <a:extLst>
                <a:ext uri="{FF2B5EF4-FFF2-40B4-BE49-F238E27FC236}">
                  <a16:creationId xmlns:a16="http://schemas.microsoft.com/office/drawing/2014/main" id="{46D20FD5-2C61-7FF9-0C13-E2133EBC3286}"/>
                </a:ext>
              </a:extLst>
            </p:cNvPr>
            <p:cNvGrpSpPr/>
            <p:nvPr/>
          </p:nvGrpSpPr>
          <p:grpSpPr>
            <a:xfrm>
              <a:off x="9553091" y="1211923"/>
              <a:ext cx="250264" cy="72000"/>
              <a:chOff x="7902575" y="878878"/>
              <a:chExt cx="250264" cy="72000"/>
            </a:xfrm>
          </p:grpSpPr>
          <p:sp>
            <p:nvSpPr>
              <p:cNvPr id="817" name="타원 816">
                <a:extLst>
                  <a:ext uri="{FF2B5EF4-FFF2-40B4-BE49-F238E27FC236}">
                    <a16:creationId xmlns:a16="http://schemas.microsoft.com/office/drawing/2014/main" id="{A21615CC-CBAF-9BAE-2BE2-1B32421BF1A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818" name="직선 화살표 연결선 817">
                <a:extLst>
                  <a:ext uri="{FF2B5EF4-FFF2-40B4-BE49-F238E27FC236}">
                    <a16:creationId xmlns:a16="http://schemas.microsoft.com/office/drawing/2014/main" id="{7C82D1A4-1393-A01C-5836-15D8F9F84A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5" name="TextBox 774">
              <a:extLst>
                <a:ext uri="{FF2B5EF4-FFF2-40B4-BE49-F238E27FC236}">
                  <a16:creationId xmlns:a16="http://schemas.microsoft.com/office/drawing/2014/main" id="{7E5DBDDD-587F-7B03-03CB-211D87866DE0}"/>
                </a:ext>
              </a:extLst>
            </p:cNvPr>
            <p:cNvSpPr txBox="1"/>
            <p:nvPr/>
          </p:nvSpPr>
          <p:spPr>
            <a:xfrm>
              <a:off x="9586230" y="1077925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37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77" name="TextBox 776">
              <a:extLst>
                <a:ext uri="{FF2B5EF4-FFF2-40B4-BE49-F238E27FC236}">
                  <a16:creationId xmlns:a16="http://schemas.microsoft.com/office/drawing/2014/main" id="{D7B787A6-BFB6-4D8F-1F11-52F5334F3C28}"/>
                </a:ext>
              </a:extLst>
            </p:cNvPr>
            <p:cNvSpPr txBox="1"/>
            <p:nvPr/>
          </p:nvSpPr>
          <p:spPr>
            <a:xfrm>
              <a:off x="9602898" y="1166697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38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781" name="그룹 780">
              <a:extLst>
                <a:ext uri="{FF2B5EF4-FFF2-40B4-BE49-F238E27FC236}">
                  <a16:creationId xmlns:a16="http://schemas.microsoft.com/office/drawing/2014/main" id="{0BE75309-5C9D-FE2D-530E-662273FFEBE4}"/>
                </a:ext>
              </a:extLst>
            </p:cNvPr>
            <p:cNvGrpSpPr/>
            <p:nvPr/>
          </p:nvGrpSpPr>
          <p:grpSpPr>
            <a:xfrm>
              <a:off x="9554658" y="1299036"/>
              <a:ext cx="250264" cy="72000"/>
              <a:chOff x="7902575" y="878878"/>
              <a:chExt cx="250264" cy="72000"/>
            </a:xfrm>
          </p:grpSpPr>
          <p:sp>
            <p:nvSpPr>
              <p:cNvPr id="800" name="타원 799">
                <a:extLst>
                  <a:ext uri="{FF2B5EF4-FFF2-40B4-BE49-F238E27FC236}">
                    <a16:creationId xmlns:a16="http://schemas.microsoft.com/office/drawing/2014/main" id="{712D24D2-D71A-0C4D-7C56-8AC8B0315D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816" name="직선 화살표 연결선 815">
                <a:extLst>
                  <a:ext uri="{FF2B5EF4-FFF2-40B4-BE49-F238E27FC236}">
                    <a16:creationId xmlns:a16="http://schemas.microsoft.com/office/drawing/2014/main" id="{7A818171-AD17-97B0-6E6E-E8BD47C562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4" name="그룹 783">
              <a:extLst>
                <a:ext uri="{FF2B5EF4-FFF2-40B4-BE49-F238E27FC236}">
                  <a16:creationId xmlns:a16="http://schemas.microsoft.com/office/drawing/2014/main" id="{713E5FEE-581A-1390-EBF7-53639C7DA9EB}"/>
                </a:ext>
              </a:extLst>
            </p:cNvPr>
            <p:cNvGrpSpPr/>
            <p:nvPr/>
          </p:nvGrpSpPr>
          <p:grpSpPr>
            <a:xfrm>
              <a:off x="9554623" y="1387733"/>
              <a:ext cx="250264" cy="72000"/>
              <a:chOff x="7902575" y="878878"/>
              <a:chExt cx="250264" cy="72000"/>
            </a:xfrm>
          </p:grpSpPr>
          <p:sp>
            <p:nvSpPr>
              <p:cNvPr id="794" name="타원 793">
                <a:extLst>
                  <a:ext uri="{FF2B5EF4-FFF2-40B4-BE49-F238E27FC236}">
                    <a16:creationId xmlns:a16="http://schemas.microsoft.com/office/drawing/2014/main" id="{4F8D23E0-3CA3-D2E7-4B8C-4637806AB2C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798" name="직선 화살표 연결선 797">
                <a:extLst>
                  <a:ext uri="{FF2B5EF4-FFF2-40B4-BE49-F238E27FC236}">
                    <a16:creationId xmlns:a16="http://schemas.microsoft.com/office/drawing/2014/main" id="{EFB43227-947A-3B1A-190A-0F99CA22BE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5" name="TextBox 784">
              <a:extLst>
                <a:ext uri="{FF2B5EF4-FFF2-40B4-BE49-F238E27FC236}">
                  <a16:creationId xmlns:a16="http://schemas.microsoft.com/office/drawing/2014/main" id="{18A5B965-7194-BAE8-2BE3-F3A2F03B62EA}"/>
                </a:ext>
              </a:extLst>
            </p:cNvPr>
            <p:cNvSpPr txBox="1"/>
            <p:nvPr/>
          </p:nvSpPr>
          <p:spPr>
            <a:xfrm>
              <a:off x="9604430" y="1342507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40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786" name="TextBox 785">
              <a:extLst>
                <a:ext uri="{FF2B5EF4-FFF2-40B4-BE49-F238E27FC236}">
                  <a16:creationId xmlns:a16="http://schemas.microsoft.com/office/drawing/2014/main" id="{787DCB49-55D9-D556-FB96-B012BDDE1408}"/>
                </a:ext>
              </a:extLst>
            </p:cNvPr>
            <p:cNvSpPr txBox="1"/>
            <p:nvPr/>
          </p:nvSpPr>
          <p:spPr>
            <a:xfrm>
              <a:off x="9602899" y="1257916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latin typeface="+mn-ea"/>
                </a:rPr>
                <a:t>39</a:t>
              </a:r>
              <a:endParaRPr lang="ko-KR" altLang="en-US" sz="600" dirty="0">
                <a:latin typeface="+mn-ea"/>
              </a:endParaRPr>
            </a:p>
          </p:txBody>
        </p:sp>
      </p:grpSp>
      <p:grpSp>
        <p:nvGrpSpPr>
          <p:cNvPr id="869" name="그룹 868">
            <a:extLst>
              <a:ext uri="{FF2B5EF4-FFF2-40B4-BE49-F238E27FC236}">
                <a16:creationId xmlns:a16="http://schemas.microsoft.com/office/drawing/2014/main" id="{08F399B9-CF19-9C37-667C-6CDB720907F6}"/>
              </a:ext>
            </a:extLst>
          </p:cNvPr>
          <p:cNvGrpSpPr/>
          <p:nvPr/>
        </p:nvGrpSpPr>
        <p:grpSpPr>
          <a:xfrm flipH="1">
            <a:off x="11186929" y="4624477"/>
            <a:ext cx="253363" cy="915360"/>
            <a:chOff x="9553091" y="544373"/>
            <a:chExt cx="253363" cy="915360"/>
          </a:xfrm>
        </p:grpSpPr>
        <p:grpSp>
          <p:nvGrpSpPr>
            <p:cNvPr id="870" name="그룹 869">
              <a:extLst>
                <a:ext uri="{FF2B5EF4-FFF2-40B4-BE49-F238E27FC236}">
                  <a16:creationId xmlns:a16="http://schemas.microsoft.com/office/drawing/2014/main" id="{7B75F318-338F-AED8-F5D3-BEBDD6B24A90}"/>
                </a:ext>
              </a:extLst>
            </p:cNvPr>
            <p:cNvGrpSpPr/>
            <p:nvPr/>
          </p:nvGrpSpPr>
          <p:grpSpPr>
            <a:xfrm>
              <a:off x="9556190" y="589674"/>
              <a:ext cx="250264" cy="72000"/>
              <a:chOff x="7902575" y="878878"/>
              <a:chExt cx="250264" cy="72000"/>
            </a:xfrm>
          </p:grpSpPr>
          <p:sp>
            <p:nvSpPr>
              <p:cNvPr id="947" name="타원 946">
                <a:extLst>
                  <a:ext uri="{FF2B5EF4-FFF2-40B4-BE49-F238E27FC236}">
                    <a16:creationId xmlns:a16="http://schemas.microsoft.com/office/drawing/2014/main" id="{CAAE7DE7-C16D-6E26-3AAD-70EF6083AE2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948" name="직선 화살표 연결선 947">
                <a:extLst>
                  <a:ext uri="{FF2B5EF4-FFF2-40B4-BE49-F238E27FC236}">
                    <a16:creationId xmlns:a16="http://schemas.microsoft.com/office/drawing/2014/main" id="{52F4F3BA-E988-BC93-C5D1-C45079D032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71" name="그룹 870">
              <a:extLst>
                <a:ext uri="{FF2B5EF4-FFF2-40B4-BE49-F238E27FC236}">
                  <a16:creationId xmlns:a16="http://schemas.microsoft.com/office/drawing/2014/main" id="{B962D4BB-7BB9-1233-DA09-4E33AAADCDBD}"/>
                </a:ext>
              </a:extLst>
            </p:cNvPr>
            <p:cNvGrpSpPr/>
            <p:nvPr/>
          </p:nvGrpSpPr>
          <p:grpSpPr>
            <a:xfrm>
              <a:off x="9556155" y="678371"/>
              <a:ext cx="250264" cy="72000"/>
              <a:chOff x="7902575" y="878878"/>
              <a:chExt cx="250264" cy="72000"/>
            </a:xfrm>
          </p:grpSpPr>
          <p:sp>
            <p:nvSpPr>
              <p:cNvPr id="943" name="타원 942">
                <a:extLst>
                  <a:ext uri="{FF2B5EF4-FFF2-40B4-BE49-F238E27FC236}">
                    <a16:creationId xmlns:a16="http://schemas.microsoft.com/office/drawing/2014/main" id="{FE58EBFD-89A2-F4A6-19A4-21CE02F28AE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944" name="직선 화살표 연결선 943">
                <a:extLst>
                  <a:ext uri="{FF2B5EF4-FFF2-40B4-BE49-F238E27FC236}">
                    <a16:creationId xmlns:a16="http://schemas.microsoft.com/office/drawing/2014/main" id="{2A347356-8056-BD35-0033-90DAC9A38A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72" name="TextBox 871">
              <a:extLst>
                <a:ext uri="{FF2B5EF4-FFF2-40B4-BE49-F238E27FC236}">
                  <a16:creationId xmlns:a16="http://schemas.microsoft.com/office/drawing/2014/main" id="{DE25EE2C-FA60-7FE2-7DC5-E414AC15C143}"/>
                </a:ext>
              </a:extLst>
            </p:cNvPr>
            <p:cNvSpPr txBox="1"/>
            <p:nvPr/>
          </p:nvSpPr>
          <p:spPr>
            <a:xfrm>
              <a:off x="9589294" y="544373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81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874" name="TextBox 873">
              <a:extLst>
                <a:ext uri="{FF2B5EF4-FFF2-40B4-BE49-F238E27FC236}">
                  <a16:creationId xmlns:a16="http://schemas.microsoft.com/office/drawing/2014/main" id="{A344B5CD-7CB9-B143-5C61-9324E1DB42FF}"/>
                </a:ext>
              </a:extLst>
            </p:cNvPr>
            <p:cNvSpPr txBox="1"/>
            <p:nvPr/>
          </p:nvSpPr>
          <p:spPr>
            <a:xfrm>
              <a:off x="9605962" y="633145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82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875" name="그룹 874">
              <a:extLst>
                <a:ext uri="{FF2B5EF4-FFF2-40B4-BE49-F238E27FC236}">
                  <a16:creationId xmlns:a16="http://schemas.microsoft.com/office/drawing/2014/main" id="{8E6E8A03-1504-45FB-6DE5-92C42A07BF92}"/>
                </a:ext>
              </a:extLst>
            </p:cNvPr>
            <p:cNvGrpSpPr/>
            <p:nvPr/>
          </p:nvGrpSpPr>
          <p:grpSpPr>
            <a:xfrm>
              <a:off x="9554658" y="767768"/>
              <a:ext cx="250264" cy="72000"/>
              <a:chOff x="7902575" y="878878"/>
              <a:chExt cx="250264" cy="72000"/>
            </a:xfrm>
          </p:grpSpPr>
          <p:sp>
            <p:nvSpPr>
              <p:cNvPr id="941" name="타원 940">
                <a:extLst>
                  <a:ext uri="{FF2B5EF4-FFF2-40B4-BE49-F238E27FC236}">
                    <a16:creationId xmlns:a16="http://schemas.microsoft.com/office/drawing/2014/main" id="{88AA5379-4439-0B7E-6437-5E81182A60D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942" name="직선 화살표 연결선 941">
                <a:extLst>
                  <a:ext uri="{FF2B5EF4-FFF2-40B4-BE49-F238E27FC236}">
                    <a16:creationId xmlns:a16="http://schemas.microsoft.com/office/drawing/2014/main" id="{C174C3CA-0D11-C673-3DF2-58A0B00F9F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76" name="그룹 875">
              <a:extLst>
                <a:ext uri="{FF2B5EF4-FFF2-40B4-BE49-F238E27FC236}">
                  <a16:creationId xmlns:a16="http://schemas.microsoft.com/office/drawing/2014/main" id="{2163B063-E9C4-293D-BDDF-3BCA5FEEB979}"/>
                </a:ext>
              </a:extLst>
            </p:cNvPr>
            <p:cNvGrpSpPr/>
            <p:nvPr/>
          </p:nvGrpSpPr>
          <p:grpSpPr>
            <a:xfrm>
              <a:off x="9554623" y="856465"/>
              <a:ext cx="250264" cy="72000"/>
              <a:chOff x="7902575" y="878878"/>
              <a:chExt cx="250264" cy="72000"/>
            </a:xfrm>
          </p:grpSpPr>
          <p:sp>
            <p:nvSpPr>
              <p:cNvPr id="939" name="타원 938">
                <a:extLst>
                  <a:ext uri="{FF2B5EF4-FFF2-40B4-BE49-F238E27FC236}">
                    <a16:creationId xmlns:a16="http://schemas.microsoft.com/office/drawing/2014/main" id="{7AB8A4CA-5CB0-D09E-3D30-39497AF7A0C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940" name="직선 화살표 연결선 939">
                <a:extLst>
                  <a:ext uri="{FF2B5EF4-FFF2-40B4-BE49-F238E27FC236}">
                    <a16:creationId xmlns:a16="http://schemas.microsoft.com/office/drawing/2014/main" id="{0CF7DE01-D376-70D4-6596-B539A1D94B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77" name="TextBox 876">
              <a:extLst>
                <a:ext uri="{FF2B5EF4-FFF2-40B4-BE49-F238E27FC236}">
                  <a16:creationId xmlns:a16="http://schemas.microsoft.com/office/drawing/2014/main" id="{4F2119D7-165F-2E45-224D-2F6D8B3E5204}"/>
                </a:ext>
              </a:extLst>
            </p:cNvPr>
            <p:cNvSpPr txBox="1"/>
            <p:nvPr/>
          </p:nvSpPr>
          <p:spPr>
            <a:xfrm>
              <a:off x="9587762" y="722467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83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878" name="TextBox 877">
              <a:extLst>
                <a:ext uri="{FF2B5EF4-FFF2-40B4-BE49-F238E27FC236}">
                  <a16:creationId xmlns:a16="http://schemas.microsoft.com/office/drawing/2014/main" id="{DCCAE3C1-47ED-14BA-6C36-0A6D119C174F}"/>
                </a:ext>
              </a:extLst>
            </p:cNvPr>
            <p:cNvSpPr txBox="1"/>
            <p:nvPr/>
          </p:nvSpPr>
          <p:spPr>
            <a:xfrm>
              <a:off x="9604430" y="811239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84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879" name="그룹 878">
              <a:extLst>
                <a:ext uri="{FF2B5EF4-FFF2-40B4-BE49-F238E27FC236}">
                  <a16:creationId xmlns:a16="http://schemas.microsoft.com/office/drawing/2014/main" id="{FCDD2BB4-E72E-784E-16F7-F6BD9D24C5F3}"/>
                </a:ext>
              </a:extLst>
            </p:cNvPr>
            <p:cNvGrpSpPr/>
            <p:nvPr/>
          </p:nvGrpSpPr>
          <p:grpSpPr>
            <a:xfrm>
              <a:off x="9554658" y="945132"/>
              <a:ext cx="250264" cy="72000"/>
              <a:chOff x="7902575" y="878878"/>
              <a:chExt cx="250264" cy="72000"/>
            </a:xfrm>
          </p:grpSpPr>
          <p:sp>
            <p:nvSpPr>
              <p:cNvPr id="937" name="타원 936">
                <a:extLst>
                  <a:ext uri="{FF2B5EF4-FFF2-40B4-BE49-F238E27FC236}">
                    <a16:creationId xmlns:a16="http://schemas.microsoft.com/office/drawing/2014/main" id="{A6D6EA4B-D25A-2BD6-CD2D-08082DFC39D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938" name="직선 화살표 연결선 937">
                <a:extLst>
                  <a:ext uri="{FF2B5EF4-FFF2-40B4-BE49-F238E27FC236}">
                    <a16:creationId xmlns:a16="http://schemas.microsoft.com/office/drawing/2014/main" id="{7A12A409-3A31-BE4A-308C-5A22BF92F4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82" name="그룹 881">
              <a:extLst>
                <a:ext uri="{FF2B5EF4-FFF2-40B4-BE49-F238E27FC236}">
                  <a16:creationId xmlns:a16="http://schemas.microsoft.com/office/drawing/2014/main" id="{9C9128BF-3C7D-BDBC-499B-08E4484C9804}"/>
                </a:ext>
              </a:extLst>
            </p:cNvPr>
            <p:cNvGrpSpPr/>
            <p:nvPr/>
          </p:nvGrpSpPr>
          <p:grpSpPr>
            <a:xfrm>
              <a:off x="9554623" y="1033829"/>
              <a:ext cx="250264" cy="72000"/>
              <a:chOff x="7902575" y="878878"/>
              <a:chExt cx="250264" cy="72000"/>
            </a:xfrm>
          </p:grpSpPr>
          <p:sp>
            <p:nvSpPr>
              <p:cNvPr id="935" name="타원 934">
                <a:extLst>
                  <a:ext uri="{FF2B5EF4-FFF2-40B4-BE49-F238E27FC236}">
                    <a16:creationId xmlns:a16="http://schemas.microsoft.com/office/drawing/2014/main" id="{D040CAA4-CFED-507F-D85A-E59A038F13E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936" name="직선 화살표 연결선 935">
                <a:extLst>
                  <a:ext uri="{FF2B5EF4-FFF2-40B4-BE49-F238E27FC236}">
                    <a16:creationId xmlns:a16="http://schemas.microsoft.com/office/drawing/2014/main" id="{D954DD59-A51D-3D55-3DFE-6E0311CB1A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83" name="TextBox 882">
              <a:extLst>
                <a:ext uri="{FF2B5EF4-FFF2-40B4-BE49-F238E27FC236}">
                  <a16:creationId xmlns:a16="http://schemas.microsoft.com/office/drawing/2014/main" id="{BBD4AD02-98DB-5C0E-29B3-A2059D8F6109}"/>
                </a:ext>
              </a:extLst>
            </p:cNvPr>
            <p:cNvSpPr txBox="1"/>
            <p:nvPr/>
          </p:nvSpPr>
          <p:spPr>
            <a:xfrm>
              <a:off x="9587762" y="899831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85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885" name="TextBox 884">
              <a:extLst>
                <a:ext uri="{FF2B5EF4-FFF2-40B4-BE49-F238E27FC236}">
                  <a16:creationId xmlns:a16="http://schemas.microsoft.com/office/drawing/2014/main" id="{0BE31A3E-37BA-6CBF-276B-50452F871544}"/>
                </a:ext>
              </a:extLst>
            </p:cNvPr>
            <p:cNvSpPr txBox="1"/>
            <p:nvPr/>
          </p:nvSpPr>
          <p:spPr>
            <a:xfrm>
              <a:off x="9604430" y="988603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86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887" name="그룹 886">
              <a:extLst>
                <a:ext uri="{FF2B5EF4-FFF2-40B4-BE49-F238E27FC236}">
                  <a16:creationId xmlns:a16="http://schemas.microsoft.com/office/drawing/2014/main" id="{42E7FBD7-38D4-6D43-2F06-BF03BDBBB2A3}"/>
                </a:ext>
              </a:extLst>
            </p:cNvPr>
            <p:cNvGrpSpPr/>
            <p:nvPr/>
          </p:nvGrpSpPr>
          <p:grpSpPr>
            <a:xfrm>
              <a:off x="9553126" y="1123226"/>
              <a:ext cx="250264" cy="72000"/>
              <a:chOff x="7902575" y="878878"/>
              <a:chExt cx="250264" cy="72000"/>
            </a:xfrm>
          </p:grpSpPr>
          <p:sp>
            <p:nvSpPr>
              <p:cNvPr id="904" name="타원 903">
                <a:extLst>
                  <a:ext uri="{FF2B5EF4-FFF2-40B4-BE49-F238E27FC236}">
                    <a16:creationId xmlns:a16="http://schemas.microsoft.com/office/drawing/2014/main" id="{5B979C6C-0194-1A4F-FBC3-337417C6F78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933" name="직선 화살표 연결선 932">
                <a:extLst>
                  <a:ext uri="{FF2B5EF4-FFF2-40B4-BE49-F238E27FC236}">
                    <a16:creationId xmlns:a16="http://schemas.microsoft.com/office/drawing/2014/main" id="{36B3434D-14C3-8458-B028-C169B32E49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88" name="그룹 887">
              <a:extLst>
                <a:ext uri="{FF2B5EF4-FFF2-40B4-BE49-F238E27FC236}">
                  <a16:creationId xmlns:a16="http://schemas.microsoft.com/office/drawing/2014/main" id="{76A20AA3-B567-D663-8508-6CA3E7B97B95}"/>
                </a:ext>
              </a:extLst>
            </p:cNvPr>
            <p:cNvGrpSpPr/>
            <p:nvPr/>
          </p:nvGrpSpPr>
          <p:grpSpPr>
            <a:xfrm>
              <a:off x="9553091" y="1211923"/>
              <a:ext cx="250264" cy="72000"/>
              <a:chOff x="7902575" y="878878"/>
              <a:chExt cx="250264" cy="72000"/>
            </a:xfrm>
          </p:grpSpPr>
          <p:sp>
            <p:nvSpPr>
              <p:cNvPr id="902" name="타원 901">
                <a:extLst>
                  <a:ext uri="{FF2B5EF4-FFF2-40B4-BE49-F238E27FC236}">
                    <a16:creationId xmlns:a16="http://schemas.microsoft.com/office/drawing/2014/main" id="{47B36CC9-2A84-C0CD-A3D2-99B9F886199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903" name="직선 화살표 연결선 902">
                <a:extLst>
                  <a:ext uri="{FF2B5EF4-FFF2-40B4-BE49-F238E27FC236}">
                    <a16:creationId xmlns:a16="http://schemas.microsoft.com/office/drawing/2014/main" id="{25BB7941-FD44-7390-54C3-5609FF2C64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91" name="TextBox 890">
              <a:extLst>
                <a:ext uri="{FF2B5EF4-FFF2-40B4-BE49-F238E27FC236}">
                  <a16:creationId xmlns:a16="http://schemas.microsoft.com/office/drawing/2014/main" id="{BC7611FE-C135-8790-7441-6480A2F96242}"/>
                </a:ext>
              </a:extLst>
            </p:cNvPr>
            <p:cNvSpPr txBox="1"/>
            <p:nvPr/>
          </p:nvSpPr>
          <p:spPr>
            <a:xfrm>
              <a:off x="9586230" y="1077925"/>
              <a:ext cx="13456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87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892" name="TextBox 891">
              <a:extLst>
                <a:ext uri="{FF2B5EF4-FFF2-40B4-BE49-F238E27FC236}">
                  <a16:creationId xmlns:a16="http://schemas.microsoft.com/office/drawing/2014/main" id="{6BC99174-9EB4-D6CB-A76C-3A82CFF5DE5A}"/>
                </a:ext>
              </a:extLst>
            </p:cNvPr>
            <p:cNvSpPr txBox="1"/>
            <p:nvPr/>
          </p:nvSpPr>
          <p:spPr>
            <a:xfrm>
              <a:off x="9602898" y="1166697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88</a:t>
              </a:r>
              <a:endParaRPr lang="ko-KR" altLang="en-US" sz="600" dirty="0">
                <a:latin typeface="+mn-ea"/>
              </a:endParaRPr>
            </a:p>
          </p:txBody>
        </p:sp>
        <p:grpSp>
          <p:nvGrpSpPr>
            <p:cNvPr id="893" name="그룹 892">
              <a:extLst>
                <a:ext uri="{FF2B5EF4-FFF2-40B4-BE49-F238E27FC236}">
                  <a16:creationId xmlns:a16="http://schemas.microsoft.com/office/drawing/2014/main" id="{D6095DF4-8606-C1C1-C8E9-4926133E58D5}"/>
                </a:ext>
              </a:extLst>
            </p:cNvPr>
            <p:cNvGrpSpPr/>
            <p:nvPr/>
          </p:nvGrpSpPr>
          <p:grpSpPr>
            <a:xfrm>
              <a:off x="9554658" y="1299036"/>
              <a:ext cx="250264" cy="72000"/>
              <a:chOff x="7902575" y="878878"/>
              <a:chExt cx="250264" cy="72000"/>
            </a:xfrm>
          </p:grpSpPr>
          <p:sp>
            <p:nvSpPr>
              <p:cNvPr id="899" name="타원 898">
                <a:extLst>
                  <a:ext uri="{FF2B5EF4-FFF2-40B4-BE49-F238E27FC236}">
                    <a16:creationId xmlns:a16="http://schemas.microsoft.com/office/drawing/2014/main" id="{78E3F320-9B9F-40E9-A2FA-AD58E81ED85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901" name="직선 화살표 연결선 900">
                <a:extLst>
                  <a:ext uri="{FF2B5EF4-FFF2-40B4-BE49-F238E27FC236}">
                    <a16:creationId xmlns:a16="http://schemas.microsoft.com/office/drawing/2014/main" id="{E34538A7-6270-7611-47D2-0DB58E4F77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4" name="그룹 893">
              <a:extLst>
                <a:ext uri="{FF2B5EF4-FFF2-40B4-BE49-F238E27FC236}">
                  <a16:creationId xmlns:a16="http://schemas.microsoft.com/office/drawing/2014/main" id="{32B0D2D9-15BC-2891-6BC8-6DF2E72E3381}"/>
                </a:ext>
              </a:extLst>
            </p:cNvPr>
            <p:cNvGrpSpPr/>
            <p:nvPr/>
          </p:nvGrpSpPr>
          <p:grpSpPr>
            <a:xfrm>
              <a:off x="9554623" y="1387733"/>
              <a:ext cx="250264" cy="72000"/>
              <a:chOff x="7902575" y="878878"/>
              <a:chExt cx="250264" cy="72000"/>
            </a:xfrm>
          </p:grpSpPr>
          <p:sp>
            <p:nvSpPr>
              <p:cNvPr id="897" name="타원 896">
                <a:extLst>
                  <a:ext uri="{FF2B5EF4-FFF2-40B4-BE49-F238E27FC236}">
                    <a16:creationId xmlns:a16="http://schemas.microsoft.com/office/drawing/2014/main" id="{3F4B9394-CE7D-E67E-2C7C-EC22BD5866B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80839" y="878878"/>
                <a:ext cx="72000" cy="72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/>
              </a:p>
            </p:txBody>
          </p:sp>
          <p:cxnSp>
            <p:nvCxnSpPr>
              <p:cNvPr id="898" name="직선 화살표 연결선 897">
                <a:extLst>
                  <a:ext uri="{FF2B5EF4-FFF2-40B4-BE49-F238E27FC236}">
                    <a16:creationId xmlns:a16="http://schemas.microsoft.com/office/drawing/2014/main" id="{33CC3CBD-73BC-3A5B-97B8-DE3FE3FB38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2575" y="914878"/>
                <a:ext cx="1782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95" name="TextBox 894">
              <a:extLst>
                <a:ext uri="{FF2B5EF4-FFF2-40B4-BE49-F238E27FC236}">
                  <a16:creationId xmlns:a16="http://schemas.microsoft.com/office/drawing/2014/main" id="{78979E6F-BFED-1423-E57B-1513878B5F3D}"/>
                </a:ext>
              </a:extLst>
            </p:cNvPr>
            <p:cNvSpPr txBox="1"/>
            <p:nvPr/>
          </p:nvSpPr>
          <p:spPr>
            <a:xfrm>
              <a:off x="9593905" y="1342507"/>
              <a:ext cx="12603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90</a:t>
              </a:r>
              <a:endParaRPr lang="ko-KR" altLang="en-US" sz="600" dirty="0">
                <a:latin typeface="+mn-ea"/>
              </a:endParaRPr>
            </a:p>
          </p:txBody>
        </p:sp>
        <p:sp>
          <p:nvSpPr>
            <p:cNvPr id="896" name="TextBox 895">
              <a:extLst>
                <a:ext uri="{FF2B5EF4-FFF2-40B4-BE49-F238E27FC236}">
                  <a16:creationId xmlns:a16="http://schemas.microsoft.com/office/drawing/2014/main" id="{C9EE6774-DA5E-3722-DFFF-8C4D5A7987BC}"/>
                </a:ext>
              </a:extLst>
            </p:cNvPr>
            <p:cNvSpPr txBox="1"/>
            <p:nvPr/>
          </p:nvSpPr>
          <p:spPr>
            <a:xfrm>
              <a:off x="9602899" y="1257916"/>
              <a:ext cx="115513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dirty="0">
                  <a:latin typeface="+mn-ea"/>
                </a:rPr>
                <a:t>89</a:t>
              </a:r>
              <a:endParaRPr lang="ko-KR" altLang="en-US" sz="600" dirty="0">
                <a:latin typeface="+mn-ea"/>
              </a:endParaRPr>
            </a:p>
          </p:txBody>
        </p:sp>
      </p:grpSp>
      <p:sp>
        <p:nvSpPr>
          <p:cNvPr id="949" name="타원 948">
            <a:extLst>
              <a:ext uri="{FF2B5EF4-FFF2-40B4-BE49-F238E27FC236}">
                <a16:creationId xmlns:a16="http://schemas.microsoft.com/office/drawing/2014/main" id="{E5387DFC-D6DD-8F9E-5CAD-25B545F62AB2}"/>
              </a:ext>
            </a:extLst>
          </p:cNvPr>
          <p:cNvSpPr>
            <a:spLocks noChangeAspect="1"/>
          </p:cNvSpPr>
          <p:nvPr/>
        </p:nvSpPr>
        <p:spPr>
          <a:xfrm>
            <a:off x="10813314" y="5479679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0" name="타원 949">
            <a:extLst>
              <a:ext uri="{FF2B5EF4-FFF2-40B4-BE49-F238E27FC236}">
                <a16:creationId xmlns:a16="http://schemas.microsoft.com/office/drawing/2014/main" id="{DED7810C-352E-A381-5CBF-2E139B707CE2}"/>
              </a:ext>
            </a:extLst>
          </p:cNvPr>
          <p:cNvSpPr>
            <a:spLocks noChangeAspect="1"/>
          </p:cNvSpPr>
          <p:nvPr/>
        </p:nvSpPr>
        <p:spPr>
          <a:xfrm>
            <a:off x="10813314" y="5389051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1" name="타원 950">
            <a:extLst>
              <a:ext uri="{FF2B5EF4-FFF2-40B4-BE49-F238E27FC236}">
                <a16:creationId xmlns:a16="http://schemas.microsoft.com/office/drawing/2014/main" id="{7C0E3720-F8FB-5DF4-785B-5F0CB07EE788}"/>
              </a:ext>
            </a:extLst>
          </p:cNvPr>
          <p:cNvSpPr>
            <a:spLocks noChangeAspect="1"/>
          </p:cNvSpPr>
          <p:nvPr/>
        </p:nvSpPr>
        <p:spPr>
          <a:xfrm>
            <a:off x="10813314" y="4236966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3" name="타원 952">
            <a:extLst>
              <a:ext uri="{FF2B5EF4-FFF2-40B4-BE49-F238E27FC236}">
                <a16:creationId xmlns:a16="http://schemas.microsoft.com/office/drawing/2014/main" id="{6948779D-7B57-2A21-140C-C98D9B6C5D7C}"/>
              </a:ext>
            </a:extLst>
          </p:cNvPr>
          <p:cNvSpPr>
            <a:spLocks noChangeAspect="1"/>
          </p:cNvSpPr>
          <p:nvPr/>
        </p:nvSpPr>
        <p:spPr>
          <a:xfrm>
            <a:off x="10813314" y="415039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4" name="타원 953">
            <a:extLst>
              <a:ext uri="{FF2B5EF4-FFF2-40B4-BE49-F238E27FC236}">
                <a16:creationId xmlns:a16="http://schemas.microsoft.com/office/drawing/2014/main" id="{DE04E93F-F35C-DB85-DC22-643BAAC0F645}"/>
              </a:ext>
            </a:extLst>
          </p:cNvPr>
          <p:cNvSpPr>
            <a:spLocks noChangeAspect="1"/>
          </p:cNvSpPr>
          <p:nvPr/>
        </p:nvSpPr>
        <p:spPr>
          <a:xfrm>
            <a:off x="10813314" y="4058667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62" name="타원 961">
            <a:extLst>
              <a:ext uri="{FF2B5EF4-FFF2-40B4-BE49-F238E27FC236}">
                <a16:creationId xmlns:a16="http://schemas.microsoft.com/office/drawing/2014/main" id="{C0C3B6E1-4F36-4DB5-7470-C618AA3666A2}"/>
              </a:ext>
            </a:extLst>
          </p:cNvPr>
          <p:cNvSpPr>
            <a:spLocks noChangeAspect="1"/>
          </p:cNvSpPr>
          <p:nvPr/>
        </p:nvSpPr>
        <p:spPr>
          <a:xfrm>
            <a:off x="10813314" y="3973291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64" name="타원 963">
            <a:extLst>
              <a:ext uri="{FF2B5EF4-FFF2-40B4-BE49-F238E27FC236}">
                <a16:creationId xmlns:a16="http://schemas.microsoft.com/office/drawing/2014/main" id="{A988660D-8C44-43E4-7B5D-AAF98095F0F8}"/>
              </a:ext>
            </a:extLst>
          </p:cNvPr>
          <p:cNvSpPr>
            <a:spLocks noChangeAspect="1"/>
          </p:cNvSpPr>
          <p:nvPr/>
        </p:nvSpPr>
        <p:spPr>
          <a:xfrm>
            <a:off x="10813314" y="361969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67" name="타원 966">
            <a:extLst>
              <a:ext uri="{FF2B5EF4-FFF2-40B4-BE49-F238E27FC236}">
                <a16:creationId xmlns:a16="http://schemas.microsoft.com/office/drawing/2014/main" id="{B45645CC-4D12-B8EA-315C-ED287FDB31E6}"/>
              </a:ext>
            </a:extLst>
          </p:cNvPr>
          <p:cNvSpPr>
            <a:spLocks noChangeAspect="1"/>
          </p:cNvSpPr>
          <p:nvPr/>
        </p:nvSpPr>
        <p:spPr>
          <a:xfrm>
            <a:off x="10813314" y="3530405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72" name="타원 971">
            <a:extLst>
              <a:ext uri="{FF2B5EF4-FFF2-40B4-BE49-F238E27FC236}">
                <a16:creationId xmlns:a16="http://schemas.microsoft.com/office/drawing/2014/main" id="{5948E77A-F6E3-3A67-9B04-988FFCBC1FFE}"/>
              </a:ext>
            </a:extLst>
          </p:cNvPr>
          <p:cNvSpPr>
            <a:spLocks noChangeAspect="1"/>
          </p:cNvSpPr>
          <p:nvPr/>
        </p:nvSpPr>
        <p:spPr>
          <a:xfrm>
            <a:off x="10813314" y="3444252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73" name="타원 972">
            <a:extLst>
              <a:ext uri="{FF2B5EF4-FFF2-40B4-BE49-F238E27FC236}">
                <a16:creationId xmlns:a16="http://schemas.microsoft.com/office/drawing/2014/main" id="{82A831D5-2EC2-4D41-B02A-E5F36CF67A31}"/>
              </a:ext>
            </a:extLst>
          </p:cNvPr>
          <p:cNvSpPr>
            <a:spLocks noChangeAspect="1"/>
          </p:cNvSpPr>
          <p:nvPr/>
        </p:nvSpPr>
        <p:spPr>
          <a:xfrm>
            <a:off x="10813314" y="273135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74" name="타원 973">
            <a:extLst>
              <a:ext uri="{FF2B5EF4-FFF2-40B4-BE49-F238E27FC236}">
                <a16:creationId xmlns:a16="http://schemas.microsoft.com/office/drawing/2014/main" id="{AF1D80D5-C411-CA48-183C-02F8E95FA306}"/>
              </a:ext>
            </a:extLst>
          </p:cNvPr>
          <p:cNvSpPr>
            <a:spLocks noChangeAspect="1"/>
          </p:cNvSpPr>
          <p:nvPr/>
        </p:nvSpPr>
        <p:spPr>
          <a:xfrm>
            <a:off x="10813314" y="5303326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77" name="타원 976">
            <a:extLst>
              <a:ext uri="{FF2B5EF4-FFF2-40B4-BE49-F238E27FC236}">
                <a16:creationId xmlns:a16="http://schemas.microsoft.com/office/drawing/2014/main" id="{6C15F329-2226-43E8-567B-AABC9B00BAC6}"/>
              </a:ext>
            </a:extLst>
          </p:cNvPr>
          <p:cNvSpPr>
            <a:spLocks noChangeAspect="1"/>
          </p:cNvSpPr>
          <p:nvPr/>
        </p:nvSpPr>
        <p:spPr>
          <a:xfrm>
            <a:off x="10813314" y="4770717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78" name="타원 977">
            <a:extLst>
              <a:ext uri="{FF2B5EF4-FFF2-40B4-BE49-F238E27FC236}">
                <a16:creationId xmlns:a16="http://schemas.microsoft.com/office/drawing/2014/main" id="{FE01B870-AF0B-E6FB-6987-3978C15277CF}"/>
              </a:ext>
            </a:extLst>
          </p:cNvPr>
          <p:cNvSpPr>
            <a:spLocks noChangeAspect="1"/>
          </p:cNvSpPr>
          <p:nvPr/>
        </p:nvSpPr>
        <p:spPr>
          <a:xfrm>
            <a:off x="10813314" y="4858391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79" name="타원 978">
            <a:extLst>
              <a:ext uri="{FF2B5EF4-FFF2-40B4-BE49-F238E27FC236}">
                <a16:creationId xmlns:a16="http://schemas.microsoft.com/office/drawing/2014/main" id="{6EC646E8-3AD7-4699-C9C6-92A960EEE836}"/>
              </a:ext>
            </a:extLst>
          </p:cNvPr>
          <p:cNvSpPr>
            <a:spLocks noChangeAspect="1"/>
          </p:cNvSpPr>
          <p:nvPr/>
        </p:nvSpPr>
        <p:spPr>
          <a:xfrm>
            <a:off x="10813314" y="5212840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80" name="타원 979">
            <a:extLst>
              <a:ext uri="{FF2B5EF4-FFF2-40B4-BE49-F238E27FC236}">
                <a16:creationId xmlns:a16="http://schemas.microsoft.com/office/drawing/2014/main" id="{14D5A331-9881-FA6E-9951-11859F992E54}"/>
              </a:ext>
            </a:extLst>
          </p:cNvPr>
          <p:cNvSpPr>
            <a:spLocks noChangeAspect="1"/>
          </p:cNvSpPr>
          <p:nvPr/>
        </p:nvSpPr>
        <p:spPr>
          <a:xfrm>
            <a:off x="10813314" y="4680837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81" name="직선 화살표 연결선 980">
            <a:extLst>
              <a:ext uri="{FF2B5EF4-FFF2-40B4-BE49-F238E27FC236}">
                <a16:creationId xmlns:a16="http://schemas.microsoft.com/office/drawing/2014/main" id="{BBA30FF1-6ED6-447D-D418-38BE800C6383}"/>
              </a:ext>
            </a:extLst>
          </p:cNvPr>
          <p:cNvCxnSpPr>
            <a:cxnSpLocks/>
          </p:cNvCxnSpPr>
          <p:nvPr/>
        </p:nvCxnSpPr>
        <p:spPr>
          <a:xfrm>
            <a:off x="10924845" y="2042788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2" name="직선 화살표 연결선 981">
            <a:extLst>
              <a:ext uri="{FF2B5EF4-FFF2-40B4-BE49-F238E27FC236}">
                <a16:creationId xmlns:a16="http://schemas.microsoft.com/office/drawing/2014/main" id="{E0FE0369-D087-99A9-E49D-6DB47D827DC2}"/>
              </a:ext>
            </a:extLst>
          </p:cNvPr>
          <p:cNvCxnSpPr>
            <a:cxnSpLocks/>
          </p:cNvCxnSpPr>
          <p:nvPr/>
        </p:nvCxnSpPr>
        <p:spPr>
          <a:xfrm>
            <a:off x="10927226" y="2130894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3" name="직선 화살표 연결선 982">
            <a:extLst>
              <a:ext uri="{FF2B5EF4-FFF2-40B4-BE49-F238E27FC236}">
                <a16:creationId xmlns:a16="http://schemas.microsoft.com/office/drawing/2014/main" id="{1A5872A6-55AD-740B-D86F-C274EFB16764}"/>
              </a:ext>
            </a:extLst>
          </p:cNvPr>
          <p:cNvCxnSpPr>
            <a:cxnSpLocks/>
          </p:cNvCxnSpPr>
          <p:nvPr/>
        </p:nvCxnSpPr>
        <p:spPr>
          <a:xfrm>
            <a:off x="10931988" y="2221382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4" name="직선 화살표 연결선 983">
            <a:extLst>
              <a:ext uri="{FF2B5EF4-FFF2-40B4-BE49-F238E27FC236}">
                <a16:creationId xmlns:a16="http://schemas.microsoft.com/office/drawing/2014/main" id="{B32EB8CE-77FB-565B-18CA-396F6497ADA1}"/>
              </a:ext>
            </a:extLst>
          </p:cNvPr>
          <p:cNvCxnSpPr>
            <a:cxnSpLocks/>
          </p:cNvCxnSpPr>
          <p:nvPr/>
        </p:nvCxnSpPr>
        <p:spPr>
          <a:xfrm>
            <a:off x="10929607" y="2313907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6" name="직선 화살표 연결선 985">
            <a:extLst>
              <a:ext uri="{FF2B5EF4-FFF2-40B4-BE49-F238E27FC236}">
                <a16:creationId xmlns:a16="http://schemas.microsoft.com/office/drawing/2014/main" id="{771CCF5A-0BD8-4696-5440-95E6F7917C3A}"/>
              </a:ext>
            </a:extLst>
          </p:cNvPr>
          <p:cNvCxnSpPr>
            <a:cxnSpLocks/>
          </p:cNvCxnSpPr>
          <p:nvPr/>
        </p:nvCxnSpPr>
        <p:spPr>
          <a:xfrm>
            <a:off x="10939132" y="2402013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7" name="직선 화살표 연결선 986">
            <a:extLst>
              <a:ext uri="{FF2B5EF4-FFF2-40B4-BE49-F238E27FC236}">
                <a16:creationId xmlns:a16="http://schemas.microsoft.com/office/drawing/2014/main" id="{C4045498-0E23-89D9-7A68-FC0101FFE8C3}"/>
              </a:ext>
            </a:extLst>
          </p:cNvPr>
          <p:cNvCxnSpPr>
            <a:cxnSpLocks/>
          </p:cNvCxnSpPr>
          <p:nvPr/>
        </p:nvCxnSpPr>
        <p:spPr>
          <a:xfrm>
            <a:off x="10943895" y="2491320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9" name="직선 화살표 연결선 988">
            <a:extLst>
              <a:ext uri="{FF2B5EF4-FFF2-40B4-BE49-F238E27FC236}">
                <a16:creationId xmlns:a16="http://schemas.microsoft.com/office/drawing/2014/main" id="{A8ACEE34-51B2-B13F-B6D7-2A419A868A1C}"/>
              </a:ext>
            </a:extLst>
          </p:cNvPr>
          <p:cNvCxnSpPr>
            <a:cxnSpLocks/>
          </p:cNvCxnSpPr>
          <p:nvPr/>
        </p:nvCxnSpPr>
        <p:spPr>
          <a:xfrm>
            <a:off x="10936752" y="2756574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1" name="직선 화살표 연결선 990">
            <a:extLst>
              <a:ext uri="{FF2B5EF4-FFF2-40B4-BE49-F238E27FC236}">
                <a16:creationId xmlns:a16="http://schemas.microsoft.com/office/drawing/2014/main" id="{85625C07-25E4-8092-9E39-8AF0C8B94563}"/>
              </a:ext>
            </a:extLst>
          </p:cNvPr>
          <p:cNvCxnSpPr>
            <a:cxnSpLocks/>
          </p:cNvCxnSpPr>
          <p:nvPr/>
        </p:nvCxnSpPr>
        <p:spPr>
          <a:xfrm>
            <a:off x="10927226" y="3996126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3" name="직선 화살표 연결선 992">
            <a:extLst>
              <a:ext uri="{FF2B5EF4-FFF2-40B4-BE49-F238E27FC236}">
                <a16:creationId xmlns:a16="http://schemas.microsoft.com/office/drawing/2014/main" id="{6A40DDA9-8335-697D-BD9E-7943B683EAB0}"/>
              </a:ext>
            </a:extLst>
          </p:cNvPr>
          <p:cNvCxnSpPr>
            <a:cxnSpLocks/>
          </p:cNvCxnSpPr>
          <p:nvPr/>
        </p:nvCxnSpPr>
        <p:spPr>
          <a:xfrm>
            <a:off x="10924845" y="4086402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6" name="직선 화살표 연결선 995">
            <a:extLst>
              <a:ext uri="{FF2B5EF4-FFF2-40B4-BE49-F238E27FC236}">
                <a16:creationId xmlns:a16="http://schemas.microsoft.com/office/drawing/2014/main" id="{F38B6C67-58A5-F51C-C04F-564968D2CE34}"/>
              </a:ext>
            </a:extLst>
          </p:cNvPr>
          <p:cNvCxnSpPr>
            <a:cxnSpLocks/>
          </p:cNvCxnSpPr>
          <p:nvPr/>
        </p:nvCxnSpPr>
        <p:spPr>
          <a:xfrm>
            <a:off x="10929607" y="4173229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7" name="직선 화살표 연결선 996">
            <a:extLst>
              <a:ext uri="{FF2B5EF4-FFF2-40B4-BE49-F238E27FC236}">
                <a16:creationId xmlns:a16="http://schemas.microsoft.com/office/drawing/2014/main" id="{2469D9B5-A2A9-0F31-0D5E-D2374AEC5445}"/>
              </a:ext>
            </a:extLst>
          </p:cNvPr>
          <p:cNvCxnSpPr>
            <a:cxnSpLocks/>
          </p:cNvCxnSpPr>
          <p:nvPr/>
        </p:nvCxnSpPr>
        <p:spPr>
          <a:xfrm>
            <a:off x="10934369" y="4262976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0" name="직선 연결선 999">
            <a:extLst>
              <a:ext uri="{FF2B5EF4-FFF2-40B4-BE49-F238E27FC236}">
                <a16:creationId xmlns:a16="http://schemas.microsoft.com/office/drawing/2014/main" id="{C357C476-7B36-5857-B5EA-28B1196E79BA}"/>
              </a:ext>
            </a:extLst>
          </p:cNvPr>
          <p:cNvCxnSpPr>
            <a:cxnSpLocks/>
          </p:cNvCxnSpPr>
          <p:nvPr/>
        </p:nvCxnSpPr>
        <p:spPr>
          <a:xfrm>
            <a:off x="11444272" y="2045482"/>
            <a:ext cx="0" cy="4691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2" name="직선 화살표 연결선 1001">
            <a:extLst>
              <a:ext uri="{FF2B5EF4-FFF2-40B4-BE49-F238E27FC236}">
                <a16:creationId xmlns:a16="http://schemas.microsoft.com/office/drawing/2014/main" id="{6A54B754-5C37-3455-857C-EF98DBD88C9C}"/>
              </a:ext>
            </a:extLst>
          </p:cNvPr>
          <p:cNvCxnSpPr>
            <a:cxnSpLocks/>
          </p:cNvCxnSpPr>
          <p:nvPr/>
        </p:nvCxnSpPr>
        <p:spPr>
          <a:xfrm>
            <a:off x="10507980" y="6733599"/>
            <a:ext cx="939782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4" name="타원 1003">
            <a:extLst>
              <a:ext uri="{FF2B5EF4-FFF2-40B4-BE49-F238E27FC236}">
                <a16:creationId xmlns:a16="http://schemas.microsoft.com/office/drawing/2014/main" id="{6C22E50D-6F0F-8FD8-5205-86060A1F6051}"/>
              </a:ext>
            </a:extLst>
          </p:cNvPr>
          <p:cNvSpPr>
            <a:spLocks noChangeAspect="1"/>
          </p:cNvSpPr>
          <p:nvPr/>
        </p:nvSpPr>
        <p:spPr>
          <a:xfrm>
            <a:off x="10815794" y="670913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06" name="타원 1005">
            <a:extLst>
              <a:ext uri="{FF2B5EF4-FFF2-40B4-BE49-F238E27FC236}">
                <a16:creationId xmlns:a16="http://schemas.microsoft.com/office/drawing/2014/main" id="{E3BB2775-C47F-4B56-1753-E8EA312309C0}"/>
              </a:ext>
            </a:extLst>
          </p:cNvPr>
          <p:cNvSpPr>
            <a:spLocks noChangeAspect="1"/>
          </p:cNvSpPr>
          <p:nvPr/>
        </p:nvSpPr>
        <p:spPr>
          <a:xfrm>
            <a:off x="11422682" y="4233086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10" name="타원 1009">
            <a:extLst>
              <a:ext uri="{FF2B5EF4-FFF2-40B4-BE49-F238E27FC236}">
                <a16:creationId xmlns:a16="http://schemas.microsoft.com/office/drawing/2014/main" id="{23AF9071-4D82-CDEB-28ED-1FCD850B9BC1}"/>
              </a:ext>
            </a:extLst>
          </p:cNvPr>
          <p:cNvSpPr>
            <a:spLocks noChangeAspect="1"/>
          </p:cNvSpPr>
          <p:nvPr/>
        </p:nvSpPr>
        <p:spPr>
          <a:xfrm>
            <a:off x="11422682" y="414651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11" name="타원 1010">
            <a:extLst>
              <a:ext uri="{FF2B5EF4-FFF2-40B4-BE49-F238E27FC236}">
                <a16:creationId xmlns:a16="http://schemas.microsoft.com/office/drawing/2014/main" id="{EFA3A436-9988-D2EC-24A3-061597E60719}"/>
              </a:ext>
            </a:extLst>
          </p:cNvPr>
          <p:cNvSpPr>
            <a:spLocks noChangeAspect="1"/>
          </p:cNvSpPr>
          <p:nvPr/>
        </p:nvSpPr>
        <p:spPr>
          <a:xfrm>
            <a:off x="11422682" y="4054787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13" name="타원 1012">
            <a:extLst>
              <a:ext uri="{FF2B5EF4-FFF2-40B4-BE49-F238E27FC236}">
                <a16:creationId xmlns:a16="http://schemas.microsoft.com/office/drawing/2014/main" id="{749ED4CB-9DF0-81D9-2226-970C400A8351}"/>
              </a:ext>
            </a:extLst>
          </p:cNvPr>
          <p:cNvSpPr>
            <a:spLocks noChangeAspect="1"/>
          </p:cNvSpPr>
          <p:nvPr/>
        </p:nvSpPr>
        <p:spPr>
          <a:xfrm>
            <a:off x="11422682" y="3969411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17" name="타원 1016">
            <a:extLst>
              <a:ext uri="{FF2B5EF4-FFF2-40B4-BE49-F238E27FC236}">
                <a16:creationId xmlns:a16="http://schemas.microsoft.com/office/drawing/2014/main" id="{C4BC114D-1078-B29A-A830-CA0B6450C42B}"/>
              </a:ext>
            </a:extLst>
          </p:cNvPr>
          <p:cNvSpPr>
            <a:spLocks noChangeAspect="1"/>
          </p:cNvSpPr>
          <p:nvPr/>
        </p:nvSpPr>
        <p:spPr>
          <a:xfrm>
            <a:off x="11420301" y="3792932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20" name="타원 1019">
            <a:extLst>
              <a:ext uri="{FF2B5EF4-FFF2-40B4-BE49-F238E27FC236}">
                <a16:creationId xmlns:a16="http://schemas.microsoft.com/office/drawing/2014/main" id="{936C4C75-90F7-803A-71FD-C66ADD8C8C35}"/>
              </a:ext>
            </a:extLst>
          </p:cNvPr>
          <p:cNvSpPr>
            <a:spLocks noChangeAspect="1"/>
          </p:cNvSpPr>
          <p:nvPr/>
        </p:nvSpPr>
        <p:spPr>
          <a:xfrm>
            <a:off x="11422682" y="246716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21" name="타원 1020">
            <a:extLst>
              <a:ext uri="{FF2B5EF4-FFF2-40B4-BE49-F238E27FC236}">
                <a16:creationId xmlns:a16="http://schemas.microsoft.com/office/drawing/2014/main" id="{DA0CF666-B03D-BCCD-B826-45113FCAAC46}"/>
              </a:ext>
            </a:extLst>
          </p:cNvPr>
          <p:cNvSpPr>
            <a:spLocks noChangeAspect="1"/>
          </p:cNvSpPr>
          <p:nvPr/>
        </p:nvSpPr>
        <p:spPr>
          <a:xfrm>
            <a:off x="11422682" y="2379155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23" name="타원 1022">
            <a:extLst>
              <a:ext uri="{FF2B5EF4-FFF2-40B4-BE49-F238E27FC236}">
                <a16:creationId xmlns:a16="http://schemas.microsoft.com/office/drawing/2014/main" id="{06C3A4D0-511A-1283-49E2-33B85DD92945}"/>
              </a:ext>
            </a:extLst>
          </p:cNvPr>
          <p:cNvSpPr>
            <a:spLocks noChangeAspect="1"/>
          </p:cNvSpPr>
          <p:nvPr/>
        </p:nvSpPr>
        <p:spPr>
          <a:xfrm>
            <a:off x="11422682" y="2290801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24" name="타원 1023">
            <a:extLst>
              <a:ext uri="{FF2B5EF4-FFF2-40B4-BE49-F238E27FC236}">
                <a16:creationId xmlns:a16="http://schemas.microsoft.com/office/drawing/2014/main" id="{E6D4A4FF-8E98-9433-E55D-0836A0A89CFF}"/>
              </a:ext>
            </a:extLst>
          </p:cNvPr>
          <p:cNvSpPr>
            <a:spLocks noChangeAspect="1"/>
          </p:cNvSpPr>
          <p:nvPr/>
        </p:nvSpPr>
        <p:spPr>
          <a:xfrm>
            <a:off x="11422682" y="219484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31" name="타원 1030">
            <a:extLst>
              <a:ext uri="{FF2B5EF4-FFF2-40B4-BE49-F238E27FC236}">
                <a16:creationId xmlns:a16="http://schemas.microsoft.com/office/drawing/2014/main" id="{B7AE4801-9054-8E6C-626D-79ECC8D8AA00}"/>
              </a:ext>
            </a:extLst>
          </p:cNvPr>
          <p:cNvSpPr>
            <a:spLocks noChangeAspect="1"/>
          </p:cNvSpPr>
          <p:nvPr/>
        </p:nvSpPr>
        <p:spPr>
          <a:xfrm>
            <a:off x="11425857" y="2110399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32" name="타원 1031">
            <a:extLst>
              <a:ext uri="{FF2B5EF4-FFF2-40B4-BE49-F238E27FC236}">
                <a16:creationId xmlns:a16="http://schemas.microsoft.com/office/drawing/2014/main" id="{0AD3F4C7-705C-DF3B-95F7-6FBBE8BA5BA9}"/>
              </a:ext>
            </a:extLst>
          </p:cNvPr>
          <p:cNvSpPr>
            <a:spLocks noChangeAspect="1"/>
          </p:cNvSpPr>
          <p:nvPr/>
        </p:nvSpPr>
        <p:spPr>
          <a:xfrm>
            <a:off x="11422682" y="2019728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33" name="타원 1032">
            <a:extLst>
              <a:ext uri="{FF2B5EF4-FFF2-40B4-BE49-F238E27FC236}">
                <a16:creationId xmlns:a16="http://schemas.microsoft.com/office/drawing/2014/main" id="{BE1B280C-9B3D-3A80-EDB5-1033CC98B876}"/>
              </a:ext>
            </a:extLst>
          </p:cNvPr>
          <p:cNvSpPr>
            <a:spLocks noChangeAspect="1"/>
          </p:cNvSpPr>
          <p:nvPr/>
        </p:nvSpPr>
        <p:spPr>
          <a:xfrm>
            <a:off x="11420301" y="2732785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044" name="직선 화살표 연결선 1043">
            <a:extLst>
              <a:ext uri="{FF2B5EF4-FFF2-40B4-BE49-F238E27FC236}">
                <a16:creationId xmlns:a16="http://schemas.microsoft.com/office/drawing/2014/main" id="{4726E579-AC01-8B04-730B-0F00940EAF1B}"/>
              </a:ext>
            </a:extLst>
          </p:cNvPr>
          <p:cNvCxnSpPr>
            <a:cxnSpLocks/>
          </p:cNvCxnSpPr>
          <p:nvPr/>
        </p:nvCxnSpPr>
        <p:spPr>
          <a:xfrm>
            <a:off x="10931989" y="4707641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직선 화살표 연결선 1044">
            <a:extLst>
              <a:ext uri="{FF2B5EF4-FFF2-40B4-BE49-F238E27FC236}">
                <a16:creationId xmlns:a16="http://schemas.microsoft.com/office/drawing/2014/main" id="{A8721C22-5A2E-7C6E-B790-EB8D1CFE88B7}"/>
              </a:ext>
            </a:extLst>
          </p:cNvPr>
          <p:cNvCxnSpPr>
            <a:cxnSpLocks/>
          </p:cNvCxnSpPr>
          <p:nvPr/>
        </p:nvCxnSpPr>
        <p:spPr>
          <a:xfrm>
            <a:off x="10936751" y="4794468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직선 화살표 연결선 1051">
            <a:extLst>
              <a:ext uri="{FF2B5EF4-FFF2-40B4-BE49-F238E27FC236}">
                <a16:creationId xmlns:a16="http://schemas.microsoft.com/office/drawing/2014/main" id="{6CD0D28C-E4CE-AE73-B7CD-BF77E97F78CC}"/>
              </a:ext>
            </a:extLst>
          </p:cNvPr>
          <p:cNvCxnSpPr>
            <a:cxnSpLocks/>
          </p:cNvCxnSpPr>
          <p:nvPr/>
        </p:nvCxnSpPr>
        <p:spPr>
          <a:xfrm>
            <a:off x="10941513" y="4884215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4" name="타원 1053">
            <a:extLst>
              <a:ext uri="{FF2B5EF4-FFF2-40B4-BE49-F238E27FC236}">
                <a16:creationId xmlns:a16="http://schemas.microsoft.com/office/drawing/2014/main" id="{BCE93176-3DC6-4448-DEC7-3D639866C94B}"/>
              </a:ext>
            </a:extLst>
          </p:cNvPr>
          <p:cNvSpPr>
            <a:spLocks noChangeAspect="1"/>
          </p:cNvSpPr>
          <p:nvPr/>
        </p:nvSpPr>
        <p:spPr>
          <a:xfrm>
            <a:off x="11420301" y="4771981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58" name="타원 1057">
            <a:extLst>
              <a:ext uri="{FF2B5EF4-FFF2-40B4-BE49-F238E27FC236}">
                <a16:creationId xmlns:a16="http://schemas.microsoft.com/office/drawing/2014/main" id="{C455A3DC-1A08-9F45-E598-E24F1EFDCBEF}"/>
              </a:ext>
            </a:extLst>
          </p:cNvPr>
          <p:cNvSpPr>
            <a:spLocks noChangeAspect="1"/>
          </p:cNvSpPr>
          <p:nvPr/>
        </p:nvSpPr>
        <p:spPr>
          <a:xfrm>
            <a:off x="11420301" y="4859655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60" name="타원 1059">
            <a:extLst>
              <a:ext uri="{FF2B5EF4-FFF2-40B4-BE49-F238E27FC236}">
                <a16:creationId xmlns:a16="http://schemas.microsoft.com/office/drawing/2014/main" id="{6E89C65E-BAA5-6BDF-9DE6-A05C7270EBCB}"/>
              </a:ext>
            </a:extLst>
          </p:cNvPr>
          <p:cNvSpPr>
            <a:spLocks noChangeAspect="1"/>
          </p:cNvSpPr>
          <p:nvPr/>
        </p:nvSpPr>
        <p:spPr>
          <a:xfrm>
            <a:off x="11420301" y="4682101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63" name="타원 1062">
            <a:extLst>
              <a:ext uri="{FF2B5EF4-FFF2-40B4-BE49-F238E27FC236}">
                <a16:creationId xmlns:a16="http://schemas.microsoft.com/office/drawing/2014/main" id="{CB8D17E3-C69A-017C-8038-2B3D4981975F}"/>
              </a:ext>
            </a:extLst>
          </p:cNvPr>
          <p:cNvSpPr>
            <a:spLocks noChangeAspect="1"/>
          </p:cNvSpPr>
          <p:nvPr/>
        </p:nvSpPr>
        <p:spPr>
          <a:xfrm>
            <a:off x="11420301" y="5482060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65" name="타원 1064">
            <a:extLst>
              <a:ext uri="{FF2B5EF4-FFF2-40B4-BE49-F238E27FC236}">
                <a16:creationId xmlns:a16="http://schemas.microsoft.com/office/drawing/2014/main" id="{DE850C4F-F66C-4B44-1420-BDE522273993}"/>
              </a:ext>
            </a:extLst>
          </p:cNvPr>
          <p:cNvSpPr>
            <a:spLocks noChangeAspect="1"/>
          </p:cNvSpPr>
          <p:nvPr/>
        </p:nvSpPr>
        <p:spPr>
          <a:xfrm>
            <a:off x="11420301" y="5391432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68" name="타원 1067">
            <a:extLst>
              <a:ext uri="{FF2B5EF4-FFF2-40B4-BE49-F238E27FC236}">
                <a16:creationId xmlns:a16="http://schemas.microsoft.com/office/drawing/2014/main" id="{95C05B32-5DFC-B56C-7E5D-F6C709E57651}"/>
              </a:ext>
            </a:extLst>
          </p:cNvPr>
          <p:cNvSpPr>
            <a:spLocks noChangeAspect="1"/>
          </p:cNvSpPr>
          <p:nvPr/>
        </p:nvSpPr>
        <p:spPr>
          <a:xfrm>
            <a:off x="11420301" y="5305707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71" name="타원 1070">
            <a:extLst>
              <a:ext uri="{FF2B5EF4-FFF2-40B4-BE49-F238E27FC236}">
                <a16:creationId xmlns:a16="http://schemas.microsoft.com/office/drawing/2014/main" id="{97D34789-AA88-E8BB-A55D-5784EE716558}"/>
              </a:ext>
            </a:extLst>
          </p:cNvPr>
          <p:cNvSpPr>
            <a:spLocks noChangeAspect="1"/>
          </p:cNvSpPr>
          <p:nvPr/>
        </p:nvSpPr>
        <p:spPr>
          <a:xfrm>
            <a:off x="11420301" y="5215221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072" name="직선 화살표 연결선 1071">
            <a:extLst>
              <a:ext uri="{FF2B5EF4-FFF2-40B4-BE49-F238E27FC236}">
                <a16:creationId xmlns:a16="http://schemas.microsoft.com/office/drawing/2014/main" id="{F3BDEAC5-38F9-6D9B-903B-2B104EE61704}"/>
              </a:ext>
            </a:extLst>
          </p:cNvPr>
          <p:cNvCxnSpPr>
            <a:cxnSpLocks/>
          </p:cNvCxnSpPr>
          <p:nvPr/>
        </p:nvCxnSpPr>
        <p:spPr>
          <a:xfrm>
            <a:off x="10936753" y="5238660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직선 화살표 연결선 1072">
            <a:extLst>
              <a:ext uri="{FF2B5EF4-FFF2-40B4-BE49-F238E27FC236}">
                <a16:creationId xmlns:a16="http://schemas.microsoft.com/office/drawing/2014/main" id="{47516035-FFBD-587D-6E7A-DA8B0B78DF32}"/>
              </a:ext>
            </a:extLst>
          </p:cNvPr>
          <p:cNvCxnSpPr>
            <a:cxnSpLocks/>
          </p:cNvCxnSpPr>
          <p:nvPr/>
        </p:nvCxnSpPr>
        <p:spPr>
          <a:xfrm>
            <a:off x="10936753" y="5327868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직선 화살표 연결선 1073">
            <a:extLst>
              <a:ext uri="{FF2B5EF4-FFF2-40B4-BE49-F238E27FC236}">
                <a16:creationId xmlns:a16="http://schemas.microsoft.com/office/drawing/2014/main" id="{72627DB4-AA4F-F00D-370F-49FAB0355626}"/>
              </a:ext>
            </a:extLst>
          </p:cNvPr>
          <p:cNvCxnSpPr>
            <a:cxnSpLocks/>
          </p:cNvCxnSpPr>
          <p:nvPr/>
        </p:nvCxnSpPr>
        <p:spPr>
          <a:xfrm>
            <a:off x="10941515" y="5415234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5" name="직선 화살표 연결선 1074">
            <a:extLst>
              <a:ext uri="{FF2B5EF4-FFF2-40B4-BE49-F238E27FC236}">
                <a16:creationId xmlns:a16="http://schemas.microsoft.com/office/drawing/2014/main" id="{85A0A557-0D8F-50E6-78C9-13F429285473}"/>
              </a:ext>
            </a:extLst>
          </p:cNvPr>
          <p:cNvCxnSpPr>
            <a:cxnSpLocks/>
          </p:cNvCxnSpPr>
          <p:nvPr/>
        </p:nvCxnSpPr>
        <p:spPr>
          <a:xfrm>
            <a:off x="10939135" y="5503328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직선 연결선 1076">
            <a:extLst>
              <a:ext uri="{FF2B5EF4-FFF2-40B4-BE49-F238E27FC236}">
                <a16:creationId xmlns:a16="http://schemas.microsoft.com/office/drawing/2014/main" id="{89B8C3FD-105D-660B-9988-22D71E024000}"/>
              </a:ext>
            </a:extLst>
          </p:cNvPr>
          <p:cNvCxnSpPr>
            <a:cxnSpLocks/>
          </p:cNvCxnSpPr>
          <p:nvPr/>
        </p:nvCxnSpPr>
        <p:spPr>
          <a:xfrm>
            <a:off x="10736897" y="3729025"/>
            <a:ext cx="0" cy="1804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8" name="타원 1077">
            <a:extLst>
              <a:ext uri="{FF2B5EF4-FFF2-40B4-BE49-F238E27FC236}">
                <a16:creationId xmlns:a16="http://schemas.microsoft.com/office/drawing/2014/main" id="{09308806-DFD7-4ABD-485C-52AD2CF6A10B}"/>
              </a:ext>
            </a:extLst>
          </p:cNvPr>
          <p:cNvSpPr>
            <a:spLocks noChangeAspect="1"/>
          </p:cNvSpPr>
          <p:nvPr/>
        </p:nvSpPr>
        <p:spPr>
          <a:xfrm>
            <a:off x="10710783" y="3793592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C9972375-86A3-0EF5-C45B-C37E615FBE87}"/>
              </a:ext>
            </a:extLst>
          </p:cNvPr>
          <p:cNvSpPr txBox="1"/>
          <p:nvPr/>
        </p:nvSpPr>
        <p:spPr>
          <a:xfrm>
            <a:off x="10193890" y="3760965"/>
            <a:ext cx="31012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+3.6V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82" name="직선 화살표 연결선 1081">
            <a:extLst>
              <a:ext uri="{FF2B5EF4-FFF2-40B4-BE49-F238E27FC236}">
                <a16:creationId xmlns:a16="http://schemas.microsoft.com/office/drawing/2014/main" id="{1A9CA2FF-9509-9541-5BC0-3192CBD98C50}"/>
              </a:ext>
            </a:extLst>
          </p:cNvPr>
          <p:cNvCxnSpPr>
            <a:cxnSpLocks/>
          </p:cNvCxnSpPr>
          <p:nvPr/>
        </p:nvCxnSpPr>
        <p:spPr>
          <a:xfrm>
            <a:off x="10738653" y="3905989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4" name="직선 화살표 연결선 1083">
            <a:extLst>
              <a:ext uri="{FF2B5EF4-FFF2-40B4-BE49-F238E27FC236}">
                <a16:creationId xmlns:a16="http://schemas.microsoft.com/office/drawing/2014/main" id="{6169F48C-4122-C5E3-C1C4-5721894050AD}"/>
              </a:ext>
            </a:extLst>
          </p:cNvPr>
          <p:cNvCxnSpPr>
            <a:cxnSpLocks/>
          </p:cNvCxnSpPr>
          <p:nvPr/>
        </p:nvCxnSpPr>
        <p:spPr>
          <a:xfrm>
            <a:off x="10493999" y="3817504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" name="직선 화살표 연결선 1086">
            <a:extLst>
              <a:ext uri="{FF2B5EF4-FFF2-40B4-BE49-F238E27FC236}">
                <a16:creationId xmlns:a16="http://schemas.microsoft.com/office/drawing/2014/main" id="{88712D34-8133-36CF-BAD8-7FD8761362D6}"/>
              </a:ext>
            </a:extLst>
          </p:cNvPr>
          <p:cNvCxnSpPr>
            <a:cxnSpLocks/>
          </p:cNvCxnSpPr>
          <p:nvPr/>
        </p:nvCxnSpPr>
        <p:spPr>
          <a:xfrm>
            <a:off x="10741035" y="3731550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0" name="직선 연결선 1089">
            <a:extLst>
              <a:ext uri="{FF2B5EF4-FFF2-40B4-BE49-F238E27FC236}">
                <a16:creationId xmlns:a16="http://schemas.microsoft.com/office/drawing/2014/main" id="{ADF02F49-FCD1-F2CF-AC5F-82A9B09CF14E}"/>
              </a:ext>
            </a:extLst>
          </p:cNvPr>
          <p:cNvCxnSpPr>
            <a:cxnSpLocks/>
          </p:cNvCxnSpPr>
          <p:nvPr/>
        </p:nvCxnSpPr>
        <p:spPr>
          <a:xfrm>
            <a:off x="10736897" y="4350250"/>
            <a:ext cx="0" cy="266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1" name="타원 1090">
            <a:extLst>
              <a:ext uri="{FF2B5EF4-FFF2-40B4-BE49-F238E27FC236}">
                <a16:creationId xmlns:a16="http://schemas.microsoft.com/office/drawing/2014/main" id="{578F6282-EB61-AE24-F015-CFDDDCC8C461}"/>
              </a:ext>
            </a:extLst>
          </p:cNvPr>
          <p:cNvSpPr>
            <a:spLocks noChangeAspect="1"/>
          </p:cNvSpPr>
          <p:nvPr/>
        </p:nvSpPr>
        <p:spPr>
          <a:xfrm>
            <a:off x="10710783" y="4414817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25590256-7A99-5993-B8E9-B85E516B266C}"/>
              </a:ext>
            </a:extLst>
          </p:cNvPr>
          <p:cNvSpPr txBox="1"/>
          <p:nvPr/>
        </p:nvSpPr>
        <p:spPr>
          <a:xfrm>
            <a:off x="10141012" y="4470421"/>
            <a:ext cx="31012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-20V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093" name="직선 화살표 연결선 1092">
            <a:extLst>
              <a:ext uri="{FF2B5EF4-FFF2-40B4-BE49-F238E27FC236}">
                <a16:creationId xmlns:a16="http://schemas.microsoft.com/office/drawing/2014/main" id="{F629A18D-48A8-428D-3731-92C5BD7A3449}"/>
              </a:ext>
            </a:extLst>
          </p:cNvPr>
          <p:cNvCxnSpPr>
            <a:cxnSpLocks/>
          </p:cNvCxnSpPr>
          <p:nvPr/>
        </p:nvCxnSpPr>
        <p:spPr>
          <a:xfrm>
            <a:off x="10738653" y="4439109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4" name="직선 화살표 연결선 1093">
            <a:extLst>
              <a:ext uri="{FF2B5EF4-FFF2-40B4-BE49-F238E27FC236}">
                <a16:creationId xmlns:a16="http://schemas.microsoft.com/office/drawing/2014/main" id="{B1333E55-6BE9-3B9E-EAF5-92436D6EB406}"/>
              </a:ext>
            </a:extLst>
          </p:cNvPr>
          <p:cNvCxnSpPr>
            <a:cxnSpLocks/>
          </p:cNvCxnSpPr>
          <p:nvPr/>
        </p:nvCxnSpPr>
        <p:spPr>
          <a:xfrm>
            <a:off x="10484474" y="4526375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5" name="직선 화살표 연결선 1094">
            <a:extLst>
              <a:ext uri="{FF2B5EF4-FFF2-40B4-BE49-F238E27FC236}">
                <a16:creationId xmlns:a16="http://schemas.microsoft.com/office/drawing/2014/main" id="{E1EBA951-2FEE-46CB-1DF1-4C9D4F994412}"/>
              </a:ext>
            </a:extLst>
          </p:cNvPr>
          <p:cNvCxnSpPr>
            <a:cxnSpLocks/>
          </p:cNvCxnSpPr>
          <p:nvPr/>
        </p:nvCxnSpPr>
        <p:spPr>
          <a:xfrm>
            <a:off x="10741035" y="4352775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직선 화살표 연결선 1095">
            <a:extLst>
              <a:ext uri="{FF2B5EF4-FFF2-40B4-BE49-F238E27FC236}">
                <a16:creationId xmlns:a16="http://schemas.microsoft.com/office/drawing/2014/main" id="{9D91D587-DFC3-1548-4451-81EB9E1565E9}"/>
              </a:ext>
            </a:extLst>
          </p:cNvPr>
          <p:cNvCxnSpPr>
            <a:cxnSpLocks/>
          </p:cNvCxnSpPr>
          <p:nvPr/>
        </p:nvCxnSpPr>
        <p:spPr>
          <a:xfrm>
            <a:off x="10741034" y="4614012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7" name="타원 1096">
            <a:extLst>
              <a:ext uri="{FF2B5EF4-FFF2-40B4-BE49-F238E27FC236}">
                <a16:creationId xmlns:a16="http://schemas.microsoft.com/office/drawing/2014/main" id="{107EBCFE-A673-B127-3435-FEDDCE98174B}"/>
              </a:ext>
            </a:extLst>
          </p:cNvPr>
          <p:cNvSpPr>
            <a:spLocks noChangeAspect="1"/>
          </p:cNvSpPr>
          <p:nvPr/>
        </p:nvSpPr>
        <p:spPr>
          <a:xfrm>
            <a:off x="10710784" y="4503302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15" name="직선 연결선 1114">
            <a:extLst>
              <a:ext uri="{FF2B5EF4-FFF2-40B4-BE49-F238E27FC236}">
                <a16:creationId xmlns:a16="http://schemas.microsoft.com/office/drawing/2014/main" id="{65265CBA-280D-6284-0092-CF43F5590D25}"/>
              </a:ext>
            </a:extLst>
          </p:cNvPr>
          <p:cNvCxnSpPr>
            <a:cxnSpLocks/>
          </p:cNvCxnSpPr>
          <p:nvPr/>
        </p:nvCxnSpPr>
        <p:spPr>
          <a:xfrm>
            <a:off x="10736897" y="4972634"/>
            <a:ext cx="0" cy="1804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6" name="타원 1115">
            <a:extLst>
              <a:ext uri="{FF2B5EF4-FFF2-40B4-BE49-F238E27FC236}">
                <a16:creationId xmlns:a16="http://schemas.microsoft.com/office/drawing/2014/main" id="{12B326C3-D8BA-9D85-913C-DF84C43E1B08}"/>
              </a:ext>
            </a:extLst>
          </p:cNvPr>
          <p:cNvSpPr>
            <a:spLocks noChangeAspect="1"/>
          </p:cNvSpPr>
          <p:nvPr/>
        </p:nvSpPr>
        <p:spPr>
          <a:xfrm>
            <a:off x="10710783" y="5037201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C4DD86BE-A33B-4E7A-4EA4-EC8296716308}"/>
              </a:ext>
            </a:extLst>
          </p:cNvPr>
          <p:cNvSpPr txBox="1"/>
          <p:nvPr/>
        </p:nvSpPr>
        <p:spPr>
          <a:xfrm>
            <a:off x="10160553" y="4997982"/>
            <a:ext cx="31012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-7.5V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118" name="직선 화살표 연결선 1117">
            <a:extLst>
              <a:ext uri="{FF2B5EF4-FFF2-40B4-BE49-F238E27FC236}">
                <a16:creationId xmlns:a16="http://schemas.microsoft.com/office/drawing/2014/main" id="{208BF268-43C8-37B3-DB6E-DA0E948CB976}"/>
              </a:ext>
            </a:extLst>
          </p:cNvPr>
          <p:cNvCxnSpPr>
            <a:cxnSpLocks/>
          </p:cNvCxnSpPr>
          <p:nvPr/>
        </p:nvCxnSpPr>
        <p:spPr>
          <a:xfrm>
            <a:off x="10738653" y="5149598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9" name="직선 화살표 연결선 1118">
            <a:extLst>
              <a:ext uri="{FF2B5EF4-FFF2-40B4-BE49-F238E27FC236}">
                <a16:creationId xmlns:a16="http://schemas.microsoft.com/office/drawing/2014/main" id="{DE9D1A2F-60E3-527B-70D1-CE7E6D4C6680}"/>
              </a:ext>
            </a:extLst>
          </p:cNvPr>
          <p:cNvCxnSpPr>
            <a:cxnSpLocks/>
          </p:cNvCxnSpPr>
          <p:nvPr/>
        </p:nvCxnSpPr>
        <p:spPr>
          <a:xfrm>
            <a:off x="10493999" y="5061113"/>
            <a:ext cx="38031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0" name="직선 화살표 연결선 1119">
            <a:extLst>
              <a:ext uri="{FF2B5EF4-FFF2-40B4-BE49-F238E27FC236}">
                <a16:creationId xmlns:a16="http://schemas.microsoft.com/office/drawing/2014/main" id="{A862BB1A-E725-2115-84D0-66A99916E0C0}"/>
              </a:ext>
            </a:extLst>
          </p:cNvPr>
          <p:cNvCxnSpPr>
            <a:cxnSpLocks/>
          </p:cNvCxnSpPr>
          <p:nvPr/>
        </p:nvCxnSpPr>
        <p:spPr>
          <a:xfrm>
            <a:off x="10741035" y="4975159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2" name="직선 연결선 1121">
            <a:extLst>
              <a:ext uri="{FF2B5EF4-FFF2-40B4-BE49-F238E27FC236}">
                <a16:creationId xmlns:a16="http://schemas.microsoft.com/office/drawing/2014/main" id="{261257CC-82FF-822C-551C-DACE1789498C}"/>
              </a:ext>
            </a:extLst>
          </p:cNvPr>
          <p:cNvCxnSpPr>
            <a:cxnSpLocks/>
          </p:cNvCxnSpPr>
          <p:nvPr/>
        </p:nvCxnSpPr>
        <p:spPr>
          <a:xfrm>
            <a:off x="10750315" y="5594140"/>
            <a:ext cx="0" cy="4375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6" name="타원 1125">
            <a:extLst>
              <a:ext uri="{FF2B5EF4-FFF2-40B4-BE49-F238E27FC236}">
                <a16:creationId xmlns:a16="http://schemas.microsoft.com/office/drawing/2014/main" id="{287A6F02-32E9-20E5-32EB-45367B8AE05F}"/>
              </a:ext>
            </a:extLst>
          </p:cNvPr>
          <p:cNvSpPr>
            <a:spLocks noChangeAspect="1"/>
          </p:cNvSpPr>
          <p:nvPr/>
        </p:nvSpPr>
        <p:spPr>
          <a:xfrm>
            <a:off x="10724201" y="5658707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1208205C-C85C-DAEF-916A-E55310223838}"/>
              </a:ext>
            </a:extLst>
          </p:cNvPr>
          <p:cNvSpPr txBox="1"/>
          <p:nvPr/>
        </p:nvSpPr>
        <p:spPr>
          <a:xfrm>
            <a:off x="10101709" y="5559405"/>
            <a:ext cx="45439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FIL2_V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128" name="직선 화살표 연결선 1127">
            <a:extLst>
              <a:ext uri="{FF2B5EF4-FFF2-40B4-BE49-F238E27FC236}">
                <a16:creationId xmlns:a16="http://schemas.microsoft.com/office/drawing/2014/main" id="{08F9653D-4FEF-B48C-BEFB-98A693640955}"/>
              </a:ext>
            </a:extLst>
          </p:cNvPr>
          <p:cNvCxnSpPr>
            <a:cxnSpLocks/>
          </p:cNvCxnSpPr>
          <p:nvPr/>
        </p:nvCxnSpPr>
        <p:spPr>
          <a:xfrm>
            <a:off x="10752071" y="5768723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9" name="직선 화살표 연결선 1128">
            <a:extLst>
              <a:ext uri="{FF2B5EF4-FFF2-40B4-BE49-F238E27FC236}">
                <a16:creationId xmlns:a16="http://schemas.microsoft.com/office/drawing/2014/main" id="{5E98DE9B-A799-36FF-368C-90F0781E8382}"/>
              </a:ext>
            </a:extLst>
          </p:cNvPr>
          <p:cNvCxnSpPr>
            <a:cxnSpLocks/>
          </p:cNvCxnSpPr>
          <p:nvPr/>
        </p:nvCxnSpPr>
        <p:spPr>
          <a:xfrm>
            <a:off x="10125075" y="5682619"/>
            <a:ext cx="762657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1" name="직선 화살표 연결선 1130">
            <a:extLst>
              <a:ext uri="{FF2B5EF4-FFF2-40B4-BE49-F238E27FC236}">
                <a16:creationId xmlns:a16="http://schemas.microsoft.com/office/drawing/2014/main" id="{3FA5BCB7-EC50-5D5B-F981-4C8BE7244450}"/>
              </a:ext>
            </a:extLst>
          </p:cNvPr>
          <p:cNvCxnSpPr>
            <a:cxnSpLocks/>
          </p:cNvCxnSpPr>
          <p:nvPr/>
        </p:nvCxnSpPr>
        <p:spPr>
          <a:xfrm>
            <a:off x="10754453" y="5591903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3" name="직선 화살표 연결선 1132">
            <a:extLst>
              <a:ext uri="{FF2B5EF4-FFF2-40B4-BE49-F238E27FC236}">
                <a16:creationId xmlns:a16="http://schemas.microsoft.com/office/drawing/2014/main" id="{7A4F2380-E28F-5DBF-1B0E-9168B82E7148}"/>
              </a:ext>
            </a:extLst>
          </p:cNvPr>
          <p:cNvCxnSpPr>
            <a:cxnSpLocks/>
          </p:cNvCxnSpPr>
          <p:nvPr/>
        </p:nvCxnSpPr>
        <p:spPr>
          <a:xfrm>
            <a:off x="10752071" y="5858764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4" name="직선 화살표 연결선 1133">
            <a:extLst>
              <a:ext uri="{FF2B5EF4-FFF2-40B4-BE49-F238E27FC236}">
                <a16:creationId xmlns:a16="http://schemas.microsoft.com/office/drawing/2014/main" id="{0AEB70B2-2638-8570-F31C-60A88B730FA2}"/>
              </a:ext>
            </a:extLst>
          </p:cNvPr>
          <p:cNvCxnSpPr>
            <a:cxnSpLocks/>
          </p:cNvCxnSpPr>
          <p:nvPr/>
        </p:nvCxnSpPr>
        <p:spPr>
          <a:xfrm>
            <a:off x="10749689" y="5949251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5" name="직선 화살표 연결선 1134">
            <a:extLst>
              <a:ext uri="{FF2B5EF4-FFF2-40B4-BE49-F238E27FC236}">
                <a16:creationId xmlns:a16="http://schemas.microsoft.com/office/drawing/2014/main" id="{7C3F70B0-6581-F147-1A2C-DB8E654ABE16}"/>
              </a:ext>
            </a:extLst>
          </p:cNvPr>
          <p:cNvCxnSpPr>
            <a:cxnSpLocks/>
          </p:cNvCxnSpPr>
          <p:nvPr/>
        </p:nvCxnSpPr>
        <p:spPr>
          <a:xfrm>
            <a:off x="10747308" y="6037357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7" name="타원 1136">
            <a:extLst>
              <a:ext uri="{FF2B5EF4-FFF2-40B4-BE49-F238E27FC236}">
                <a16:creationId xmlns:a16="http://schemas.microsoft.com/office/drawing/2014/main" id="{60DF52F7-4975-390A-B705-559DB75EC9E4}"/>
              </a:ext>
            </a:extLst>
          </p:cNvPr>
          <p:cNvSpPr>
            <a:spLocks noChangeAspect="1"/>
          </p:cNvSpPr>
          <p:nvPr/>
        </p:nvSpPr>
        <p:spPr>
          <a:xfrm>
            <a:off x="10724201" y="5745747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39" name="타원 1138">
            <a:extLst>
              <a:ext uri="{FF2B5EF4-FFF2-40B4-BE49-F238E27FC236}">
                <a16:creationId xmlns:a16="http://schemas.microsoft.com/office/drawing/2014/main" id="{896547C8-6CD9-F917-3DDB-9829B5D287DC}"/>
              </a:ext>
            </a:extLst>
          </p:cNvPr>
          <p:cNvSpPr>
            <a:spLocks noChangeAspect="1"/>
          </p:cNvSpPr>
          <p:nvPr/>
        </p:nvSpPr>
        <p:spPr>
          <a:xfrm>
            <a:off x="10726582" y="5925269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41" name="타원 1140">
            <a:extLst>
              <a:ext uri="{FF2B5EF4-FFF2-40B4-BE49-F238E27FC236}">
                <a16:creationId xmlns:a16="http://schemas.microsoft.com/office/drawing/2014/main" id="{1A3E9EFF-8387-9371-6277-2A90EFF22454}"/>
              </a:ext>
            </a:extLst>
          </p:cNvPr>
          <p:cNvSpPr>
            <a:spLocks noChangeAspect="1"/>
          </p:cNvSpPr>
          <p:nvPr/>
        </p:nvSpPr>
        <p:spPr>
          <a:xfrm>
            <a:off x="10724201" y="5835135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42" name="타원 1141">
            <a:extLst>
              <a:ext uri="{FF2B5EF4-FFF2-40B4-BE49-F238E27FC236}">
                <a16:creationId xmlns:a16="http://schemas.microsoft.com/office/drawing/2014/main" id="{41AF3915-026D-E1DD-0EBE-61D374D5EE0F}"/>
              </a:ext>
            </a:extLst>
          </p:cNvPr>
          <p:cNvSpPr>
            <a:spLocks noChangeAspect="1"/>
          </p:cNvSpPr>
          <p:nvPr/>
        </p:nvSpPr>
        <p:spPr>
          <a:xfrm>
            <a:off x="10719438" y="6189727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43" name="TextBox 1142">
            <a:extLst>
              <a:ext uri="{FF2B5EF4-FFF2-40B4-BE49-F238E27FC236}">
                <a16:creationId xmlns:a16="http://schemas.microsoft.com/office/drawing/2014/main" id="{149E9D36-35F6-C6C3-6227-C3B1AEBDFD59}"/>
              </a:ext>
            </a:extLst>
          </p:cNvPr>
          <p:cNvSpPr txBox="1"/>
          <p:nvPr/>
        </p:nvSpPr>
        <p:spPr>
          <a:xfrm>
            <a:off x="10085109" y="6083206"/>
            <a:ext cx="51876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FIL_GND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145" name="직선 화살표 연결선 1144">
            <a:extLst>
              <a:ext uri="{FF2B5EF4-FFF2-40B4-BE49-F238E27FC236}">
                <a16:creationId xmlns:a16="http://schemas.microsoft.com/office/drawing/2014/main" id="{55901F18-3C92-D156-9858-68390C4243FF}"/>
              </a:ext>
            </a:extLst>
          </p:cNvPr>
          <p:cNvCxnSpPr>
            <a:cxnSpLocks/>
          </p:cNvCxnSpPr>
          <p:nvPr/>
        </p:nvCxnSpPr>
        <p:spPr>
          <a:xfrm>
            <a:off x="10747308" y="6299743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6" name="직선 화살표 연결선 1145">
            <a:extLst>
              <a:ext uri="{FF2B5EF4-FFF2-40B4-BE49-F238E27FC236}">
                <a16:creationId xmlns:a16="http://schemas.microsoft.com/office/drawing/2014/main" id="{91090E8C-6130-40C2-CA2B-DA250F4E1C26}"/>
              </a:ext>
            </a:extLst>
          </p:cNvPr>
          <p:cNvCxnSpPr>
            <a:cxnSpLocks/>
          </p:cNvCxnSpPr>
          <p:nvPr/>
        </p:nvCxnSpPr>
        <p:spPr>
          <a:xfrm>
            <a:off x="10008394" y="6213639"/>
            <a:ext cx="874575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7" name="직선 화살표 연결선 1146">
            <a:extLst>
              <a:ext uri="{FF2B5EF4-FFF2-40B4-BE49-F238E27FC236}">
                <a16:creationId xmlns:a16="http://schemas.microsoft.com/office/drawing/2014/main" id="{80F2B83E-8765-7A68-E567-4AC616F2EBF7}"/>
              </a:ext>
            </a:extLst>
          </p:cNvPr>
          <p:cNvCxnSpPr>
            <a:cxnSpLocks/>
          </p:cNvCxnSpPr>
          <p:nvPr/>
        </p:nvCxnSpPr>
        <p:spPr>
          <a:xfrm>
            <a:off x="10749690" y="6125304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8" name="직선 화살표 연결선 1157">
            <a:extLst>
              <a:ext uri="{FF2B5EF4-FFF2-40B4-BE49-F238E27FC236}">
                <a16:creationId xmlns:a16="http://schemas.microsoft.com/office/drawing/2014/main" id="{516BAB4E-1B85-45AE-AAFE-A5617CFBE3C2}"/>
              </a:ext>
            </a:extLst>
          </p:cNvPr>
          <p:cNvCxnSpPr>
            <a:cxnSpLocks/>
          </p:cNvCxnSpPr>
          <p:nvPr/>
        </p:nvCxnSpPr>
        <p:spPr>
          <a:xfrm>
            <a:off x="10747308" y="6389784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9" name="타원 1158">
            <a:extLst>
              <a:ext uri="{FF2B5EF4-FFF2-40B4-BE49-F238E27FC236}">
                <a16:creationId xmlns:a16="http://schemas.microsoft.com/office/drawing/2014/main" id="{10985CD5-BF13-9C44-199E-FD27D7D0C1F7}"/>
              </a:ext>
            </a:extLst>
          </p:cNvPr>
          <p:cNvSpPr>
            <a:spLocks noChangeAspect="1"/>
          </p:cNvSpPr>
          <p:nvPr/>
        </p:nvSpPr>
        <p:spPr>
          <a:xfrm>
            <a:off x="10719438" y="6276767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61" name="직선 연결선 1160">
            <a:extLst>
              <a:ext uri="{FF2B5EF4-FFF2-40B4-BE49-F238E27FC236}">
                <a16:creationId xmlns:a16="http://schemas.microsoft.com/office/drawing/2014/main" id="{B438D55D-5C2A-B6B6-7F81-6201A4DC9A0A}"/>
              </a:ext>
            </a:extLst>
          </p:cNvPr>
          <p:cNvCxnSpPr>
            <a:cxnSpLocks/>
          </p:cNvCxnSpPr>
          <p:nvPr/>
        </p:nvCxnSpPr>
        <p:spPr>
          <a:xfrm>
            <a:off x="10745553" y="6120396"/>
            <a:ext cx="0" cy="2732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4" name="직선 화살표 연결선 1163">
            <a:extLst>
              <a:ext uri="{FF2B5EF4-FFF2-40B4-BE49-F238E27FC236}">
                <a16:creationId xmlns:a16="http://schemas.microsoft.com/office/drawing/2014/main" id="{FF007752-EABA-2709-944D-F8454588C7D1}"/>
              </a:ext>
            </a:extLst>
          </p:cNvPr>
          <p:cNvCxnSpPr>
            <a:cxnSpLocks/>
          </p:cNvCxnSpPr>
          <p:nvPr/>
        </p:nvCxnSpPr>
        <p:spPr>
          <a:xfrm>
            <a:off x="10917703" y="6124836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5" name="직선 화살표 연결선 1164">
            <a:extLst>
              <a:ext uri="{FF2B5EF4-FFF2-40B4-BE49-F238E27FC236}">
                <a16:creationId xmlns:a16="http://schemas.microsoft.com/office/drawing/2014/main" id="{B35CF719-2ED8-7E7D-28B9-C30202D7C9CC}"/>
              </a:ext>
            </a:extLst>
          </p:cNvPr>
          <p:cNvCxnSpPr>
            <a:cxnSpLocks/>
          </p:cNvCxnSpPr>
          <p:nvPr/>
        </p:nvCxnSpPr>
        <p:spPr>
          <a:xfrm>
            <a:off x="10920084" y="6215324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6" name="직선 화살표 연결선 1165">
            <a:extLst>
              <a:ext uri="{FF2B5EF4-FFF2-40B4-BE49-F238E27FC236}">
                <a16:creationId xmlns:a16="http://schemas.microsoft.com/office/drawing/2014/main" id="{E255FD54-9D62-58B7-A2EE-A415FF65FB85}"/>
              </a:ext>
            </a:extLst>
          </p:cNvPr>
          <p:cNvCxnSpPr>
            <a:cxnSpLocks/>
          </p:cNvCxnSpPr>
          <p:nvPr/>
        </p:nvCxnSpPr>
        <p:spPr>
          <a:xfrm>
            <a:off x="10922465" y="6301048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7" name="직선 화살표 연결선 1166">
            <a:extLst>
              <a:ext uri="{FF2B5EF4-FFF2-40B4-BE49-F238E27FC236}">
                <a16:creationId xmlns:a16="http://schemas.microsoft.com/office/drawing/2014/main" id="{CD57106E-3139-3B35-C378-D3DCB6FB59CC}"/>
              </a:ext>
            </a:extLst>
          </p:cNvPr>
          <p:cNvCxnSpPr>
            <a:cxnSpLocks/>
          </p:cNvCxnSpPr>
          <p:nvPr/>
        </p:nvCxnSpPr>
        <p:spPr>
          <a:xfrm>
            <a:off x="10922465" y="6389155"/>
            <a:ext cx="419324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9" name="TextBox 1178">
            <a:extLst>
              <a:ext uri="{FF2B5EF4-FFF2-40B4-BE49-F238E27FC236}">
                <a16:creationId xmlns:a16="http://schemas.microsoft.com/office/drawing/2014/main" id="{9B962FDC-3EA7-37FD-B222-4D9FBFE880A2}"/>
              </a:ext>
            </a:extLst>
          </p:cNvPr>
          <p:cNvSpPr txBox="1"/>
          <p:nvPr/>
        </p:nvSpPr>
        <p:spPr>
          <a:xfrm>
            <a:off x="11750540" y="4454042"/>
            <a:ext cx="29808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+20V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180" name="직선 연결선 1179">
            <a:extLst>
              <a:ext uri="{FF2B5EF4-FFF2-40B4-BE49-F238E27FC236}">
                <a16:creationId xmlns:a16="http://schemas.microsoft.com/office/drawing/2014/main" id="{39D99842-2BF2-9F6B-BB97-12A1D1D52CC9}"/>
              </a:ext>
            </a:extLst>
          </p:cNvPr>
          <p:cNvCxnSpPr>
            <a:cxnSpLocks/>
          </p:cNvCxnSpPr>
          <p:nvPr/>
        </p:nvCxnSpPr>
        <p:spPr>
          <a:xfrm>
            <a:off x="11541986" y="4351382"/>
            <a:ext cx="0" cy="2623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1" name="타원 1180">
            <a:extLst>
              <a:ext uri="{FF2B5EF4-FFF2-40B4-BE49-F238E27FC236}">
                <a16:creationId xmlns:a16="http://schemas.microsoft.com/office/drawing/2014/main" id="{D082E2EF-FC35-24CC-233D-5D1734C918CB}"/>
              </a:ext>
            </a:extLst>
          </p:cNvPr>
          <p:cNvSpPr>
            <a:spLocks noChangeAspect="1"/>
          </p:cNvSpPr>
          <p:nvPr/>
        </p:nvSpPr>
        <p:spPr>
          <a:xfrm>
            <a:off x="11517458" y="4504629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82" name="타원 1181">
            <a:extLst>
              <a:ext uri="{FF2B5EF4-FFF2-40B4-BE49-F238E27FC236}">
                <a16:creationId xmlns:a16="http://schemas.microsoft.com/office/drawing/2014/main" id="{F4890CF4-B634-FF1F-6894-5E3760D5D117}"/>
              </a:ext>
            </a:extLst>
          </p:cNvPr>
          <p:cNvSpPr>
            <a:spLocks noChangeAspect="1"/>
          </p:cNvSpPr>
          <p:nvPr/>
        </p:nvSpPr>
        <p:spPr>
          <a:xfrm>
            <a:off x="11516812" y="441627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88" name="직선 화살표 연결선 1187">
            <a:extLst>
              <a:ext uri="{FF2B5EF4-FFF2-40B4-BE49-F238E27FC236}">
                <a16:creationId xmlns:a16="http://schemas.microsoft.com/office/drawing/2014/main" id="{50C00C38-7EA0-D106-3F49-5C4BDCBC3B3B}"/>
              </a:ext>
            </a:extLst>
          </p:cNvPr>
          <p:cNvCxnSpPr>
            <a:cxnSpLocks/>
          </p:cNvCxnSpPr>
          <p:nvPr/>
        </p:nvCxnSpPr>
        <p:spPr>
          <a:xfrm>
            <a:off x="11442142" y="4616201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9" name="직선 화살표 연결선 1188">
            <a:extLst>
              <a:ext uri="{FF2B5EF4-FFF2-40B4-BE49-F238E27FC236}">
                <a16:creationId xmlns:a16="http://schemas.microsoft.com/office/drawing/2014/main" id="{D4D0926B-FEC1-0CBC-56F6-5DF4BF3D0A01}"/>
              </a:ext>
            </a:extLst>
          </p:cNvPr>
          <p:cNvCxnSpPr>
            <a:cxnSpLocks/>
          </p:cNvCxnSpPr>
          <p:nvPr/>
        </p:nvCxnSpPr>
        <p:spPr>
          <a:xfrm>
            <a:off x="11442143" y="4352969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1" name="직선 화살표 연결선 1190">
            <a:extLst>
              <a:ext uri="{FF2B5EF4-FFF2-40B4-BE49-F238E27FC236}">
                <a16:creationId xmlns:a16="http://schemas.microsoft.com/office/drawing/2014/main" id="{598FB39B-BF9C-2A65-C31D-93A118A14ED4}"/>
              </a:ext>
            </a:extLst>
          </p:cNvPr>
          <p:cNvCxnSpPr>
            <a:cxnSpLocks/>
          </p:cNvCxnSpPr>
          <p:nvPr/>
        </p:nvCxnSpPr>
        <p:spPr>
          <a:xfrm>
            <a:off x="11440555" y="4441823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2" name="직선 화살표 연결선 1191">
            <a:extLst>
              <a:ext uri="{FF2B5EF4-FFF2-40B4-BE49-F238E27FC236}">
                <a16:creationId xmlns:a16="http://schemas.microsoft.com/office/drawing/2014/main" id="{6BBE0FC5-B25C-D35B-A24E-42F25B95361F}"/>
              </a:ext>
            </a:extLst>
          </p:cNvPr>
          <p:cNvCxnSpPr>
            <a:cxnSpLocks/>
          </p:cNvCxnSpPr>
          <p:nvPr/>
        </p:nvCxnSpPr>
        <p:spPr>
          <a:xfrm flipH="1">
            <a:off x="11435718" y="4527876"/>
            <a:ext cx="30461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3" name="TextBox 1192">
            <a:extLst>
              <a:ext uri="{FF2B5EF4-FFF2-40B4-BE49-F238E27FC236}">
                <a16:creationId xmlns:a16="http://schemas.microsoft.com/office/drawing/2014/main" id="{0765DF4E-424E-1489-EEB9-85873897F652}"/>
              </a:ext>
            </a:extLst>
          </p:cNvPr>
          <p:cNvSpPr txBox="1"/>
          <p:nvPr/>
        </p:nvSpPr>
        <p:spPr>
          <a:xfrm>
            <a:off x="11751003" y="4988995"/>
            <a:ext cx="273078" cy="123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+7.5V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194" name="직선 연결선 1193">
            <a:extLst>
              <a:ext uri="{FF2B5EF4-FFF2-40B4-BE49-F238E27FC236}">
                <a16:creationId xmlns:a16="http://schemas.microsoft.com/office/drawing/2014/main" id="{8A255C64-F558-2430-CC4E-2404EFA942FE}"/>
              </a:ext>
            </a:extLst>
          </p:cNvPr>
          <p:cNvCxnSpPr>
            <a:cxnSpLocks/>
          </p:cNvCxnSpPr>
          <p:nvPr/>
        </p:nvCxnSpPr>
        <p:spPr>
          <a:xfrm>
            <a:off x="11519826" y="4970448"/>
            <a:ext cx="0" cy="1771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1" name="타원 1200">
            <a:extLst>
              <a:ext uri="{FF2B5EF4-FFF2-40B4-BE49-F238E27FC236}">
                <a16:creationId xmlns:a16="http://schemas.microsoft.com/office/drawing/2014/main" id="{F41D5679-94B8-B1BC-38D4-24E053CE1CB8}"/>
              </a:ext>
            </a:extLst>
          </p:cNvPr>
          <p:cNvSpPr>
            <a:spLocks noChangeAspect="1"/>
          </p:cNvSpPr>
          <p:nvPr/>
        </p:nvSpPr>
        <p:spPr>
          <a:xfrm>
            <a:off x="11492917" y="5033770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202" name="직선 화살표 연결선 1201">
            <a:extLst>
              <a:ext uri="{FF2B5EF4-FFF2-40B4-BE49-F238E27FC236}">
                <a16:creationId xmlns:a16="http://schemas.microsoft.com/office/drawing/2014/main" id="{3314A6BA-26B7-5041-1197-371294B1EA30}"/>
              </a:ext>
            </a:extLst>
          </p:cNvPr>
          <p:cNvCxnSpPr>
            <a:cxnSpLocks/>
          </p:cNvCxnSpPr>
          <p:nvPr/>
        </p:nvCxnSpPr>
        <p:spPr>
          <a:xfrm>
            <a:off x="11427922" y="4972187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3" name="직선 화살표 연결선 1202">
            <a:extLst>
              <a:ext uri="{FF2B5EF4-FFF2-40B4-BE49-F238E27FC236}">
                <a16:creationId xmlns:a16="http://schemas.microsoft.com/office/drawing/2014/main" id="{F881D6F2-1D6D-90C9-87FA-BF97E5ACC41F}"/>
              </a:ext>
            </a:extLst>
          </p:cNvPr>
          <p:cNvCxnSpPr>
            <a:cxnSpLocks/>
          </p:cNvCxnSpPr>
          <p:nvPr/>
        </p:nvCxnSpPr>
        <p:spPr>
          <a:xfrm>
            <a:off x="11419984" y="5151103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4" name="직선 화살표 연결선 1203">
            <a:extLst>
              <a:ext uri="{FF2B5EF4-FFF2-40B4-BE49-F238E27FC236}">
                <a16:creationId xmlns:a16="http://schemas.microsoft.com/office/drawing/2014/main" id="{AB03691F-0221-D4E7-28DB-070AB9EDC758}"/>
              </a:ext>
            </a:extLst>
          </p:cNvPr>
          <p:cNvCxnSpPr>
            <a:cxnSpLocks/>
          </p:cNvCxnSpPr>
          <p:nvPr/>
        </p:nvCxnSpPr>
        <p:spPr>
          <a:xfrm flipH="1">
            <a:off x="11417920" y="5059679"/>
            <a:ext cx="30461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5" name="직선 연결선 1204">
            <a:extLst>
              <a:ext uri="{FF2B5EF4-FFF2-40B4-BE49-F238E27FC236}">
                <a16:creationId xmlns:a16="http://schemas.microsoft.com/office/drawing/2014/main" id="{A8C6C3D7-AC72-5722-7877-79851052531F}"/>
              </a:ext>
            </a:extLst>
          </p:cNvPr>
          <p:cNvCxnSpPr>
            <a:cxnSpLocks/>
          </p:cNvCxnSpPr>
          <p:nvPr/>
        </p:nvCxnSpPr>
        <p:spPr>
          <a:xfrm>
            <a:off x="11528190" y="5591407"/>
            <a:ext cx="0" cy="4496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6" name="타원 1205">
            <a:extLst>
              <a:ext uri="{FF2B5EF4-FFF2-40B4-BE49-F238E27FC236}">
                <a16:creationId xmlns:a16="http://schemas.microsoft.com/office/drawing/2014/main" id="{FDF0E3E8-1A80-134B-94C3-C8168F519B3B}"/>
              </a:ext>
            </a:extLst>
          </p:cNvPr>
          <p:cNvSpPr>
            <a:spLocks noChangeAspect="1"/>
          </p:cNvSpPr>
          <p:nvPr/>
        </p:nvSpPr>
        <p:spPr>
          <a:xfrm>
            <a:off x="11502076" y="5660913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07" name="TextBox 1206">
            <a:extLst>
              <a:ext uri="{FF2B5EF4-FFF2-40B4-BE49-F238E27FC236}">
                <a16:creationId xmlns:a16="http://schemas.microsoft.com/office/drawing/2014/main" id="{5FA6A496-5712-DA79-C0DE-88F04D10FBAC}"/>
              </a:ext>
            </a:extLst>
          </p:cNvPr>
          <p:cNvSpPr txBox="1"/>
          <p:nvPr/>
        </p:nvSpPr>
        <p:spPr>
          <a:xfrm>
            <a:off x="11590813" y="5554539"/>
            <a:ext cx="3990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FIL1_V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208" name="직선 화살표 연결선 1207">
            <a:extLst>
              <a:ext uri="{FF2B5EF4-FFF2-40B4-BE49-F238E27FC236}">
                <a16:creationId xmlns:a16="http://schemas.microsoft.com/office/drawing/2014/main" id="{102D985B-0FCC-FE6B-8C87-49D3FEABA96D}"/>
              </a:ext>
            </a:extLst>
          </p:cNvPr>
          <p:cNvCxnSpPr>
            <a:cxnSpLocks/>
          </p:cNvCxnSpPr>
          <p:nvPr/>
        </p:nvCxnSpPr>
        <p:spPr>
          <a:xfrm>
            <a:off x="11271798" y="5682434"/>
            <a:ext cx="767802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9" name="타원 1208">
            <a:extLst>
              <a:ext uri="{FF2B5EF4-FFF2-40B4-BE49-F238E27FC236}">
                <a16:creationId xmlns:a16="http://schemas.microsoft.com/office/drawing/2014/main" id="{44821D19-FC32-E344-59E6-EB60C201C534}"/>
              </a:ext>
            </a:extLst>
          </p:cNvPr>
          <p:cNvSpPr>
            <a:spLocks noChangeAspect="1"/>
          </p:cNvSpPr>
          <p:nvPr/>
        </p:nvSpPr>
        <p:spPr>
          <a:xfrm>
            <a:off x="11502076" y="5750334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10" name="타원 1209">
            <a:extLst>
              <a:ext uri="{FF2B5EF4-FFF2-40B4-BE49-F238E27FC236}">
                <a16:creationId xmlns:a16="http://schemas.microsoft.com/office/drawing/2014/main" id="{1EE0ADCE-E6A3-F276-68FD-F09FB28A2470}"/>
              </a:ext>
            </a:extLst>
          </p:cNvPr>
          <p:cNvSpPr>
            <a:spLocks noChangeAspect="1"/>
          </p:cNvSpPr>
          <p:nvPr/>
        </p:nvSpPr>
        <p:spPr>
          <a:xfrm>
            <a:off x="11504457" y="5927475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11" name="타원 1210">
            <a:extLst>
              <a:ext uri="{FF2B5EF4-FFF2-40B4-BE49-F238E27FC236}">
                <a16:creationId xmlns:a16="http://schemas.microsoft.com/office/drawing/2014/main" id="{EBA20471-B4E2-C4CE-E9C5-2BA0E62102D9}"/>
              </a:ext>
            </a:extLst>
          </p:cNvPr>
          <p:cNvSpPr>
            <a:spLocks noChangeAspect="1"/>
          </p:cNvSpPr>
          <p:nvPr/>
        </p:nvSpPr>
        <p:spPr>
          <a:xfrm>
            <a:off x="11502076" y="5839722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212" name="직선 화살표 연결선 1211">
            <a:extLst>
              <a:ext uri="{FF2B5EF4-FFF2-40B4-BE49-F238E27FC236}">
                <a16:creationId xmlns:a16="http://schemas.microsoft.com/office/drawing/2014/main" id="{3B2A32FC-C543-8AE7-BDCE-15844685BBAF}"/>
              </a:ext>
            </a:extLst>
          </p:cNvPr>
          <p:cNvCxnSpPr>
            <a:cxnSpLocks/>
          </p:cNvCxnSpPr>
          <p:nvPr/>
        </p:nvCxnSpPr>
        <p:spPr>
          <a:xfrm>
            <a:off x="11430729" y="5593788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3" name="직선 화살표 연결선 1212">
            <a:extLst>
              <a:ext uri="{FF2B5EF4-FFF2-40B4-BE49-F238E27FC236}">
                <a16:creationId xmlns:a16="http://schemas.microsoft.com/office/drawing/2014/main" id="{B1F9C8CA-7D36-DAFC-B35E-0020E0FECFC8}"/>
              </a:ext>
            </a:extLst>
          </p:cNvPr>
          <p:cNvCxnSpPr>
            <a:cxnSpLocks/>
          </p:cNvCxnSpPr>
          <p:nvPr/>
        </p:nvCxnSpPr>
        <p:spPr>
          <a:xfrm>
            <a:off x="11437873" y="5772382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4" name="직선 화살표 연결선 1213">
            <a:extLst>
              <a:ext uri="{FF2B5EF4-FFF2-40B4-BE49-F238E27FC236}">
                <a16:creationId xmlns:a16="http://schemas.microsoft.com/office/drawing/2014/main" id="{611F1BA8-7943-81D7-20FA-5031BE12A980}"/>
              </a:ext>
            </a:extLst>
          </p:cNvPr>
          <p:cNvCxnSpPr>
            <a:cxnSpLocks/>
          </p:cNvCxnSpPr>
          <p:nvPr/>
        </p:nvCxnSpPr>
        <p:spPr>
          <a:xfrm>
            <a:off x="11440255" y="5861145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5" name="직선 화살표 연결선 1214">
            <a:extLst>
              <a:ext uri="{FF2B5EF4-FFF2-40B4-BE49-F238E27FC236}">
                <a16:creationId xmlns:a16="http://schemas.microsoft.com/office/drawing/2014/main" id="{357B45FC-B62D-950C-DDB9-2F5416F0390C}"/>
              </a:ext>
            </a:extLst>
          </p:cNvPr>
          <p:cNvCxnSpPr>
            <a:cxnSpLocks/>
          </p:cNvCxnSpPr>
          <p:nvPr/>
        </p:nvCxnSpPr>
        <p:spPr>
          <a:xfrm>
            <a:off x="11433111" y="5949251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6" name="직선 화살표 연결선 1215">
            <a:extLst>
              <a:ext uri="{FF2B5EF4-FFF2-40B4-BE49-F238E27FC236}">
                <a16:creationId xmlns:a16="http://schemas.microsoft.com/office/drawing/2014/main" id="{C92E0586-BAF1-22F9-CB42-76D03EB0D2C9}"/>
              </a:ext>
            </a:extLst>
          </p:cNvPr>
          <p:cNvCxnSpPr>
            <a:cxnSpLocks/>
          </p:cNvCxnSpPr>
          <p:nvPr/>
        </p:nvCxnSpPr>
        <p:spPr>
          <a:xfrm>
            <a:off x="11430730" y="6039736"/>
            <a:ext cx="97463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1" name="타원 1220">
            <a:extLst>
              <a:ext uri="{FF2B5EF4-FFF2-40B4-BE49-F238E27FC236}">
                <a16:creationId xmlns:a16="http://schemas.microsoft.com/office/drawing/2014/main" id="{C30AC8D5-A7B7-D068-829A-4E18D94992E1}"/>
              </a:ext>
            </a:extLst>
          </p:cNvPr>
          <p:cNvSpPr>
            <a:spLocks noChangeAspect="1"/>
          </p:cNvSpPr>
          <p:nvPr/>
        </p:nvSpPr>
        <p:spPr>
          <a:xfrm>
            <a:off x="10815695" y="6532236"/>
            <a:ext cx="47257" cy="4725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222" name="직선 화살표 연결선 1221">
            <a:extLst>
              <a:ext uri="{FF2B5EF4-FFF2-40B4-BE49-F238E27FC236}">
                <a16:creationId xmlns:a16="http://schemas.microsoft.com/office/drawing/2014/main" id="{68A5671E-A923-C39A-E813-936151F2D83A}"/>
              </a:ext>
            </a:extLst>
          </p:cNvPr>
          <p:cNvCxnSpPr>
            <a:cxnSpLocks/>
          </p:cNvCxnSpPr>
          <p:nvPr/>
        </p:nvCxnSpPr>
        <p:spPr>
          <a:xfrm>
            <a:off x="10495550" y="5060645"/>
            <a:ext cx="134401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3" name="직선 화살표 연결선 1222">
            <a:extLst>
              <a:ext uri="{FF2B5EF4-FFF2-40B4-BE49-F238E27FC236}">
                <a16:creationId xmlns:a16="http://schemas.microsoft.com/office/drawing/2014/main" id="{72B3929B-7622-1084-7367-3EDBBAB9F47E}"/>
              </a:ext>
            </a:extLst>
          </p:cNvPr>
          <p:cNvCxnSpPr>
            <a:cxnSpLocks/>
          </p:cNvCxnSpPr>
          <p:nvPr/>
        </p:nvCxnSpPr>
        <p:spPr>
          <a:xfrm>
            <a:off x="10490311" y="4527214"/>
            <a:ext cx="134401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4" name="직선 화살표 연결선 1223">
            <a:extLst>
              <a:ext uri="{FF2B5EF4-FFF2-40B4-BE49-F238E27FC236}">
                <a16:creationId xmlns:a16="http://schemas.microsoft.com/office/drawing/2014/main" id="{5D48E394-58E7-B961-2B94-042E3555B6F9}"/>
              </a:ext>
            </a:extLst>
          </p:cNvPr>
          <p:cNvCxnSpPr>
            <a:cxnSpLocks/>
          </p:cNvCxnSpPr>
          <p:nvPr/>
        </p:nvCxnSpPr>
        <p:spPr>
          <a:xfrm>
            <a:off x="10500312" y="3816159"/>
            <a:ext cx="134401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7" name="직선 화살표 연결선 1226">
            <a:extLst>
              <a:ext uri="{FF2B5EF4-FFF2-40B4-BE49-F238E27FC236}">
                <a16:creationId xmlns:a16="http://schemas.microsoft.com/office/drawing/2014/main" id="{CA2A19F6-92E9-D189-E501-3208B502EF6F}"/>
              </a:ext>
            </a:extLst>
          </p:cNvPr>
          <p:cNvCxnSpPr>
            <a:cxnSpLocks/>
          </p:cNvCxnSpPr>
          <p:nvPr/>
        </p:nvCxnSpPr>
        <p:spPr>
          <a:xfrm>
            <a:off x="11592793" y="5059821"/>
            <a:ext cx="12346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8" name="직선 화살표 연결선 1227">
            <a:extLst>
              <a:ext uri="{FF2B5EF4-FFF2-40B4-BE49-F238E27FC236}">
                <a16:creationId xmlns:a16="http://schemas.microsoft.com/office/drawing/2014/main" id="{EAC4D5BF-41FD-26BA-1D71-86E995079549}"/>
              </a:ext>
            </a:extLst>
          </p:cNvPr>
          <p:cNvCxnSpPr>
            <a:cxnSpLocks/>
          </p:cNvCxnSpPr>
          <p:nvPr/>
        </p:nvCxnSpPr>
        <p:spPr>
          <a:xfrm>
            <a:off x="11609461" y="4527214"/>
            <a:ext cx="123461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1" name="타원 1230">
            <a:extLst>
              <a:ext uri="{FF2B5EF4-FFF2-40B4-BE49-F238E27FC236}">
                <a16:creationId xmlns:a16="http://schemas.microsoft.com/office/drawing/2014/main" id="{0BD7C8C8-8ED0-2A59-E8DB-112648B7DC38}"/>
              </a:ext>
            </a:extLst>
          </p:cNvPr>
          <p:cNvSpPr/>
          <p:nvPr/>
        </p:nvSpPr>
        <p:spPr>
          <a:xfrm>
            <a:off x="9439898" y="209914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232" name="타원 1231">
            <a:extLst>
              <a:ext uri="{FF2B5EF4-FFF2-40B4-BE49-F238E27FC236}">
                <a16:creationId xmlns:a16="http://schemas.microsoft.com/office/drawing/2014/main" id="{8BB12EB8-FE57-1C6E-BF71-8FE44404C5C5}"/>
              </a:ext>
            </a:extLst>
          </p:cNvPr>
          <p:cNvSpPr/>
          <p:nvPr/>
        </p:nvSpPr>
        <p:spPr>
          <a:xfrm>
            <a:off x="9528004" y="241315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1237" name="직선 연결선 1236">
            <a:extLst>
              <a:ext uri="{FF2B5EF4-FFF2-40B4-BE49-F238E27FC236}">
                <a16:creationId xmlns:a16="http://schemas.microsoft.com/office/drawing/2014/main" id="{2C96B85B-B8FB-1024-85FC-06F408B195C5}"/>
              </a:ext>
            </a:extLst>
          </p:cNvPr>
          <p:cNvCxnSpPr>
            <a:cxnSpLocks/>
          </p:cNvCxnSpPr>
          <p:nvPr/>
        </p:nvCxnSpPr>
        <p:spPr>
          <a:xfrm>
            <a:off x="9553575" y="451245"/>
            <a:ext cx="38338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0" name="직선 연결선 1239">
            <a:extLst>
              <a:ext uri="{FF2B5EF4-FFF2-40B4-BE49-F238E27FC236}">
                <a16:creationId xmlns:a16="http://schemas.microsoft.com/office/drawing/2014/main" id="{96CA9FC6-F25C-360E-9A2B-EC85A741281B}"/>
              </a:ext>
            </a:extLst>
          </p:cNvPr>
          <p:cNvCxnSpPr>
            <a:cxnSpLocks/>
          </p:cNvCxnSpPr>
          <p:nvPr/>
        </p:nvCxnSpPr>
        <p:spPr>
          <a:xfrm>
            <a:off x="11559138" y="929590"/>
            <a:ext cx="0" cy="9790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9" name="직선 연결선 1248">
            <a:extLst>
              <a:ext uri="{FF2B5EF4-FFF2-40B4-BE49-F238E27FC236}">
                <a16:creationId xmlns:a16="http://schemas.microsoft.com/office/drawing/2014/main" id="{B8D6913F-D21C-585D-462C-9A4C6C73D87A}"/>
              </a:ext>
            </a:extLst>
          </p:cNvPr>
          <p:cNvCxnSpPr>
            <a:cxnSpLocks/>
          </p:cNvCxnSpPr>
          <p:nvPr/>
        </p:nvCxnSpPr>
        <p:spPr>
          <a:xfrm>
            <a:off x="10732771" y="1237638"/>
            <a:ext cx="0" cy="6709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7" name="직선 연결선 1256">
            <a:extLst>
              <a:ext uri="{FF2B5EF4-FFF2-40B4-BE49-F238E27FC236}">
                <a16:creationId xmlns:a16="http://schemas.microsoft.com/office/drawing/2014/main" id="{8E957BB9-A875-9527-4CEB-21AEB14177C1}"/>
              </a:ext>
            </a:extLst>
          </p:cNvPr>
          <p:cNvCxnSpPr>
            <a:cxnSpLocks/>
          </p:cNvCxnSpPr>
          <p:nvPr/>
        </p:nvCxnSpPr>
        <p:spPr>
          <a:xfrm>
            <a:off x="10598150" y="467723"/>
            <a:ext cx="1435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직선 연결선 1259">
            <a:extLst>
              <a:ext uri="{FF2B5EF4-FFF2-40B4-BE49-F238E27FC236}">
                <a16:creationId xmlns:a16="http://schemas.microsoft.com/office/drawing/2014/main" id="{84F28E0A-F8B3-5CA3-E02F-D16F6A6625CF}"/>
              </a:ext>
            </a:extLst>
          </p:cNvPr>
          <p:cNvCxnSpPr>
            <a:cxnSpLocks/>
          </p:cNvCxnSpPr>
          <p:nvPr/>
        </p:nvCxnSpPr>
        <p:spPr>
          <a:xfrm>
            <a:off x="12037343" y="476920"/>
            <a:ext cx="0" cy="52130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직선 연결선 1263">
            <a:extLst>
              <a:ext uri="{FF2B5EF4-FFF2-40B4-BE49-F238E27FC236}">
                <a16:creationId xmlns:a16="http://schemas.microsoft.com/office/drawing/2014/main" id="{B65BDB4E-5656-C9CA-21A9-E6D3857C5DEF}"/>
              </a:ext>
            </a:extLst>
          </p:cNvPr>
          <p:cNvCxnSpPr>
            <a:cxnSpLocks/>
          </p:cNvCxnSpPr>
          <p:nvPr/>
        </p:nvCxnSpPr>
        <p:spPr>
          <a:xfrm>
            <a:off x="10009918" y="1471612"/>
            <a:ext cx="0" cy="47386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직선 연결선 1271">
            <a:extLst>
              <a:ext uri="{FF2B5EF4-FFF2-40B4-BE49-F238E27FC236}">
                <a16:creationId xmlns:a16="http://schemas.microsoft.com/office/drawing/2014/main" id="{351BC73C-CEAE-A599-C6C7-3A25D573C5BF}"/>
              </a:ext>
            </a:extLst>
          </p:cNvPr>
          <p:cNvCxnSpPr>
            <a:cxnSpLocks/>
          </p:cNvCxnSpPr>
          <p:nvPr/>
        </p:nvCxnSpPr>
        <p:spPr>
          <a:xfrm>
            <a:off x="10124281" y="1940650"/>
            <a:ext cx="4246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직선 연결선 1272">
            <a:extLst>
              <a:ext uri="{FF2B5EF4-FFF2-40B4-BE49-F238E27FC236}">
                <a16:creationId xmlns:a16="http://schemas.microsoft.com/office/drawing/2014/main" id="{A1B54FD0-1FE4-236B-25F4-52FD405DCF1F}"/>
              </a:ext>
            </a:extLst>
          </p:cNvPr>
          <p:cNvCxnSpPr>
            <a:cxnSpLocks/>
          </p:cNvCxnSpPr>
          <p:nvPr/>
        </p:nvCxnSpPr>
        <p:spPr>
          <a:xfrm>
            <a:off x="10128186" y="1942086"/>
            <a:ext cx="0" cy="37395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7" name="직선 화살표 연결선 1316">
            <a:extLst>
              <a:ext uri="{FF2B5EF4-FFF2-40B4-BE49-F238E27FC236}">
                <a16:creationId xmlns:a16="http://schemas.microsoft.com/office/drawing/2014/main" id="{FEA41D8C-F47D-81FB-FDB8-FFC56DD2848C}"/>
              </a:ext>
            </a:extLst>
          </p:cNvPr>
          <p:cNvCxnSpPr>
            <a:cxnSpLocks/>
          </p:cNvCxnSpPr>
          <p:nvPr/>
        </p:nvCxnSpPr>
        <p:spPr>
          <a:xfrm>
            <a:off x="11444261" y="2580227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8" name="직선 화살표 연결선 1317">
            <a:extLst>
              <a:ext uri="{FF2B5EF4-FFF2-40B4-BE49-F238E27FC236}">
                <a16:creationId xmlns:a16="http://schemas.microsoft.com/office/drawing/2014/main" id="{685B96EC-5AF4-2F83-0CAE-C5014F27861F}"/>
              </a:ext>
            </a:extLst>
          </p:cNvPr>
          <p:cNvCxnSpPr>
            <a:cxnSpLocks/>
          </p:cNvCxnSpPr>
          <p:nvPr/>
        </p:nvCxnSpPr>
        <p:spPr>
          <a:xfrm>
            <a:off x="11441086" y="2669127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1" name="TextBox 1320">
            <a:extLst>
              <a:ext uri="{FF2B5EF4-FFF2-40B4-BE49-F238E27FC236}">
                <a16:creationId xmlns:a16="http://schemas.microsoft.com/office/drawing/2014/main" id="{087792AB-1646-F311-D64C-FF651A6A46EF}"/>
              </a:ext>
            </a:extLst>
          </p:cNvPr>
          <p:cNvSpPr txBox="1"/>
          <p:nvPr/>
        </p:nvSpPr>
        <p:spPr>
          <a:xfrm>
            <a:off x="11661640" y="2514117"/>
            <a:ext cx="29808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SCL_1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22" name="TextBox 1321">
            <a:extLst>
              <a:ext uri="{FF2B5EF4-FFF2-40B4-BE49-F238E27FC236}">
                <a16:creationId xmlns:a16="http://schemas.microsoft.com/office/drawing/2014/main" id="{681796F8-FB0D-9A18-C86B-6F33C104A20F}"/>
              </a:ext>
            </a:extLst>
          </p:cNvPr>
          <p:cNvSpPr txBox="1"/>
          <p:nvPr/>
        </p:nvSpPr>
        <p:spPr>
          <a:xfrm>
            <a:off x="11661640" y="2609367"/>
            <a:ext cx="29808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SDA_1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25" name="TextBox 1324">
            <a:extLst>
              <a:ext uri="{FF2B5EF4-FFF2-40B4-BE49-F238E27FC236}">
                <a16:creationId xmlns:a16="http://schemas.microsoft.com/office/drawing/2014/main" id="{E6D326F1-EED8-129D-9835-2029CC16B69F}"/>
              </a:ext>
            </a:extLst>
          </p:cNvPr>
          <p:cNvSpPr txBox="1"/>
          <p:nvPr/>
        </p:nvSpPr>
        <p:spPr>
          <a:xfrm>
            <a:off x="2875556" y="4852763"/>
            <a:ext cx="29808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I2C_1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26" name="TextBox 1325">
            <a:extLst>
              <a:ext uri="{FF2B5EF4-FFF2-40B4-BE49-F238E27FC236}">
                <a16:creationId xmlns:a16="http://schemas.microsoft.com/office/drawing/2014/main" id="{61F1675F-7527-9659-EE37-88E15ED04636}"/>
              </a:ext>
            </a:extLst>
          </p:cNvPr>
          <p:cNvSpPr txBox="1"/>
          <p:nvPr/>
        </p:nvSpPr>
        <p:spPr>
          <a:xfrm>
            <a:off x="11521289" y="2343593"/>
            <a:ext cx="53974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I2C1</a:t>
            </a:r>
          </a:p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(3.3V1 pull-up)</a:t>
            </a:r>
          </a:p>
        </p:txBody>
      </p:sp>
      <p:cxnSp>
        <p:nvCxnSpPr>
          <p:cNvPr id="1327" name="직선 화살표 연결선 1326">
            <a:extLst>
              <a:ext uri="{FF2B5EF4-FFF2-40B4-BE49-F238E27FC236}">
                <a16:creationId xmlns:a16="http://schemas.microsoft.com/office/drawing/2014/main" id="{DF49046C-C1A9-96C9-98B5-7AB33B9C2D91}"/>
              </a:ext>
            </a:extLst>
          </p:cNvPr>
          <p:cNvCxnSpPr>
            <a:cxnSpLocks/>
          </p:cNvCxnSpPr>
          <p:nvPr/>
        </p:nvCxnSpPr>
        <p:spPr>
          <a:xfrm>
            <a:off x="10651304" y="2577845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8" name="직선 화살표 연결선 1327">
            <a:extLst>
              <a:ext uri="{FF2B5EF4-FFF2-40B4-BE49-F238E27FC236}">
                <a16:creationId xmlns:a16="http://schemas.microsoft.com/office/drawing/2014/main" id="{E21F23E2-3F3D-6B71-0436-288993706EC5}"/>
              </a:ext>
            </a:extLst>
          </p:cNvPr>
          <p:cNvCxnSpPr>
            <a:cxnSpLocks/>
          </p:cNvCxnSpPr>
          <p:nvPr/>
        </p:nvCxnSpPr>
        <p:spPr>
          <a:xfrm>
            <a:off x="10648923" y="2665952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" name="직선 화살표 연결선 1328">
            <a:extLst>
              <a:ext uri="{FF2B5EF4-FFF2-40B4-BE49-F238E27FC236}">
                <a16:creationId xmlns:a16="http://schemas.microsoft.com/office/drawing/2014/main" id="{A71C39E7-2FB6-D93A-530C-E9783E427AAD}"/>
              </a:ext>
            </a:extLst>
          </p:cNvPr>
          <p:cNvCxnSpPr>
            <a:cxnSpLocks/>
          </p:cNvCxnSpPr>
          <p:nvPr/>
        </p:nvCxnSpPr>
        <p:spPr>
          <a:xfrm>
            <a:off x="10651304" y="2842165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0" name="직선 화살표 연결선 1329">
            <a:extLst>
              <a:ext uri="{FF2B5EF4-FFF2-40B4-BE49-F238E27FC236}">
                <a16:creationId xmlns:a16="http://schemas.microsoft.com/office/drawing/2014/main" id="{FD90A6F1-A149-CBD3-7654-C239E266491B}"/>
              </a:ext>
            </a:extLst>
          </p:cNvPr>
          <p:cNvCxnSpPr>
            <a:cxnSpLocks/>
          </p:cNvCxnSpPr>
          <p:nvPr/>
        </p:nvCxnSpPr>
        <p:spPr>
          <a:xfrm>
            <a:off x="10651304" y="2930271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1" name="직선 화살표 연결선 1330">
            <a:extLst>
              <a:ext uri="{FF2B5EF4-FFF2-40B4-BE49-F238E27FC236}">
                <a16:creationId xmlns:a16="http://schemas.microsoft.com/office/drawing/2014/main" id="{FC1837E6-B5E6-02E2-8040-14D745B78244}"/>
              </a:ext>
            </a:extLst>
          </p:cNvPr>
          <p:cNvCxnSpPr>
            <a:cxnSpLocks/>
          </p:cNvCxnSpPr>
          <p:nvPr/>
        </p:nvCxnSpPr>
        <p:spPr>
          <a:xfrm>
            <a:off x="10653686" y="3022274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2" name="직선 화살표 연결선 1331">
            <a:extLst>
              <a:ext uri="{FF2B5EF4-FFF2-40B4-BE49-F238E27FC236}">
                <a16:creationId xmlns:a16="http://schemas.microsoft.com/office/drawing/2014/main" id="{2FDBCF4E-D5ED-A579-9934-B018EE43744E}"/>
              </a:ext>
            </a:extLst>
          </p:cNvPr>
          <p:cNvCxnSpPr>
            <a:cxnSpLocks/>
          </p:cNvCxnSpPr>
          <p:nvPr/>
        </p:nvCxnSpPr>
        <p:spPr>
          <a:xfrm>
            <a:off x="10653686" y="3110961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3" name="직선 화살표 연결선 1332">
            <a:extLst>
              <a:ext uri="{FF2B5EF4-FFF2-40B4-BE49-F238E27FC236}">
                <a16:creationId xmlns:a16="http://schemas.microsoft.com/office/drawing/2014/main" id="{9AA72A34-2E35-4E9E-774E-1F953C86E2BE}"/>
              </a:ext>
            </a:extLst>
          </p:cNvPr>
          <p:cNvCxnSpPr>
            <a:cxnSpLocks/>
          </p:cNvCxnSpPr>
          <p:nvPr/>
        </p:nvCxnSpPr>
        <p:spPr>
          <a:xfrm>
            <a:off x="10658449" y="3198765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4" name="직선 화살표 연결선 1333">
            <a:extLst>
              <a:ext uri="{FF2B5EF4-FFF2-40B4-BE49-F238E27FC236}">
                <a16:creationId xmlns:a16="http://schemas.microsoft.com/office/drawing/2014/main" id="{1809E947-4FFE-F286-931D-D42778B5E0F8}"/>
              </a:ext>
            </a:extLst>
          </p:cNvPr>
          <p:cNvCxnSpPr>
            <a:cxnSpLocks/>
          </p:cNvCxnSpPr>
          <p:nvPr/>
        </p:nvCxnSpPr>
        <p:spPr>
          <a:xfrm>
            <a:off x="10658449" y="3289253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5" name="직선 화살표 연결선 1334">
            <a:extLst>
              <a:ext uri="{FF2B5EF4-FFF2-40B4-BE49-F238E27FC236}">
                <a16:creationId xmlns:a16="http://schemas.microsoft.com/office/drawing/2014/main" id="{B61379EC-4AFC-1C82-C571-3E8F0323A769}"/>
              </a:ext>
            </a:extLst>
          </p:cNvPr>
          <p:cNvCxnSpPr>
            <a:cxnSpLocks/>
          </p:cNvCxnSpPr>
          <p:nvPr/>
        </p:nvCxnSpPr>
        <p:spPr>
          <a:xfrm>
            <a:off x="10656067" y="3377359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6" name="직선 화살표 연결선 1335">
            <a:extLst>
              <a:ext uri="{FF2B5EF4-FFF2-40B4-BE49-F238E27FC236}">
                <a16:creationId xmlns:a16="http://schemas.microsoft.com/office/drawing/2014/main" id="{ABB12503-18B6-F4D8-6968-C7874EC897D6}"/>
              </a:ext>
            </a:extLst>
          </p:cNvPr>
          <p:cNvCxnSpPr>
            <a:cxnSpLocks/>
          </p:cNvCxnSpPr>
          <p:nvPr/>
        </p:nvCxnSpPr>
        <p:spPr>
          <a:xfrm>
            <a:off x="11426799" y="2845340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7" name="직선 화살표 연결선 1336">
            <a:extLst>
              <a:ext uri="{FF2B5EF4-FFF2-40B4-BE49-F238E27FC236}">
                <a16:creationId xmlns:a16="http://schemas.microsoft.com/office/drawing/2014/main" id="{E817A2DD-58B0-C8C7-2DFC-077F2FD1A592}"/>
              </a:ext>
            </a:extLst>
          </p:cNvPr>
          <p:cNvCxnSpPr>
            <a:cxnSpLocks/>
          </p:cNvCxnSpPr>
          <p:nvPr/>
        </p:nvCxnSpPr>
        <p:spPr>
          <a:xfrm>
            <a:off x="11426799" y="2933445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8" name="직선 화살표 연결선 1337">
            <a:extLst>
              <a:ext uri="{FF2B5EF4-FFF2-40B4-BE49-F238E27FC236}">
                <a16:creationId xmlns:a16="http://schemas.microsoft.com/office/drawing/2014/main" id="{E06E91E1-ABFC-1EF3-8ED7-7B13F18C1CCE}"/>
              </a:ext>
            </a:extLst>
          </p:cNvPr>
          <p:cNvCxnSpPr>
            <a:cxnSpLocks/>
          </p:cNvCxnSpPr>
          <p:nvPr/>
        </p:nvCxnSpPr>
        <p:spPr>
          <a:xfrm>
            <a:off x="11429180" y="3022123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9" name="직선 화살표 연결선 1338">
            <a:extLst>
              <a:ext uri="{FF2B5EF4-FFF2-40B4-BE49-F238E27FC236}">
                <a16:creationId xmlns:a16="http://schemas.microsoft.com/office/drawing/2014/main" id="{1BEFA066-6057-91D9-8199-C1A1D5A27F28}"/>
              </a:ext>
            </a:extLst>
          </p:cNvPr>
          <p:cNvCxnSpPr>
            <a:cxnSpLocks/>
          </p:cNvCxnSpPr>
          <p:nvPr/>
        </p:nvCxnSpPr>
        <p:spPr>
          <a:xfrm>
            <a:off x="11424418" y="3113342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0" name="직선 화살표 연결선 1339">
            <a:extLst>
              <a:ext uri="{FF2B5EF4-FFF2-40B4-BE49-F238E27FC236}">
                <a16:creationId xmlns:a16="http://schemas.microsoft.com/office/drawing/2014/main" id="{B8896BA0-F89F-1C4B-2EFB-3A5C3B92C60A}"/>
              </a:ext>
            </a:extLst>
          </p:cNvPr>
          <p:cNvCxnSpPr>
            <a:cxnSpLocks/>
          </p:cNvCxnSpPr>
          <p:nvPr/>
        </p:nvCxnSpPr>
        <p:spPr>
          <a:xfrm>
            <a:off x="11424418" y="3201146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1" name="직선 화살표 연결선 1340">
            <a:extLst>
              <a:ext uri="{FF2B5EF4-FFF2-40B4-BE49-F238E27FC236}">
                <a16:creationId xmlns:a16="http://schemas.microsoft.com/office/drawing/2014/main" id="{C6F3CEE7-3D20-7E0A-8BAC-8322363E080A}"/>
              </a:ext>
            </a:extLst>
          </p:cNvPr>
          <p:cNvCxnSpPr>
            <a:cxnSpLocks/>
          </p:cNvCxnSpPr>
          <p:nvPr/>
        </p:nvCxnSpPr>
        <p:spPr>
          <a:xfrm>
            <a:off x="11424418" y="3289252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2" name="직선 화살표 연결선 1341">
            <a:extLst>
              <a:ext uri="{FF2B5EF4-FFF2-40B4-BE49-F238E27FC236}">
                <a16:creationId xmlns:a16="http://schemas.microsoft.com/office/drawing/2014/main" id="{138E3D36-0E79-687F-A593-633AF8016CFD}"/>
              </a:ext>
            </a:extLst>
          </p:cNvPr>
          <p:cNvCxnSpPr>
            <a:cxnSpLocks/>
          </p:cNvCxnSpPr>
          <p:nvPr/>
        </p:nvCxnSpPr>
        <p:spPr>
          <a:xfrm>
            <a:off x="11431562" y="3379739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3" name="직선 화살표 연결선 1342">
            <a:extLst>
              <a:ext uri="{FF2B5EF4-FFF2-40B4-BE49-F238E27FC236}">
                <a16:creationId xmlns:a16="http://schemas.microsoft.com/office/drawing/2014/main" id="{2CF364DA-292B-C0C3-079C-DAED62904374}"/>
              </a:ext>
            </a:extLst>
          </p:cNvPr>
          <p:cNvCxnSpPr>
            <a:cxnSpLocks/>
          </p:cNvCxnSpPr>
          <p:nvPr/>
        </p:nvCxnSpPr>
        <p:spPr>
          <a:xfrm>
            <a:off x="11422037" y="3468117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6" name="직선 연결선 1345">
            <a:extLst>
              <a:ext uri="{FF2B5EF4-FFF2-40B4-BE49-F238E27FC236}">
                <a16:creationId xmlns:a16="http://schemas.microsoft.com/office/drawing/2014/main" id="{FDC9A0B4-7FE1-A49D-77E5-5B09E9D0FB83}"/>
              </a:ext>
            </a:extLst>
          </p:cNvPr>
          <p:cNvCxnSpPr>
            <a:cxnSpLocks/>
          </p:cNvCxnSpPr>
          <p:nvPr/>
        </p:nvCxnSpPr>
        <p:spPr>
          <a:xfrm>
            <a:off x="2152906" y="5667894"/>
            <a:ext cx="6918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7" name="TextBox 1346">
            <a:extLst>
              <a:ext uri="{FF2B5EF4-FFF2-40B4-BE49-F238E27FC236}">
                <a16:creationId xmlns:a16="http://schemas.microsoft.com/office/drawing/2014/main" id="{BA3B8CB0-2B43-7E78-B1F0-3C17B77FC5FB}"/>
              </a:ext>
            </a:extLst>
          </p:cNvPr>
          <p:cNvSpPr txBox="1"/>
          <p:nvPr/>
        </p:nvSpPr>
        <p:spPr>
          <a:xfrm>
            <a:off x="2879542" y="5603339"/>
            <a:ext cx="53835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 err="1">
                <a:latin typeface="+mn-ea"/>
              </a:rPr>
              <a:t>T_alert</a:t>
            </a:r>
            <a:r>
              <a:rPr lang="en-US" altLang="ko-KR" sz="800" dirty="0">
                <a:latin typeface="+mn-ea"/>
              </a:rPr>
              <a:t>-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48" name="TextBox 1347">
            <a:extLst>
              <a:ext uri="{FF2B5EF4-FFF2-40B4-BE49-F238E27FC236}">
                <a16:creationId xmlns:a16="http://schemas.microsoft.com/office/drawing/2014/main" id="{04BC3914-2D3A-DC85-7434-E6A55676A0FC}"/>
              </a:ext>
            </a:extLst>
          </p:cNvPr>
          <p:cNvSpPr txBox="1"/>
          <p:nvPr/>
        </p:nvSpPr>
        <p:spPr>
          <a:xfrm>
            <a:off x="11644850" y="2952840"/>
            <a:ext cx="41784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 err="1">
                <a:latin typeface="+mn-ea"/>
              </a:rPr>
              <a:t>T_alert</a:t>
            </a:r>
            <a:r>
              <a:rPr lang="en-US" altLang="ko-KR" sz="800" dirty="0">
                <a:latin typeface="+mn-ea"/>
              </a:rPr>
              <a:t>-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351" name="직선 연결선 1350">
            <a:extLst>
              <a:ext uri="{FF2B5EF4-FFF2-40B4-BE49-F238E27FC236}">
                <a16:creationId xmlns:a16="http://schemas.microsoft.com/office/drawing/2014/main" id="{BE6D1A5A-D3C9-527B-DCBB-FFF27CD9C9F0}"/>
              </a:ext>
            </a:extLst>
          </p:cNvPr>
          <p:cNvCxnSpPr>
            <a:cxnSpLocks/>
          </p:cNvCxnSpPr>
          <p:nvPr/>
        </p:nvCxnSpPr>
        <p:spPr>
          <a:xfrm>
            <a:off x="2153186" y="5023614"/>
            <a:ext cx="6918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2" name="TextBox 1351">
            <a:extLst>
              <a:ext uri="{FF2B5EF4-FFF2-40B4-BE49-F238E27FC236}">
                <a16:creationId xmlns:a16="http://schemas.microsoft.com/office/drawing/2014/main" id="{7EE7E064-40E9-B984-8DB7-3F242D884FB0}"/>
              </a:ext>
            </a:extLst>
          </p:cNvPr>
          <p:cNvSpPr txBox="1"/>
          <p:nvPr/>
        </p:nvSpPr>
        <p:spPr>
          <a:xfrm>
            <a:off x="2879822" y="4959059"/>
            <a:ext cx="53835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WP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53" name="TextBox 1352">
            <a:extLst>
              <a:ext uri="{FF2B5EF4-FFF2-40B4-BE49-F238E27FC236}">
                <a16:creationId xmlns:a16="http://schemas.microsoft.com/office/drawing/2014/main" id="{E4BC588D-0D1B-495F-176C-E24A0F337C23}"/>
              </a:ext>
            </a:extLst>
          </p:cNvPr>
          <p:cNvSpPr txBox="1"/>
          <p:nvPr/>
        </p:nvSpPr>
        <p:spPr>
          <a:xfrm>
            <a:off x="10363200" y="2864220"/>
            <a:ext cx="25556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WP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354" name="직선 연결선 1353">
            <a:extLst>
              <a:ext uri="{FF2B5EF4-FFF2-40B4-BE49-F238E27FC236}">
                <a16:creationId xmlns:a16="http://schemas.microsoft.com/office/drawing/2014/main" id="{4A018B60-0D07-1479-CAFC-D85A8305FD62}"/>
              </a:ext>
            </a:extLst>
          </p:cNvPr>
          <p:cNvCxnSpPr>
            <a:cxnSpLocks/>
          </p:cNvCxnSpPr>
          <p:nvPr/>
        </p:nvCxnSpPr>
        <p:spPr>
          <a:xfrm>
            <a:off x="2667256" y="2428873"/>
            <a:ext cx="0" cy="9064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7" name="직선 화살표 연결선 1356">
            <a:extLst>
              <a:ext uri="{FF2B5EF4-FFF2-40B4-BE49-F238E27FC236}">
                <a16:creationId xmlns:a16="http://schemas.microsoft.com/office/drawing/2014/main" id="{E2E6AA99-B8E2-111A-51BB-C5D2DC451E7E}"/>
              </a:ext>
            </a:extLst>
          </p:cNvPr>
          <p:cNvCxnSpPr>
            <a:cxnSpLocks/>
          </p:cNvCxnSpPr>
          <p:nvPr/>
        </p:nvCxnSpPr>
        <p:spPr>
          <a:xfrm>
            <a:off x="3836145" y="1998751"/>
            <a:ext cx="19293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9" name="직선 화살표 연결선 1358">
            <a:extLst>
              <a:ext uri="{FF2B5EF4-FFF2-40B4-BE49-F238E27FC236}">
                <a16:creationId xmlns:a16="http://schemas.microsoft.com/office/drawing/2014/main" id="{41035464-C365-9A28-BF1C-440CC564CA01}"/>
              </a:ext>
            </a:extLst>
          </p:cNvPr>
          <p:cNvCxnSpPr>
            <a:cxnSpLocks/>
          </p:cNvCxnSpPr>
          <p:nvPr/>
        </p:nvCxnSpPr>
        <p:spPr>
          <a:xfrm>
            <a:off x="3837634" y="1921398"/>
            <a:ext cx="19293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0" name="직선 연결선 1359">
            <a:extLst>
              <a:ext uri="{FF2B5EF4-FFF2-40B4-BE49-F238E27FC236}">
                <a16:creationId xmlns:a16="http://schemas.microsoft.com/office/drawing/2014/main" id="{7931D528-38A9-08D1-D58D-5D547A62C540}"/>
              </a:ext>
            </a:extLst>
          </p:cNvPr>
          <p:cNvCxnSpPr>
            <a:cxnSpLocks/>
          </p:cNvCxnSpPr>
          <p:nvPr/>
        </p:nvCxnSpPr>
        <p:spPr>
          <a:xfrm>
            <a:off x="4029331" y="1916927"/>
            <a:ext cx="0" cy="5833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1" name="직선 연결선 1360">
            <a:extLst>
              <a:ext uri="{FF2B5EF4-FFF2-40B4-BE49-F238E27FC236}">
                <a16:creationId xmlns:a16="http://schemas.microsoft.com/office/drawing/2014/main" id="{AD4ED175-D44C-FDBC-40AB-0CAEAE266484}"/>
              </a:ext>
            </a:extLst>
          </p:cNvPr>
          <p:cNvCxnSpPr>
            <a:cxnSpLocks/>
          </p:cNvCxnSpPr>
          <p:nvPr/>
        </p:nvCxnSpPr>
        <p:spPr>
          <a:xfrm>
            <a:off x="2729168" y="2500313"/>
            <a:ext cx="0" cy="8244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3" name="직선 화살표 연결선 1362">
            <a:extLst>
              <a:ext uri="{FF2B5EF4-FFF2-40B4-BE49-F238E27FC236}">
                <a16:creationId xmlns:a16="http://schemas.microsoft.com/office/drawing/2014/main" id="{11A50335-E90C-E2AA-545D-72538389A677}"/>
              </a:ext>
            </a:extLst>
          </p:cNvPr>
          <p:cNvCxnSpPr>
            <a:cxnSpLocks/>
          </p:cNvCxnSpPr>
          <p:nvPr/>
        </p:nvCxnSpPr>
        <p:spPr>
          <a:xfrm>
            <a:off x="2729829" y="2499236"/>
            <a:ext cx="1304009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6" name="TextBox 1365">
            <a:extLst>
              <a:ext uri="{FF2B5EF4-FFF2-40B4-BE49-F238E27FC236}">
                <a16:creationId xmlns:a16="http://schemas.microsoft.com/office/drawing/2014/main" id="{61FBDB55-CE80-7463-5805-058E0C05720F}"/>
              </a:ext>
            </a:extLst>
          </p:cNvPr>
          <p:cNvSpPr txBox="1"/>
          <p:nvPr/>
        </p:nvSpPr>
        <p:spPr>
          <a:xfrm>
            <a:off x="10327481" y="2516557"/>
            <a:ext cx="29127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FP_01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67" name="TextBox 1366">
            <a:extLst>
              <a:ext uri="{FF2B5EF4-FFF2-40B4-BE49-F238E27FC236}">
                <a16:creationId xmlns:a16="http://schemas.microsoft.com/office/drawing/2014/main" id="{55DB5B90-D0FE-49F1-EE53-19931D68978C}"/>
              </a:ext>
            </a:extLst>
          </p:cNvPr>
          <p:cNvSpPr txBox="1"/>
          <p:nvPr/>
        </p:nvSpPr>
        <p:spPr>
          <a:xfrm>
            <a:off x="10335994" y="2599901"/>
            <a:ext cx="28038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FP_02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68" name="TextBox 1367">
            <a:extLst>
              <a:ext uri="{FF2B5EF4-FFF2-40B4-BE49-F238E27FC236}">
                <a16:creationId xmlns:a16="http://schemas.microsoft.com/office/drawing/2014/main" id="{34A5E06F-ABA8-209B-F465-FB8114524611}"/>
              </a:ext>
            </a:extLst>
          </p:cNvPr>
          <p:cNvSpPr txBox="1"/>
          <p:nvPr/>
        </p:nvSpPr>
        <p:spPr>
          <a:xfrm>
            <a:off x="10339391" y="3315574"/>
            <a:ext cx="28174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FP_07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69" name="TextBox 1368">
            <a:extLst>
              <a:ext uri="{FF2B5EF4-FFF2-40B4-BE49-F238E27FC236}">
                <a16:creationId xmlns:a16="http://schemas.microsoft.com/office/drawing/2014/main" id="{7B1613CD-6E2B-5202-1DED-3D8549833D11}"/>
              </a:ext>
            </a:extLst>
          </p:cNvPr>
          <p:cNvSpPr txBox="1"/>
          <p:nvPr/>
        </p:nvSpPr>
        <p:spPr>
          <a:xfrm>
            <a:off x="10336835" y="3046148"/>
            <a:ext cx="2819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FP_04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70" name="TextBox 1369">
            <a:extLst>
              <a:ext uri="{FF2B5EF4-FFF2-40B4-BE49-F238E27FC236}">
                <a16:creationId xmlns:a16="http://schemas.microsoft.com/office/drawing/2014/main" id="{B2202189-85FE-A625-4033-497629D5A582}"/>
              </a:ext>
            </a:extLst>
          </p:cNvPr>
          <p:cNvSpPr txBox="1"/>
          <p:nvPr/>
        </p:nvSpPr>
        <p:spPr>
          <a:xfrm>
            <a:off x="10336835" y="3135832"/>
            <a:ext cx="28192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FP_05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71" name="TextBox 1370">
            <a:extLst>
              <a:ext uri="{FF2B5EF4-FFF2-40B4-BE49-F238E27FC236}">
                <a16:creationId xmlns:a16="http://schemas.microsoft.com/office/drawing/2014/main" id="{849178E0-46C0-34AB-32A0-FB696FD43D9B}"/>
              </a:ext>
            </a:extLst>
          </p:cNvPr>
          <p:cNvSpPr txBox="1"/>
          <p:nvPr/>
        </p:nvSpPr>
        <p:spPr>
          <a:xfrm>
            <a:off x="10044117" y="2953678"/>
            <a:ext cx="57781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RESET-</a:t>
            </a:r>
            <a:endParaRPr lang="ko-KR" altLang="en-US" sz="800" dirty="0">
              <a:latin typeface="+mn-ea"/>
            </a:endParaRPr>
          </a:p>
        </p:txBody>
      </p:sp>
      <p:grpSp>
        <p:nvGrpSpPr>
          <p:cNvPr id="1378" name="그룹 1377">
            <a:extLst>
              <a:ext uri="{FF2B5EF4-FFF2-40B4-BE49-F238E27FC236}">
                <a16:creationId xmlns:a16="http://schemas.microsoft.com/office/drawing/2014/main" id="{0AFF6F26-1FC0-99B5-3F4A-E9F99CBADC81}"/>
              </a:ext>
            </a:extLst>
          </p:cNvPr>
          <p:cNvGrpSpPr/>
          <p:nvPr/>
        </p:nvGrpSpPr>
        <p:grpSpPr>
          <a:xfrm>
            <a:off x="6600521" y="1409656"/>
            <a:ext cx="241929" cy="187572"/>
            <a:chOff x="8990971" y="1545611"/>
            <a:chExt cx="241929" cy="187572"/>
          </a:xfrm>
        </p:grpSpPr>
        <p:sp>
          <p:nvSpPr>
            <p:cNvPr id="1372" name="타원 1371">
              <a:extLst>
                <a:ext uri="{FF2B5EF4-FFF2-40B4-BE49-F238E27FC236}">
                  <a16:creationId xmlns:a16="http://schemas.microsoft.com/office/drawing/2014/main" id="{B802FF42-2D69-C50B-7649-EC91B689A0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90971" y="1657165"/>
              <a:ext cx="72000" cy="7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73" name="타원 1372">
              <a:extLst>
                <a:ext uri="{FF2B5EF4-FFF2-40B4-BE49-F238E27FC236}">
                  <a16:creationId xmlns:a16="http://schemas.microsoft.com/office/drawing/2014/main" id="{7350FF0B-9C6E-5129-ACF7-C286E086BC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52896" y="1661183"/>
              <a:ext cx="72000" cy="72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374" name="직선 연결선 1373">
              <a:extLst>
                <a:ext uri="{FF2B5EF4-FFF2-40B4-BE49-F238E27FC236}">
                  <a16:creationId xmlns:a16="http://schemas.microsoft.com/office/drawing/2014/main" id="{EC46CF66-AB8D-214F-4C7C-21A7ACADBC2F}"/>
                </a:ext>
              </a:extLst>
            </p:cNvPr>
            <p:cNvCxnSpPr>
              <a:cxnSpLocks/>
            </p:cNvCxnSpPr>
            <p:nvPr/>
          </p:nvCxnSpPr>
          <p:spPr>
            <a:xfrm>
              <a:off x="8991600" y="1619443"/>
              <a:ext cx="2413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6" name="직선 연결선 1375">
              <a:extLst>
                <a:ext uri="{FF2B5EF4-FFF2-40B4-BE49-F238E27FC236}">
                  <a16:creationId xmlns:a16="http://schemas.microsoft.com/office/drawing/2014/main" id="{88326BE3-563A-856B-AB4E-3FBD13FF66A5}"/>
                </a:ext>
              </a:extLst>
            </p:cNvPr>
            <p:cNvCxnSpPr>
              <a:cxnSpLocks/>
            </p:cNvCxnSpPr>
            <p:nvPr/>
          </p:nvCxnSpPr>
          <p:spPr>
            <a:xfrm>
              <a:off x="9111956" y="1545611"/>
              <a:ext cx="0" cy="7108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9" name="그룹 1378">
            <a:extLst>
              <a:ext uri="{FF2B5EF4-FFF2-40B4-BE49-F238E27FC236}">
                <a16:creationId xmlns:a16="http://schemas.microsoft.com/office/drawing/2014/main" id="{983ED5CE-482D-AFCC-4663-958706A508C1}"/>
              </a:ext>
            </a:extLst>
          </p:cNvPr>
          <p:cNvGrpSpPr/>
          <p:nvPr/>
        </p:nvGrpSpPr>
        <p:grpSpPr>
          <a:xfrm>
            <a:off x="6584597" y="1592810"/>
            <a:ext cx="98106" cy="90145"/>
            <a:chOff x="8462475" y="3600450"/>
            <a:chExt cx="98106" cy="90145"/>
          </a:xfrm>
        </p:grpSpPr>
        <p:cxnSp>
          <p:nvCxnSpPr>
            <p:cNvPr id="1380" name="직선 연결선 1379">
              <a:extLst>
                <a:ext uri="{FF2B5EF4-FFF2-40B4-BE49-F238E27FC236}">
                  <a16:creationId xmlns:a16="http://schemas.microsoft.com/office/drawing/2014/main" id="{848A6698-D3E6-4230-1B09-5DF3FF90643D}"/>
                </a:ext>
              </a:extLst>
            </p:cNvPr>
            <p:cNvCxnSpPr>
              <a:cxnSpLocks/>
            </p:cNvCxnSpPr>
            <p:nvPr/>
          </p:nvCxnSpPr>
          <p:spPr>
            <a:xfrm>
              <a:off x="8462475" y="3654370"/>
              <a:ext cx="981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1" name="직선 연결선 1380">
              <a:extLst>
                <a:ext uri="{FF2B5EF4-FFF2-40B4-BE49-F238E27FC236}">
                  <a16:creationId xmlns:a16="http://schemas.microsoft.com/office/drawing/2014/main" id="{82C45F64-615F-A5F1-2E7E-58D132B787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65331" y="3656039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직선 연결선 1381">
              <a:extLst>
                <a:ext uri="{FF2B5EF4-FFF2-40B4-BE49-F238E27FC236}">
                  <a16:creationId xmlns:a16="http://schemas.microsoft.com/office/drawing/2014/main" id="{9A7D5C41-92A8-9F47-86E7-44320012A4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3903" y="3656035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3" name="직선 연결선 1382">
              <a:extLst>
                <a:ext uri="{FF2B5EF4-FFF2-40B4-BE49-F238E27FC236}">
                  <a16:creationId xmlns:a16="http://schemas.microsoft.com/office/drawing/2014/main" id="{1F5910A3-825E-D8B6-81A7-7EBAC10CB7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2477" y="3656037"/>
              <a:ext cx="33337" cy="345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4" name="직선 연결선 1383">
              <a:extLst>
                <a:ext uri="{FF2B5EF4-FFF2-40B4-BE49-F238E27FC236}">
                  <a16:creationId xmlns:a16="http://schemas.microsoft.com/office/drawing/2014/main" id="{CE0F4568-3F7F-A260-46CA-E04BF437774A}"/>
                </a:ext>
              </a:extLst>
            </p:cNvPr>
            <p:cNvCxnSpPr>
              <a:cxnSpLocks/>
            </p:cNvCxnSpPr>
            <p:nvPr/>
          </p:nvCxnSpPr>
          <p:spPr>
            <a:xfrm>
              <a:off x="8511628" y="3600450"/>
              <a:ext cx="0" cy="576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5" name="TextBox 1384">
            <a:extLst>
              <a:ext uri="{FF2B5EF4-FFF2-40B4-BE49-F238E27FC236}">
                <a16:creationId xmlns:a16="http://schemas.microsoft.com/office/drawing/2014/main" id="{45899FA1-CEDF-B33D-D5FB-D59E13F3D9B5}"/>
              </a:ext>
            </a:extLst>
          </p:cNvPr>
          <p:cNvSpPr txBox="1"/>
          <p:nvPr/>
        </p:nvSpPr>
        <p:spPr>
          <a:xfrm>
            <a:off x="7121500" y="1488902"/>
            <a:ext cx="57308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RESET-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86" name="TextBox 1385">
            <a:extLst>
              <a:ext uri="{FF2B5EF4-FFF2-40B4-BE49-F238E27FC236}">
                <a16:creationId xmlns:a16="http://schemas.microsoft.com/office/drawing/2014/main" id="{5CC4A2E1-3C13-220A-327E-48DAA60FB507}"/>
              </a:ext>
            </a:extLst>
          </p:cNvPr>
          <p:cNvSpPr txBox="1"/>
          <p:nvPr/>
        </p:nvSpPr>
        <p:spPr>
          <a:xfrm>
            <a:off x="11629229" y="3496802"/>
            <a:ext cx="28416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FP_15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387" name="직선 화살표 연결선 1386">
            <a:extLst>
              <a:ext uri="{FF2B5EF4-FFF2-40B4-BE49-F238E27FC236}">
                <a16:creationId xmlns:a16="http://schemas.microsoft.com/office/drawing/2014/main" id="{68FD2EE4-52E9-0570-DB1E-E98DD1C52263}"/>
              </a:ext>
            </a:extLst>
          </p:cNvPr>
          <p:cNvCxnSpPr>
            <a:cxnSpLocks/>
          </p:cNvCxnSpPr>
          <p:nvPr/>
        </p:nvCxnSpPr>
        <p:spPr>
          <a:xfrm>
            <a:off x="11418862" y="3557255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8" name="TextBox 1387">
            <a:extLst>
              <a:ext uri="{FF2B5EF4-FFF2-40B4-BE49-F238E27FC236}">
                <a16:creationId xmlns:a16="http://schemas.microsoft.com/office/drawing/2014/main" id="{78EE836B-206F-3C05-87AE-0FF7FB6C15AF}"/>
              </a:ext>
            </a:extLst>
          </p:cNvPr>
          <p:cNvSpPr txBox="1"/>
          <p:nvPr/>
        </p:nvSpPr>
        <p:spPr>
          <a:xfrm>
            <a:off x="11629229" y="3403322"/>
            <a:ext cx="28177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FP_14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89" name="TextBox 1388">
            <a:extLst>
              <a:ext uri="{FF2B5EF4-FFF2-40B4-BE49-F238E27FC236}">
                <a16:creationId xmlns:a16="http://schemas.microsoft.com/office/drawing/2014/main" id="{43E8E5D4-708E-326D-C03B-BB1C7DEF3A78}"/>
              </a:ext>
            </a:extLst>
          </p:cNvPr>
          <p:cNvSpPr txBox="1"/>
          <p:nvPr/>
        </p:nvSpPr>
        <p:spPr>
          <a:xfrm>
            <a:off x="11632405" y="3315199"/>
            <a:ext cx="28574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FP_13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90" name="TextBox 1389">
            <a:extLst>
              <a:ext uri="{FF2B5EF4-FFF2-40B4-BE49-F238E27FC236}">
                <a16:creationId xmlns:a16="http://schemas.microsoft.com/office/drawing/2014/main" id="{997177AA-C875-CEA9-4D49-7EFB8A61CC2A}"/>
              </a:ext>
            </a:extLst>
          </p:cNvPr>
          <p:cNvSpPr txBox="1"/>
          <p:nvPr/>
        </p:nvSpPr>
        <p:spPr>
          <a:xfrm>
            <a:off x="11632404" y="3229752"/>
            <a:ext cx="27860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FP_12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91" name="TextBox 1390">
            <a:extLst>
              <a:ext uri="{FF2B5EF4-FFF2-40B4-BE49-F238E27FC236}">
                <a16:creationId xmlns:a16="http://schemas.microsoft.com/office/drawing/2014/main" id="{C4A5C88E-1871-96E7-3F6A-A2DB9C7CB99E}"/>
              </a:ext>
            </a:extLst>
          </p:cNvPr>
          <p:cNvSpPr txBox="1"/>
          <p:nvPr/>
        </p:nvSpPr>
        <p:spPr>
          <a:xfrm>
            <a:off x="11632404" y="3139590"/>
            <a:ext cx="28191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FP_11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92" name="TextBox 1391">
            <a:extLst>
              <a:ext uri="{FF2B5EF4-FFF2-40B4-BE49-F238E27FC236}">
                <a16:creationId xmlns:a16="http://schemas.microsoft.com/office/drawing/2014/main" id="{4F02A8FE-4010-9B1E-4B0D-D85415F6D5EB}"/>
              </a:ext>
            </a:extLst>
          </p:cNvPr>
          <p:cNvSpPr txBox="1"/>
          <p:nvPr/>
        </p:nvSpPr>
        <p:spPr>
          <a:xfrm>
            <a:off x="11632404" y="3050117"/>
            <a:ext cx="28192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FP_10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93" name="TextBox 1392">
            <a:extLst>
              <a:ext uri="{FF2B5EF4-FFF2-40B4-BE49-F238E27FC236}">
                <a16:creationId xmlns:a16="http://schemas.microsoft.com/office/drawing/2014/main" id="{C9AC414A-E652-1D79-BA72-04ACC31A90A2}"/>
              </a:ext>
            </a:extLst>
          </p:cNvPr>
          <p:cNvSpPr txBox="1"/>
          <p:nvPr/>
        </p:nvSpPr>
        <p:spPr>
          <a:xfrm>
            <a:off x="11638755" y="2872234"/>
            <a:ext cx="28038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FP_09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94" name="TextBox 1393">
            <a:extLst>
              <a:ext uri="{FF2B5EF4-FFF2-40B4-BE49-F238E27FC236}">
                <a16:creationId xmlns:a16="http://schemas.microsoft.com/office/drawing/2014/main" id="{342317D7-1358-9890-2A7C-D8BF5EE6AB49}"/>
              </a:ext>
            </a:extLst>
          </p:cNvPr>
          <p:cNvSpPr txBox="1"/>
          <p:nvPr/>
        </p:nvSpPr>
        <p:spPr>
          <a:xfrm>
            <a:off x="11641930" y="2779738"/>
            <a:ext cx="28038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FP_08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95" name="TextBox 1394">
            <a:extLst>
              <a:ext uri="{FF2B5EF4-FFF2-40B4-BE49-F238E27FC236}">
                <a16:creationId xmlns:a16="http://schemas.microsoft.com/office/drawing/2014/main" id="{DD662A0D-DBD0-C956-32C4-1089F472309F}"/>
              </a:ext>
            </a:extLst>
          </p:cNvPr>
          <p:cNvSpPr txBox="1"/>
          <p:nvPr/>
        </p:nvSpPr>
        <p:spPr>
          <a:xfrm>
            <a:off x="10337006" y="3225703"/>
            <a:ext cx="28413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FP_06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396" name="직선 화살표 연결선 1395">
            <a:extLst>
              <a:ext uri="{FF2B5EF4-FFF2-40B4-BE49-F238E27FC236}">
                <a16:creationId xmlns:a16="http://schemas.microsoft.com/office/drawing/2014/main" id="{A9A84AA5-15F0-BD3F-777F-3F7C21583663}"/>
              </a:ext>
            </a:extLst>
          </p:cNvPr>
          <p:cNvCxnSpPr>
            <a:cxnSpLocks/>
          </p:cNvCxnSpPr>
          <p:nvPr/>
        </p:nvCxnSpPr>
        <p:spPr>
          <a:xfrm>
            <a:off x="11415687" y="3640751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7" name="직선 화살표 연결선 1396">
            <a:extLst>
              <a:ext uri="{FF2B5EF4-FFF2-40B4-BE49-F238E27FC236}">
                <a16:creationId xmlns:a16="http://schemas.microsoft.com/office/drawing/2014/main" id="{D52BE1E3-4E18-1684-B55D-A9A3579BA9FE}"/>
              </a:ext>
            </a:extLst>
          </p:cNvPr>
          <p:cNvCxnSpPr>
            <a:cxnSpLocks/>
          </p:cNvCxnSpPr>
          <p:nvPr/>
        </p:nvCxnSpPr>
        <p:spPr>
          <a:xfrm>
            <a:off x="11412512" y="3731614"/>
            <a:ext cx="19846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8" name="TextBox 1397">
            <a:extLst>
              <a:ext uri="{FF2B5EF4-FFF2-40B4-BE49-F238E27FC236}">
                <a16:creationId xmlns:a16="http://schemas.microsoft.com/office/drawing/2014/main" id="{7234F0E0-925C-F8C1-F65E-C36218CB19C8}"/>
              </a:ext>
            </a:extLst>
          </p:cNvPr>
          <p:cNvSpPr txBox="1"/>
          <p:nvPr/>
        </p:nvSpPr>
        <p:spPr>
          <a:xfrm>
            <a:off x="10317956" y="2761828"/>
            <a:ext cx="30318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FP_03</a:t>
            </a:r>
            <a:endParaRPr lang="ko-KR" altLang="en-US" sz="800" dirty="0">
              <a:latin typeface="+mn-ea"/>
            </a:endParaRPr>
          </a:p>
        </p:txBody>
      </p:sp>
      <p:sp>
        <p:nvSpPr>
          <p:cNvPr id="1400" name="TextBox 1399">
            <a:extLst>
              <a:ext uri="{FF2B5EF4-FFF2-40B4-BE49-F238E27FC236}">
                <a16:creationId xmlns:a16="http://schemas.microsoft.com/office/drawing/2014/main" id="{4A771995-209B-70CC-E696-D986FD4EB1C5}"/>
              </a:ext>
            </a:extLst>
          </p:cNvPr>
          <p:cNvSpPr txBox="1"/>
          <p:nvPr/>
        </p:nvSpPr>
        <p:spPr>
          <a:xfrm>
            <a:off x="11772979" y="3845869"/>
            <a:ext cx="34411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3.3V3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401" name="직선 화살표 연결선 1400">
            <a:extLst>
              <a:ext uri="{FF2B5EF4-FFF2-40B4-BE49-F238E27FC236}">
                <a16:creationId xmlns:a16="http://schemas.microsoft.com/office/drawing/2014/main" id="{C9922A74-9070-06E6-BEA3-D991465D7A68}"/>
              </a:ext>
            </a:extLst>
          </p:cNvPr>
          <p:cNvCxnSpPr>
            <a:cxnSpLocks/>
          </p:cNvCxnSpPr>
          <p:nvPr/>
        </p:nvCxnSpPr>
        <p:spPr>
          <a:xfrm>
            <a:off x="11433944" y="3907827"/>
            <a:ext cx="312762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9" name="직사각형 1398">
            <a:extLst>
              <a:ext uri="{FF2B5EF4-FFF2-40B4-BE49-F238E27FC236}">
                <a16:creationId xmlns:a16="http://schemas.microsoft.com/office/drawing/2014/main" id="{B1E09700-9B6E-8FC2-07BA-C281D6999B33}"/>
              </a:ext>
            </a:extLst>
          </p:cNvPr>
          <p:cNvSpPr/>
          <p:nvPr/>
        </p:nvSpPr>
        <p:spPr>
          <a:xfrm rot="10800000">
            <a:off x="11517927" y="3867837"/>
            <a:ext cx="148730" cy="74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404" name="TextBox 1403">
            <a:extLst>
              <a:ext uri="{FF2B5EF4-FFF2-40B4-BE49-F238E27FC236}">
                <a16:creationId xmlns:a16="http://schemas.microsoft.com/office/drawing/2014/main" id="{7247D2D8-9988-065C-CB1D-6EC660542924}"/>
              </a:ext>
            </a:extLst>
          </p:cNvPr>
          <p:cNvSpPr txBox="1"/>
          <p:nvPr/>
        </p:nvSpPr>
        <p:spPr>
          <a:xfrm>
            <a:off x="11538687" y="3962572"/>
            <a:ext cx="15865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solidFill>
                  <a:srgbClr val="0070C0"/>
                </a:solidFill>
                <a:latin typeface="+mn-ea"/>
              </a:rPr>
              <a:t>NA</a:t>
            </a:r>
          </a:p>
        </p:txBody>
      </p:sp>
      <p:cxnSp>
        <p:nvCxnSpPr>
          <p:cNvPr id="1405" name="직선 연결선 1404">
            <a:extLst>
              <a:ext uri="{FF2B5EF4-FFF2-40B4-BE49-F238E27FC236}">
                <a16:creationId xmlns:a16="http://schemas.microsoft.com/office/drawing/2014/main" id="{0A6D1E56-09A1-28EC-BD00-55063F568A7C}"/>
              </a:ext>
            </a:extLst>
          </p:cNvPr>
          <p:cNvCxnSpPr>
            <a:cxnSpLocks/>
          </p:cNvCxnSpPr>
          <p:nvPr/>
        </p:nvCxnSpPr>
        <p:spPr>
          <a:xfrm>
            <a:off x="2778380" y="2743200"/>
            <a:ext cx="0" cy="5866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7" name="직선 화살표 연결선 1406">
            <a:extLst>
              <a:ext uri="{FF2B5EF4-FFF2-40B4-BE49-F238E27FC236}">
                <a16:creationId xmlns:a16="http://schemas.microsoft.com/office/drawing/2014/main" id="{AA1617C9-0F56-3873-EF25-FA0952B0B711}"/>
              </a:ext>
            </a:extLst>
          </p:cNvPr>
          <p:cNvCxnSpPr>
            <a:cxnSpLocks/>
          </p:cNvCxnSpPr>
          <p:nvPr/>
        </p:nvCxnSpPr>
        <p:spPr>
          <a:xfrm>
            <a:off x="2775536" y="2741270"/>
            <a:ext cx="2700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9" name="TextBox 1408">
            <a:extLst>
              <a:ext uri="{FF2B5EF4-FFF2-40B4-BE49-F238E27FC236}">
                <a16:creationId xmlns:a16="http://schemas.microsoft.com/office/drawing/2014/main" id="{4814ED38-BD76-5E97-A48D-28C70EC5E9FE}"/>
              </a:ext>
            </a:extLst>
          </p:cNvPr>
          <p:cNvSpPr txBox="1"/>
          <p:nvPr/>
        </p:nvSpPr>
        <p:spPr>
          <a:xfrm>
            <a:off x="3080434" y="2676464"/>
            <a:ext cx="900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FP_01 ~ FP_15</a:t>
            </a:r>
            <a:endParaRPr lang="ko-KR" altLang="en-US" sz="80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2D2640-4E45-F17D-DC86-A0810FD86D7E}"/>
              </a:ext>
            </a:extLst>
          </p:cNvPr>
          <p:cNvSpPr txBox="1"/>
          <p:nvPr/>
        </p:nvSpPr>
        <p:spPr>
          <a:xfrm>
            <a:off x="786882" y="4186568"/>
            <a:ext cx="519966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dirty="0">
                <a:solidFill>
                  <a:srgbClr val="FF0000"/>
                </a:solidFill>
                <a:latin typeface="+mn-ea"/>
              </a:rPr>
              <a:t>I2C:1101_010</a:t>
            </a:r>
            <a:endParaRPr lang="ko-KR" altLang="en-US" sz="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E110B2-3278-7713-8EF4-DC126FAE1660}"/>
              </a:ext>
            </a:extLst>
          </p:cNvPr>
          <p:cNvSpPr txBox="1"/>
          <p:nvPr/>
        </p:nvSpPr>
        <p:spPr>
          <a:xfrm>
            <a:off x="5067818" y="2492088"/>
            <a:ext cx="133895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max</a:t>
            </a:r>
            <a:r>
              <a:rPr lang="ko-KR" altLang="en-US" sz="8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1Vpp</a:t>
            </a:r>
            <a:r>
              <a:rPr lang="ko-KR" altLang="en-US" sz="8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differential</a:t>
            </a:r>
          </a:p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max gain = x7(LG), x50(HG)</a:t>
            </a:r>
          </a:p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used gain range = 0~x4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746DDCD-9F80-92A3-7E55-02A0734DFAF2}"/>
              </a:ext>
            </a:extLst>
          </p:cNvPr>
          <p:cNvCxnSpPr>
            <a:cxnSpLocks/>
          </p:cNvCxnSpPr>
          <p:nvPr/>
        </p:nvCxnSpPr>
        <p:spPr>
          <a:xfrm flipV="1">
            <a:off x="2873375" y="3857615"/>
            <a:ext cx="195646" cy="255688"/>
          </a:xfrm>
          <a:prstGeom prst="straightConnector1">
            <a:avLst/>
          </a:prstGeom>
          <a:ln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01DAE051-2CFD-C980-2797-2509FD90391B}"/>
              </a:ext>
            </a:extLst>
          </p:cNvPr>
          <p:cNvCxnSpPr>
            <a:cxnSpLocks/>
          </p:cNvCxnSpPr>
          <p:nvPr/>
        </p:nvCxnSpPr>
        <p:spPr>
          <a:xfrm>
            <a:off x="4914232" y="3250581"/>
            <a:ext cx="0" cy="256392"/>
          </a:xfrm>
          <a:prstGeom prst="straightConnector1">
            <a:avLst/>
          </a:prstGeom>
          <a:ln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8A4C311-8A97-9969-788C-B3D5F241B5DC}"/>
              </a:ext>
            </a:extLst>
          </p:cNvPr>
          <p:cNvSpPr txBox="1"/>
          <p:nvPr/>
        </p:nvSpPr>
        <p:spPr>
          <a:xfrm>
            <a:off x="4576557" y="3102267"/>
            <a:ext cx="59932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0~+0.25V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72F0161-039F-36FA-0D52-6F02448A1611}"/>
              </a:ext>
            </a:extLst>
          </p:cNvPr>
          <p:cNvCxnSpPr>
            <a:cxnSpLocks/>
          </p:cNvCxnSpPr>
          <p:nvPr/>
        </p:nvCxnSpPr>
        <p:spPr>
          <a:xfrm flipV="1">
            <a:off x="4935759" y="3878196"/>
            <a:ext cx="0" cy="504718"/>
          </a:xfrm>
          <a:prstGeom prst="straightConnector1">
            <a:avLst/>
          </a:prstGeom>
          <a:ln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9E29B6C-4C1F-2960-1F16-500FA5DCDE30}"/>
              </a:ext>
            </a:extLst>
          </p:cNvPr>
          <p:cNvSpPr txBox="1"/>
          <p:nvPr/>
        </p:nvSpPr>
        <p:spPr>
          <a:xfrm>
            <a:off x="4591609" y="4398095"/>
            <a:ext cx="59932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0~-0.25V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2B539EB3-2E5D-33F0-39E9-44141498B189}"/>
              </a:ext>
            </a:extLst>
          </p:cNvPr>
          <p:cNvCxnSpPr>
            <a:cxnSpLocks/>
          </p:cNvCxnSpPr>
          <p:nvPr/>
        </p:nvCxnSpPr>
        <p:spPr>
          <a:xfrm>
            <a:off x="7399550" y="3006255"/>
            <a:ext cx="2665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5A3F1F01-5E2F-BEDB-4F0D-34B77E4CFCCF}"/>
              </a:ext>
            </a:extLst>
          </p:cNvPr>
          <p:cNvCxnSpPr>
            <a:cxnSpLocks/>
          </p:cNvCxnSpPr>
          <p:nvPr/>
        </p:nvCxnSpPr>
        <p:spPr>
          <a:xfrm>
            <a:off x="7169256" y="5636419"/>
            <a:ext cx="0" cy="447140"/>
          </a:xfrm>
          <a:prstGeom prst="straightConnector1">
            <a:avLst/>
          </a:prstGeom>
          <a:ln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ED7F968-BE93-79F1-9B0D-985398F470EE}"/>
              </a:ext>
            </a:extLst>
          </p:cNvPr>
          <p:cNvGrpSpPr/>
          <p:nvPr/>
        </p:nvGrpSpPr>
        <p:grpSpPr>
          <a:xfrm rot="5400000">
            <a:off x="8822896" y="645448"/>
            <a:ext cx="238125" cy="127920"/>
            <a:chOff x="8239125" y="2849206"/>
            <a:chExt cx="238125" cy="127920"/>
          </a:xfrm>
        </p:grpSpPr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BF8140D1-911C-2B51-F1EE-1182F7B3B333}"/>
                </a:ext>
              </a:extLst>
            </p:cNvPr>
            <p:cNvCxnSpPr>
              <a:cxnSpLocks/>
            </p:cNvCxnSpPr>
            <p:nvPr/>
          </p:nvCxnSpPr>
          <p:spPr>
            <a:xfrm>
              <a:off x="8387011" y="2849206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F0833AAD-F85A-F732-30BE-799C620592B5}"/>
                </a:ext>
              </a:extLst>
            </p:cNvPr>
            <p:cNvCxnSpPr>
              <a:cxnSpLocks/>
            </p:cNvCxnSpPr>
            <p:nvPr/>
          </p:nvCxnSpPr>
          <p:spPr>
            <a:xfrm>
              <a:off x="8337005" y="2849949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0B977BC0-3D60-6758-742E-6F570F744E8D}"/>
                </a:ext>
              </a:extLst>
            </p:cNvPr>
            <p:cNvCxnSpPr>
              <a:cxnSpLocks/>
            </p:cNvCxnSpPr>
            <p:nvPr/>
          </p:nvCxnSpPr>
          <p:spPr>
            <a:xfrm>
              <a:off x="8384381" y="2911212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연결선 109">
              <a:extLst>
                <a:ext uri="{FF2B5EF4-FFF2-40B4-BE49-F238E27FC236}">
                  <a16:creationId xmlns:a16="http://schemas.microsoft.com/office/drawing/2014/main" id="{529D3F76-E74A-9218-A22A-3CD7EB8C52AD}"/>
                </a:ext>
              </a:extLst>
            </p:cNvPr>
            <p:cNvCxnSpPr>
              <a:cxnSpLocks/>
            </p:cNvCxnSpPr>
            <p:nvPr/>
          </p:nvCxnSpPr>
          <p:spPr>
            <a:xfrm>
              <a:off x="8239125" y="2913593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351B550B-478B-1755-5BEC-86C204FBDA63}"/>
              </a:ext>
            </a:extLst>
          </p:cNvPr>
          <p:cNvGrpSpPr/>
          <p:nvPr/>
        </p:nvGrpSpPr>
        <p:grpSpPr>
          <a:xfrm rot="5400000">
            <a:off x="8432366" y="645448"/>
            <a:ext cx="238125" cy="127920"/>
            <a:chOff x="8239125" y="2849206"/>
            <a:chExt cx="238125" cy="127920"/>
          </a:xfrm>
        </p:grpSpPr>
        <p:cxnSp>
          <p:nvCxnSpPr>
            <p:cNvPr id="114" name="직선 연결선 113">
              <a:extLst>
                <a:ext uri="{FF2B5EF4-FFF2-40B4-BE49-F238E27FC236}">
                  <a16:creationId xmlns:a16="http://schemas.microsoft.com/office/drawing/2014/main" id="{3F323123-953B-6C73-41CF-93EE915F88EF}"/>
                </a:ext>
              </a:extLst>
            </p:cNvPr>
            <p:cNvCxnSpPr>
              <a:cxnSpLocks/>
            </p:cNvCxnSpPr>
            <p:nvPr/>
          </p:nvCxnSpPr>
          <p:spPr>
            <a:xfrm>
              <a:off x="8387011" y="2849206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BFDF9061-4761-25DF-B8A3-B7C14AAD1F56}"/>
                </a:ext>
              </a:extLst>
            </p:cNvPr>
            <p:cNvCxnSpPr>
              <a:cxnSpLocks/>
            </p:cNvCxnSpPr>
            <p:nvPr/>
          </p:nvCxnSpPr>
          <p:spPr>
            <a:xfrm>
              <a:off x="8337005" y="2849949"/>
              <a:ext cx="0" cy="1271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CBFCC84A-4EB3-05D8-0533-1B32847119B6}"/>
                </a:ext>
              </a:extLst>
            </p:cNvPr>
            <p:cNvCxnSpPr>
              <a:cxnSpLocks/>
            </p:cNvCxnSpPr>
            <p:nvPr/>
          </p:nvCxnSpPr>
          <p:spPr>
            <a:xfrm>
              <a:off x="8384381" y="2911212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8D520BD7-F0D2-FD87-7059-DFAE0FD44A3D}"/>
                </a:ext>
              </a:extLst>
            </p:cNvPr>
            <p:cNvCxnSpPr>
              <a:cxnSpLocks/>
            </p:cNvCxnSpPr>
            <p:nvPr/>
          </p:nvCxnSpPr>
          <p:spPr>
            <a:xfrm>
              <a:off x="8239125" y="2913593"/>
              <a:ext cx="928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19F86987-B44E-26E9-B7A8-5135AA4D5CF2}"/>
              </a:ext>
            </a:extLst>
          </p:cNvPr>
          <p:cNvCxnSpPr/>
          <p:nvPr/>
        </p:nvCxnSpPr>
        <p:spPr>
          <a:xfrm flipV="1">
            <a:off x="8872538" y="571500"/>
            <a:ext cx="147637" cy="264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B307394D-298F-CDCF-78EB-DBF209DC405C}"/>
              </a:ext>
            </a:extLst>
          </p:cNvPr>
          <p:cNvSpPr txBox="1"/>
          <p:nvPr/>
        </p:nvSpPr>
        <p:spPr>
          <a:xfrm>
            <a:off x="9061429" y="630363"/>
            <a:ext cx="255209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dirty="0">
                <a:latin typeface="+mn-ea"/>
              </a:rPr>
              <a:t>VC</a:t>
            </a:r>
          </a:p>
          <a:p>
            <a:r>
              <a:rPr lang="en-US" altLang="ko-KR" sz="600" dirty="0">
                <a:latin typeface="+mn-ea"/>
              </a:rPr>
              <a:t>40pF</a:t>
            </a:r>
            <a:endParaRPr lang="ko-KR" altLang="en-US" sz="600" dirty="0">
              <a:latin typeface="+mn-ea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C005E57B-5826-ACE0-8EBB-AC3F04FA4D9B}"/>
              </a:ext>
            </a:extLst>
          </p:cNvPr>
          <p:cNvSpPr txBox="1"/>
          <p:nvPr/>
        </p:nvSpPr>
        <p:spPr>
          <a:xfrm>
            <a:off x="7939091" y="636728"/>
            <a:ext cx="51910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dirty="0">
                <a:latin typeface="+mn-ea"/>
              </a:rPr>
              <a:t>Quadrupole</a:t>
            </a:r>
          </a:p>
          <a:p>
            <a:pPr algn="ctr"/>
            <a:r>
              <a:rPr lang="en-US" altLang="ko-KR" sz="600" dirty="0">
                <a:latin typeface="+mn-ea"/>
              </a:rPr>
              <a:t>capacitance</a:t>
            </a:r>
            <a:endParaRPr lang="ko-KR" altLang="en-US" sz="600" dirty="0">
              <a:latin typeface="+mn-ea"/>
            </a:endParaRP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394A63D9-DAC3-B7DF-C6B0-A855B91A0717}"/>
              </a:ext>
            </a:extLst>
          </p:cNvPr>
          <p:cNvCxnSpPr>
            <a:cxnSpLocks/>
          </p:cNvCxnSpPr>
          <p:nvPr/>
        </p:nvCxnSpPr>
        <p:spPr>
          <a:xfrm>
            <a:off x="8548688" y="450891"/>
            <a:ext cx="998537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F177404B-E59D-D622-2E56-8E8D134E5615}"/>
              </a:ext>
            </a:extLst>
          </p:cNvPr>
          <p:cNvCxnSpPr>
            <a:cxnSpLocks/>
          </p:cNvCxnSpPr>
          <p:nvPr/>
        </p:nvCxnSpPr>
        <p:spPr>
          <a:xfrm>
            <a:off x="8543925" y="924273"/>
            <a:ext cx="917575" cy="0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36CAE121-6751-4A6A-0DCC-626601603F0F}"/>
              </a:ext>
            </a:extLst>
          </p:cNvPr>
          <p:cNvCxnSpPr>
            <a:cxnSpLocks/>
          </p:cNvCxnSpPr>
          <p:nvPr/>
        </p:nvCxnSpPr>
        <p:spPr>
          <a:xfrm>
            <a:off x="8548393" y="447675"/>
            <a:ext cx="0" cy="1780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65701DFE-FA04-2113-E2FD-5493D73F65A2}"/>
              </a:ext>
            </a:extLst>
          </p:cNvPr>
          <p:cNvCxnSpPr>
            <a:cxnSpLocks/>
          </p:cNvCxnSpPr>
          <p:nvPr/>
        </p:nvCxnSpPr>
        <p:spPr>
          <a:xfrm>
            <a:off x="8938918" y="448915"/>
            <a:ext cx="0" cy="1780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A7FB04F5-2FDC-0A17-EAAC-99848DD78798}"/>
              </a:ext>
            </a:extLst>
          </p:cNvPr>
          <p:cNvCxnSpPr>
            <a:cxnSpLocks/>
          </p:cNvCxnSpPr>
          <p:nvPr/>
        </p:nvCxnSpPr>
        <p:spPr>
          <a:xfrm>
            <a:off x="8943681" y="786640"/>
            <a:ext cx="0" cy="1423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3913838F-4019-8958-453C-C5A4CFAAB978}"/>
              </a:ext>
            </a:extLst>
          </p:cNvPr>
          <p:cNvCxnSpPr>
            <a:cxnSpLocks/>
          </p:cNvCxnSpPr>
          <p:nvPr/>
        </p:nvCxnSpPr>
        <p:spPr>
          <a:xfrm>
            <a:off x="8553156" y="784129"/>
            <a:ext cx="0" cy="1423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타원 136">
            <a:extLst>
              <a:ext uri="{FF2B5EF4-FFF2-40B4-BE49-F238E27FC236}">
                <a16:creationId xmlns:a16="http://schemas.microsoft.com/office/drawing/2014/main" id="{F9D1ED1E-B2B4-3846-1504-A2C39A7481EB}"/>
              </a:ext>
            </a:extLst>
          </p:cNvPr>
          <p:cNvSpPr/>
          <p:nvPr/>
        </p:nvSpPr>
        <p:spPr>
          <a:xfrm>
            <a:off x="9528004" y="43195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7E03DF81-905F-6D43-31D6-D2C7DE30A103}"/>
              </a:ext>
            </a:extLst>
          </p:cNvPr>
          <p:cNvSpPr/>
          <p:nvPr/>
        </p:nvSpPr>
        <p:spPr>
          <a:xfrm>
            <a:off x="9442280" y="90567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B6100BCD-11A5-6197-D9E0-6B82D311B8B6}"/>
              </a:ext>
            </a:extLst>
          </p:cNvPr>
          <p:cNvSpPr/>
          <p:nvPr/>
        </p:nvSpPr>
        <p:spPr>
          <a:xfrm>
            <a:off x="8923167" y="89853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33B76934-7C15-3ADA-794D-6471BAE692A4}"/>
              </a:ext>
            </a:extLst>
          </p:cNvPr>
          <p:cNvSpPr/>
          <p:nvPr/>
        </p:nvSpPr>
        <p:spPr>
          <a:xfrm>
            <a:off x="8916023" y="42942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7E5B91F9-292C-0464-4D2F-EBB1251DA164}"/>
                  </a:ext>
                </a:extLst>
              </p:cNvPr>
              <p:cNvSpPr txBox="1"/>
              <p:nvPr/>
            </p:nvSpPr>
            <p:spPr>
              <a:xfrm>
                <a:off x="7725754" y="1038131"/>
                <a:ext cx="1663510" cy="1814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altLang="ko-KR" sz="800" dirty="0">
                    <a:solidFill>
                      <a:srgbClr val="0070C0"/>
                    </a:solidFill>
                    <a:latin typeface="+mn-ea"/>
                  </a:rPr>
                  <a:t>LC resonant frequency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8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ko-KR" altLang="en-US" sz="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ad>
                          <m:radPr>
                            <m:degHide m:val="on"/>
                            <m:ctrlPr>
                              <a:rPr lang="ko-KR" altLang="en-US" sz="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</m:den>
                    </m:f>
                  </m:oMath>
                </a14:m>
                <a:endParaRPr lang="ko-KR" altLang="en-US" sz="800" dirty="0">
                  <a:solidFill>
                    <a:srgbClr val="0070C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7E5B91F9-292C-0464-4D2F-EBB1251DA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754" y="1038131"/>
                <a:ext cx="1663510" cy="181460"/>
              </a:xfrm>
              <a:prstGeom prst="rect">
                <a:avLst/>
              </a:prstGeom>
              <a:blipFill>
                <a:blip r:embed="rId2"/>
                <a:stretch>
                  <a:fillRect t="-6667"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3747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26A72-D77D-456A-84B6-324E93930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그룹 32">
            <a:extLst>
              <a:ext uri="{FF2B5EF4-FFF2-40B4-BE49-F238E27FC236}">
                <a16:creationId xmlns:a16="http://schemas.microsoft.com/office/drawing/2014/main" id="{444081EB-E5A7-1B6C-DD1F-6F83A66A2CCC}"/>
              </a:ext>
            </a:extLst>
          </p:cNvPr>
          <p:cNvGrpSpPr/>
          <p:nvPr/>
        </p:nvGrpSpPr>
        <p:grpSpPr>
          <a:xfrm>
            <a:off x="2475812" y="1368606"/>
            <a:ext cx="711557" cy="825984"/>
            <a:chOff x="3510784" y="1277894"/>
            <a:chExt cx="711557" cy="825984"/>
          </a:xfrm>
        </p:grpSpPr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661CAD03-E2A9-EEEF-B12F-A0F4F4E28C41}"/>
                </a:ext>
              </a:extLst>
            </p:cNvPr>
            <p:cNvCxnSpPr>
              <a:cxnSpLocks/>
            </p:cNvCxnSpPr>
            <p:nvPr/>
          </p:nvCxnSpPr>
          <p:spPr>
            <a:xfrm>
              <a:off x="3871143" y="1561601"/>
              <a:ext cx="0" cy="358224"/>
            </a:xfrm>
            <a:prstGeom prst="line">
              <a:avLst/>
            </a:prstGeom>
            <a:ln w="19050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DB8E8278-FFF8-40C5-5E40-4ECA6B6F7F29}"/>
                </a:ext>
              </a:extLst>
            </p:cNvPr>
            <p:cNvCxnSpPr>
              <a:cxnSpLocks/>
            </p:cNvCxnSpPr>
            <p:nvPr/>
          </p:nvCxnSpPr>
          <p:spPr>
            <a:xfrm>
              <a:off x="3927256" y="1437777"/>
              <a:ext cx="0" cy="66279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5F3AD07B-28C8-48A9-30AA-308CA49FB469}"/>
                </a:ext>
              </a:extLst>
            </p:cNvPr>
            <p:cNvCxnSpPr>
              <a:cxnSpLocks/>
            </p:cNvCxnSpPr>
            <p:nvPr/>
          </p:nvCxnSpPr>
          <p:spPr>
            <a:xfrm>
              <a:off x="3813198" y="1561601"/>
              <a:ext cx="0" cy="358224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8C0A08CA-CAFA-5BBA-1A5C-F1AC59C3C626}"/>
                </a:ext>
              </a:extLst>
            </p:cNvPr>
            <p:cNvCxnSpPr>
              <a:cxnSpLocks/>
            </p:cNvCxnSpPr>
            <p:nvPr/>
          </p:nvCxnSpPr>
          <p:spPr>
            <a:xfrm>
              <a:off x="3660380" y="1560728"/>
              <a:ext cx="1787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21C6D9D9-B1D6-56B2-B27A-AE41EFEC32A0}"/>
                </a:ext>
              </a:extLst>
            </p:cNvPr>
            <p:cNvCxnSpPr>
              <a:cxnSpLocks/>
            </p:cNvCxnSpPr>
            <p:nvPr/>
          </p:nvCxnSpPr>
          <p:spPr>
            <a:xfrm>
              <a:off x="3660380" y="1919825"/>
              <a:ext cx="1787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90EA9A11-F5D4-5E3B-D114-48C3FD271503}"/>
                </a:ext>
              </a:extLst>
            </p:cNvPr>
            <p:cNvCxnSpPr>
              <a:cxnSpLocks/>
            </p:cNvCxnSpPr>
            <p:nvPr/>
          </p:nvCxnSpPr>
          <p:spPr>
            <a:xfrm>
              <a:off x="3898115" y="1443478"/>
              <a:ext cx="1787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D5A8E892-5384-7DD6-8B77-0518B47126A2}"/>
                </a:ext>
              </a:extLst>
            </p:cNvPr>
            <p:cNvCxnSpPr>
              <a:cxnSpLocks/>
            </p:cNvCxnSpPr>
            <p:nvPr/>
          </p:nvCxnSpPr>
          <p:spPr>
            <a:xfrm>
              <a:off x="3894940" y="2103878"/>
              <a:ext cx="1787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986F44C-0263-E3E8-88CE-AB50BBC7E24B}"/>
                </a:ext>
              </a:extLst>
            </p:cNvPr>
            <p:cNvSpPr txBox="1"/>
            <p:nvPr/>
          </p:nvSpPr>
          <p:spPr>
            <a:xfrm>
              <a:off x="3510784" y="1703637"/>
              <a:ext cx="253972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17T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98B6CAC-5811-C5E3-2E52-56435B9190F3}"/>
                </a:ext>
              </a:extLst>
            </p:cNvPr>
            <p:cNvSpPr txBox="1"/>
            <p:nvPr/>
          </p:nvSpPr>
          <p:spPr>
            <a:xfrm>
              <a:off x="3983017" y="1713162"/>
              <a:ext cx="239324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70T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821F9AE-09C5-0ECD-9E96-DFF67CF4F6D6}"/>
                </a:ext>
              </a:extLst>
            </p:cNvPr>
            <p:cNvSpPr txBox="1"/>
            <p:nvPr/>
          </p:nvSpPr>
          <p:spPr>
            <a:xfrm>
              <a:off x="3632172" y="1277894"/>
              <a:ext cx="487382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N=4.12 </a:t>
              </a:r>
              <a:endParaRPr lang="ko-KR" altLang="en-US" sz="1000" dirty="0">
                <a:latin typeface="+mn-ea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41899B3-3E1F-A5DF-8AE0-7A2AAD2481C0}"/>
              </a:ext>
            </a:extLst>
          </p:cNvPr>
          <p:cNvSpPr txBox="1"/>
          <p:nvPr/>
        </p:nvSpPr>
        <p:spPr>
          <a:xfrm>
            <a:off x="1996657" y="636084"/>
            <a:ext cx="198470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RF transformer</a:t>
            </a:r>
          </a:p>
          <a:p>
            <a:r>
              <a:rPr lang="en-US" altLang="ko-KR" sz="1000" dirty="0">
                <a:latin typeface="+mn-ea"/>
              </a:rPr>
              <a:t>primary    : 17T, AWG27(Ø0.36)</a:t>
            </a:r>
          </a:p>
          <a:p>
            <a:r>
              <a:rPr lang="en-US" altLang="ko-KR" sz="1000" dirty="0">
                <a:latin typeface="+mn-ea"/>
              </a:rPr>
              <a:t>secondary : 70T, AWG27(Ø0.36)</a:t>
            </a:r>
          </a:p>
          <a:p>
            <a:r>
              <a:rPr lang="en-US" altLang="ko-KR" sz="1000" dirty="0">
                <a:latin typeface="+mn-ea"/>
              </a:rPr>
              <a:t>N = 70T / 17T = 4.12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9CD5F3D-DADE-0D58-F5BD-A7CE56B1E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579" y="5414522"/>
            <a:ext cx="1534594" cy="10404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FA0FCA8-E003-3A48-A01A-4D6B5E269D4B}"/>
              </a:ext>
            </a:extLst>
          </p:cNvPr>
          <p:cNvSpPr txBox="1"/>
          <p:nvPr/>
        </p:nvSpPr>
        <p:spPr>
          <a:xfrm>
            <a:off x="498604" y="5852188"/>
            <a:ext cx="172120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Lodestone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Pacific</a:t>
            </a:r>
          </a:p>
          <a:p>
            <a:r>
              <a:rPr lang="en-US" altLang="ko-KR" sz="1000" dirty="0">
                <a:latin typeface="+mn-ea"/>
              </a:rPr>
              <a:t> - HTM851-6 (</a:t>
            </a:r>
            <a:r>
              <a:rPr lang="en-US" altLang="ko-KR" sz="1000" dirty="0" err="1">
                <a:latin typeface="+mn-ea"/>
              </a:rPr>
              <a:t>Digikey</a:t>
            </a:r>
            <a:r>
              <a:rPr lang="en-US" altLang="ko-KR" sz="1000" dirty="0">
                <a:latin typeface="+mn-ea"/>
              </a:rPr>
              <a:t>)</a:t>
            </a:r>
          </a:p>
          <a:p>
            <a:r>
              <a:rPr lang="en-US" altLang="ko-KR" sz="1000" dirty="0">
                <a:latin typeface="+mn-ea"/>
              </a:rPr>
              <a:t>   (Horizontal Toroid Mount)</a:t>
            </a:r>
          </a:p>
          <a:p>
            <a:r>
              <a:rPr lang="en-US" altLang="ko-KR" sz="1000" dirty="0">
                <a:latin typeface="+mn-ea"/>
              </a:rPr>
              <a:t> - 4 pin </a:t>
            </a:r>
            <a:r>
              <a:rPr lang="ko-KR" altLang="en-US" sz="1000" dirty="0">
                <a:latin typeface="+mn-ea"/>
              </a:rPr>
              <a:t>짜리는 찾지 못 함</a:t>
            </a:r>
            <a:endParaRPr lang="en-US" altLang="ko-KR" sz="1000" dirty="0">
              <a:latin typeface="+mn-ea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0463F1A-2A8B-6097-53FC-8C431D229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363" y="3612235"/>
            <a:ext cx="956872" cy="79078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E37CB82-71CE-28DA-195D-DC8FB193206E}"/>
              </a:ext>
            </a:extLst>
          </p:cNvPr>
          <p:cNvSpPr txBox="1"/>
          <p:nvPr/>
        </p:nvSpPr>
        <p:spPr>
          <a:xfrm>
            <a:off x="498604" y="3799233"/>
            <a:ext cx="1824715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Toroidal Ferrite Core </a:t>
            </a:r>
          </a:p>
          <a:p>
            <a:r>
              <a:rPr lang="en-US" altLang="ko-KR" sz="1000" dirty="0">
                <a:latin typeface="+mn-ea"/>
              </a:rPr>
              <a:t> - </a:t>
            </a:r>
            <a:r>
              <a:rPr lang="en-US" altLang="ko-KR" sz="1000" dirty="0" err="1">
                <a:latin typeface="+mn-ea"/>
              </a:rPr>
              <a:t>Micrometals</a:t>
            </a:r>
            <a:r>
              <a:rPr lang="en-US" altLang="ko-KR" sz="1000" dirty="0">
                <a:latin typeface="+mn-ea"/>
              </a:rPr>
              <a:t> : T80-2 (</a:t>
            </a:r>
            <a:r>
              <a:rPr lang="ko-KR" altLang="en-US" sz="1000" dirty="0" err="1">
                <a:latin typeface="+mn-ea"/>
              </a:rPr>
              <a:t>레오콤</a:t>
            </a:r>
            <a:r>
              <a:rPr lang="en-US" altLang="ko-KR" sz="1000" dirty="0">
                <a:latin typeface="+mn-ea"/>
              </a:rPr>
              <a:t>)</a:t>
            </a:r>
          </a:p>
          <a:p>
            <a:r>
              <a:rPr lang="en-US" altLang="ko-KR" sz="1000" dirty="0">
                <a:latin typeface="+mn-ea"/>
              </a:rPr>
              <a:t> - size : 20.2 x 12.6 x 6.35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A75E9C-1DA5-0E76-34E2-E0AD1DC84EF4}"/>
              </a:ext>
            </a:extLst>
          </p:cNvPr>
          <p:cNvSpPr txBox="1"/>
          <p:nvPr/>
        </p:nvSpPr>
        <p:spPr>
          <a:xfrm>
            <a:off x="498604" y="2821262"/>
            <a:ext cx="1912211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latin typeface="+mn-ea"/>
              </a:rPr>
              <a:t>AWG28 enamel coated wire</a:t>
            </a:r>
          </a:p>
          <a:p>
            <a:r>
              <a:rPr lang="en-US" altLang="ko-KR" sz="1000" dirty="0">
                <a:latin typeface="+mn-ea"/>
              </a:rPr>
              <a:t> - 28H200P.125 (</a:t>
            </a:r>
            <a:r>
              <a:rPr lang="en-US" altLang="ko-KR" sz="1000" dirty="0" err="1">
                <a:latin typeface="+mn-ea"/>
              </a:rPr>
              <a:t>Digikey</a:t>
            </a:r>
            <a:r>
              <a:rPr lang="en-US" altLang="ko-KR" sz="1000" dirty="0">
                <a:latin typeface="+mn-ea"/>
              </a:rPr>
              <a:t>)</a:t>
            </a:r>
          </a:p>
          <a:p>
            <a:r>
              <a:rPr lang="en-US" altLang="ko-KR" sz="1000" dirty="0">
                <a:latin typeface="+mn-ea"/>
              </a:rPr>
              <a:t>   (AWG28 enamel coated wire)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65F3A185-AD14-E3D4-0C94-B86B5285E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8736" y="2598054"/>
            <a:ext cx="780542" cy="908082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97FED7CF-FE4B-3CE7-DC8B-B82F747D34E6}"/>
              </a:ext>
            </a:extLst>
          </p:cNvPr>
          <p:cNvGrpSpPr/>
          <p:nvPr/>
        </p:nvGrpSpPr>
        <p:grpSpPr>
          <a:xfrm>
            <a:off x="2582519" y="4674638"/>
            <a:ext cx="984662" cy="555830"/>
            <a:chOff x="2918427" y="4674638"/>
            <a:chExt cx="984662" cy="555830"/>
          </a:xfrm>
        </p:grpSpPr>
        <p:sp>
          <p:nvSpPr>
            <p:cNvPr id="22" name="순서도: 자기 디스크 21">
              <a:extLst>
                <a:ext uri="{FF2B5EF4-FFF2-40B4-BE49-F238E27FC236}">
                  <a16:creationId xmlns:a16="http://schemas.microsoft.com/office/drawing/2014/main" id="{A94A2520-D59F-EE5A-A0BA-B67C3DACC1FA}"/>
                </a:ext>
              </a:extLst>
            </p:cNvPr>
            <p:cNvSpPr/>
            <p:nvPr/>
          </p:nvSpPr>
          <p:spPr>
            <a:xfrm>
              <a:off x="2925713" y="4674638"/>
              <a:ext cx="969227" cy="555830"/>
            </a:xfrm>
            <a:prstGeom prst="flowChartMagneticDisk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7491DE22-6299-D661-98AB-77F3AE90A722}"/>
                </a:ext>
              </a:extLst>
            </p:cNvPr>
            <p:cNvSpPr/>
            <p:nvPr/>
          </p:nvSpPr>
          <p:spPr>
            <a:xfrm>
              <a:off x="3162300" y="4724136"/>
              <a:ext cx="498080" cy="79449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원호 24">
              <a:extLst>
                <a:ext uri="{FF2B5EF4-FFF2-40B4-BE49-F238E27FC236}">
                  <a16:creationId xmlns:a16="http://schemas.microsoft.com/office/drawing/2014/main" id="{436AF31B-58CB-19B6-41E0-27500B7FB954}"/>
                </a:ext>
              </a:extLst>
            </p:cNvPr>
            <p:cNvSpPr/>
            <p:nvPr/>
          </p:nvSpPr>
          <p:spPr>
            <a:xfrm rot="10981828">
              <a:off x="2924931" y="4932609"/>
              <a:ext cx="978158" cy="120800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원호 25">
              <a:extLst>
                <a:ext uri="{FF2B5EF4-FFF2-40B4-BE49-F238E27FC236}">
                  <a16:creationId xmlns:a16="http://schemas.microsoft.com/office/drawing/2014/main" id="{9BCF50F8-C089-341F-1504-0ADD871F3E25}"/>
                </a:ext>
              </a:extLst>
            </p:cNvPr>
            <p:cNvSpPr/>
            <p:nvPr/>
          </p:nvSpPr>
          <p:spPr>
            <a:xfrm rot="10618172" flipH="1">
              <a:off x="2918427" y="4961143"/>
              <a:ext cx="978158" cy="93032"/>
            </a:xfrm>
            <a:prstGeom prst="arc">
              <a:avLst>
                <a:gd name="adj1" fmla="val 16284122"/>
                <a:gd name="adj2" fmla="val 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42D74B63-A29B-C243-EF9C-674F696E37E4}"/>
              </a:ext>
            </a:extLst>
          </p:cNvPr>
          <p:cNvSpPr txBox="1"/>
          <p:nvPr/>
        </p:nvSpPr>
        <p:spPr>
          <a:xfrm>
            <a:off x="498603" y="4674638"/>
            <a:ext cx="172120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Toroidal split holder</a:t>
            </a:r>
          </a:p>
          <a:p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 - Can’t find similar model</a:t>
            </a:r>
          </a:p>
          <a:p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 - make RF transformer</a:t>
            </a:r>
          </a:p>
          <a:p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    without this holder 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DEA4DF37-08B5-4EEA-B377-65F9D7C063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9290" y="3601104"/>
            <a:ext cx="6734953" cy="8497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EE71328-4E3F-C77F-9904-59A4953A20D3}"/>
                  </a:ext>
                </a:extLst>
              </p:cNvPr>
              <p:cNvSpPr txBox="1"/>
              <p:nvPr/>
            </p:nvSpPr>
            <p:spPr>
              <a:xfrm>
                <a:off x="7139288" y="4571201"/>
                <a:ext cx="4884955" cy="18589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en-US" altLang="ko-KR" sz="1000" b="1" u="sng" dirty="0">
                    <a:solidFill>
                      <a:schemeClr val="tx1"/>
                    </a:solidFill>
                    <a:latin typeface="+mn-ea"/>
                  </a:rPr>
                  <a:t>Toroidal core inductance</a:t>
                </a:r>
                <a:r>
                  <a:rPr lang="ko-KR" altLang="en-US" sz="1000" b="1" u="sng" dirty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en-US" altLang="ko-KR" sz="1000" b="1" u="sng" dirty="0">
                    <a:solidFill>
                      <a:schemeClr val="tx1"/>
                    </a:solidFill>
                    <a:latin typeface="+mn-ea"/>
                  </a:rPr>
                  <a:t>calculation</a:t>
                </a:r>
              </a:p>
              <a:p>
                <a:endParaRPr lang="en-US" altLang="ko-KR" sz="1000" b="1" dirty="0">
                  <a:solidFill>
                    <a:schemeClr val="tx1"/>
                  </a:solidFill>
                  <a:latin typeface="+mn-ea"/>
                </a:endParaRPr>
              </a:p>
              <a:p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</a:rPr>
                  <a:t>Turns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1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𝒅𝒆𝒔𝒊𝒓𝒆𝒅</m:t>
                            </m:r>
                            <m:r>
                              <a:rPr lang="en-US" altLang="ko-KR" sz="1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1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  <m:r>
                              <a:rPr lang="en-US" altLang="ko-KR" sz="1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1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𝒏𝑯</m:t>
                            </m:r>
                            <m:r>
                              <a:rPr lang="en-US" altLang="ko-KR" sz="1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ko-KR" sz="1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𝑨𝑳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  <a:sym typeface="Wingdings" panose="05000000000000000000" pitchFamily="2" charset="2"/>
                  </a:rPr>
                  <a:t> L(</a:t>
                </a:r>
                <a:r>
                  <a:rPr lang="en-US" altLang="ko-KR" sz="1000" b="1" dirty="0" err="1">
                    <a:solidFill>
                      <a:schemeClr val="tx1"/>
                    </a:solidFill>
                    <a:latin typeface="+mn-ea"/>
                    <a:sym typeface="Wingdings" panose="05000000000000000000" pitchFamily="2" charset="2"/>
                  </a:rPr>
                  <a:t>nH</a:t>
                </a:r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  <a:sym typeface="Wingdings" panose="05000000000000000000" pitchFamily="2" charset="2"/>
                  </a:rPr>
                  <a:t>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ko-KR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𝑻</m:t>
                        </m:r>
                      </m:e>
                      <m:sup>
                        <m:r>
                          <a:rPr lang="en-US" altLang="ko-KR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sup>
                    </m:sSup>
                    <m:r>
                      <a:rPr lang="en-US" altLang="ko-KR" sz="1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∙</m:t>
                    </m:r>
                    <m:r>
                      <a:rPr lang="en-US" altLang="ko-KR" sz="1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𝑨𝑳</m:t>
                    </m:r>
                    <m:r>
                      <a:rPr lang="en-US" altLang="ko-KR" sz="1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endParaRPr lang="en-US" altLang="ko-KR" sz="1000" b="1" dirty="0">
                  <a:solidFill>
                    <a:schemeClr val="tx1"/>
                  </a:solidFill>
                  <a:latin typeface="+mn-ea"/>
                </a:endParaRPr>
              </a:p>
              <a:p>
                <a:endParaRPr lang="en-US" altLang="ko-KR" sz="1000" b="1" dirty="0">
                  <a:solidFill>
                    <a:schemeClr val="tx1"/>
                  </a:solidFill>
                  <a:latin typeface="+mn-ea"/>
                </a:endParaRPr>
              </a:p>
              <a:p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</a:rPr>
                  <a:t>                        </a:t>
                </a:r>
                <a:r>
                  <a:rPr lang="en-US" altLang="ko-KR" sz="1000" b="1" u="sng" dirty="0">
                    <a:solidFill>
                      <a:schemeClr val="tx1"/>
                    </a:solidFill>
                    <a:latin typeface="+mn-ea"/>
                  </a:rPr>
                  <a:t>&lt; </a:t>
                </a:r>
                <a:r>
                  <a:rPr lang="ko-KR" altLang="en-US" sz="1000" b="1" u="sng" dirty="0" err="1">
                    <a:solidFill>
                      <a:schemeClr val="tx1"/>
                    </a:solidFill>
                    <a:latin typeface="+mn-ea"/>
                  </a:rPr>
                  <a:t>계산값</a:t>
                </a:r>
                <a:r>
                  <a:rPr lang="ko-KR" altLang="en-US" sz="1000" b="1" u="sng" dirty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en-US" altLang="ko-KR" sz="1000" b="1" u="sng" dirty="0">
                    <a:solidFill>
                      <a:schemeClr val="tx1"/>
                    </a:solidFill>
                    <a:latin typeface="+mn-ea"/>
                  </a:rPr>
                  <a:t>&gt;</a:t>
                </a:r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</a:rPr>
                  <a:t>            </a:t>
                </a:r>
                <a:r>
                  <a:rPr lang="en-US" altLang="ko-KR" sz="1000" b="1" u="sng" dirty="0">
                    <a:solidFill>
                      <a:schemeClr val="tx1"/>
                    </a:solidFill>
                    <a:latin typeface="+mn-ea"/>
                  </a:rPr>
                  <a:t>&lt; LCR</a:t>
                </a:r>
                <a:r>
                  <a:rPr lang="ko-KR" altLang="en-US" sz="1000" b="1" u="sng" dirty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en-US" altLang="ko-KR" sz="1000" b="1" u="sng" dirty="0">
                    <a:solidFill>
                      <a:schemeClr val="tx1"/>
                    </a:solidFill>
                    <a:latin typeface="+mn-ea"/>
                  </a:rPr>
                  <a:t>meter</a:t>
                </a:r>
                <a:r>
                  <a:rPr lang="ko-KR" altLang="en-US" sz="1000" b="1" u="sng" dirty="0">
                    <a:solidFill>
                      <a:schemeClr val="tx1"/>
                    </a:solidFill>
                    <a:latin typeface="+mn-ea"/>
                  </a:rPr>
                  <a:t> 측정값 </a:t>
                </a:r>
                <a:r>
                  <a:rPr lang="en-US" altLang="ko-KR" sz="1000" b="1" u="sng" dirty="0">
                    <a:solidFill>
                      <a:schemeClr val="tx1"/>
                    </a:solidFill>
                    <a:latin typeface="+mn-ea"/>
                  </a:rPr>
                  <a:t>&gt;</a:t>
                </a:r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</a:rPr>
                  <a:t>     </a:t>
                </a:r>
                <a:r>
                  <a:rPr lang="en-US" altLang="ko-KR" sz="1000" b="1" u="sng" dirty="0">
                    <a:solidFill>
                      <a:schemeClr val="tx1"/>
                    </a:solidFill>
                    <a:latin typeface="+mn-ea"/>
                  </a:rPr>
                  <a:t>&lt; </a:t>
                </a:r>
                <a:r>
                  <a:rPr lang="ko-KR" altLang="en-US" sz="1000" b="1" u="sng" dirty="0">
                    <a:solidFill>
                      <a:schemeClr val="tx1"/>
                    </a:solidFill>
                    <a:latin typeface="+mn-ea"/>
                  </a:rPr>
                  <a:t>실험값 </a:t>
                </a:r>
                <a:r>
                  <a:rPr lang="en-US" altLang="ko-KR" sz="1000" b="1" u="sng" dirty="0">
                    <a:solidFill>
                      <a:schemeClr val="tx1"/>
                    </a:solidFill>
                    <a:latin typeface="+mn-ea"/>
                  </a:rPr>
                  <a:t>&gt;</a:t>
                </a:r>
              </a:p>
              <a:p>
                <a:endParaRPr lang="en-US" altLang="ko-KR" sz="1000" b="1" dirty="0">
                  <a:solidFill>
                    <a:schemeClr val="tx1"/>
                  </a:solidFill>
                  <a:latin typeface="+mn-ea"/>
                </a:endParaRPr>
              </a:p>
              <a:p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</a:rPr>
                  <a:t>1) primary    : L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ko-KR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𝟏𝟕</m:t>
                        </m:r>
                      </m:e>
                      <m:sup>
                        <m:r>
                          <a:rPr lang="en-US" altLang="ko-KR" sz="1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sup>
                    </m:sSup>
                    <m:r>
                      <a:rPr lang="en-US" altLang="ko-KR" sz="1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∙</m:t>
                    </m:r>
                  </m:oMath>
                </a14:m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</a:rPr>
                  <a:t>5.5 = 1.6 </a:t>
                </a:r>
                <a:r>
                  <a:rPr lang="en-US" altLang="ko-KR" sz="1000" b="1" dirty="0" err="1">
                    <a:solidFill>
                      <a:schemeClr val="tx1"/>
                    </a:solidFill>
                    <a:latin typeface="+mn-ea"/>
                  </a:rPr>
                  <a:t>uH</a:t>
                </a:r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</a:rPr>
                  <a:t>        L =5 </a:t>
                </a:r>
                <a:r>
                  <a:rPr lang="en-US" altLang="ko-KR" sz="1000" b="1" dirty="0" err="1">
                    <a:solidFill>
                      <a:schemeClr val="tx1"/>
                    </a:solidFill>
                    <a:latin typeface="+mn-ea"/>
                  </a:rPr>
                  <a:t>uH</a:t>
                </a:r>
                <a:r>
                  <a:rPr lang="en-US" altLang="ko-KR" sz="1000" b="1" dirty="0">
                    <a:latin typeface="+mn-ea"/>
                  </a:rPr>
                  <a:t>                   L =2.5 </a:t>
                </a:r>
                <a:r>
                  <a:rPr lang="en-US" altLang="ko-KR" sz="1000" b="1" dirty="0" err="1">
                    <a:latin typeface="+mn-ea"/>
                  </a:rPr>
                  <a:t>uH</a:t>
                </a:r>
                <a:endParaRPr lang="en-US" altLang="ko-KR" sz="1000" b="1" dirty="0">
                  <a:solidFill>
                    <a:schemeClr val="tx1"/>
                  </a:solidFill>
                  <a:latin typeface="+mn-ea"/>
                </a:endParaRPr>
              </a:p>
              <a:p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</a:rPr>
                  <a:t>                    Z = 2</a:t>
                </a:r>
                <a:r>
                  <a:rPr lang="el-GR" altLang="ko-KR" sz="1000" b="1" dirty="0">
                    <a:solidFill>
                      <a:schemeClr val="tx1"/>
                    </a:solidFill>
                    <a:latin typeface="+mn-ea"/>
                    <a:ea typeface="맑은 고딕" panose="020B0503020000020004" pitchFamily="50" charset="-127"/>
                  </a:rPr>
                  <a:t>π</a:t>
                </a:r>
                <a:r>
                  <a:rPr lang="en-US" altLang="ko-KR" sz="1000" b="1" dirty="0" err="1">
                    <a:solidFill>
                      <a:schemeClr val="tx1"/>
                    </a:solidFill>
                    <a:latin typeface="+mn-ea"/>
                    <a:ea typeface="맑은 고딕" panose="020B0503020000020004" pitchFamily="50" charset="-127"/>
                  </a:rPr>
                  <a:t>fL</a:t>
                </a:r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  <a:ea typeface="맑은 고딕" panose="020B0503020000020004" pitchFamily="50" charset="-127"/>
                  </a:rPr>
                  <a:t> = 35 </a:t>
                </a:r>
                <a:r>
                  <a:rPr lang="el-GR" altLang="ko-KR" sz="1000" b="1" dirty="0">
                    <a:solidFill>
                      <a:schemeClr val="tx1"/>
                    </a:solidFill>
                    <a:latin typeface="+mn-ea"/>
                    <a:ea typeface="맑은 고딕" panose="020B0503020000020004" pitchFamily="50" charset="-127"/>
                  </a:rPr>
                  <a:t>Ω</a:t>
                </a:r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  <a:ea typeface="맑은 고딕" panose="020B0503020000020004" pitchFamily="50" charset="-127"/>
                  </a:rPr>
                  <a:t>              Z = 110 </a:t>
                </a:r>
                <a:r>
                  <a:rPr lang="el-GR" altLang="ko-KR" sz="1000" b="1" dirty="0">
                    <a:latin typeface="+mn-ea"/>
                  </a:rPr>
                  <a:t>Ω</a:t>
                </a:r>
                <a:r>
                  <a:rPr lang="en-US" altLang="ko-KR" sz="1000" b="1" dirty="0">
                    <a:latin typeface="+mn-ea"/>
                  </a:rPr>
                  <a:t>                Z = 55 </a:t>
                </a:r>
                <a:r>
                  <a:rPr lang="el-GR" altLang="ko-KR" sz="1000" b="1" dirty="0">
                    <a:latin typeface="+mn-ea"/>
                  </a:rPr>
                  <a:t>Ω</a:t>
                </a:r>
                <a:endParaRPr lang="en-US" altLang="ko-KR" sz="1000" b="1" dirty="0">
                  <a:solidFill>
                    <a:schemeClr val="tx1"/>
                  </a:solidFill>
                  <a:latin typeface="+mn-ea"/>
                  <a:ea typeface="맑은 고딕" panose="020B0503020000020004" pitchFamily="50" charset="-127"/>
                </a:endParaRPr>
              </a:p>
              <a:p>
                <a:endParaRPr lang="en-US" altLang="ko-KR" sz="1000" b="1" dirty="0">
                  <a:solidFill>
                    <a:schemeClr val="tx1"/>
                  </a:solidFill>
                  <a:latin typeface="+mn-ea"/>
                </a:endParaRPr>
              </a:p>
              <a:p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</a:rPr>
                  <a:t>2) secondary : L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ko-KR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𝟕𝟎</m:t>
                        </m:r>
                      </m:e>
                      <m:sup>
                        <m:r>
                          <a:rPr lang="en-US" altLang="ko-KR" sz="1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𝟐</m:t>
                        </m:r>
                      </m:sup>
                    </m:sSup>
                    <m:r>
                      <a:rPr lang="en-US" altLang="ko-KR" sz="1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∙</m:t>
                    </m:r>
                  </m:oMath>
                </a14:m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</a:rPr>
                  <a:t>5.5 = 27 </a:t>
                </a:r>
                <a:r>
                  <a:rPr lang="en-US" altLang="ko-KR" sz="1000" b="1" dirty="0" err="1">
                    <a:solidFill>
                      <a:schemeClr val="tx1"/>
                    </a:solidFill>
                    <a:latin typeface="+mn-ea"/>
                  </a:rPr>
                  <a:t>uH</a:t>
                </a:r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</a:rPr>
                  <a:t>        L = 50 </a:t>
                </a:r>
                <a:r>
                  <a:rPr lang="en-US" altLang="ko-KR" sz="1000" b="1" dirty="0" err="1">
                    <a:solidFill>
                      <a:schemeClr val="tx1"/>
                    </a:solidFill>
                    <a:latin typeface="+mn-ea"/>
                  </a:rPr>
                  <a:t>uH</a:t>
                </a:r>
                <a:r>
                  <a:rPr lang="en-US" altLang="ko-KR" sz="1000" b="1" dirty="0">
                    <a:latin typeface="+mn-ea"/>
                  </a:rPr>
                  <a:t>                 L = 23.4 </a:t>
                </a:r>
                <a:r>
                  <a:rPr lang="en-US" altLang="ko-KR" sz="1000" b="1" dirty="0" err="1">
                    <a:latin typeface="+mn-ea"/>
                  </a:rPr>
                  <a:t>uH</a:t>
                </a:r>
                <a:endParaRPr lang="en-US" altLang="ko-KR" sz="1000" b="1" dirty="0">
                  <a:solidFill>
                    <a:schemeClr val="tx1"/>
                  </a:solidFill>
                  <a:latin typeface="+mn-ea"/>
                </a:endParaRPr>
              </a:p>
              <a:p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</a:rPr>
                  <a:t>                    Z = 2</a:t>
                </a:r>
                <a:r>
                  <a:rPr lang="el-GR" altLang="ko-KR" sz="1000" b="1" dirty="0">
                    <a:solidFill>
                      <a:schemeClr val="tx1"/>
                    </a:solidFill>
                    <a:latin typeface="+mn-ea"/>
                  </a:rPr>
                  <a:t>π</a:t>
                </a:r>
                <a:r>
                  <a:rPr lang="en-US" altLang="ko-KR" sz="1000" b="1" dirty="0" err="1">
                    <a:solidFill>
                      <a:schemeClr val="tx1"/>
                    </a:solidFill>
                    <a:latin typeface="+mn-ea"/>
                  </a:rPr>
                  <a:t>fL</a:t>
                </a:r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</a:rPr>
                  <a:t> = 593 </a:t>
                </a:r>
                <a:r>
                  <a:rPr lang="el-GR" altLang="ko-KR" sz="1000" b="1" dirty="0">
                    <a:latin typeface="+mn-ea"/>
                  </a:rPr>
                  <a:t>Ω</a:t>
                </a:r>
                <a:r>
                  <a:rPr lang="en-US" altLang="ko-KR" sz="1000" b="1" dirty="0">
                    <a:solidFill>
                      <a:schemeClr val="tx1"/>
                    </a:solidFill>
                    <a:latin typeface="+mn-ea"/>
                  </a:rPr>
                  <a:t>            Z = 1100 </a:t>
                </a:r>
                <a:r>
                  <a:rPr lang="el-GR" altLang="ko-KR" sz="1000" b="1" dirty="0">
                    <a:latin typeface="+mn-ea"/>
                  </a:rPr>
                  <a:t>Ω</a:t>
                </a:r>
                <a:r>
                  <a:rPr lang="en-US" altLang="ko-KR" sz="1000" b="1" dirty="0">
                    <a:latin typeface="+mn-ea"/>
                  </a:rPr>
                  <a:t>               Z = 514 </a:t>
                </a:r>
                <a:r>
                  <a:rPr lang="el-GR" altLang="ko-KR" sz="1000" b="1" dirty="0">
                    <a:latin typeface="+mn-ea"/>
                  </a:rPr>
                  <a:t>Ω</a:t>
                </a:r>
                <a:endParaRPr lang="en-US" altLang="ko-KR" sz="10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EE71328-4E3F-C77F-9904-59A4953A2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9288" y="4571201"/>
                <a:ext cx="4884955" cy="1858970"/>
              </a:xfrm>
              <a:prstGeom prst="rect">
                <a:avLst/>
              </a:prstGeom>
              <a:blipFill>
                <a:blip r:embed="rId6"/>
                <a:stretch>
                  <a:fillRect l="-1623" t="-2623" b="-29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C9D8060C-1254-0B7F-A7C3-834F28BFB29D}"/>
              </a:ext>
            </a:extLst>
          </p:cNvPr>
          <p:cNvSpPr txBox="1"/>
          <p:nvPr/>
        </p:nvSpPr>
        <p:spPr>
          <a:xfrm>
            <a:off x="6030542" y="403811"/>
            <a:ext cx="5146414" cy="16927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Note : </a:t>
            </a:r>
          </a:p>
          <a:p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1) Toroidal ferrite core 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는 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size 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와 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color 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를 기준으로 검색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 (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다를 수 있음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).</a:t>
            </a:r>
          </a:p>
          <a:p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2) Toroidal core 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의 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bobbin(case, holder) 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은 유사 제품 찾을 수 없음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.</a:t>
            </a:r>
          </a:p>
          <a:p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   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 자체 </a:t>
            </a:r>
            <a:r>
              <a:rPr lang="ko-KR" altLang="en-US" sz="1000" b="1" dirty="0" err="1">
                <a:solidFill>
                  <a:srgbClr val="0070C0"/>
                </a:solidFill>
                <a:latin typeface="+mn-ea"/>
              </a:rPr>
              <a:t>제작시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 bobbin 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없이 절연 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taping 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후 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wire 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를 감아서 제작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.</a:t>
            </a:r>
          </a:p>
          <a:p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3) transformer 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의 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1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차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, 2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차 측 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inductance 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계산 값이 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LCR meter 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측정값과 다름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.</a:t>
            </a:r>
          </a:p>
          <a:p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    - </a:t>
            </a:r>
            <a:r>
              <a:rPr lang="ko-KR" altLang="en-US" sz="1000" b="1" dirty="0" err="1">
                <a:solidFill>
                  <a:srgbClr val="0070C0"/>
                </a:solidFill>
                <a:latin typeface="+mn-ea"/>
              </a:rPr>
              <a:t>계산값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, LCR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meter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측정값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실험값은 아래 내용 참조</a:t>
            </a:r>
            <a:endParaRPr lang="en-US" altLang="ko-KR" sz="1000" b="1" dirty="0">
              <a:solidFill>
                <a:srgbClr val="0070C0"/>
              </a:solidFill>
              <a:latin typeface="+mn-ea"/>
            </a:endParaRPr>
          </a:p>
          <a:p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      1) </a:t>
            </a:r>
            <a:r>
              <a:rPr lang="ko-KR" altLang="en-US" sz="1000" b="1" dirty="0" err="1">
                <a:solidFill>
                  <a:srgbClr val="0070C0"/>
                </a:solidFill>
                <a:latin typeface="+mn-ea"/>
              </a:rPr>
              <a:t>계산값은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ideal 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한 상태의 값이므로 실제 측정치와 차이가 발생함</a:t>
            </a:r>
            <a:endParaRPr lang="en-US" altLang="ko-KR" sz="1000" b="1" dirty="0">
              <a:solidFill>
                <a:srgbClr val="0070C0"/>
              </a:solidFill>
              <a:latin typeface="+mn-ea"/>
            </a:endParaRPr>
          </a:p>
          <a:p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      2) LCR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meter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 측정값은 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freq. = 100KHz 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에서의 측정치</a:t>
            </a:r>
            <a:endParaRPr lang="en-US" altLang="ko-KR" sz="1000" b="1" dirty="0">
              <a:solidFill>
                <a:srgbClr val="0070C0"/>
              </a:solidFill>
              <a:latin typeface="+mn-ea"/>
            </a:endParaRPr>
          </a:p>
          <a:p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      3) 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실험값은 실 사용 조건과 가장 유사한 상태에서 측정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.</a:t>
            </a:r>
          </a:p>
          <a:p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         (freq. = 3.5 MHz, signal = 1Vpp sinewave)</a:t>
            </a:r>
          </a:p>
          <a:p>
            <a:endParaRPr lang="en-US" altLang="ko-KR" sz="1000" dirty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E7D7375E-AFA5-E02E-CEDC-46ABEC9C77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1840" y="4540742"/>
            <a:ext cx="619317" cy="789218"/>
          </a:xfrm>
          <a:prstGeom prst="rect">
            <a:avLst/>
          </a:prstGeom>
        </p:spPr>
      </p:pic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7B452B4B-4767-2CF2-787F-5B0F85CE7E27}"/>
              </a:ext>
            </a:extLst>
          </p:cNvPr>
          <p:cNvSpPr/>
          <p:nvPr/>
        </p:nvSpPr>
        <p:spPr>
          <a:xfrm>
            <a:off x="3755301" y="4763317"/>
            <a:ext cx="527137" cy="355045"/>
          </a:xfrm>
          <a:prstGeom prst="rightArrow">
            <a:avLst/>
          </a:prstGeom>
          <a:gradFill>
            <a:gsLst>
              <a:gs pos="19000">
                <a:srgbClr val="E00000"/>
              </a:gs>
              <a:gs pos="84953">
                <a:srgbClr val="E80000"/>
              </a:gs>
              <a:gs pos="2000">
                <a:srgbClr val="FFC1C1"/>
              </a:gs>
              <a:gs pos="40000">
                <a:srgbClr val="C00000"/>
              </a:gs>
              <a:gs pos="59000">
                <a:srgbClr val="C00000"/>
              </a:gs>
              <a:gs pos="100000">
                <a:srgbClr val="FFC1C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665A02-0A66-6059-FEC1-26F7F54EF8F6}"/>
              </a:ext>
            </a:extLst>
          </p:cNvPr>
          <p:cNvSpPr txBox="1"/>
          <p:nvPr/>
        </p:nvSpPr>
        <p:spPr>
          <a:xfrm>
            <a:off x="5038192" y="4617516"/>
            <a:ext cx="198470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3M insulation tape </a:t>
            </a:r>
            <a:r>
              <a:rPr lang="ko-KR" altLang="en-US" sz="1000" b="1" dirty="0">
                <a:solidFill>
                  <a:srgbClr val="0070C0"/>
                </a:solidFill>
                <a:latin typeface="+mn-ea"/>
              </a:rPr>
              <a:t>로 대치</a:t>
            </a:r>
            <a:endParaRPr lang="en-US" altLang="ko-KR" sz="1000" b="1" dirty="0">
              <a:solidFill>
                <a:srgbClr val="0070C0"/>
              </a:solidFill>
              <a:latin typeface="+mn-ea"/>
            </a:endParaRPr>
          </a:p>
          <a:p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 - </a:t>
            </a:r>
            <a:r>
              <a:rPr lang="en-US" altLang="ko-KR" sz="1000" dirty="0">
                <a:solidFill>
                  <a:srgbClr val="0070C0"/>
                </a:solidFill>
              </a:rPr>
              <a:t>3M159698-ND (</a:t>
            </a:r>
            <a:r>
              <a:rPr lang="en-US" altLang="ko-KR" sz="1000" dirty="0" err="1">
                <a:solidFill>
                  <a:srgbClr val="0070C0"/>
                </a:solidFill>
              </a:rPr>
              <a:t>Digikey</a:t>
            </a:r>
            <a:r>
              <a:rPr lang="en-US" altLang="ko-KR" sz="1000" dirty="0">
                <a:solidFill>
                  <a:srgbClr val="0070C0"/>
                </a:solidFill>
              </a:rPr>
              <a:t>)</a:t>
            </a:r>
          </a:p>
          <a:p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 - width : 6.35mm</a:t>
            </a:r>
          </a:p>
          <a:p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 - core </a:t>
            </a:r>
            <a:r>
              <a:rPr lang="ko-KR" altLang="en-US" sz="1000" dirty="0">
                <a:solidFill>
                  <a:srgbClr val="0070C0"/>
                </a:solidFill>
                <a:latin typeface="+mn-ea"/>
              </a:rPr>
              <a:t>에 절반씩 겹치도록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taping</a:t>
            </a:r>
          </a:p>
        </p:txBody>
      </p: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EF50EBE6-D4A6-4738-90C9-78324D7E75D8}"/>
              </a:ext>
            </a:extLst>
          </p:cNvPr>
          <p:cNvGrpSpPr/>
          <p:nvPr/>
        </p:nvGrpSpPr>
        <p:grpSpPr>
          <a:xfrm>
            <a:off x="6275533" y="2079080"/>
            <a:ext cx="2402525" cy="1246637"/>
            <a:chOff x="6201224" y="2201087"/>
            <a:chExt cx="2402525" cy="1246637"/>
          </a:xfrm>
        </p:grpSpPr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5C4CE843-994C-9C68-B4CD-16B0FE6E936B}"/>
                </a:ext>
              </a:extLst>
            </p:cNvPr>
            <p:cNvCxnSpPr>
              <a:cxnSpLocks/>
            </p:cNvCxnSpPr>
            <p:nvPr/>
          </p:nvCxnSpPr>
          <p:spPr>
            <a:xfrm>
              <a:off x="8252551" y="2445637"/>
              <a:ext cx="0" cy="358224"/>
            </a:xfrm>
            <a:prstGeom prst="line">
              <a:avLst/>
            </a:prstGeom>
            <a:ln w="19050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63B0C792-C504-F2DE-1E07-E455C0F316A0}"/>
                </a:ext>
              </a:extLst>
            </p:cNvPr>
            <p:cNvCxnSpPr>
              <a:cxnSpLocks/>
            </p:cNvCxnSpPr>
            <p:nvPr/>
          </p:nvCxnSpPr>
          <p:spPr>
            <a:xfrm>
              <a:off x="8308664" y="2321813"/>
              <a:ext cx="0" cy="662798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CD6470EE-82EB-30A2-20A9-65CBB294B2C5}"/>
                </a:ext>
              </a:extLst>
            </p:cNvPr>
            <p:cNvCxnSpPr>
              <a:cxnSpLocks/>
            </p:cNvCxnSpPr>
            <p:nvPr/>
          </p:nvCxnSpPr>
          <p:spPr>
            <a:xfrm>
              <a:off x="8194606" y="2445637"/>
              <a:ext cx="0" cy="358224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51E5F50F-5C98-F618-4A33-A675A5D01072}"/>
                </a:ext>
              </a:extLst>
            </p:cNvPr>
            <p:cNvCxnSpPr>
              <a:cxnSpLocks/>
            </p:cNvCxnSpPr>
            <p:nvPr/>
          </p:nvCxnSpPr>
          <p:spPr>
            <a:xfrm>
              <a:off x="8041788" y="2444764"/>
              <a:ext cx="1787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BCA23C1A-1C2E-59FA-A568-D190848D1F6B}"/>
                </a:ext>
              </a:extLst>
            </p:cNvPr>
            <p:cNvCxnSpPr>
              <a:cxnSpLocks/>
            </p:cNvCxnSpPr>
            <p:nvPr/>
          </p:nvCxnSpPr>
          <p:spPr>
            <a:xfrm>
              <a:off x="8041788" y="2803861"/>
              <a:ext cx="1787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0E674B61-122B-F9E1-234B-9731B70FEDA8}"/>
                </a:ext>
              </a:extLst>
            </p:cNvPr>
            <p:cNvCxnSpPr>
              <a:cxnSpLocks/>
            </p:cNvCxnSpPr>
            <p:nvPr/>
          </p:nvCxnSpPr>
          <p:spPr>
            <a:xfrm>
              <a:off x="8279523" y="2327514"/>
              <a:ext cx="1787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0AF9BDF9-8FCC-9D58-989E-0EA9023FAE04}"/>
                </a:ext>
              </a:extLst>
            </p:cNvPr>
            <p:cNvCxnSpPr>
              <a:cxnSpLocks/>
            </p:cNvCxnSpPr>
            <p:nvPr/>
          </p:nvCxnSpPr>
          <p:spPr>
            <a:xfrm>
              <a:off x="8276348" y="2987914"/>
              <a:ext cx="1787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8B58B4D-259F-4F1F-10AB-AE96A152DA14}"/>
                </a:ext>
              </a:extLst>
            </p:cNvPr>
            <p:cNvSpPr txBox="1"/>
            <p:nvPr/>
          </p:nvSpPr>
          <p:spPr>
            <a:xfrm>
              <a:off x="7892192" y="2587673"/>
              <a:ext cx="253972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17T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557E8F4-7D3F-F610-24E7-ECA66AE2C921}"/>
                </a:ext>
              </a:extLst>
            </p:cNvPr>
            <p:cNvSpPr txBox="1"/>
            <p:nvPr/>
          </p:nvSpPr>
          <p:spPr>
            <a:xfrm>
              <a:off x="8364425" y="2597198"/>
              <a:ext cx="239324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70T</a:t>
              </a:r>
              <a:endParaRPr lang="ko-KR" altLang="en-US" sz="1000" dirty="0">
                <a:latin typeface="+mn-ea"/>
              </a:endParaRPr>
            </a:p>
          </p:txBody>
        </p: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27C79624-D1EF-D551-7D84-BA07257EF0D7}"/>
                </a:ext>
              </a:extLst>
            </p:cNvPr>
            <p:cNvCxnSpPr>
              <a:cxnSpLocks/>
            </p:cNvCxnSpPr>
            <p:nvPr/>
          </p:nvCxnSpPr>
          <p:spPr>
            <a:xfrm>
              <a:off x="8041788" y="2803861"/>
              <a:ext cx="0" cy="4688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AE326D2C-523C-0EE2-E9AC-DCB9C6FEC5C6}"/>
                </a:ext>
              </a:extLst>
            </p:cNvPr>
            <p:cNvCxnSpPr>
              <a:cxnSpLocks/>
            </p:cNvCxnSpPr>
            <p:nvPr/>
          </p:nvCxnSpPr>
          <p:spPr>
            <a:xfrm>
              <a:off x="7364032" y="2444764"/>
              <a:ext cx="6776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62E7C004-3047-00B0-D793-5D597AAB0FC3}"/>
                </a:ext>
              </a:extLst>
            </p:cNvPr>
            <p:cNvSpPr/>
            <p:nvPr/>
          </p:nvSpPr>
          <p:spPr>
            <a:xfrm rot="16200000">
              <a:off x="7933657" y="2987102"/>
              <a:ext cx="216100" cy="1283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latin typeface="+mn-ea"/>
              </a:endParaRPr>
            </a:p>
          </p:txBody>
        </p: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D2A770D0-32E0-F361-A1F2-E941AFE0E2C2}"/>
                </a:ext>
              </a:extLst>
            </p:cNvPr>
            <p:cNvGrpSpPr/>
            <p:nvPr/>
          </p:nvGrpSpPr>
          <p:grpSpPr>
            <a:xfrm rot="16200000">
              <a:off x="7191954" y="2736795"/>
              <a:ext cx="333854" cy="265476"/>
              <a:chOff x="1897846" y="5982921"/>
              <a:chExt cx="333854" cy="265476"/>
            </a:xfrm>
          </p:grpSpPr>
          <p:sp>
            <p:nvSpPr>
              <p:cNvPr id="65" name="타원 64">
                <a:extLst>
                  <a:ext uri="{FF2B5EF4-FFF2-40B4-BE49-F238E27FC236}">
                    <a16:creationId xmlns:a16="http://schemas.microsoft.com/office/drawing/2014/main" id="{5C1FDBE2-AB92-BEFA-B6DA-DCECFEE87644}"/>
                  </a:ext>
                </a:extLst>
              </p:cNvPr>
              <p:cNvSpPr/>
              <p:nvPr/>
            </p:nvSpPr>
            <p:spPr>
              <a:xfrm>
                <a:off x="1966224" y="5982921"/>
                <a:ext cx="265476" cy="26547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79F759B-802B-97E7-0FCF-CB256E56683E}"/>
                  </a:ext>
                </a:extLst>
              </p:cNvPr>
              <p:cNvSpPr txBox="1"/>
              <p:nvPr/>
            </p:nvSpPr>
            <p:spPr>
              <a:xfrm>
                <a:off x="2102443" y="5982921"/>
                <a:ext cx="129257" cy="246221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altLang="ko-KR" sz="1000" b="1" dirty="0"/>
                  <a:t>+</a:t>
                </a:r>
                <a:endParaRPr lang="ko-KR" altLang="en-US" sz="1000" b="1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4182326-4942-A9F9-4CF4-D6C085BE8F53}"/>
                  </a:ext>
                </a:extLst>
              </p:cNvPr>
              <p:cNvSpPr txBox="1"/>
              <p:nvPr/>
            </p:nvSpPr>
            <p:spPr>
              <a:xfrm rot="5400000">
                <a:off x="1953488" y="5992448"/>
                <a:ext cx="134937" cy="246221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altLang="ko-KR" sz="1000" b="1" dirty="0"/>
                  <a:t>-</a:t>
                </a:r>
                <a:endParaRPr lang="ko-KR" altLang="en-US" sz="1000" b="1" dirty="0"/>
              </a:p>
            </p:txBody>
          </p:sp>
        </p:grp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F11AE638-8122-2286-CCDB-06BD75B59DF7}"/>
                </a:ext>
              </a:extLst>
            </p:cNvPr>
            <p:cNvCxnSpPr>
              <a:cxnSpLocks/>
            </p:cNvCxnSpPr>
            <p:nvPr/>
          </p:nvCxnSpPr>
          <p:spPr>
            <a:xfrm>
              <a:off x="7364032" y="2968082"/>
              <a:ext cx="0" cy="3046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47CE10DF-6ABC-F597-0367-634ECB545139}"/>
                </a:ext>
              </a:extLst>
            </p:cNvPr>
            <p:cNvCxnSpPr>
              <a:cxnSpLocks/>
            </p:cNvCxnSpPr>
            <p:nvPr/>
          </p:nvCxnSpPr>
          <p:spPr>
            <a:xfrm>
              <a:off x="7356201" y="2444764"/>
              <a:ext cx="0" cy="2578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8804A374-96D2-8554-0FA2-010DF68BF192}"/>
                </a:ext>
              </a:extLst>
            </p:cNvPr>
            <p:cNvCxnSpPr>
              <a:cxnSpLocks/>
            </p:cNvCxnSpPr>
            <p:nvPr/>
          </p:nvCxnSpPr>
          <p:spPr>
            <a:xfrm>
              <a:off x="7364032" y="3272734"/>
              <a:ext cx="6776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8BC45B61-22C3-71CA-056C-78C44C8595FA}"/>
                </a:ext>
              </a:extLst>
            </p:cNvPr>
            <p:cNvCxnSpPr>
              <a:cxnSpLocks/>
            </p:cNvCxnSpPr>
            <p:nvPr/>
          </p:nvCxnSpPr>
          <p:spPr>
            <a:xfrm>
              <a:off x="7678396" y="2809003"/>
              <a:ext cx="363311" cy="0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CF8CCCD1-7077-1A50-7143-3FC0498A439E}"/>
                </a:ext>
              </a:extLst>
            </p:cNvPr>
            <p:cNvCxnSpPr>
              <a:cxnSpLocks/>
            </p:cNvCxnSpPr>
            <p:nvPr/>
          </p:nvCxnSpPr>
          <p:spPr>
            <a:xfrm>
              <a:off x="7782328" y="2444764"/>
              <a:ext cx="0" cy="35909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화살표 연결선 79">
              <a:extLst>
                <a:ext uri="{FF2B5EF4-FFF2-40B4-BE49-F238E27FC236}">
                  <a16:creationId xmlns:a16="http://schemas.microsoft.com/office/drawing/2014/main" id="{D454D275-B7A8-7E0C-299A-D026528C1F0E}"/>
                </a:ext>
              </a:extLst>
            </p:cNvPr>
            <p:cNvCxnSpPr>
              <a:cxnSpLocks/>
            </p:cNvCxnSpPr>
            <p:nvPr/>
          </p:nvCxnSpPr>
          <p:spPr>
            <a:xfrm>
              <a:off x="7782328" y="2811625"/>
              <a:ext cx="0" cy="46110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A83557D-41D4-3E98-B860-56B90646C24B}"/>
                </a:ext>
              </a:extLst>
            </p:cNvPr>
            <p:cNvSpPr txBox="1"/>
            <p:nvPr/>
          </p:nvSpPr>
          <p:spPr>
            <a:xfrm>
              <a:off x="6201224" y="2653212"/>
              <a:ext cx="1078527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1Vpp @3.5MHz</a:t>
              </a:r>
            </a:p>
            <a:p>
              <a:pPr algn="ctr"/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(sinewave)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E56F479-F34B-862E-CF42-133AD67C3CA8}"/>
                </a:ext>
              </a:extLst>
            </p:cNvPr>
            <p:cNvSpPr txBox="1"/>
            <p:nvPr/>
          </p:nvSpPr>
          <p:spPr>
            <a:xfrm>
              <a:off x="7490595" y="2542884"/>
              <a:ext cx="32765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V1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85718A1-D20F-1598-6E4F-87239D27CDE4}"/>
                </a:ext>
              </a:extLst>
            </p:cNvPr>
            <p:cNvSpPr txBox="1"/>
            <p:nvPr/>
          </p:nvSpPr>
          <p:spPr>
            <a:xfrm>
              <a:off x="7514567" y="3000060"/>
              <a:ext cx="32765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V2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A92B72A-17AE-6CAA-A8D6-A31EC56933FF}"/>
                </a:ext>
              </a:extLst>
            </p:cNvPr>
            <p:cNvSpPr txBox="1"/>
            <p:nvPr/>
          </p:nvSpPr>
          <p:spPr>
            <a:xfrm>
              <a:off x="8142067" y="3022927"/>
              <a:ext cx="278183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55</a:t>
              </a:r>
              <a:r>
                <a:rPr lang="el-GR" altLang="ko-KR" sz="1000" dirty="0">
                  <a:solidFill>
                    <a:srgbClr val="0070C0"/>
                  </a:solidFill>
                  <a:latin typeface="+mn-ea"/>
                </a:rPr>
                <a:t>Ω</a:t>
              </a:r>
              <a:endParaRPr lang="en-US" altLang="ko-KR" sz="10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F1D8404-F2F1-D4CB-DB05-7C55DFB087AD}"/>
                </a:ext>
              </a:extLst>
            </p:cNvPr>
            <p:cNvSpPr txBox="1"/>
            <p:nvPr/>
          </p:nvSpPr>
          <p:spPr>
            <a:xfrm>
              <a:off x="6518526" y="2201087"/>
              <a:ext cx="14590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000" b="1" u="sng" dirty="0">
                  <a:solidFill>
                    <a:srgbClr val="0070C0"/>
                  </a:solidFill>
                  <a:latin typeface="+mn-ea"/>
                </a:rPr>
                <a:t>1</a:t>
              </a:r>
              <a:r>
                <a:rPr lang="ko-KR" altLang="en-US" sz="1000" b="1" u="sng" dirty="0">
                  <a:solidFill>
                    <a:srgbClr val="0070C0"/>
                  </a:solidFill>
                  <a:latin typeface="+mn-ea"/>
                </a:rPr>
                <a:t>차측 </a:t>
              </a:r>
              <a:r>
                <a:rPr lang="en-US" altLang="ko-KR" sz="1000" b="1" u="sng" dirty="0">
                  <a:solidFill>
                    <a:srgbClr val="0070C0"/>
                  </a:solidFill>
                  <a:latin typeface="+mn-ea"/>
                </a:rPr>
                <a:t>inductance </a:t>
              </a:r>
              <a:r>
                <a:rPr lang="ko-KR" altLang="en-US" sz="1000" b="1" u="sng" dirty="0">
                  <a:solidFill>
                    <a:srgbClr val="0070C0"/>
                  </a:solidFill>
                  <a:latin typeface="+mn-ea"/>
                </a:rPr>
                <a:t>실험</a:t>
              </a:r>
              <a:endParaRPr lang="en-US" altLang="ko-KR" sz="1000" b="1" u="sng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A3B61CFB-98FE-EADC-9C54-8F0607B1EF7E}"/>
                </a:ext>
              </a:extLst>
            </p:cNvPr>
            <p:cNvSpPr txBox="1"/>
            <p:nvPr/>
          </p:nvSpPr>
          <p:spPr>
            <a:xfrm>
              <a:off x="7586954" y="3293836"/>
              <a:ext cx="52476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V1 = V2</a:t>
              </a:r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4974A4B-8740-8C31-D83E-17B94BD08809}"/>
              </a:ext>
            </a:extLst>
          </p:cNvPr>
          <p:cNvGrpSpPr/>
          <p:nvPr/>
        </p:nvGrpSpPr>
        <p:grpSpPr>
          <a:xfrm>
            <a:off x="9047261" y="2104600"/>
            <a:ext cx="2420404" cy="1427124"/>
            <a:chOff x="9058350" y="2201087"/>
            <a:chExt cx="2420404" cy="1427124"/>
          </a:xfrm>
        </p:grpSpPr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16AF97A3-E837-CEC4-D7FA-D8F91A911806}"/>
                </a:ext>
              </a:extLst>
            </p:cNvPr>
            <p:cNvCxnSpPr>
              <a:cxnSpLocks/>
            </p:cNvCxnSpPr>
            <p:nvPr/>
          </p:nvCxnSpPr>
          <p:spPr>
            <a:xfrm>
              <a:off x="10898914" y="2444764"/>
              <a:ext cx="1787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11FA176C-E6DF-3B2C-BFDC-B00C9D176A3D}"/>
                </a:ext>
              </a:extLst>
            </p:cNvPr>
            <p:cNvCxnSpPr>
              <a:cxnSpLocks/>
            </p:cNvCxnSpPr>
            <p:nvPr/>
          </p:nvCxnSpPr>
          <p:spPr>
            <a:xfrm>
              <a:off x="10898914" y="3111046"/>
              <a:ext cx="17873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FA4B0906-1C04-806E-9709-962C6905367A}"/>
                </a:ext>
              </a:extLst>
            </p:cNvPr>
            <p:cNvCxnSpPr>
              <a:cxnSpLocks/>
            </p:cNvCxnSpPr>
            <p:nvPr/>
          </p:nvCxnSpPr>
          <p:spPr>
            <a:xfrm>
              <a:off x="10904835" y="3111046"/>
              <a:ext cx="0" cy="3521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99CFFF96-692A-932D-F234-505401393E51}"/>
                </a:ext>
              </a:extLst>
            </p:cNvPr>
            <p:cNvCxnSpPr>
              <a:cxnSpLocks/>
            </p:cNvCxnSpPr>
            <p:nvPr/>
          </p:nvCxnSpPr>
          <p:spPr>
            <a:xfrm>
              <a:off x="10221158" y="2444764"/>
              <a:ext cx="67767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D55CCCC0-FD2E-BD78-DE1D-651117C43206}"/>
                </a:ext>
              </a:extLst>
            </p:cNvPr>
            <p:cNvSpPr/>
            <p:nvPr/>
          </p:nvSpPr>
          <p:spPr>
            <a:xfrm rot="16200000">
              <a:off x="10799166" y="3217111"/>
              <a:ext cx="216100" cy="12836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latin typeface="+mn-ea"/>
              </a:endParaRPr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FD3905D4-C10A-6C63-D433-753E239BD43E}"/>
                </a:ext>
              </a:extLst>
            </p:cNvPr>
            <p:cNvGrpSpPr/>
            <p:nvPr/>
          </p:nvGrpSpPr>
          <p:grpSpPr>
            <a:xfrm rot="16200000">
              <a:off x="10049080" y="2736795"/>
              <a:ext cx="333854" cy="265476"/>
              <a:chOff x="1897846" y="5982921"/>
              <a:chExt cx="333854" cy="265476"/>
            </a:xfrm>
          </p:grpSpPr>
          <p:sp>
            <p:nvSpPr>
              <p:cNvPr id="100" name="타원 99">
                <a:extLst>
                  <a:ext uri="{FF2B5EF4-FFF2-40B4-BE49-F238E27FC236}">
                    <a16:creationId xmlns:a16="http://schemas.microsoft.com/office/drawing/2014/main" id="{8367DF34-BE09-9302-33F7-631427431913}"/>
                  </a:ext>
                </a:extLst>
              </p:cNvPr>
              <p:cNvSpPr/>
              <p:nvPr/>
            </p:nvSpPr>
            <p:spPr>
              <a:xfrm>
                <a:off x="1966224" y="5982921"/>
                <a:ext cx="265476" cy="26547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6AE562C5-1339-D4E0-CD1E-D802FB09BAE8}"/>
                  </a:ext>
                </a:extLst>
              </p:cNvPr>
              <p:cNvSpPr txBox="1"/>
              <p:nvPr/>
            </p:nvSpPr>
            <p:spPr>
              <a:xfrm>
                <a:off x="2102443" y="5982921"/>
                <a:ext cx="129257" cy="246221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altLang="ko-KR" sz="1000" b="1" dirty="0"/>
                  <a:t>+</a:t>
                </a:r>
                <a:endParaRPr lang="ko-KR" altLang="en-US" sz="1000" b="1" dirty="0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F1F3C89-C009-6657-54D2-615C13549B0F}"/>
                  </a:ext>
                </a:extLst>
              </p:cNvPr>
              <p:cNvSpPr txBox="1"/>
              <p:nvPr/>
            </p:nvSpPr>
            <p:spPr>
              <a:xfrm rot="5400000">
                <a:off x="1953488" y="5992448"/>
                <a:ext cx="134937" cy="246221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altLang="ko-KR" sz="1000" b="1" dirty="0"/>
                  <a:t>-</a:t>
                </a:r>
                <a:endParaRPr lang="ko-KR" altLang="en-US" sz="1000" b="1" dirty="0"/>
              </a:p>
            </p:txBody>
          </p:sp>
        </p:grp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10CF253E-4243-C8F9-A1A6-E32D8D70405F}"/>
                </a:ext>
              </a:extLst>
            </p:cNvPr>
            <p:cNvCxnSpPr>
              <a:cxnSpLocks/>
            </p:cNvCxnSpPr>
            <p:nvPr/>
          </p:nvCxnSpPr>
          <p:spPr>
            <a:xfrm>
              <a:off x="10221158" y="2968082"/>
              <a:ext cx="0" cy="4951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212865AE-6F2F-3E7C-2243-605193BB629B}"/>
                </a:ext>
              </a:extLst>
            </p:cNvPr>
            <p:cNvCxnSpPr>
              <a:cxnSpLocks/>
            </p:cNvCxnSpPr>
            <p:nvPr/>
          </p:nvCxnSpPr>
          <p:spPr>
            <a:xfrm>
              <a:off x="10213327" y="2444764"/>
              <a:ext cx="0" cy="2578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C825A0B3-B4C6-C4A9-FCB3-E29C55C3CDA8}"/>
                </a:ext>
              </a:extLst>
            </p:cNvPr>
            <p:cNvCxnSpPr>
              <a:cxnSpLocks/>
            </p:cNvCxnSpPr>
            <p:nvPr/>
          </p:nvCxnSpPr>
          <p:spPr>
            <a:xfrm>
              <a:off x="10221158" y="3463234"/>
              <a:ext cx="68605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CB97A899-51D1-5736-4DF6-B25C7BBFDD79}"/>
                </a:ext>
              </a:extLst>
            </p:cNvPr>
            <p:cNvCxnSpPr>
              <a:cxnSpLocks/>
            </p:cNvCxnSpPr>
            <p:nvPr/>
          </p:nvCxnSpPr>
          <p:spPr>
            <a:xfrm>
              <a:off x="10535522" y="3110429"/>
              <a:ext cx="363311" cy="0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화살표 연결선 106">
              <a:extLst>
                <a:ext uri="{FF2B5EF4-FFF2-40B4-BE49-F238E27FC236}">
                  <a16:creationId xmlns:a16="http://schemas.microsoft.com/office/drawing/2014/main" id="{E04B1122-9BD6-61B0-9985-E96D05837CCE}"/>
                </a:ext>
              </a:extLst>
            </p:cNvPr>
            <p:cNvCxnSpPr>
              <a:cxnSpLocks/>
            </p:cNvCxnSpPr>
            <p:nvPr/>
          </p:nvCxnSpPr>
          <p:spPr>
            <a:xfrm>
              <a:off x="10670645" y="2444764"/>
              <a:ext cx="0" cy="65510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화살표 연결선 107">
              <a:extLst>
                <a:ext uri="{FF2B5EF4-FFF2-40B4-BE49-F238E27FC236}">
                  <a16:creationId xmlns:a16="http://schemas.microsoft.com/office/drawing/2014/main" id="{055C53B0-9101-ADFA-4545-8CB238C23C1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0617" y="3110429"/>
              <a:ext cx="0" cy="35074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6531EA8-7FB0-3633-FA4E-2E1D2649A953}"/>
                </a:ext>
              </a:extLst>
            </p:cNvPr>
            <p:cNvSpPr txBox="1"/>
            <p:nvPr/>
          </p:nvSpPr>
          <p:spPr>
            <a:xfrm>
              <a:off x="9058350" y="2653212"/>
              <a:ext cx="1078527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1Vpp @3.5MHz</a:t>
              </a:r>
            </a:p>
            <a:p>
              <a:pPr algn="ctr"/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(sinewave)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B9A3355-DD26-E684-3526-BF4BC90B0936}"/>
                </a:ext>
              </a:extLst>
            </p:cNvPr>
            <p:cNvSpPr txBox="1"/>
            <p:nvPr/>
          </p:nvSpPr>
          <p:spPr>
            <a:xfrm>
              <a:off x="10380866" y="2664228"/>
              <a:ext cx="32765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V1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61C3108B-8499-C641-E27D-DF2789F0B723}"/>
                </a:ext>
              </a:extLst>
            </p:cNvPr>
            <p:cNvSpPr txBox="1"/>
            <p:nvPr/>
          </p:nvSpPr>
          <p:spPr>
            <a:xfrm>
              <a:off x="10371693" y="3191468"/>
              <a:ext cx="32765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V2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478301C-E3AD-4882-EF62-32404E54C74A}"/>
                </a:ext>
              </a:extLst>
            </p:cNvPr>
            <p:cNvSpPr txBox="1"/>
            <p:nvPr/>
          </p:nvSpPr>
          <p:spPr>
            <a:xfrm>
              <a:off x="11008672" y="3215658"/>
              <a:ext cx="411803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514</a:t>
              </a:r>
              <a:r>
                <a:rPr lang="el-GR" altLang="ko-KR" sz="1000" dirty="0">
                  <a:solidFill>
                    <a:srgbClr val="0070C0"/>
                  </a:solidFill>
                  <a:latin typeface="+mn-ea"/>
                </a:rPr>
                <a:t>Ω</a:t>
              </a:r>
              <a:endParaRPr lang="en-US" altLang="ko-KR" sz="10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8B9ED538-35E1-B66A-0C0D-456FFA20EB57}"/>
                </a:ext>
              </a:extLst>
            </p:cNvPr>
            <p:cNvSpPr txBox="1"/>
            <p:nvPr/>
          </p:nvSpPr>
          <p:spPr>
            <a:xfrm>
              <a:off x="9375652" y="2201087"/>
              <a:ext cx="14590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1000" b="1" u="sng" dirty="0">
                  <a:solidFill>
                    <a:srgbClr val="0070C0"/>
                  </a:solidFill>
                  <a:latin typeface="+mn-ea"/>
                </a:rPr>
                <a:t>2</a:t>
              </a:r>
              <a:r>
                <a:rPr lang="ko-KR" altLang="en-US" sz="1000" b="1" u="sng" dirty="0">
                  <a:solidFill>
                    <a:srgbClr val="0070C0"/>
                  </a:solidFill>
                  <a:latin typeface="+mn-ea"/>
                </a:rPr>
                <a:t>차측 </a:t>
              </a:r>
              <a:r>
                <a:rPr lang="en-US" altLang="ko-KR" sz="1000" b="1" u="sng" dirty="0">
                  <a:solidFill>
                    <a:srgbClr val="0070C0"/>
                  </a:solidFill>
                  <a:latin typeface="+mn-ea"/>
                </a:rPr>
                <a:t>inductance </a:t>
              </a:r>
              <a:r>
                <a:rPr lang="ko-KR" altLang="en-US" sz="1000" b="1" u="sng" dirty="0">
                  <a:solidFill>
                    <a:srgbClr val="0070C0"/>
                  </a:solidFill>
                  <a:latin typeface="+mn-ea"/>
                </a:rPr>
                <a:t>실험</a:t>
              </a:r>
              <a:endParaRPr lang="en-US" altLang="ko-KR" sz="1000" b="1" u="sng" dirty="0">
                <a:solidFill>
                  <a:srgbClr val="0070C0"/>
                </a:solidFill>
                <a:latin typeface="+mn-ea"/>
              </a:endParaRPr>
            </a:p>
          </p:txBody>
        </p:sp>
        <p:grpSp>
          <p:nvGrpSpPr>
            <p:cNvPr id="122" name="그룹 121">
              <a:extLst>
                <a:ext uri="{FF2B5EF4-FFF2-40B4-BE49-F238E27FC236}">
                  <a16:creationId xmlns:a16="http://schemas.microsoft.com/office/drawing/2014/main" id="{DC5F1830-4238-A388-167F-446680104F59}"/>
                </a:ext>
              </a:extLst>
            </p:cNvPr>
            <p:cNvGrpSpPr/>
            <p:nvPr/>
          </p:nvGrpSpPr>
          <p:grpSpPr>
            <a:xfrm>
              <a:off x="10752585" y="2447886"/>
              <a:ext cx="726169" cy="662798"/>
              <a:chOff x="11405012" y="2421387"/>
              <a:chExt cx="726169" cy="662798"/>
            </a:xfrm>
          </p:grpSpPr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C893B61F-C429-3E27-DD8A-173BDD9262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756898" y="2545211"/>
                <a:ext cx="0" cy="358224"/>
              </a:xfrm>
              <a:prstGeom prst="line">
                <a:avLst/>
              </a:prstGeom>
              <a:ln w="19050" cmpd="dbl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430F9AAC-7C30-6EA0-3EDE-38D0C3ABFC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698709" y="2421387"/>
                <a:ext cx="0" cy="662798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FC70A24D-4ACC-71F4-9A76-DE5838D006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813253" y="2545211"/>
                <a:ext cx="0" cy="358224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직선 연결선 116">
                <a:extLst>
                  <a:ext uri="{FF2B5EF4-FFF2-40B4-BE49-F238E27FC236}">
                    <a16:creationId xmlns:a16="http://schemas.microsoft.com/office/drawing/2014/main" id="{B871E1A4-43A4-1919-FA47-D0106B2865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784164" y="2545265"/>
                <a:ext cx="17873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>
                <a:extLst>
                  <a:ext uri="{FF2B5EF4-FFF2-40B4-BE49-F238E27FC236}">
                    <a16:creationId xmlns:a16="http://schemas.microsoft.com/office/drawing/2014/main" id="{60B2EF0F-4B29-87D7-E308-71488BC4B7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788461" y="2901054"/>
                <a:ext cx="17873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226A9E26-6D42-2303-BB53-3D3F9C292503}"/>
                  </a:ext>
                </a:extLst>
              </p:cNvPr>
              <p:cNvSpPr txBox="1"/>
              <p:nvPr/>
            </p:nvSpPr>
            <p:spPr>
              <a:xfrm flipH="1">
                <a:off x="11405012" y="2672064"/>
                <a:ext cx="239324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000" dirty="0">
                    <a:latin typeface="+mn-ea"/>
                  </a:rPr>
                  <a:t>70T</a:t>
                </a:r>
                <a:endParaRPr lang="ko-KR" altLang="en-US" sz="1000" dirty="0">
                  <a:latin typeface="+mn-ea"/>
                </a:endParaRP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34FDBB6C-F589-76C4-64AE-A0FD9A81DA9C}"/>
                  </a:ext>
                </a:extLst>
              </p:cNvPr>
              <p:cNvSpPr txBox="1"/>
              <p:nvPr/>
            </p:nvSpPr>
            <p:spPr>
              <a:xfrm>
                <a:off x="11877209" y="2671509"/>
                <a:ext cx="253972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1000" dirty="0">
                    <a:latin typeface="+mn-ea"/>
                  </a:rPr>
                  <a:t>17T</a:t>
                </a:r>
                <a:endParaRPr lang="ko-KR" altLang="en-US" sz="1000" dirty="0">
                  <a:latin typeface="+mn-ea"/>
                </a:endParaRPr>
              </a:p>
            </p:txBody>
          </p:sp>
        </p:grp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6BC70C0F-8F56-6067-BF3E-7EA01985DADF}"/>
                </a:ext>
              </a:extLst>
            </p:cNvPr>
            <p:cNvSpPr txBox="1"/>
            <p:nvPr/>
          </p:nvSpPr>
          <p:spPr>
            <a:xfrm>
              <a:off x="10574973" y="3474323"/>
              <a:ext cx="613071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V1 = V2</a:t>
              </a:r>
            </a:p>
          </p:txBody>
        </p: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B3475986-2D7E-7211-27AC-EEEB8FA01EC9}"/>
              </a:ext>
            </a:extLst>
          </p:cNvPr>
          <p:cNvSpPr txBox="1"/>
          <p:nvPr/>
        </p:nvSpPr>
        <p:spPr>
          <a:xfrm>
            <a:off x="270595" y="-2291"/>
            <a:ext cx="5619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b="1" dirty="0"/>
              <a:t>CB3 RFD rev0.2 Block Diagram (2/2)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573965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7A3E3-3263-3253-69EE-464237B35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1" name="직선 연결선 590">
            <a:extLst>
              <a:ext uri="{FF2B5EF4-FFF2-40B4-BE49-F238E27FC236}">
                <a16:creationId xmlns:a16="http://schemas.microsoft.com/office/drawing/2014/main" id="{DE7781B2-8FF7-45C6-71D8-6002003CF1AF}"/>
              </a:ext>
            </a:extLst>
          </p:cNvPr>
          <p:cNvCxnSpPr>
            <a:cxnSpLocks/>
          </p:cNvCxnSpPr>
          <p:nvPr/>
        </p:nvCxnSpPr>
        <p:spPr>
          <a:xfrm>
            <a:off x="7960894" y="4233952"/>
            <a:ext cx="3753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2" name="직선 연결선 581">
            <a:extLst>
              <a:ext uri="{FF2B5EF4-FFF2-40B4-BE49-F238E27FC236}">
                <a16:creationId xmlns:a16="http://schemas.microsoft.com/office/drawing/2014/main" id="{946BEF41-724E-B9B4-C647-A1FD5B28171D}"/>
              </a:ext>
            </a:extLst>
          </p:cNvPr>
          <p:cNvCxnSpPr>
            <a:cxnSpLocks/>
          </p:cNvCxnSpPr>
          <p:nvPr/>
        </p:nvCxnSpPr>
        <p:spPr>
          <a:xfrm>
            <a:off x="6848850" y="4238714"/>
            <a:ext cx="3753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직선 연결선 532">
            <a:extLst>
              <a:ext uri="{FF2B5EF4-FFF2-40B4-BE49-F238E27FC236}">
                <a16:creationId xmlns:a16="http://schemas.microsoft.com/office/drawing/2014/main" id="{5428F87C-72D4-B25B-AE4F-1C3168B38FD2}"/>
              </a:ext>
            </a:extLst>
          </p:cNvPr>
          <p:cNvCxnSpPr>
            <a:cxnSpLocks/>
          </p:cNvCxnSpPr>
          <p:nvPr/>
        </p:nvCxnSpPr>
        <p:spPr>
          <a:xfrm>
            <a:off x="1885950" y="3871684"/>
            <a:ext cx="27053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AB3F43E-8DFA-A35D-1781-6046763A2448}"/>
              </a:ext>
            </a:extLst>
          </p:cNvPr>
          <p:cNvSpPr txBox="1"/>
          <p:nvPr/>
        </p:nvSpPr>
        <p:spPr>
          <a:xfrm>
            <a:off x="248994" y="-1637"/>
            <a:ext cx="6771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b="1" dirty="0"/>
              <a:t>CB2.0 Ion Detector Board : rev A</a:t>
            </a:r>
            <a:endParaRPr lang="ko-KR" altLang="en-US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09954A6-0381-B1CC-A9A8-BA7E133E50D7}"/>
              </a:ext>
            </a:extLst>
          </p:cNvPr>
          <p:cNvSpPr/>
          <p:nvPr/>
        </p:nvSpPr>
        <p:spPr>
          <a:xfrm>
            <a:off x="2816274" y="1481229"/>
            <a:ext cx="600075" cy="4953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LT3045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U19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(LDO)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25E582D-1D7A-928A-AB70-E1A832923BAB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3416349" y="1728879"/>
            <a:ext cx="210348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72AE926-CBF6-FCCD-E22D-48AA665D1FBF}"/>
              </a:ext>
            </a:extLst>
          </p:cNvPr>
          <p:cNvSpPr txBox="1"/>
          <p:nvPr/>
        </p:nvSpPr>
        <p:spPr>
          <a:xfrm>
            <a:off x="3643342" y="1662059"/>
            <a:ext cx="4857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5V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DCA8E19-5BA1-27F0-D288-2FC10056F478}"/>
              </a:ext>
            </a:extLst>
          </p:cNvPr>
          <p:cNvCxnSpPr>
            <a:cxnSpLocks/>
          </p:cNvCxnSpPr>
          <p:nvPr/>
        </p:nvCxnSpPr>
        <p:spPr>
          <a:xfrm>
            <a:off x="2605925" y="1728877"/>
            <a:ext cx="210349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9920ED6-39C8-6967-F0E2-EA7C76A4AFF0}"/>
              </a:ext>
            </a:extLst>
          </p:cNvPr>
          <p:cNvSpPr txBox="1"/>
          <p:nvPr/>
        </p:nvSpPr>
        <p:spPr>
          <a:xfrm>
            <a:off x="1041920" y="2791616"/>
            <a:ext cx="4857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6.7V</a:t>
            </a:r>
            <a:endParaRPr lang="ko-KR" altLang="en-US" sz="800" dirty="0">
              <a:latin typeface="+mn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DA653FF-0AEC-AE1E-C59D-02EFB3AFF68A}"/>
              </a:ext>
            </a:extLst>
          </p:cNvPr>
          <p:cNvSpPr/>
          <p:nvPr/>
        </p:nvSpPr>
        <p:spPr>
          <a:xfrm>
            <a:off x="2816274" y="923661"/>
            <a:ext cx="600075" cy="4953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LT3045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U51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(LDO)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468BEA43-B4E7-16C8-B4E1-7BD3B678C341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3416349" y="1171311"/>
            <a:ext cx="604757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E3E4D42-3D63-1D33-956A-60BD06EDCFA0}"/>
              </a:ext>
            </a:extLst>
          </p:cNvPr>
          <p:cNvSpPr txBox="1"/>
          <p:nvPr/>
        </p:nvSpPr>
        <p:spPr>
          <a:xfrm>
            <a:off x="3496483" y="1053139"/>
            <a:ext cx="4857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5.6V</a:t>
            </a:r>
            <a:endParaRPr lang="ko-KR" altLang="en-US" sz="800" dirty="0">
              <a:latin typeface="+mn-ea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F7D5593-B8A2-5270-8193-CC5BE2A78A4F}"/>
              </a:ext>
            </a:extLst>
          </p:cNvPr>
          <p:cNvSpPr/>
          <p:nvPr/>
        </p:nvSpPr>
        <p:spPr>
          <a:xfrm>
            <a:off x="2816274" y="2038798"/>
            <a:ext cx="600075" cy="4953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LT3045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U50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(LDO)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9B00621E-2AED-B899-FAC8-3DBE032C28A0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3416349" y="2286448"/>
            <a:ext cx="210348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2A86730-D0BF-BADD-79BE-71E3B94AE39E}"/>
              </a:ext>
            </a:extLst>
          </p:cNvPr>
          <p:cNvSpPr txBox="1"/>
          <p:nvPr/>
        </p:nvSpPr>
        <p:spPr>
          <a:xfrm>
            <a:off x="3643342" y="2219628"/>
            <a:ext cx="4857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3.3V2</a:t>
            </a:r>
            <a:endParaRPr lang="ko-KR" altLang="en-US" sz="800" dirty="0">
              <a:latin typeface="+mn-ea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73F3EEF-91DE-6C5F-8C06-05C7E87851A5}"/>
              </a:ext>
            </a:extLst>
          </p:cNvPr>
          <p:cNvSpPr/>
          <p:nvPr/>
        </p:nvSpPr>
        <p:spPr>
          <a:xfrm>
            <a:off x="2816274" y="2596366"/>
            <a:ext cx="600075" cy="4953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LT3045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U49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(LDO)</a:t>
            </a: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2F62FD5D-BDF6-1243-81F4-682996CC9ACC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3416349" y="2844016"/>
            <a:ext cx="210348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D5A0049D-1783-60C7-FF36-08B10DCB9834}"/>
              </a:ext>
            </a:extLst>
          </p:cNvPr>
          <p:cNvSpPr txBox="1"/>
          <p:nvPr/>
        </p:nvSpPr>
        <p:spPr>
          <a:xfrm>
            <a:off x="3643342" y="2777196"/>
            <a:ext cx="4857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2.5V</a:t>
            </a:r>
            <a:endParaRPr lang="ko-KR" altLang="en-US" sz="800" dirty="0">
              <a:latin typeface="+mn-ea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7CC5640-0AB2-7DC7-0409-F3C254C4A8EE}"/>
              </a:ext>
            </a:extLst>
          </p:cNvPr>
          <p:cNvSpPr txBox="1"/>
          <p:nvPr/>
        </p:nvSpPr>
        <p:spPr>
          <a:xfrm>
            <a:off x="2259855" y="5051029"/>
            <a:ext cx="60007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b="1" dirty="0">
                <a:latin typeface="+mn-ea"/>
              </a:rPr>
              <a:t>ADA4530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8997E4B-ACE3-B2A8-9255-F0286A5D56F0}"/>
              </a:ext>
            </a:extLst>
          </p:cNvPr>
          <p:cNvSpPr txBox="1"/>
          <p:nvPr/>
        </p:nvSpPr>
        <p:spPr>
          <a:xfrm>
            <a:off x="614341" y="4820853"/>
            <a:ext cx="57163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FC / SEM</a:t>
            </a:r>
            <a:endParaRPr lang="ko-KR" altLang="en-US" sz="800" dirty="0"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434D6E-CEF2-7261-B66A-C3642AE9E4F7}"/>
              </a:ext>
            </a:extLst>
          </p:cNvPr>
          <p:cNvSpPr txBox="1"/>
          <p:nvPr/>
        </p:nvSpPr>
        <p:spPr>
          <a:xfrm>
            <a:off x="6250302" y="5671825"/>
            <a:ext cx="757155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b="1" dirty="0">
                <a:latin typeface="+mn-ea"/>
              </a:rPr>
              <a:t>LTC2380-24</a:t>
            </a:r>
          </a:p>
          <a:p>
            <a:r>
              <a:rPr lang="en-US" altLang="ko-KR" sz="800" dirty="0">
                <a:latin typeface="+mn-ea"/>
              </a:rPr>
              <a:t>24bit ADC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24D392E-F147-C231-74F4-29C567A7C709}"/>
              </a:ext>
            </a:extLst>
          </p:cNvPr>
          <p:cNvGrpSpPr/>
          <p:nvPr/>
        </p:nvGrpSpPr>
        <p:grpSpPr>
          <a:xfrm>
            <a:off x="5697971" y="4927319"/>
            <a:ext cx="1005548" cy="751536"/>
            <a:chOff x="4637491" y="3730372"/>
            <a:chExt cx="1005548" cy="751536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17178109-8415-B286-E66D-88F9A269653C}"/>
                </a:ext>
              </a:extLst>
            </p:cNvPr>
            <p:cNvGrpSpPr/>
            <p:nvPr/>
          </p:nvGrpSpPr>
          <p:grpSpPr>
            <a:xfrm>
              <a:off x="4637491" y="3730372"/>
              <a:ext cx="1005548" cy="751536"/>
              <a:chOff x="4637491" y="3730372"/>
              <a:chExt cx="1005548" cy="751536"/>
            </a:xfrm>
          </p:grpSpPr>
          <p:sp>
            <p:nvSpPr>
              <p:cNvPr id="15" name="순서도: 다른 페이지 연결선 14">
                <a:extLst>
                  <a:ext uri="{FF2B5EF4-FFF2-40B4-BE49-F238E27FC236}">
                    <a16:creationId xmlns:a16="http://schemas.microsoft.com/office/drawing/2014/main" id="{1D727EE0-1FF6-D143-7DAC-7E24F2F9CBAF}"/>
                  </a:ext>
                </a:extLst>
              </p:cNvPr>
              <p:cNvSpPr/>
              <p:nvPr/>
            </p:nvSpPr>
            <p:spPr>
              <a:xfrm rot="5400000">
                <a:off x="4764497" y="3603366"/>
                <a:ext cx="751536" cy="1005548"/>
              </a:xfrm>
              <a:prstGeom prst="flowChartOffpage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47AD47-A9D8-ED3B-96A6-AADB073AAF1F}"/>
                  </a:ext>
                </a:extLst>
              </p:cNvPr>
              <p:cNvSpPr txBox="1"/>
              <p:nvPr/>
            </p:nvSpPr>
            <p:spPr>
              <a:xfrm>
                <a:off x="4777514" y="3837982"/>
                <a:ext cx="314160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IN+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2B27C7E-BF7B-53E5-AE00-2E4223419D68}"/>
                  </a:ext>
                </a:extLst>
              </p:cNvPr>
              <p:cNvSpPr txBox="1"/>
              <p:nvPr/>
            </p:nvSpPr>
            <p:spPr>
              <a:xfrm>
                <a:off x="4775133" y="4245129"/>
                <a:ext cx="314160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IN-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CB5D0C-9995-B1E0-F8F0-BFF21636FB5B}"/>
                  </a:ext>
                </a:extLst>
              </p:cNvPr>
              <p:cNvSpPr txBox="1"/>
              <p:nvPr/>
            </p:nvSpPr>
            <p:spPr>
              <a:xfrm>
                <a:off x="5057585" y="4350676"/>
                <a:ext cx="314160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REF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92B8A0-2BA4-BB67-3CAB-40D4AAB863A9}"/>
                  </a:ext>
                </a:extLst>
              </p:cNvPr>
              <p:cNvSpPr txBox="1"/>
              <p:nvPr/>
            </p:nvSpPr>
            <p:spPr>
              <a:xfrm>
                <a:off x="5057585" y="3731111"/>
                <a:ext cx="314160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 err="1">
                    <a:latin typeface="+mn-ea"/>
                  </a:rPr>
                  <a:t>Vdd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24A2A0B-9610-A1C8-88BC-4C4A7F41AEF8}"/>
                  </a:ext>
                </a:extLst>
              </p:cNvPr>
              <p:cNvSpPr txBox="1"/>
              <p:nvPr/>
            </p:nvSpPr>
            <p:spPr>
              <a:xfrm>
                <a:off x="5328879" y="3736743"/>
                <a:ext cx="314160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 err="1">
                    <a:latin typeface="+mn-ea"/>
                  </a:rPr>
                  <a:t>OVdd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71ACDE6-1916-05D3-A548-D3CA161C0FDF}"/>
                  </a:ext>
                </a:extLst>
              </p:cNvPr>
              <p:cNvSpPr txBox="1"/>
              <p:nvPr/>
            </p:nvSpPr>
            <p:spPr>
              <a:xfrm>
                <a:off x="5399374" y="4129633"/>
                <a:ext cx="205561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800" dirty="0">
                    <a:latin typeface="+mn-ea"/>
                  </a:rPr>
                  <a:t>SDI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AC29C61C-8B0F-3D38-9EAF-54AF93383AEF}"/>
                  </a:ext>
                </a:extLst>
              </p:cNvPr>
              <p:cNvSpPr txBox="1"/>
              <p:nvPr/>
            </p:nvSpPr>
            <p:spPr>
              <a:xfrm>
                <a:off x="5043714" y="4123074"/>
                <a:ext cx="314160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800" dirty="0">
                    <a:latin typeface="+mn-ea"/>
                  </a:rPr>
                  <a:t>SPI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00BAE23D-B31E-AA86-A754-0D7BAF38A4B4}"/>
                  </a:ext>
                </a:extLst>
              </p:cNvPr>
              <p:cNvSpPr txBox="1"/>
              <p:nvPr/>
            </p:nvSpPr>
            <p:spPr>
              <a:xfrm>
                <a:off x="5399374" y="4010868"/>
                <a:ext cx="205561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800" dirty="0">
                    <a:latin typeface="+mn-ea"/>
                  </a:rPr>
                  <a:t>SCK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29092DEF-1C93-6931-169A-BD35E792B7FD}"/>
                  </a:ext>
                </a:extLst>
              </p:cNvPr>
              <p:cNvSpPr txBox="1"/>
              <p:nvPr/>
            </p:nvSpPr>
            <p:spPr>
              <a:xfrm>
                <a:off x="5375679" y="4241739"/>
                <a:ext cx="232431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800" dirty="0">
                    <a:latin typeface="+mn-ea"/>
                  </a:rPr>
                  <a:t>SDO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7692F4B-D10B-61EE-AEE9-5E1E616B6917}"/>
                  </a:ext>
                </a:extLst>
              </p:cNvPr>
              <p:cNvSpPr txBox="1"/>
              <p:nvPr/>
            </p:nvSpPr>
            <p:spPr>
              <a:xfrm>
                <a:off x="5334605" y="4354991"/>
                <a:ext cx="27118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altLang="ko-KR" sz="800" dirty="0">
                    <a:latin typeface="+mn-ea"/>
                  </a:rPr>
                  <a:t>BUSY</a:t>
                </a:r>
                <a:endParaRPr lang="ko-KR" altLang="en-US" sz="800" dirty="0">
                  <a:latin typeface="+mn-ea"/>
                </a:endParaRP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90037C8-C41F-193F-9B08-F78807F3C9B2}"/>
                </a:ext>
              </a:extLst>
            </p:cNvPr>
            <p:cNvSpPr txBox="1"/>
            <p:nvPr/>
          </p:nvSpPr>
          <p:spPr>
            <a:xfrm>
              <a:off x="5300300" y="3899702"/>
              <a:ext cx="3141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CNV</a:t>
              </a:r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5528D67-6058-3649-6E82-22F5127AE960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6200745" y="4820853"/>
            <a:ext cx="0" cy="1064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A464B17-827A-5292-D368-F4410AB20886}"/>
              </a:ext>
            </a:extLst>
          </p:cNvPr>
          <p:cNvSpPr txBox="1"/>
          <p:nvPr/>
        </p:nvSpPr>
        <p:spPr>
          <a:xfrm>
            <a:off x="5965001" y="4651208"/>
            <a:ext cx="4857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2.5V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4AF363F-716C-DC4D-212B-5C0EEB89AF66}"/>
              </a:ext>
            </a:extLst>
          </p:cNvPr>
          <p:cNvCxnSpPr>
            <a:cxnSpLocks/>
          </p:cNvCxnSpPr>
          <p:nvPr/>
        </p:nvCxnSpPr>
        <p:spPr>
          <a:xfrm>
            <a:off x="6207889" y="5683618"/>
            <a:ext cx="0" cy="182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16E42418-F3D6-A324-4ED1-A2FE898DBAA4}"/>
              </a:ext>
            </a:extLst>
          </p:cNvPr>
          <p:cNvCxnSpPr>
            <a:cxnSpLocks/>
          </p:cNvCxnSpPr>
          <p:nvPr/>
        </p:nvCxnSpPr>
        <p:spPr>
          <a:xfrm>
            <a:off x="3254339" y="5153313"/>
            <a:ext cx="717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타원 88">
            <a:extLst>
              <a:ext uri="{FF2B5EF4-FFF2-40B4-BE49-F238E27FC236}">
                <a16:creationId xmlns:a16="http://schemas.microsoft.com/office/drawing/2014/main" id="{5901FD9E-28B6-97A1-0A59-309B58A2BA84}"/>
              </a:ext>
            </a:extLst>
          </p:cNvPr>
          <p:cNvSpPr/>
          <p:nvPr/>
        </p:nvSpPr>
        <p:spPr>
          <a:xfrm>
            <a:off x="2588206" y="170774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679C0717-C357-3861-FC60-6C6B1DD042BD}"/>
              </a:ext>
            </a:extLst>
          </p:cNvPr>
          <p:cNvCxnSpPr>
            <a:cxnSpLocks/>
          </p:cNvCxnSpPr>
          <p:nvPr/>
        </p:nvCxnSpPr>
        <p:spPr>
          <a:xfrm>
            <a:off x="6082763" y="5855475"/>
            <a:ext cx="1251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5DC379FA-31F9-1195-3665-5ECC1398E755}"/>
              </a:ext>
            </a:extLst>
          </p:cNvPr>
          <p:cNvGrpSpPr/>
          <p:nvPr/>
        </p:nvGrpSpPr>
        <p:grpSpPr>
          <a:xfrm>
            <a:off x="3326061" y="4895261"/>
            <a:ext cx="333095" cy="386390"/>
            <a:chOff x="3217508" y="3826145"/>
            <a:chExt cx="333095" cy="386390"/>
          </a:xfrm>
        </p:grpSpPr>
        <p:sp>
          <p:nvSpPr>
            <p:cNvPr id="9" name="이등변 삼각형 8">
              <a:extLst>
                <a:ext uri="{FF2B5EF4-FFF2-40B4-BE49-F238E27FC236}">
                  <a16:creationId xmlns:a16="http://schemas.microsoft.com/office/drawing/2014/main" id="{45D334AE-21D8-73B9-1D09-F5BC322B24CA}"/>
                </a:ext>
              </a:extLst>
            </p:cNvPr>
            <p:cNvSpPr/>
            <p:nvPr/>
          </p:nvSpPr>
          <p:spPr>
            <a:xfrm rot="5400000">
              <a:off x="3190861" y="3852792"/>
              <a:ext cx="386390" cy="33309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6384AFE-49FA-7C8E-8983-6A1D562660BE}"/>
                </a:ext>
              </a:extLst>
            </p:cNvPr>
            <p:cNvSpPr txBox="1"/>
            <p:nvPr/>
          </p:nvSpPr>
          <p:spPr>
            <a:xfrm>
              <a:off x="3240854" y="4012250"/>
              <a:ext cx="14320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+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36BDA1-F230-D64C-24BB-2098C01FC4E6}"/>
                </a:ext>
              </a:extLst>
            </p:cNvPr>
            <p:cNvSpPr txBox="1"/>
            <p:nvPr/>
          </p:nvSpPr>
          <p:spPr>
            <a:xfrm>
              <a:off x="3253775" y="3897254"/>
              <a:ext cx="11427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-</a:t>
              </a:r>
              <a:endParaRPr lang="ko-KR" altLang="en-US" sz="800" dirty="0">
                <a:latin typeface="+mn-ea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F937C95-3CFF-6472-B451-B375B08855A7}"/>
              </a:ext>
            </a:extLst>
          </p:cNvPr>
          <p:cNvSpPr txBox="1"/>
          <p:nvPr/>
        </p:nvSpPr>
        <p:spPr>
          <a:xfrm>
            <a:off x="3313612" y="5266110"/>
            <a:ext cx="405487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b="1" dirty="0">
                <a:latin typeface="+mn-ea"/>
              </a:rPr>
              <a:t>AD8066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083758E-1DBA-78D0-4B9C-7B7B9E535F2C}"/>
              </a:ext>
            </a:extLst>
          </p:cNvPr>
          <p:cNvCxnSpPr>
            <a:cxnSpLocks/>
          </p:cNvCxnSpPr>
          <p:nvPr/>
        </p:nvCxnSpPr>
        <p:spPr>
          <a:xfrm>
            <a:off x="3255595" y="4779543"/>
            <a:ext cx="1257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6BA13EC-159C-712E-96C1-74104C6813BD}"/>
              </a:ext>
            </a:extLst>
          </p:cNvPr>
          <p:cNvCxnSpPr>
            <a:cxnSpLocks/>
          </p:cNvCxnSpPr>
          <p:nvPr/>
        </p:nvCxnSpPr>
        <p:spPr>
          <a:xfrm>
            <a:off x="3648845" y="5089601"/>
            <a:ext cx="104690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36A6395A-CB5E-3483-FA4A-07BAFD5C45FC}"/>
              </a:ext>
            </a:extLst>
          </p:cNvPr>
          <p:cNvCxnSpPr>
            <a:cxnSpLocks/>
          </p:cNvCxnSpPr>
          <p:nvPr/>
        </p:nvCxnSpPr>
        <p:spPr>
          <a:xfrm>
            <a:off x="3732473" y="4779543"/>
            <a:ext cx="0" cy="6785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5BAFDB3F-CD73-6FBF-B05D-73E5FF59DEE1}"/>
              </a:ext>
            </a:extLst>
          </p:cNvPr>
          <p:cNvCxnSpPr>
            <a:cxnSpLocks/>
          </p:cNvCxnSpPr>
          <p:nvPr/>
        </p:nvCxnSpPr>
        <p:spPr>
          <a:xfrm>
            <a:off x="3259033" y="4779543"/>
            <a:ext cx="0" cy="2149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58EC1E52-1E08-B512-DBC8-EE2D6DD15301}"/>
              </a:ext>
            </a:extLst>
          </p:cNvPr>
          <p:cNvCxnSpPr>
            <a:cxnSpLocks/>
          </p:cNvCxnSpPr>
          <p:nvPr/>
        </p:nvCxnSpPr>
        <p:spPr>
          <a:xfrm>
            <a:off x="4005173" y="5268354"/>
            <a:ext cx="5649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D37E4F64-6807-2118-AA5D-B284650B2557}"/>
              </a:ext>
            </a:extLst>
          </p:cNvPr>
          <p:cNvCxnSpPr>
            <a:cxnSpLocks/>
          </p:cNvCxnSpPr>
          <p:nvPr/>
        </p:nvCxnSpPr>
        <p:spPr>
          <a:xfrm>
            <a:off x="4005173" y="5268354"/>
            <a:ext cx="0" cy="1897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37E2F206-5EE5-4B91-5435-CCE220F2E90B}"/>
              </a:ext>
            </a:extLst>
          </p:cNvPr>
          <p:cNvCxnSpPr>
            <a:cxnSpLocks/>
          </p:cNvCxnSpPr>
          <p:nvPr/>
        </p:nvCxnSpPr>
        <p:spPr>
          <a:xfrm>
            <a:off x="4429115" y="5510678"/>
            <a:ext cx="2666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034EE07C-DBFD-558F-64EE-AB0C881C244E}"/>
              </a:ext>
            </a:extLst>
          </p:cNvPr>
          <p:cNvCxnSpPr>
            <a:cxnSpLocks/>
          </p:cNvCxnSpPr>
          <p:nvPr/>
        </p:nvCxnSpPr>
        <p:spPr>
          <a:xfrm>
            <a:off x="4570147" y="4266645"/>
            <a:ext cx="0" cy="1243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2E056EED-8751-FCB1-44E8-F980CC19BA43}"/>
              </a:ext>
            </a:extLst>
          </p:cNvPr>
          <p:cNvCxnSpPr>
            <a:cxnSpLocks/>
          </p:cNvCxnSpPr>
          <p:nvPr/>
        </p:nvCxnSpPr>
        <p:spPr>
          <a:xfrm>
            <a:off x="3728773" y="5461267"/>
            <a:ext cx="37614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6AB7B83-FE18-6AD9-2093-61D01DDE331F}"/>
              </a:ext>
            </a:extLst>
          </p:cNvPr>
          <p:cNvSpPr/>
          <p:nvPr/>
        </p:nvSpPr>
        <p:spPr>
          <a:xfrm>
            <a:off x="3801911" y="5419360"/>
            <a:ext cx="135708" cy="80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42AD361E-7CA2-A437-2A7C-B6A50416E0EA}"/>
              </a:ext>
            </a:extLst>
          </p:cNvPr>
          <p:cNvCxnSpPr>
            <a:cxnSpLocks/>
          </p:cNvCxnSpPr>
          <p:nvPr/>
        </p:nvCxnSpPr>
        <p:spPr>
          <a:xfrm>
            <a:off x="1909762" y="5579244"/>
            <a:ext cx="21951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타원 89">
            <a:extLst>
              <a:ext uri="{FF2B5EF4-FFF2-40B4-BE49-F238E27FC236}">
                <a16:creationId xmlns:a16="http://schemas.microsoft.com/office/drawing/2014/main" id="{7DB9AA40-E4A0-513B-E08B-36FDF4ABF926}"/>
              </a:ext>
            </a:extLst>
          </p:cNvPr>
          <p:cNvSpPr/>
          <p:nvPr/>
        </p:nvSpPr>
        <p:spPr>
          <a:xfrm>
            <a:off x="3704066" y="506723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3E8E6640-7015-9D56-BDE4-A737292B326E}"/>
              </a:ext>
            </a:extLst>
          </p:cNvPr>
          <p:cNvSpPr/>
          <p:nvPr/>
        </p:nvSpPr>
        <p:spPr>
          <a:xfrm>
            <a:off x="3983112" y="543811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277376BF-4E10-8AEE-7450-FFC384E39D51}"/>
              </a:ext>
            </a:extLst>
          </p:cNvPr>
          <p:cNvSpPr/>
          <p:nvPr/>
        </p:nvSpPr>
        <p:spPr>
          <a:xfrm>
            <a:off x="4545534" y="548921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F8E80D7-80CE-0C58-2E6F-580838C5B33E}"/>
              </a:ext>
            </a:extLst>
          </p:cNvPr>
          <p:cNvSpPr/>
          <p:nvPr/>
        </p:nvSpPr>
        <p:spPr>
          <a:xfrm>
            <a:off x="1452210" y="3427585"/>
            <a:ext cx="3242504" cy="2582793"/>
          </a:xfrm>
          <a:prstGeom prst="rect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7EDAC511-759D-D9B1-7FDD-30828FD3775B}"/>
              </a:ext>
            </a:extLst>
          </p:cNvPr>
          <p:cNvSpPr/>
          <p:nvPr/>
        </p:nvSpPr>
        <p:spPr>
          <a:xfrm>
            <a:off x="4200804" y="5228021"/>
            <a:ext cx="135708" cy="80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F62C815D-D0A9-9044-F5F8-01F4A705E6B3}"/>
              </a:ext>
            </a:extLst>
          </p:cNvPr>
          <p:cNvGrpSpPr/>
          <p:nvPr/>
        </p:nvGrpSpPr>
        <p:grpSpPr>
          <a:xfrm>
            <a:off x="4104919" y="5322083"/>
            <a:ext cx="333095" cy="386390"/>
            <a:chOff x="3217508" y="3826145"/>
            <a:chExt cx="333095" cy="386390"/>
          </a:xfrm>
        </p:grpSpPr>
        <p:sp>
          <p:nvSpPr>
            <p:cNvPr id="105" name="이등변 삼각형 104">
              <a:extLst>
                <a:ext uri="{FF2B5EF4-FFF2-40B4-BE49-F238E27FC236}">
                  <a16:creationId xmlns:a16="http://schemas.microsoft.com/office/drawing/2014/main" id="{E2A1E8EB-A4BC-0FD7-833B-28D89291B7E4}"/>
                </a:ext>
              </a:extLst>
            </p:cNvPr>
            <p:cNvSpPr/>
            <p:nvPr/>
          </p:nvSpPr>
          <p:spPr>
            <a:xfrm rot="5400000">
              <a:off x="3190861" y="3852792"/>
              <a:ext cx="386390" cy="33309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434C24E0-4DDF-A95F-91B3-204D6B7C1BC7}"/>
                </a:ext>
              </a:extLst>
            </p:cNvPr>
            <p:cNvSpPr txBox="1"/>
            <p:nvPr/>
          </p:nvSpPr>
          <p:spPr>
            <a:xfrm>
              <a:off x="3240854" y="4012250"/>
              <a:ext cx="14320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+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5F0D3033-F444-9BB2-ACC3-F34EF1F0FB9F}"/>
                </a:ext>
              </a:extLst>
            </p:cNvPr>
            <p:cNvSpPr txBox="1"/>
            <p:nvPr/>
          </p:nvSpPr>
          <p:spPr>
            <a:xfrm>
              <a:off x="3253775" y="3897254"/>
              <a:ext cx="11427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-</a:t>
              </a:r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59B8FFF5-79D3-BC73-C727-1C5C1FE410AA}"/>
              </a:ext>
            </a:extLst>
          </p:cNvPr>
          <p:cNvCxnSpPr>
            <a:cxnSpLocks/>
          </p:cNvCxnSpPr>
          <p:nvPr/>
        </p:nvCxnSpPr>
        <p:spPr>
          <a:xfrm>
            <a:off x="4681985" y="5510569"/>
            <a:ext cx="11092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DEF089D7-5933-CA31-7E66-CE6E6F6B8BF1}"/>
              </a:ext>
            </a:extLst>
          </p:cNvPr>
          <p:cNvCxnSpPr>
            <a:cxnSpLocks/>
          </p:cNvCxnSpPr>
          <p:nvPr/>
        </p:nvCxnSpPr>
        <p:spPr>
          <a:xfrm>
            <a:off x="4695750" y="5089481"/>
            <a:ext cx="10954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52FD53D8-8868-5719-FE31-55175BD08868}"/>
              </a:ext>
            </a:extLst>
          </p:cNvPr>
          <p:cNvGrpSpPr/>
          <p:nvPr/>
        </p:nvGrpSpPr>
        <p:grpSpPr>
          <a:xfrm>
            <a:off x="7207609" y="4660077"/>
            <a:ext cx="796363" cy="1059890"/>
            <a:chOff x="7303726" y="3308128"/>
            <a:chExt cx="796363" cy="1059890"/>
          </a:xfrm>
        </p:grpSpPr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C647E32E-FA83-F51A-8496-0987558FC0A4}"/>
                </a:ext>
              </a:extLst>
            </p:cNvPr>
            <p:cNvSpPr/>
            <p:nvPr/>
          </p:nvSpPr>
          <p:spPr>
            <a:xfrm>
              <a:off x="7413126" y="3550513"/>
              <a:ext cx="600075" cy="817505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CDEFAE2B-4D60-A8FA-59D3-9D534C32CC98}"/>
                </a:ext>
              </a:extLst>
            </p:cNvPr>
            <p:cNvSpPr txBox="1"/>
            <p:nvPr/>
          </p:nvSpPr>
          <p:spPr>
            <a:xfrm>
              <a:off x="7413126" y="3308128"/>
              <a:ext cx="60007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b="1" dirty="0">
                  <a:latin typeface="+mn-ea"/>
                </a:rPr>
                <a:t>Si8652</a:t>
              </a:r>
            </a:p>
            <a:p>
              <a:r>
                <a:rPr lang="en-US" altLang="ko-KR" sz="800" dirty="0">
                  <a:latin typeface="+mn-ea"/>
                </a:rPr>
                <a:t>(isolator)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05F6638F-B2DA-60FB-9F73-D8FAD2F77BC8}"/>
                </a:ext>
              </a:extLst>
            </p:cNvPr>
            <p:cNvSpPr txBox="1"/>
            <p:nvPr/>
          </p:nvSpPr>
          <p:spPr>
            <a:xfrm>
              <a:off x="7433754" y="3570517"/>
              <a:ext cx="34643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Vdd2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4E122587-EB63-D334-7392-89F8AB2B7B45}"/>
                </a:ext>
              </a:extLst>
            </p:cNvPr>
            <p:cNvSpPr txBox="1"/>
            <p:nvPr/>
          </p:nvSpPr>
          <p:spPr>
            <a:xfrm>
              <a:off x="7692518" y="3571485"/>
              <a:ext cx="299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Vdd1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53" name="이등변 삼각형 152">
              <a:extLst>
                <a:ext uri="{FF2B5EF4-FFF2-40B4-BE49-F238E27FC236}">
                  <a16:creationId xmlns:a16="http://schemas.microsoft.com/office/drawing/2014/main" id="{0312B1C9-BC22-88D9-C13D-3360DEA835C6}"/>
                </a:ext>
              </a:extLst>
            </p:cNvPr>
            <p:cNvSpPr/>
            <p:nvPr/>
          </p:nvSpPr>
          <p:spPr>
            <a:xfrm rot="16200000">
              <a:off x="7502820" y="3759344"/>
              <a:ext cx="117096" cy="10094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154" name="이등변 삼각형 153">
              <a:extLst>
                <a:ext uri="{FF2B5EF4-FFF2-40B4-BE49-F238E27FC236}">
                  <a16:creationId xmlns:a16="http://schemas.microsoft.com/office/drawing/2014/main" id="{992F737F-7387-8F99-EA54-36F337377EFA}"/>
                </a:ext>
              </a:extLst>
            </p:cNvPr>
            <p:cNvSpPr/>
            <p:nvPr/>
          </p:nvSpPr>
          <p:spPr>
            <a:xfrm rot="16200000">
              <a:off x="7783899" y="3753648"/>
              <a:ext cx="117096" cy="10094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1FF20118-1EE2-FE95-AFEB-370B39314400}"/>
                </a:ext>
              </a:extLst>
            </p:cNvPr>
            <p:cNvCxnSpPr>
              <a:cxnSpLocks/>
            </p:cNvCxnSpPr>
            <p:nvPr/>
          </p:nvCxnSpPr>
          <p:spPr>
            <a:xfrm>
              <a:off x="7665244" y="3683293"/>
              <a:ext cx="0" cy="6585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직선 연결선 156">
              <a:extLst>
                <a:ext uri="{FF2B5EF4-FFF2-40B4-BE49-F238E27FC236}">
                  <a16:creationId xmlns:a16="http://schemas.microsoft.com/office/drawing/2014/main" id="{A22CE064-E433-CB48-D1A1-46D11054B7FE}"/>
                </a:ext>
              </a:extLst>
            </p:cNvPr>
            <p:cNvCxnSpPr>
              <a:cxnSpLocks/>
            </p:cNvCxnSpPr>
            <p:nvPr/>
          </p:nvCxnSpPr>
          <p:spPr>
            <a:xfrm>
              <a:off x="7746207" y="3683293"/>
              <a:ext cx="0" cy="6513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68383EC2-FC3E-9E9B-2C6B-C12C6D67748F}"/>
                </a:ext>
              </a:extLst>
            </p:cNvPr>
            <p:cNvSpPr txBox="1"/>
            <p:nvPr/>
          </p:nvSpPr>
          <p:spPr>
            <a:xfrm rot="16200000">
              <a:off x="7556250" y="3959884"/>
              <a:ext cx="2998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rgbClr val="0070C0"/>
                  </a:solidFill>
                  <a:latin typeface="+mn-ea"/>
                </a:rPr>
                <a:t>isolation</a:t>
              </a:r>
              <a:endParaRPr lang="ko-KR" altLang="en-US" sz="600" dirty="0">
                <a:solidFill>
                  <a:srgbClr val="0070C0"/>
                </a:solidFill>
                <a:latin typeface="+mn-ea"/>
              </a:endParaRPr>
            </a:p>
          </p:txBody>
        </p:sp>
        <p:cxnSp>
          <p:nvCxnSpPr>
            <p:cNvPr id="160" name="직선 연결선 159">
              <a:extLst>
                <a:ext uri="{FF2B5EF4-FFF2-40B4-BE49-F238E27FC236}">
                  <a16:creationId xmlns:a16="http://schemas.microsoft.com/office/drawing/2014/main" id="{211BE4F5-133E-0057-F06E-770064720E95}"/>
                </a:ext>
              </a:extLst>
            </p:cNvPr>
            <p:cNvCxnSpPr/>
            <p:nvPr/>
          </p:nvCxnSpPr>
          <p:spPr>
            <a:xfrm>
              <a:off x="7892920" y="3804119"/>
              <a:ext cx="2071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직선 연결선 160">
              <a:extLst>
                <a:ext uri="{FF2B5EF4-FFF2-40B4-BE49-F238E27FC236}">
                  <a16:creationId xmlns:a16="http://schemas.microsoft.com/office/drawing/2014/main" id="{77147A73-5329-1FD3-7242-B907183448F5}"/>
                </a:ext>
              </a:extLst>
            </p:cNvPr>
            <p:cNvCxnSpPr/>
            <p:nvPr/>
          </p:nvCxnSpPr>
          <p:spPr>
            <a:xfrm>
              <a:off x="7303726" y="3806497"/>
              <a:ext cx="2071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이등변 삼각형 161">
              <a:extLst>
                <a:ext uri="{FF2B5EF4-FFF2-40B4-BE49-F238E27FC236}">
                  <a16:creationId xmlns:a16="http://schemas.microsoft.com/office/drawing/2014/main" id="{EFB7E567-951A-5511-5B82-D4DBCA290553}"/>
                </a:ext>
              </a:extLst>
            </p:cNvPr>
            <p:cNvSpPr/>
            <p:nvPr/>
          </p:nvSpPr>
          <p:spPr>
            <a:xfrm rot="16200000">
              <a:off x="7502820" y="3869309"/>
              <a:ext cx="117096" cy="10094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163" name="이등변 삼각형 162">
              <a:extLst>
                <a:ext uri="{FF2B5EF4-FFF2-40B4-BE49-F238E27FC236}">
                  <a16:creationId xmlns:a16="http://schemas.microsoft.com/office/drawing/2014/main" id="{0A86D009-A906-D672-48CB-EB0879030661}"/>
                </a:ext>
              </a:extLst>
            </p:cNvPr>
            <p:cNvSpPr/>
            <p:nvPr/>
          </p:nvSpPr>
          <p:spPr>
            <a:xfrm rot="16200000">
              <a:off x="7783899" y="3863609"/>
              <a:ext cx="117096" cy="10094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B4C3874A-1498-2F76-AFC1-6CD6F96D85B4}"/>
                </a:ext>
              </a:extLst>
            </p:cNvPr>
            <p:cNvCxnSpPr/>
            <p:nvPr/>
          </p:nvCxnSpPr>
          <p:spPr>
            <a:xfrm>
              <a:off x="7892920" y="3914080"/>
              <a:ext cx="2071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FCFB10AB-48E8-26D3-7AA7-F73C033926FB}"/>
                </a:ext>
              </a:extLst>
            </p:cNvPr>
            <p:cNvCxnSpPr/>
            <p:nvPr/>
          </p:nvCxnSpPr>
          <p:spPr>
            <a:xfrm>
              <a:off x="7303726" y="3916462"/>
              <a:ext cx="2071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이등변 삼각형 165">
              <a:extLst>
                <a:ext uri="{FF2B5EF4-FFF2-40B4-BE49-F238E27FC236}">
                  <a16:creationId xmlns:a16="http://schemas.microsoft.com/office/drawing/2014/main" id="{BB1720FF-9E27-45B9-1D79-152698706D68}"/>
                </a:ext>
              </a:extLst>
            </p:cNvPr>
            <p:cNvSpPr/>
            <p:nvPr/>
          </p:nvSpPr>
          <p:spPr>
            <a:xfrm rot="16200000">
              <a:off x="7502820" y="3981893"/>
              <a:ext cx="117096" cy="10094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167" name="이등변 삼각형 166">
              <a:extLst>
                <a:ext uri="{FF2B5EF4-FFF2-40B4-BE49-F238E27FC236}">
                  <a16:creationId xmlns:a16="http://schemas.microsoft.com/office/drawing/2014/main" id="{61DD938C-B35B-4711-1FBB-F86809DC4AE5}"/>
                </a:ext>
              </a:extLst>
            </p:cNvPr>
            <p:cNvSpPr/>
            <p:nvPr/>
          </p:nvSpPr>
          <p:spPr>
            <a:xfrm rot="16200000">
              <a:off x="7783899" y="3973816"/>
              <a:ext cx="117096" cy="10094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1AF16D81-FBCB-15C4-983E-75D93FD6B19B}"/>
                </a:ext>
              </a:extLst>
            </p:cNvPr>
            <p:cNvCxnSpPr/>
            <p:nvPr/>
          </p:nvCxnSpPr>
          <p:spPr>
            <a:xfrm>
              <a:off x="7892920" y="4024287"/>
              <a:ext cx="2071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B555838D-0E6C-874B-B403-A0820BC51CA4}"/>
                </a:ext>
              </a:extLst>
            </p:cNvPr>
            <p:cNvCxnSpPr/>
            <p:nvPr/>
          </p:nvCxnSpPr>
          <p:spPr>
            <a:xfrm>
              <a:off x="7303726" y="4029046"/>
              <a:ext cx="2071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이등변 삼각형 169">
              <a:extLst>
                <a:ext uri="{FF2B5EF4-FFF2-40B4-BE49-F238E27FC236}">
                  <a16:creationId xmlns:a16="http://schemas.microsoft.com/office/drawing/2014/main" id="{DC50EF54-BD8E-BE62-EDA9-AF15AC4F2570}"/>
                </a:ext>
              </a:extLst>
            </p:cNvPr>
            <p:cNvSpPr/>
            <p:nvPr/>
          </p:nvSpPr>
          <p:spPr>
            <a:xfrm rot="5400000">
              <a:off x="7502820" y="4095738"/>
              <a:ext cx="117096" cy="10094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171" name="이등변 삼각형 170">
              <a:extLst>
                <a:ext uri="{FF2B5EF4-FFF2-40B4-BE49-F238E27FC236}">
                  <a16:creationId xmlns:a16="http://schemas.microsoft.com/office/drawing/2014/main" id="{792933CF-CFEF-90A9-A8B5-6EDA02AF972A}"/>
                </a:ext>
              </a:extLst>
            </p:cNvPr>
            <p:cNvSpPr/>
            <p:nvPr/>
          </p:nvSpPr>
          <p:spPr>
            <a:xfrm rot="5400000">
              <a:off x="7783899" y="4090038"/>
              <a:ext cx="117096" cy="10094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06244B5C-2934-4F13-0680-1AAE4D824224}"/>
                </a:ext>
              </a:extLst>
            </p:cNvPr>
            <p:cNvCxnSpPr/>
            <p:nvPr/>
          </p:nvCxnSpPr>
          <p:spPr>
            <a:xfrm>
              <a:off x="7892920" y="4140509"/>
              <a:ext cx="2071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150E76D3-3201-2703-0BE6-DD7EF4EB22B3}"/>
                </a:ext>
              </a:extLst>
            </p:cNvPr>
            <p:cNvCxnSpPr/>
            <p:nvPr/>
          </p:nvCxnSpPr>
          <p:spPr>
            <a:xfrm>
              <a:off x="7303726" y="4145272"/>
              <a:ext cx="2071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이등변 삼각형 173">
              <a:extLst>
                <a:ext uri="{FF2B5EF4-FFF2-40B4-BE49-F238E27FC236}">
                  <a16:creationId xmlns:a16="http://schemas.microsoft.com/office/drawing/2014/main" id="{6274AE4C-DDA7-BA2D-562F-795EB3D141F0}"/>
                </a:ext>
              </a:extLst>
            </p:cNvPr>
            <p:cNvSpPr/>
            <p:nvPr/>
          </p:nvSpPr>
          <p:spPr>
            <a:xfrm rot="5400000">
              <a:off x="7502820" y="4212360"/>
              <a:ext cx="117096" cy="10094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175" name="이등변 삼각형 174">
              <a:extLst>
                <a:ext uri="{FF2B5EF4-FFF2-40B4-BE49-F238E27FC236}">
                  <a16:creationId xmlns:a16="http://schemas.microsoft.com/office/drawing/2014/main" id="{614CDC00-E6A8-1C75-69AC-FE960A3BD7E2}"/>
                </a:ext>
              </a:extLst>
            </p:cNvPr>
            <p:cNvSpPr/>
            <p:nvPr/>
          </p:nvSpPr>
          <p:spPr>
            <a:xfrm rot="5400000">
              <a:off x="7783899" y="4206660"/>
              <a:ext cx="117096" cy="10094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cxnSp>
          <p:nvCxnSpPr>
            <p:cNvPr id="176" name="직선 연결선 175">
              <a:extLst>
                <a:ext uri="{FF2B5EF4-FFF2-40B4-BE49-F238E27FC236}">
                  <a16:creationId xmlns:a16="http://schemas.microsoft.com/office/drawing/2014/main" id="{7F88CB49-0B4E-FC8B-E14A-4517E5FA83CF}"/>
                </a:ext>
              </a:extLst>
            </p:cNvPr>
            <p:cNvCxnSpPr/>
            <p:nvPr/>
          </p:nvCxnSpPr>
          <p:spPr>
            <a:xfrm>
              <a:off x="7892920" y="4257131"/>
              <a:ext cx="2071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직선 연결선 176">
              <a:extLst>
                <a:ext uri="{FF2B5EF4-FFF2-40B4-BE49-F238E27FC236}">
                  <a16:creationId xmlns:a16="http://schemas.microsoft.com/office/drawing/2014/main" id="{7AC3FC95-AE0C-3B9F-AAB8-DA20799A25D6}"/>
                </a:ext>
              </a:extLst>
            </p:cNvPr>
            <p:cNvCxnSpPr/>
            <p:nvPr/>
          </p:nvCxnSpPr>
          <p:spPr>
            <a:xfrm>
              <a:off x="7303726" y="4261894"/>
              <a:ext cx="2071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3276D361-AC05-7327-614D-9C568A5EF852}"/>
              </a:ext>
            </a:extLst>
          </p:cNvPr>
          <p:cNvCxnSpPr>
            <a:cxnSpLocks/>
          </p:cNvCxnSpPr>
          <p:nvPr/>
        </p:nvCxnSpPr>
        <p:spPr>
          <a:xfrm>
            <a:off x="6700418" y="5157482"/>
            <a:ext cx="5120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32D25C16-8097-2CBC-15E0-46097A82B974}"/>
              </a:ext>
            </a:extLst>
          </p:cNvPr>
          <p:cNvCxnSpPr>
            <a:cxnSpLocks/>
          </p:cNvCxnSpPr>
          <p:nvPr/>
        </p:nvCxnSpPr>
        <p:spPr>
          <a:xfrm>
            <a:off x="6700418" y="5266663"/>
            <a:ext cx="5120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F2F5517F-AFF9-C98C-3A99-CE951D8AB457}"/>
              </a:ext>
            </a:extLst>
          </p:cNvPr>
          <p:cNvCxnSpPr>
            <a:cxnSpLocks/>
          </p:cNvCxnSpPr>
          <p:nvPr/>
        </p:nvCxnSpPr>
        <p:spPr>
          <a:xfrm>
            <a:off x="6700418" y="5380963"/>
            <a:ext cx="5120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75699EBC-FE4C-E943-F91C-885E33B59AAD}"/>
              </a:ext>
            </a:extLst>
          </p:cNvPr>
          <p:cNvCxnSpPr>
            <a:cxnSpLocks/>
          </p:cNvCxnSpPr>
          <p:nvPr/>
        </p:nvCxnSpPr>
        <p:spPr>
          <a:xfrm>
            <a:off x="6700418" y="5497645"/>
            <a:ext cx="5120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4364C77C-E65F-6C7E-9380-F19AC7461916}"/>
              </a:ext>
            </a:extLst>
          </p:cNvPr>
          <p:cNvGrpSpPr/>
          <p:nvPr/>
        </p:nvGrpSpPr>
        <p:grpSpPr>
          <a:xfrm>
            <a:off x="7212445" y="3517495"/>
            <a:ext cx="796363" cy="948822"/>
            <a:chOff x="7303726" y="3308128"/>
            <a:chExt cx="796363" cy="948822"/>
          </a:xfrm>
        </p:grpSpPr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E0DBAB02-94DD-A9AA-7F07-D4DA6E00F394}"/>
                </a:ext>
              </a:extLst>
            </p:cNvPr>
            <p:cNvSpPr/>
            <p:nvPr/>
          </p:nvSpPr>
          <p:spPr>
            <a:xfrm>
              <a:off x="7413126" y="3550514"/>
              <a:ext cx="600075" cy="70643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C7A4B65D-9E0A-243A-10A6-7CB25F38F3BE}"/>
                </a:ext>
              </a:extLst>
            </p:cNvPr>
            <p:cNvSpPr txBox="1"/>
            <p:nvPr/>
          </p:nvSpPr>
          <p:spPr>
            <a:xfrm>
              <a:off x="7413126" y="3308128"/>
              <a:ext cx="60007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b="1" dirty="0">
                  <a:latin typeface="+mn-ea"/>
                </a:rPr>
                <a:t>ISO7341</a:t>
              </a:r>
            </a:p>
            <a:p>
              <a:r>
                <a:rPr lang="en-US" altLang="ko-KR" sz="800" dirty="0">
                  <a:latin typeface="+mn-ea"/>
                </a:rPr>
                <a:t>(isolator)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F965D9F1-25CC-0909-76BF-58C28FE451B9}"/>
                </a:ext>
              </a:extLst>
            </p:cNvPr>
            <p:cNvSpPr txBox="1"/>
            <p:nvPr/>
          </p:nvSpPr>
          <p:spPr>
            <a:xfrm>
              <a:off x="7433754" y="3570517"/>
              <a:ext cx="34643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Vdd2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BDEEBCA2-D58F-EB80-C51B-7BCB65F3A8ED}"/>
                </a:ext>
              </a:extLst>
            </p:cNvPr>
            <p:cNvSpPr txBox="1"/>
            <p:nvPr/>
          </p:nvSpPr>
          <p:spPr>
            <a:xfrm>
              <a:off x="7692518" y="3571485"/>
              <a:ext cx="299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Vdd1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95" name="이등변 삼각형 194">
              <a:extLst>
                <a:ext uri="{FF2B5EF4-FFF2-40B4-BE49-F238E27FC236}">
                  <a16:creationId xmlns:a16="http://schemas.microsoft.com/office/drawing/2014/main" id="{D81BD93B-2358-DE2F-4936-2DDABC101F30}"/>
                </a:ext>
              </a:extLst>
            </p:cNvPr>
            <p:cNvSpPr/>
            <p:nvPr/>
          </p:nvSpPr>
          <p:spPr>
            <a:xfrm rot="16200000">
              <a:off x="7502820" y="3759344"/>
              <a:ext cx="117096" cy="10094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196" name="이등변 삼각형 195">
              <a:extLst>
                <a:ext uri="{FF2B5EF4-FFF2-40B4-BE49-F238E27FC236}">
                  <a16:creationId xmlns:a16="http://schemas.microsoft.com/office/drawing/2014/main" id="{AD8664FF-64F6-B111-192F-02115152EB87}"/>
                </a:ext>
              </a:extLst>
            </p:cNvPr>
            <p:cNvSpPr/>
            <p:nvPr/>
          </p:nvSpPr>
          <p:spPr>
            <a:xfrm rot="16200000">
              <a:off x="7783899" y="3753648"/>
              <a:ext cx="117096" cy="10094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cxnSp>
          <p:nvCxnSpPr>
            <p:cNvPr id="197" name="직선 연결선 196">
              <a:extLst>
                <a:ext uri="{FF2B5EF4-FFF2-40B4-BE49-F238E27FC236}">
                  <a16:creationId xmlns:a16="http://schemas.microsoft.com/office/drawing/2014/main" id="{CFC2E4C0-CC69-B967-5C5D-E6360A060EB6}"/>
                </a:ext>
              </a:extLst>
            </p:cNvPr>
            <p:cNvCxnSpPr>
              <a:cxnSpLocks/>
            </p:cNvCxnSpPr>
            <p:nvPr/>
          </p:nvCxnSpPr>
          <p:spPr>
            <a:xfrm>
              <a:off x="7665244" y="3683293"/>
              <a:ext cx="0" cy="5403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직선 연결선 197">
              <a:extLst>
                <a:ext uri="{FF2B5EF4-FFF2-40B4-BE49-F238E27FC236}">
                  <a16:creationId xmlns:a16="http://schemas.microsoft.com/office/drawing/2014/main" id="{0E83750B-95C6-B903-CA30-EED17BDC2484}"/>
                </a:ext>
              </a:extLst>
            </p:cNvPr>
            <p:cNvCxnSpPr>
              <a:cxnSpLocks/>
            </p:cNvCxnSpPr>
            <p:nvPr/>
          </p:nvCxnSpPr>
          <p:spPr>
            <a:xfrm>
              <a:off x="7746207" y="3683293"/>
              <a:ext cx="0" cy="5403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48A3B64A-BF34-DC55-44CE-A3AABC96D1A8}"/>
                </a:ext>
              </a:extLst>
            </p:cNvPr>
            <p:cNvSpPr txBox="1"/>
            <p:nvPr/>
          </p:nvSpPr>
          <p:spPr>
            <a:xfrm rot="16200000">
              <a:off x="7556250" y="3959884"/>
              <a:ext cx="299859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rgbClr val="0070C0"/>
                  </a:solidFill>
                  <a:latin typeface="+mn-ea"/>
                </a:rPr>
                <a:t>isolation</a:t>
              </a:r>
              <a:endParaRPr lang="ko-KR" altLang="en-US" sz="600" dirty="0">
                <a:solidFill>
                  <a:srgbClr val="0070C0"/>
                </a:solidFill>
                <a:latin typeface="+mn-ea"/>
              </a:endParaRPr>
            </a:p>
          </p:txBody>
        </p:sp>
        <p:cxnSp>
          <p:nvCxnSpPr>
            <p:cNvPr id="200" name="직선 연결선 199">
              <a:extLst>
                <a:ext uri="{FF2B5EF4-FFF2-40B4-BE49-F238E27FC236}">
                  <a16:creationId xmlns:a16="http://schemas.microsoft.com/office/drawing/2014/main" id="{469DCFA0-8000-7E82-7CF5-CBF84D187549}"/>
                </a:ext>
              </a:extLst>
            </p:cNvPr>
            <p:cNvCxnSpPr/>
            <p:nvPr/>
          </p:nvCxnSpPr>
          <p:spPr>
            <a:xfrm>
              <a:off x="7892920" y="3804119"/>
              <a:ext cx="2071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직선 연결선 200">
              <a:extLst>
                <a:ext uri="{FF2B5EF4-FFF2-40B4-BE49-F238E27FC236}">
                  <a16:creationId xmlns:a16="http://schemas.microsoft.com/office/drawing/2014/main" id="{4D84F93F-F4BE-B122-F483-AA4CC1EC458D}"/>
                </a:ext>
              </a:extLst>
            </p:cNvPr>
            <p:cNvCxnSpPr/>
            <p:nvPr/>
          </p:nvCxnSpPr>
          <p:spPr>
            <a:xfrm>
              <a:off x="7303726" y="3806497"/>
              <a:ext cx="2071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이등변 삼각형 201">
              <a:extLst>
                <a:ext uri="{FF2B5EF4-FFF2-40B4-BE49-F238E27FC236}">
                  <a16:creationId xmlns:a16="http://schemas.microsoft.com/office/drawing/2014/main" id="{9433DAD4-22C4-D8EF-EBC1-8C73DFD02CB5}"/>
                </a:ext>
              </a:extLst>
            </p:cNvPr>
            <p:cNvSpPr/>
            <p:nvPr/>
          </p:nvSpPr>
          <p:spPr>
            <a:xfrm rot="16200000">
              <a:off x="7502820" y="3869309"/>
              <a:ext cx="117096" cy="10094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203" name="이등변 삼각형 202">
              <a:extLst>
                <a:ext uri="{FF2B5EF4-FFF2-40B4-BE49-F238E27FC236}">
                  <a16:creationId xmlns:a16="http://schemas.microsoft.com/office/drawing/2014/main" id="{7436497D-102F-26DB-D970-70E576AD8883}"/>
                </a:ext>
              </a:extLst>
            </p:cNvPr>
            <p:cNvSpPr/>
            <p:nvPr/>
          </p:nvSpPr>
          <p:spPr>
            <a:xfrm rot="16200000">
              <a:off x="7783899" y="3863609"/>
              <a:ext cx="117096" cy="10094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cxnSp>
          <p:nvCxnSpPr>
            <p:cNvPr id="204" name="직선 연결선 203">
              <a:extLst>
                <a:ext uri="{FF2B5EF4-FFF2-40B4-BE49-F238E27FC236}">
                  <a16:creationId xmlns:a16="http://schemas.microsoft.com/office/drawing/2014/main" id="{70F43C79-FA67-12C2-4050-AA21EEFE4F6E}"/>
                </a:ext>
              </a:extLst>
            </p:cNvPr>
            <p:cNvCxnSpPr/>
            <p:nvPr/>
          </p:nvCxnSpPr>
          <p:spPr>
            <a:xfrm>
              <a:off x="7892920" y="3914080"/>
              <a:ext cx="2071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직선 연결선 204">
              <a:extLst>
                <a:ext uri="{FF2B5EF4-FFF2-40B4-BE49-F238E27FC236}">
                  <a16:creationId xmlns:a16="http://schemas.microsoft.com/office/drawing/2014/main" id="{45042B63-CED5-D6FC-6B14-5F82871A4AC3}"/>
                </a:ext>
              </a:extLst>
            </p:cNvPr>
            <p:cNvCxnSpPr/>
            <p:nvPr/>
          </p:nvCxnSpPr>
          <p:spPr>
            <a:xfrm>
              <a:off x="7303726" y="3916462"/>
              <a:ext cx="2071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이등변 삼각형 205">
              <a:extLst>
                <a:ext uri="{FF2B5EF4-FFF2-40B4-BE49-F238E27FC236}">
                  <a16:creationId xmlns:a16="http://schemas.microsoft.com/office/drawing/2014/main" id="{B58A343E-506C-2189-5007-29C0A1EA0DF8}"/>
                </a:ext>
              </a:extLst>
            </p:cNvPr>
            <p:cNvSpPr/>
            <p:nvPr/>
          </p:nvSpPr>
          <p:spPr>
            <a:xfrm rot="16200000">
              <a:off x="7502820" y="3981893"/>
              <a:ext cx="117096" cy="10094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207" name="이등변 삼각형 206">
              <a:extLst>
                <a:ext uri="{FF2B5EF4-FFF2-40B4-BE49-F238E27FC236}">
                  <a16:creationId xmlns:a16="http://schemas.microsoft.com/office/drawing/2014/main" id="{CF8D34F4-0BBF-5448-C907-0756FEF11F7F}"/>
                </a:ext>
              </a:extLst>
            </p:cNvPr>
            <p:cNvSpPr/>
            <p:nvPr/>
          </p:nvSpPr>
          <p:spPr>
            <a:xfrm rot="16200000">
              <a:off x="7783899" y="3973816"/>
              <a:ext cx="117096" cy="10094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cxnSp>
          <p:nvCxnSpPr>
            <p:cNvPr id="208" name="직선 연결선 207">
              <a:extLst>
                <a:ext uri="{FF2B5EF4-FFF2-40B4-BE49-F238E27FC236}">
                  <a16:creationId xmlns:a16="http://schemas.microsoft.com/office/drawing/2014/main" id="{ED50BA02-DF9E-FEF3-211B-E730EBA76565}"/>
                </a:ext>
              </a:extLst>
            </p:cNvPr>
            <p:cNvCxnSpPr/>
            <p:nvPr/>
          </p:nvCxnSpPr>
          <p:spPr>
            <a:xfrm>
              <a:off x="7892920" y="4024287"/>
              <a:ext cx="2071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직선 연결선 208">
              <a:extLst>
                <a:ext uri="{FF2B5EF4-FFF2-40B4-BE49-F238E27FC236}">
                  <a16:creationId xmlns:a16="http://schemas.microsoft.com/office/drawing/2014/main" id="{885845D4-7EA4-0BB4-B14F-AA8ADA37E2ED}"/>
                </a:ext>
              </a:extLst>
            </p:cNvPr>
            <p:cNvCxnSpPr/>
            <p:nvPr/>
          </p:nvCxnSpPr>
          <p:spPr>
            <a:xfrm>
              <a:off x="7303726" y="4029046"/>
              <a:ext cx="2071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이등변 삼각형 209">
              <a:extLst>
                <a:ext uri="{FF2B5EF4-FFF2-40B4-BE49-F238E27FC236}">
                  <a16:creationId xmlns:a16="http://schemas.microsoft.com/office/drawing/2014/main" id="{47AA49B8-4375-99B0-8DC2-67102D98FEF8}"/>
                </a:ext>
              </a:extLst>
            </p:cNvPr>
            <p:cNvSpPr/>
            <p:nvPr/>
          </p:nvSpPr>
          <p:spPr>
            <a:xfrm rot="5400000">
              <a:off x="7502820" y="4095738"/>
              <a:ext cx="117096" cy="10094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211" name="이등변 삼각형 210">
              <a:extLst>
                <a:ext uri="{FF2B5EF4-FFF2-40B4-BE49-F238E27FC236}">
                  <a16:creationId xmlns:a16="http://schemas.microsoft.com/office/drawing/2014/main" id="{4AF5BCA0-86D4-4B4C-F746-797285FB4290}"/>
                </a:ext>
              </a:extLst>
            </p:cNvPr>
            <p:cNvSpPr/>
            <p:nvPr/>
          </p:nvSpPr>
          <p:spPr>
            <a:xfrm rot="5400000">
              <a:off x="7783899" y="4090038"/>
              <a:ext cx="117096" cy="10094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cxnSp>
          <p:nvCxnSpPr>
            <p:cNvPr id="212" name="직선 연결선 211">
              <a:extLst>
                <a:ext uri="{FF2B5EF4-FFF2-40B4-BE49-F238E27FC236}">
                  <a16:creationId xmlns:a16="http://schemas.microsoft.com/office/drawing/2014/main" id="{33BF36C2-AD39-B630-ABBF-D0DE37E08AD4}"/>
                </a:ext>
              </a:extLst>
            </p:cNvPr>
            <p:cNvCxnSpPr/>
            <p:nvPr/>
          </p:nvCxnSpPr>
          <p:spPr>
            <a:xfrm>
              <a:off x="7892920" y="4140509"/>
              <a:ext cx="2071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직선 연결선 212">
              <a:extLst>
                <a:ext uri="{FF2B5EF4-FFF2-40B4-BE49-F238E27FC236}">
                  <a16:creationId xmlns:a16="http://schemas.microsoft.com/office/drawing/2014/main" id="{B316FBAB-615D-6427-A231-00ABB35800CF}"/>
                </a:ext>
              </a:extLst>
            </p:cNvPr>
            <p:cNvCxnSpPr/>
            <p:nvPr/>
          </p:nvCxnSpPr>
          <p:spPr>
            <a:xfrm>
              <a:off x="7303726" y="4145272"/>
              <a:ext cx="2071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E40D418B-3715-C1AC-120F-2DB4A9C6602F}"/>
              </a:ext>
            </a:extLst>
          </p:cNvPr>
          <p:cNvGrpSpPr/>
          <p:nvPr/>
        </p:nvGrpSpPr>
        <p:grpSpPr>
          <a:xfrm>
            <a:off x="8880458" y="2279984"/>
            <a:ext cx="600075" cy="595777"/>
            <a:chOff x="4599959" y="1962256"/>
            <a:chExt cx="600075" cy="595777"/>
          </a:xfrm>
        </p:grpSpPr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ACA82322-5559-5E60-0CF1-966478A8B832}"/>
                </a:ext>
              </a:extLst>
            </p:cNvPr>
            <p:cNvSpPr/>
            <p:nvPr/>
          </p:nvSpPr>
          <p:spPr>
            <a:xfrm>
              <a:off x="4599959" y="2206496"/>
              <a:ext cx="600075" cy="35153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AEF0DD20-01E1-FFA0-8537-DED713A98002}"/>
                </a:ext>
              </a:extLst>
            </p:cNvPr>
            <p:cNvSpPr txBox="1"/>
            <p:nvPr/>
          </p:nvSpPr>
          <p:spPr>
            <a:xfrm>
              <a:off x="4599959" y="1962256"/>
              <a:ext cx="600075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b="1" dirty="0">
                  <a:latin typeface="+mn-ea"/>
                </a:rPr>
                <a:t>24AA512</a:t>
              </a:r>
            </a:p>
            <a:p>
              <a:r>
                <a:rPr lang="en-US" altLang="ko-KR" sz="800" dirty="0">
                  <a:latin typeface="+mn-ea"/>
                </a:rPr>
                <a:t>(64Kbyte)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F1837FAE-02DD-171F-73CB-18A79106AF39}"/>
                </a:ext>
              </a:extLst>
            </p:cNvPr>
            <p:cNvSpPr txBox="1"/>
            <p:nvPr/>
          </p:nvSpPr>
          <p:spPr>
            <a:xfrm>
              <a:off x="4620587" y="2373724"/>
              <a:ext cx="34643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 err="1">
                  <a:latin typeface="+mn-ea"/>
                </a:rPr>
                <a:t>Vcc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28B78A51-CC7C-AD71-8667-BEB98BEA31FF}"/>
                </a:ext>
              </a:extLst>
            </p:cNvPr>
            <p:cNvSpPr txBox="1"/>
            <p:nvPr/>
          </p:nvSpPr>
          <p:spPr>
            <a:xfrm>
              <a:off x="4879351" y="2374692"/>
              <a:ext cx="299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I2C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F46443EB-6C8A-A741-F281-1BF9B8BADA8D}"/>
                </a:ext>
              </a:extLst>
            </p:cNvPr>
            <p:cNvSpPr txBox="1"/>
            <p:nvPr/>
          </p:nvSpPr>
          <p:spPr>
            <a:xfrm>
              <a:off x="4879496" y="2241559"/>
              <a:ext cx="299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WP</a:t>
              </a:r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225" name="직선 연결선 224">
            <a:extLst>
              <a:ext uri="{FF2B5EF4-FFF2-40B4-BE49-F238E27FC236}">
                <a16:creationId xmlns:a16="http://schemas.microsoft.com/office/drawing/2014/main" id="{4CDF9DCB-1BC2-F0FF-75DB-2D5217E4A50F}"/>
              </a:ext>
            </a:extLst>
          </p:cNvPr>
          <p:cNvCxnSpPr>
            <a:cxnSpLocks/>
          </p:cNvCxnSpPr>
          <p:nvPr/>
        </p:nvCxnSpPr>
        <p:spPr>
          <a:xfrm>
            <a:off x="9480533" y="2046296"/>
            <a:ext cx="33021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직선 화살표 연결선 225">
            <a:extLst>
              <a:ext uri="{FF2B5EF4-FFF2-40B4-BE49-F238E27FC236}">
                <a16:creationId xmlns:a16="http://schemas.microsoft.com/office/drawing/2014/main" id="{58EA825E-72A0-9028-0517-7805CAFCABB6}"/>
              </a:ext>
            </a:extLst>
          </p:cNvPr>
          <p:cNvCxnSpPr>
            <a:cxnSpLocks/>
          </p:cNvCxnSpPr>
          <p:nvPr/>
        </p:nvCxnSpPr>
        <p:spPr>
          <a:xfrm>
            <a:off x="8791599" y="2750304"/>
            <a:ext cx="9047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A1A54F4C-07B0-5200-67CA-020DFF0A5053}"/>
              </a:ext>
            </a:extLst>
          </p:cNvPr>
          <p:cNvGrpSpPr/>
          <p:nvPr/>
        </p:nvGrpSpPr>
        <p:grpSpPr>
          <a:xfrm>
            <a:off x="8889787" y="1663249"/>
            <a:ext cx="641900" cy="513227"/>
            <a:chOff x="4599959" y="2044806"/>
            <a:chExt cx="641900" cy="513227"/>
          </a:xfrm>
        </p:grpSpPr>
        <p:sp>
          <p:nvSpPr>
            <p:cNvPr id="229" name="직사각형 228">
              <a:extLst>
                <a:ext uri="{FF2B5EF4-FFF2-40B4-BE49-F238E27FC236}">
                  <a16:creationId xmlns:a16="http://schemas.microsoft.com/office/drawing/2014/main" id="{D312F151-5017-419F-88A0-5CAD66BD20BA}"/>
                </a:ext>
              </a:extLst>
            </p:cNvPr>
            <p:cNvSpPr/>
            <p:nvPr/>
          </p:nvSpPr>
          <p:spPr>
            <a:xfrm>
              <a:off x="4599959" y="2308477"/>
              <a:ext cx="600075" cy="24955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AF4C3DBC-59E6-83FD-C42B-02B8CB8D1398}"/>
                </a:ext>
              </a:extLst>
            </p:cNvPr>
            <p:cNvSpPr txBox="1"/>
            <p:nvPr/>
          </p:nvSpPr>
          <p:spPr>
            <a:xfrm>
              <a:off x="4599959" y="2044806"/>
              <a:ext cx="64190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b="1" dirty="0">
                  <a:latin typeface="+mn-ea"/>
                </a:rPr>
                <a:t>TCN75A</a:t>
              </a:r>
            </a:p>
            <a:p>
              <a:r>
                <a:rPr lang="en-US" altLang="ko-KR" sz="800" dirty="0">
                  <a:latin typeface="+mn-ea"/>
                </a:rPr>
                <a:t>(temp. sensor)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2C6417BF-3EBE-71D2-20F3-8F4D3B87EDED}"/>
                </a:ext>
              </a:extLst>
            </p:cNvPr>
            <p:cNvSpPr txBox="1"/>
            <p:nvPr/>
          </p:nvSpPr>
          <p:spPr>
            <a:xfrm>
              <a:off x="4620587" y="2373724"/>
              <a:ext cx="34643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 err="1">
                  <a:latin typeface="+mn-ea"/>
                </a:rPr>
                <a:t>Vcc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F5353458-554A-473D-8B9F-D73C9958CDA2}"/>
                </a:ext>
              </a:extLst>
            </p:cNvPr>
            <p:cNvSpPr txBox="1"/>
            <p:nvPr/>
          </p:nvSpPr>
          <p:spPr>
            <a:xfrm>
              <a:off x="4879351" y="2374692"/>
              <a:ext cx="29985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800" dirty="0">
                  <a:latin typeface="+mn-ea"/>
                </a:rPr>
                <a:t>I2C</a:t>
              </a:r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233" name="직선 연결선 232">
            <a:extLst>
              <a:ext uri="{FF2B5EF4-FFF2-40B4-BE49-F238E27FC236}">
                <a16:creationId xmlns:a16="http://schemas.microsoft.com/office/drawing/2014/main" id="{0E28B1EA-FEFD-7837-2F9E-C82E90D650F0}"/>
              </a:ext>
            </a:extLst>
          </p:cNvPr>
          <p:cNvCxnSpPr>
            <a:cxnSpLocks/>
          </p:cNvCxnSpPr>
          <p:nvPr/>
        </p:nvCxnSpPr>
        <p:spPr>
          <a:xfrm>
            <a:off x="9482145" y="2745670"/>
            <a:ext cx="32860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직선 화살표 연결선 233">
            <a:extLst>
              <a:ext uri="{FF2B5EF4-FFF2-40B4-BE49-F238E27FC236}">
                <a16:creationId xmlns:a16="http://schemas.microsoft.com/office/drawing/2014/main" id="{ADAD2267-4B55-7A96-4F01-4BE2160E5980}"/>
              </a:ext>
            </a:extLst>
          </p:cNvPr>
          <p:cNvCxnSpPr>
            <a:cxnSpLocks/>
          </p:cNvCxnSpPr>
          <p:nvPr/>
        </p:nvCxnSpPr>
        <p:spPr>
          <a:xfrm>
            <a:off x="8800928" y="2051019"/>
            <a:ext cx="90471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E0ADD311-362D-B4BD-9475-8DEF316FCBE0}"/>
              </a:ext>
            </a:extLst>
          </p:cNvPr>
          <p:cNvSpPr txBox="1"/>
          <p:nvPr/>
        </p:nvSpPr>
        <p:spPr>
          <a:xfrm>
            <a:off x="11160253" y="4253764"/>
            <a:ext cx="60007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b="1" dirty="0">
                <a:latin typeface="+mn-ea"/>
              </a:rPr>
              <a:t>to FP board</a:t>
            </a:r>
          </a:p>
        </p:txBody>
      </p:sp>
      <p:grpSp>
        <p:nvGrpSpPr>
          <p:cNvPr id="256" name="그룹 255">
            <a:extLst>
              <a:ext uri="{FF2B5EF4-FFF2-40B4-BE49-F238E27FC236}">
                <a16:creationId xmlns:a16="http://schemas.microsoft.com/office/drawing/2014/main" id="{7B3720FD-C368-862E-8869-A3A801139598}"/>
              </a:ext>
            </a:extLst>
          </p:cNvPr>
          <p:cNvGrpSpPr/>
          <p:nvPr/>
        </p:nvGrpSpPr>
        <p:grpSpPr>
          <a:xfrm>
            <a:off x="3630675" y="4149175"/>
            <a:ext cx="747667" cy="300617"/>
            <a:chOff x="2754358" y="4782126"/>
            <a:chExt cx="747667" cy="300617"/>
          </a:xfrm>
        </p:grpSpPr>
        <p:grpSp>
          <p:nvGrpSpPr>
            <p:cNvPr id="254" name="그룹 253">
              <a:extLst>
                <a:ext uri="{FF2B5EF4-FFF2-40B4-BE49-F238E27FC236}">
                  <a16:creationId xmlns:a16="http://schemas.microsoft.com/office/drawing/2014/main" id="{46AD2679-EEE1-E92B-A5A9-CFBC1F60B00D}"/>
                </a:ext>
              </a:extLst>
            </p:cNvPr>
            <p:cNvGrpSpPr/>
            <p:nvPr/>
          </p:nvGrpSpPr>
          <p:grpSpPr>
            <a:xfrm>
              <a:off x="3001942" y="4782126"/>
              <a:ext cx="500083" cy="198903"/>
              <a:chOff x="3001942" y="4782126"/>
              <a:chExt cx="500083" cy="198903"/>
            </a:xfrm>
          </p:grpSpPr>
          <p:cxnSp>
            <p:nvCxnSpPr>
              <p:cNvPr id="239" name="직선 연결선 238">
                <a:extLst>
                  <a:ext uri="{FF2B5EF4-FFF2-40B4-BE49-F238E27FC236}">
                    <a16:creationId xmlns:a16="http://schemas.microsoft.com/office/drawing/2014/main" id="{E51E970F-79E4-700B-825A-5CF52ED04E0B}"/>
                  </a:ext>
                </a:extLst>
              </p:cNvPr>
              <p:cNvCxnSpPr>
                <a:cxnSpLocks/>
                <a:endCxn id="240" idx="1"/>
              </p:cNvCxnSpPr>
              <p:nvPr/>
            </p:nvCxnSpPr>
            <p:spPr>
              <a:xfrm>
                <a:off x="3165976" y="4782126"/>
                <a:ext cx="154027" cy="7513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0" name="타원 239">
                <a:extLst>
                  <a:ext uri="{FF2B5EF4-FFF2-40B4-BE49-F238E27FC236}">
                    <a16:creationId xmlns:a16="http://schemas.microsoft.com/office/drawing/2014/main" id="{B55BE060-ED01-509A-92FB-72EDDDCECA83}"/>
                  </a:ext>
                </a:extLst>
              </p:cNvPr>
              <p:cNvSpPr/>
              <p:nvPr/>
            </p:nvSpPr>
            <p:spPr>
              <a:xfrm>
                <a:off x="3311529" y="4848783"/>
                <a:ext cx="57862" cy="5786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cxnSp>
            <p:nvCxnSpPr>
              <p:cNvPr id="243" name="직선 연결선 242">
                <a:extLst>
                  <a:ext uri="{FF2B5EF4-FFF2-40B4-BE49-F238E27FC236}">
                    <a16:creationId xmlns:a16="http://schemas.microsoft.com/office/drawing/2014/main" id="{7699EC89-E2FA-A245-8D89-07BE24F9DF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52802" y="4832261"/>
                <a:ext cx="0" cy="14876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직선 연결선 247">
                <a:extLst>
                  <a:ext uri="{FF2B5EF4-FFF2-40B4-BE49-F238E27FC236}">
                    <a16:creationId xmlns:a16="http://schemas.microsoft.com/office/drawing/2014/main" id="{378BA123-320C-93A6-F0BE-1ABCC18EE1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9391" y="4877713"/>
                <a:ext cx="13263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0" name="타원 249">
                <a:extLst>
                  <a:ext uri="{FF2B5EF4-FFF2-40B4-BE49-F238E27FC236}">
                    <a16:creationId xmlns:a16="http://schemas.microsoft.com/office/drawing/2014/main" id="{E058526D-E892-FCD2-DEFD-877AF27D0F37}"/>
                  </a:ext>
                </a:extLst>
              </p:cNvPr>
              <p:cNvSpPr/>
              <p:nvPr/>
            </p:nvSpPr>
            <p:spPr>
              <a:xfrm>
                <a:off x="3134576" y="4849696"/>
                <a:ext cx="57862" cy="5786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cxnSp>
            <p:nvCxnSpPr>
              <p:cNvPr id="251" name="직선 연결선 250">
                <a:extLst>
                  <a:ext uri="{FF2B5EF4-FFF2-40B4-BE49-F238E27FC236}">
                    <a16:creationId xmlns:a16="http://schemas.microsoft.com/office/drawing/2014/main" id="{842C376B-E3C4-FFEE-0C24-5AFDD15D34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01942" y="4881801"/>
                <a:ext cx="13263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F1019A0A-9684-ECF9-E34F-4AB33F971B0E}"/>
                </a:ext>
              </a:extLst>
            </p:cNvPr>
            <p:cNvSpPr txBox="1"/>
            <p:nvPr/>
          </p:nvSpPr>
          <p:spPr>
            <a:xfrm>
              <a:off x="2754358" y="4867299"/>
              <a:ext cx="600075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800" b="1" dirty="0">
                  <a:latin typeface="+mn-ea"/>
                </a:rPr>
                <a:t>ADG1613</a:t>
              </a:r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3696F3AC-6EFC-08C5-3016-65896DF138E5}"/>
              </a:ext>
            </a:extLst>
          </p:cNvPr>
          <p:cNvCxnSpPr>
            <a:cxnSpLocks/>
          </p:cNvCxnSpPr>
          <p:nvPr/>
        </p:nvCxnSpPr>
        <p:spPr>
          <a:xfrm>
            <a:off x="2605925" y="1171311"/>
            <a:ext cx="0" cy="16727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직선 화살표 연결선 258">
            <a:extLst>
              <a:ext uri="{FF2B5EF4-FFF2-40B4-BE49-F238E27FC236}">
                <a16:creationId xmlns:a16="http://schemas.microsoft.com/office/drawing/2014/main" id="{B00E4560-8F03-A2CE-D5F1-8C6C4DE47EC7}"/>
              </a:ext>
            </a:extLst>
          </p:cNvPr>
          <p:cNvCxnSpPr>
            <a:cxnSpLocks/>
          </p:cNvCxnSpPr>
          <p:nvPr/>
        </p:nvCxnSpPr>
        <p:spPr>
          <a:xfrm>
            <a:off x="2617084" y="1171311"/>
            <a:ext cx="19919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직선 화살표 연결선 260">
            <a:extLst>
              <a:ext uri="{FF2B5EF4-FFF2-40B4-BE49-F238E27FC236}">
                <a16:creationId xmlns:a16="http://schemas.microsoft.com/office/drawing/2014/main" id="{F595B1B2-060D-EB53-B32E-EDA699AEA31E}"/>
              </a:ext>
            </a:extLst>
          </p:cNvPr>
          <p:cNvCxnSpPr>
            <a:cxnSpLocks/>
          </p:cNvCxnSpPr>
          <p:nvPr/>
        </p:nvCxnSpPr>
        <p:spPr>
          <a:xfrm>
            <a:off x="2617084" y="2271058"/>
            <a:ext cx="19919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직선 화살표 연결선 261">
            <a:extLst>
              <a:ext uri="{FF2B5EF4-FFF2-40B4-BE49-F238E27FC236}">
                <a16:creationId xmlns:a16="http://schemas.microsoft.com/office/drawing/2014/main" id="{7349A984-DE9D-F60E-FB11-8E7C33075C79}"/>
              </a:ext>
            </a:extLst>
          </p:cNvPr>
          <p:cNvCxnSpPr>
            <a:cxnSpLocks/>
          </p:cNvCxnSpPr>
          <p:nvPr/>
        </p:nvCxnSpPr>
        <p:spPr>
          <a:xfrm>
            <a:off x="1527695" y="2847104"/>
            <a:ext cx="127742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타원 265">
            <a:extLst>
              <a:ext uri="{FF2B5EF4-FFF2-40B4-BE49-F238E27FC236}">
                <a16:creationId xmlns:a16="http://schemas.microsoft.com/office/drawing/2014/main" id="{236AFD4E-F16B-7B29-7057-90F500B87621}"/>
              </a:ext>
            </a:extLst>
          </p:cNvPr>
          <p:cNvSpPr/>
          <p:nvPr/>
        </p:nvSpPr>
        <p:spPr>
          <a:xfrm>
            <a:off x="2588646" y="224072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267" name="타원 266">
            <a:extLst>
              <a:ext uri="{FF2B5EF4-FFF2-40B4-BE49-F238E27FC236}">
                <a16:creationId xmlns:a16="http://schemas.microsoft.com/office/drawing/2014/main" id="{EEFA8BC8-5368-D5C7-122F-668767FD5187}"/>
              </a:ext>
            </a:extLst>
          </p:cNvPr>
          <p:cNvSpPr/>
          <p:nvPr/>
        </p:nvSpPr>
        <p:spPr>
          <a:xfrm>
            <a:off x="5091785" y="114243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268" name="직선 연결선 267">
            <a:extLst>
              <a:ext uri="{FF2B5EF4-FFF2-40B4-BE49-F238E27FC236}">
                <a16:creationId xmlns:a16="http://schemas.microsoft.com/office/drawing/2014/main" id="{102BEC87-D2E3-0928-0A3A-ED0533A3D3BA}"/>
              </a:ext>
            </a:extLst>
          </p:cNvPr>
          <p:cNvCxnSpPr>
            <a:cxnSpLocks/>
          </p:cNvCxnSpPr>
          <p:nvPr/>
        </p:nvCxnSpPr>
        <p:spPr>
          <a:xfrm>
            <a:off x="2347844" y="4871048"/>
            <a:ext cx="0" cy="598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TextBox 269">
            <a:extLst>
              <a:ext uri="{FF2B5EF4-FFF2-40B4-BE49-F238E27FC236}">
                <a16:creationId xmlns:a16="http://schemas.microsoft.com/office/drawing/2014/main" id="{CF83A25F-042C-8A95-CB8A-9F5E029C278A}"/>
              </a:ext>
            </a:extLst>
          </p:cNvPr>
          <p:cNvSpPr txBox="1"/>
          <p:nvPr/>
        </p:nvSpPr>
        <p:spPr>
          <a:xfrm>
            <a:off x="2311855" y="4759298"/>
            <a:ext cx="20010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5V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273" name="직선 연결선 272">
            <a:extLst>
              <a:ext uri="{FF2B5EF4-FFF2-40B4-BE49-F238E27FC236}">
                <a16:creationId xmlns:a16="http://schemas.microsoft.com/office/drawing/2014/main" id="{34A39576-93ED-7B39-5CC3-841389423B79}"/>
              </a:ext>
            </a:extLst>
          </p:cNvPr>
          <p:cNvCxnSpPr>
            <a:cxnSpLocks/>
          </p:cNvCxnSpPr>
          <p:nvPr/>
        </p:nvCxnSpPr>
        <p:spPr>
          <a:xfrm>
            <a:off x="7007457" y="4795755"/>
            <a:ext cx="0" cy="1885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9D8C0B8-1578-1CFD-0CB5-DCB495498834}"/>
              </a:ext>
            </a:extLst>
          </p:cNvPr>
          <p:cNvCxnSpPr>
            <a:cxnSpLocks/>
          </p:cNvCxnSpPr>
          <p:nvPr/>
        </p:nvCxnSpPr>
        <p:spPr>
          <a:xfrm>
            <a:off x="7921918" y="3845560"/>
            <a:ext cx="1306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23F2281-4C1B-CE4B-0686-202C5AB69804}"/>
              </a:ext>
            </a:extLst>
          </p:cNvPr>
          <p:cNvSpPr txBox="1"/>
          <p:nvPr/>
        </p:nvSpPr>
        <p:spPr>
          <a:xfrm>
            <a:off x="8088411" y="3784004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3.3V1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8A77656-B609-BCA8-EE05-7A2CEE158DAF}"/>
              </a:ext>
            </a:extLst>
          </p:cNvPr>
          <p:cNvCxnSpPr>
            <a:cxnSpLocks/>
          </p:cNvCxnSpPr>
          <p:nvPr/>
        </p:nvCxnSpPr>
        <p:spPr>
          <a:xfrm>
            <a:off x="7912392" y="4984732"/>
            <a:ext cx="1306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F4A4CF0-6D3F-6B59-6161-8B36AD92D88C}"/>
              </a:ext>
            </a:extLst>
          </p:cNvPr>
          <p:cNvSpPr txBox="1"/>
          <p:nvPr/>
        </p:nvSpPr>
        <p:spPr>
          <a:xfrm>
            <a:off x="8078885" y="4914211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3.3V1</a:t>
            </a:r>
            <a:endParaRPr lang="ko-KR" altLang="en-US" sz="800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1ED601-75CE-9CA8-1B05-862FC78A0E1C}"/>
              </a:ext>
            </a:extLst>
          </p:cNvPr>
          <p:cNvSpPr txBox="1"/>
          <p:nvPr/>
        </p:nvSpPr>
        <p:spPr>
          <a:xfrm>
            <a:off x="10111740" y="3045397"/>
            <a:ext cx="71071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solidFill>
                  <a:srgbClr val="FF0000"/>
                </a:solidFill>
                <a:latin typeface="+mn-ea"/>
              </a:rPr>
              <a:t>power (???)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064AFD-F8F2-CA9B-47C2-B9A452B1BDAE}"/>
              </a:ext>
            </a:extLst>
          </p:cNvPr>
          <p:cNvSpPr txBox="1"/>
          <p:nvPr/>
        </p:nvSpPr>
        <p:spPr>
          <a:xfrm>
            <a:off x="8440318" y="2682398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3.3V1</a:t>
            </a:r>
            <a:endParaRPr lang="ko-KR" altLang="en-US" sz="800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9348E5-D33C-48F3-CCF1-81A4E50A93F8}"/>
              </a:ext>
            </a:extLst>
          </p:cNvPr>
          <p:cNvSpPr txBox="1"/>
          <p:nvPr/>
        </p:nvSpPr>
        <p:spPr>
          <a:xfrm>
            <a:off x="8440189" y="1989463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3.3V1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63B20CD-D8F0-F25F-0832-08151AA91608}"/>
              </a:ext>
            </a:extLst>
          </p:cNvPr>
          <p:cNvCxnSpPr>
            <a:cxnSpLocks/>
          </p:cNvCxnSpPr>
          <p:nvPr/>
        </p:nvCxnSpPr>
        <p:spPr>
          <a:xfrm>
            <a:off x="6700418" y="4984341"/>
            <a:ext cx="6147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F28B267-2A05-9E70-FCA6-128FC681237D}"/>
              </a:ext>
            </a:extLst>
          </p:cNvPr>
          <p:cNvSpPr txBox="1"/>
          <p:nvPr/>
        </p:nvSpPr>
        <p:spPr>
          <a:xfrm>
            <a:off x="6776940" y="4676456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3.3V2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B03CEC0E-8558-974B-0524-C5D1BFD5EE6C}"/>
              </a:ext>
            </a:extLst>
          </p:cNvPr>
          <p:cNvCxnSpPr>
            <a:cxnSpLocks/>
          </p:cNvCxnSpPr>
          <p:nvPr/>
        </p:nvCxnSpPr>
        <p:spPr>
          <a:xfrm>
            <a:off x="6700418" y="5613024"/>
            <a:ext cx="5120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97928029-AD99-B709-C538-66F49F57A63A}"/>
              </a:ext>
            </a:extLst>
          </p:cNvPr>
          <p:cNvCxnSpPr>
            <a:cxnSpLocks/>
          </p:cNvCxnSpPr>
          <p:nvPr/>
        </p:nvCxnSpPr>
        <p:spPr>
          <a:xfrm>
            <a:off x="7178825" y="3843354"/>
            <a:ext cx="1306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7E4CC50-4804-11A1-7080-E39D9B51EED0}"/>
              </a:ext>
            </a:extLst>
          </p:cNvPr>
          <p:cNvSpPr txBox="1"/>
          <p:nvPr/>
        </p:nvSpPr>
        <p:spPr>
          <a:xfrm>
            <a:off x="6822361" y="3773224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3.3V2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2E010728-6876-637F-1742-02B74A3C2C65}"/>
              </a:ext>
            </a:extLst>
          </p:cNvPr>
          <p:cNvCxnSpPr>
            <a:cxnSpLocks/>
          </p:cNvCxnSpPr>
          <p:nvPr/>
        </p:nvCxnSpPr>
        <p:spPr>
          <a:xfrm>
            <a:off x="10453688" y="3141065"/>
            <a:ext cx="4364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C0E07D4B-F3BE-3EEB-71EA-3B1AA6BAD21B}"/>
              </a:ext>
            </a:extLst>
          </p:cNvPr>
          <p:cNvCxnSpPr>
            <a:cxnSpLocks/>
          </p:cNvCxnSpPr>
          <p:nvPr/>
        </p:nvCxnSpPr>
        <p:spPr>
          <a:xfrm>
            <a:off x="10453688" y="3356837"/>
            <a:ext cx="4364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93CAB090-656F-459B-A35F-C77AB7ABE869}"/>
              </a:ext>
            </a:extLst>
          </p:cNvPr>
          <p:cNvCxnSpPr>
            <a:cxnSpLocks/>
          </p:cNvCxnSpPr>
          <p:nvPr/>
        </p:nvCxnSpPr>
        <p:spPr>
          <a:xfrm>
            <a:off x="10453688" y="3572481"/>
            <a:ext cx="4364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91315B07-B941-8D97-5150-C059F002F31E}"/>
              </a:ext>
            </a:extLst>
          </p:cNvPr>
          <p:cNvCxnSpPr>
            <a:cxnSpLocks/>
          </p:cNvCxnSpPr>
          <p:nvPr/>
        </p:nvCxnSpPr>
        <p:spPr>
          <a:xfrm>
            <a:off x="10453688" y="3788253"/>
            <a:ext cx="4364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8751C653-E7B4-5969-D086-C702AEC4935A}"/>
              </a:ext>
            </a:extLst>
          </p:cNvPr>
          <p:cNvCxnSpPr>
            <a:cxnSpLocks/>
          </p:cNvCxnSpPr>
          <p:nvPr/>
        </p:nvCxnSpPr>
        <p:spPr>
          <a:xfrm>
            <a:off x="10453688" y="3894933"/>
            <a:ext cx="4364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282CB0A0-DE3B-FB93-4B42-83C639369236}"/>
              </a:ext>
            </a:extLst>
          </p:cNvPr>
          <p:cNvCxnSpPr>
            <a:cxnSpLocks/>
          </p:cNvCxnSpPr>
          <p:nvPr/>
        </p:nvCxnSpPr>
        <p:spPr>
          <a:xfrm>
            <a:off x="8677275" y="4015498"/>
            <a:ext cx="22129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076286AA-269B-46E1-33CA-5CB074814AA5}"/>
              </a:ext>
            </a:extLst>
          </p:cNvPr>
          <p:cNvCxnSpPr>
            <a:cxnSpLocks/>
          </p:cNvCxnSpPr>
          <p:nvPr/>
        </p:nvCxnSpPr>
        <p:spPr>
          <a:xfrm>
            <a:off x="8612994" y="4122178"/>
            <a:ext cx="22771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DDC0DBEF-1C89-6755-07B1-852127ABDD61}"/>
              </a:ext>
            </a:extLst>
          </p:cNvPr>
          <p:cNvCxnSpPr>
            <a:cxnSpLocks/>
          </p:cNvCxnSpPr>
          <p:nvPr/>
        </p:nvCxnSpPr>
        <p:spPr>
          <a:xfrm>
            <a:off x="9607550" y="4231270"/>
            <a:ext cx="12826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DAC75D4B-B63F-C717-D134-4C483B08DC46}"/>
              </a:ext>
            </a:extLst>
          </p:cNvPr>
          <p:cNvCxnSpPr>
            <a:cxnSpLocks/>
          </p:cNvCxnSpPr>
          <p:nvPr/>
        </p:nvCxnSpPr>
        <p:spPr>
          <a:xfrm>
            <a:off x="10453688" y="4337950"/>
            <a:ext cx="4364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82E26BAD-2AE8-CAF7-4D18-7432E5D873FD}"/>
              </a:ext>
            </a:extLst>
          </p:cNvPr>
          <p:cNvCxnSpPr>
            <a:cxnSpLocks/>
          </p:cNvCxnSpPr>
          <p:nvPr/>
        </p:nvCxnSpPr>
        <p:spPr>
          <a:xfrm>
            <a:off x="10453688" y="4446914"/>
            <a:ext cx="4364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4A5F12FB-86D3-BBC6-D55B-272A3A5638CF}"/>
              </a:ext>
            </a:extLst>
          </p:cNvPr>
          <p:cNvCxnSpPr>
            <a:cxnSpLocks/>
          </p:cNvCxnSpPr>
          <p:nvPr/>
        </p:nvCxnSpPr>
        <p:spPr>
          <a:xfrm>
            <a:off x="10453688" y="4553594"/>
            <a:ext cx="4364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5D03E5EE-0476-EE94-CFFE-BB0A027B0AC3}"/>
              </a:ext>
            </a:extLst>
          </p:cNvPr>
          <p:cNvCxnSpPr>
            <a:cxnSpLocks/>
          </p:cNvCxnSpPr>
          <p:nvPr/>
        </p:nvCxnSpPr>
        <p:spPr>
          <a:xfrm>
            <a:off x="10453688" y="4662686"/>
            <a:ext cx="4364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2EC04090-8A32-AAFB-C3AE-07FDF6BD3136}"/>
              </a:ext>
            </a:extLst>
          </p:cNvPr>
          <p:cNvCxnSpPr>
            <a:cxnSpLocks/>
          </p:cNvCxnSpPr>
          <p:nvPr/>
        </p:nvCxnSpPr>
        <p:spPr>
          <a:xfrm>
            <a:off x="10453688" y="4880237"/>
            <a:ext cx="4364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20E819A1-535B-7686-477E-6A8E84DD0307}"/>
              </a:ext>
            </a:extLst>
          </p:cNvPr>
          <p:cNvCxnSpPr>
            <a:cxnSpLocks/>
          </p:cNvCxnSpPr>
          <p:nvPr/>
        </p:nvCxnSpPr>
        <p:spPr>
          <a:xfrm>
            <a:off x="10453688" y="5096009"/>
            <a:ext cx="4364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178A5A2D-3072-1BE2-A8FC-1A74526DE0F8}"/>
              </a:ext>
            </a:extLst>
          </p:cNvPr>
          <p:cNvCxnSpPr>
            <a:cxnSpLocks/>
          </p:cNvCxnSpPr>
          <p:nvPr/>
        </p:nvCxnSpPr>
        <p:spPr>
          <a:xfrm>
            <a:off x="10453688" y="5202689"/>
            <a:ext cx="4364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B0F60E40-C5A5-8D11-B056-1F77F24925A6}"/>
              </a:ext>
            </a:extLst>
          </p:cNvPr>
          <p:cNvCxnSpPr>
            <a:cxnSpLocks/>
          </p:cNvCxnSpPr>
          <p:nvPr/>
        </p:nvCxnSpPr>
        <p:spPr>
          <a:xfrm>
            <a:off x="10453688" y="5418333"/>
            <a:ext cx="4364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36671DAC-01AB-6B0F-F67A-7E5F5F8805FD}"/>
              </a:ext>
            </a:extLst>
          </p:cNvPr>
          <p:cNvCxnSpPr>
            <a:cxnSpLocks/>
          </p:cNvCxnSpPr>
          <p:nvPr/>
        </p:nvCxnSpPr>
        <p:spPr>
          <a:xfrm>
            <a:off x="10453688" y="5634105"/>
            <a:ext cx="43648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F7410B59-4F1C-8F18-9D8F-92F2B13A5B09}"/>
              </a:ext>
            </a:extLst>
          </p:cNvPr>
          <p:cNvSpPr txBox="1"/>
          <p:nvPr/>
        </p:nvSpPr>
        <p:spPr>
          <a:xfrm>
            <a:off x="10822458" y="2901478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b="1" u="sng" dirty="0">
                <a:latin typeface="+mn-ea"/>
              </a:rPr>
              <a:t>J1</a:t>
            </a:r>
            <a:endParaRPr lang="ko-KR" altLang="en-US" sz="800" b="1" u="sng" dirty="0">
              <a:latin typeface="+mn-ea"/>
            </a:endParaRPr>
          </a:p>
        </p:txBody>
      </p: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D92E0954-AA26-8372-D1B3-EF3D33A01CC4}"/>
              </a:ext>
            </a:extLst>
          </p:cNvPr>
          <p:cNvCxnSpPr>
            <a:cxnSpLocks/>
          </p:cNvCxnSpPr>
          <p:nvPr/>
        </p:nvCxnSpPr>
        <p:spPr>
          <a:xfrm>
            <a:off x="10630866" y="3247072"/>
            <a:ext cx="1306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17E0EAE7-CD58-3E3A-4BA3-C452B7030D12}"/>
              </a:ext>
            </a:extLst>
          </p:cNvPr>
          <p:cNvCxnSpPr>
            <a:cxnSpLocks/>
          </p:cNvCxnSpPr>
          <p:nvPr/>
        </p:nvCxnSpPr>
        <p:spPr>
          <a:xfrm>
            <a:off x="10630866" y="3462972"/>
            <a:ext cx="1306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BBA909CC-DFAE-3ABC-85A3-89DAB096C853}"/>
              </a:ext>
            </a:extLst>
          </p:cNvPr>
          <p:cNvCxnSpPr>
            <a:cxnSpLocks/>
          </p:cNvCxnSpPr>
          <p:nvPr/>
        </p:nvCxnSpPr>
        <p:spPr>
          <a:xfrm>
            <a:off x="10630866" y="3678872"/>
            <a:ext cx="1306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534558A6-687B-D246-F6AC-FE322E51AEB4}"/>
              </a:ext>
            </a:extLst>
          </p:cNvPr>
          <p:cNvCxnSpPr>
            <a:cxnSpLocks/>
          </p:cNvCxnSpPr>
          <p:nvPr/>
        </p:nvCxnSpPr>
        <p:spPr>
          <a:xfrm>
            <a:off x="10630866" y="4769405"/>
            <a:ext cx="1306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02820899-242E-CFF4-A313-854701FD5124}"/>
              </a:ext>
            </a:extLst>
          </p:cNvPr>
          <p:cNvCxnSpPr>
            <a:cxnSpLocks/>
          </p:cNvCxnSpPr>
          <p:nvPr/>
        </p:nvCxnSpPr>
        <p:spPr>
          <a:xfrm>
            <a:off x="10630866" y="4988480"/>
            <a:ext cx="1306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C7D02C9F-10B5-1097-CEC3-AB4D06857D4F}"/>
              </a:ext>
            </a:extLst>
          </p:cNvPr>
          <p:cNvCxnSpPr>
            <a:cxnSpLocks/>
          </p:cNvCxnSpPr>
          <p:nvPr/>
        </p:nvCxnSpPr>
        <p:spPr>
          <a:xfrm>
            <a:off x="10630866" y="5312330"/>
            <a:ext cx="1306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BCB423B8-202E-1BD6-AD69-15D195310A23}"/>
              </a:ext>
            </a:extLst>
          </p:cNvPr>
          <p:cNvCxnSpPr>
            <a:cxnSpLocks/>
          </p:cNvCxnSpPr>
          <p:nvPr/>
        </p:nvCxnSpPr>
        <p:spPr>
          <a:xfrm>
            <a:off x="10630866" y="5528230"/>
            <a:ext cx="1306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1D65687E-5A94-D852-7FD8-F7D1208CBA09}"/>
              </a:ext>
            </a:extLst>
          </p:cNvPr>
          <p:cNvCxnSpPr>
            <a:cxnSpLocks/>
          </p:cNvCxnSpPr>
          <p:nvPr/>
        </p:nvCxnSpPr>
        <p:spPr>
          <a:xfrm>
            <a:off x="10630866" y="3247072"/>
            <a:ext cx="0" cy="25753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F327C7E5-B7EF-5AE5-3D6D-8E064EFC14B4}"/>
              </a:ext>
            </a:extLst>
          </p:cNvPr>
          <p:cNvSpPr txBox="1"/>
          <p:nvPr/>
        </p:nvSpPr>
        <p:spPr>
          <a:xfrm>
            <a:off x="10435965" y="5846347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GND1</a:t>
            </a:r>
            <a:endParaRPr lang="ko-KR" altLang="en-US" sz="800" dirty="0">
              <a:latin typeface="+mn-ea"/>
            </a:endParaRPr>
          </a:p>
        </p:txBody>
      </p:sp>
      <p:sp>
        <p:nvSpPr>
          <p:cNvPr id="215" name="타원 214">
            <a:extLst>
              <a:ext uri="{FF2B5EF4-FFF2-40B4-BE49-F238E27FC236}">
                <a16:creationId xmlns:a16="http://schemas.microsoft.com/office/drawing/2014/main" id="{49BA4231-DC51-9B88-0493-91D77C7C2417}"/>
              </a:ext>
            </a:extLst>
          </p:cNvPr>
          <p:cNvSpPr/>
          <p:nvPr/>
        </p:nvSpPr>
        <p:spPr>
          <a:xfrm>
            <a:off x="5091785" y="167244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218" name="타원 217">
            <a:extLst>
              <a:ext uri="{FF2B5EF4-FFF2-40B4-BE49-F238E27FC236}">
                <a16:creationId xmlns:a16="http://schemas.microsoft.com/office/drawing/2014/main" id="{B3DEEF3C-0B7E-E396-7034-DA75E5A99D21}"/>
              </a:ext>
            </a:extLst>
          </p:cNvPr>
          <p:cNvSpPr/>
          <p:nvPr/>
        </p:nvSpPr>
        <p:spPr>
          <a:xfrm>
            <a:off x="3235525" y="497089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219" name="타원 218">
            <a:extLst>
              <a:ext uri="{FF2B5EF4-FFF2-40B4-BE49-F238E27FC236}">
                <a16:creationId xmlns:a16="http://schemas.microsoft.com/office/drawing/2014/main" id="{E02D8700-48CD-FBE3-14B1-7CCBC2493496}"/>
              </a:ext>
            </a:extLst>
          </p:cNvPr>
          <p:cNvSpPr/>
          <p:nvPr/>
        </p:nvSpPr>
        <p:spPr>
          <a:xfrm>
            <a:off x="2771023" y="497333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238" name="타원 237">
            <a:extLst>
              <a:ext uri="{FF2B5EF4-FFF2-40B4-BE49-F238E27FC236}">
                <a16:creationId xmlns:a16="http://schemas.microsoft.com/office/drawing/2014/main" id="{898B3A12-F8B6-B609-D1A7-635339475589}"/>
              </a:ext>
            </a:extLst>
          </p:cNvPr>
          <p:cNvSpPr/>
          <p:nvPr/>
        </p:nvSpPr>
        <p:spPr>
          <a:xfrm>
            <a:off x="1866783" y="491042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241" name="타원 240">
            <a:extLst>
              <a:ext uri="{FF2B5EF4-FFF2-40B4-BE49-F238E27FC236}">
                <a16:creationId xmlns:a16="http://schemas.microsoft.com/office/drawing/2014/main" id="{BD603F94-34A8-DAE2-4F10-0C838CA6690E}"/>
              </a:ext>
            </a:extLst>
          </p:cNvPr>
          <p:cNvSpPr/>
          <p:nvPr/>
        </p:nvSpPr>
        <p:spPr>
          <a:xfrm>
            <a:off x="2350225" y="416412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242" name="타원 241">
            <a:extLst>
              <a:ext uri="{FF2B5EF4-FFF2-40B4-BE49-F238E27FC236}">
                <a16:creationId xmlns:a16="http://schemas.microsoft.com/office/drawing/2014/main" id="{9CD8F90A-3F85-250A-F9D5-A34E31880715}"/>
              </a:ext>
            </a:extLst>
          </p:cNvPr>
          <p:cNvSpPr/>
          <p:nvPr/>
        </p:nvSpPr>
        <p:spPr>
          <a:xfrm>
            <a:off x="10608005" y="529217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244" name="타원 243">
            <a:extLst>
              <a:ext uri="{FF2B5EF4-FFF2-40B4-BE49-F238E27FC236}">
                <a16:creationId xmlns:a16="http://schemas.microsoft.com/office/drawing/2014/main" id="{DBF7F481-7FE6-F7EF-799C-7891996ACAC0}"/>
              </a:ext>
            </a:extLst>
          </p:cNvPr>
          <p:cNvSpPr/>
          <p:nvPr/>
        </p:nvSpPr>
        <p:spPr>
          <a:xfrm>
            <a:off x="10608005" y="496720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245" name="타원 244">
            <a:extLst>
              <a:ext uri="{FF2B5EF4-FFF2-40B4-BE49-F238E27FC236}">
                <a16:creationId xmlns:a16="http://schemas.microsoft.com/office/drawing/2014/main" id="{AC730602-1D8F-BF30-07D1-AA2E03368EBB}"/>
              </a:ext>
            </a:extLst>
          </p:cNvPr>
          <p:cNvSpPr/>
          <p:nvPr/>
        </p:nvSpPr>
        <p:spPr>
          <a:xfrm>
            <a:off x="10608005" y="474654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246" name="타원 245">
            <a:extLst>
              <a:ext uri="{FF2B5EF4-FFF2-40B4-BE49-F238E27FC236}">
                <a16:creationId xmlns:a16="http://schemas.microsoft.com/office/drawing/2014/main" id="{24F077C7-99A6-B2E8-AB75-5526D9CB66DF}"/>
              </a:ext>
            </a:extLst>
          </p:cNvPr>
          <p:cNvSpPr/>
          <p:nvPr/>
        </p:nvSpPr>
        <p:spPr>
          <a:xfrm>
            <a:off x="10608770" y="365843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247" name="타원 246">
            <a:extLst>
              <a:ext uri="{FF2B5EF4-FFF2-40B4-BE49-F238E27FC236}">
                <a16:creationId xmlns:a16="http://schemas.microsoft.com/office/drawing/2014/main" id="{94FD2EC6-ABBD-7FB2-F823-ED8FDD7AB445}"/>
              </a:ext>
            </a:extLst>
          </p:cNvPr>
          <p:cNvSpPr/>
          <p:nvPr/>
        </p:nvSpPr>
        <p:spPr>
          <a:xfrm>
            <a:off x="10607055" y="344131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249" name="타원 248">
            <a:extLst>
              <a:ext uri="{FF2B5EF4-FFF2-40B4-BE49-F238E27FC236}">
                <a16:creationId xmlns:a16="http://schemas.microsoft.com/office/drawing/2014/main" id="{303C84FB-90EC-087B-7E35-E5434E75C2BC}"/>
              </a:ext>
            </a:extLst>
          </p:cNvPr>
          <p:cNvSpPr/>
          <p:nvPr/>
        </p:nvSpPr>
        <p:spPr>
          <a:xfrm>
            <a:off x="10608005" y="551076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761BE27C-485B-5FE2-DF53-00DDFF45FAA1}"/>
              </a:ext>
            </a:extLst>
          </p:cNvPr>
          <p:cNvSpPr txBox="1"/>
          <p:nvPr/>
        </p:nvSpPr>
        <p:spPr>
          <a:xfrm>
            <a:off x="10374581" y="3260842"/>
            <a:ext cx="34561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3.3V1</a:t>
            </a:r>
            <a:endParaRPr lang="ko-KR" altLang="en-US" sz="700" dirty="0">
              <a:latin typeface="+mn-ea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050BAAC-E54C-ED81-6652-F392C6E56A1D}"/>
              </a:ext>
            </a:extLst>
          </p:cNvPr>
          <p:cNvSpPr txBox="1"/>
          <p:nvPr/>
        </p:nvSpPr>
        <p:spPr>
          <a:xfrm>
            <a:off x="10389712" y="3470085"/>
            <a:ext cx="34561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6.7V</a:t>
            </a:r>
            <a:endParaRPr lang="ko-KR" altLang="en-US" sz="700" dirty="0">
              <a:latin typeface="+mn-ea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C33E24CA-0515-D50A-C57D-4490F201A351}"/>
              </a:ext>
            </a:extLst>
          </p:cNvPr>
          <p:cNvSpPr txBox="1"/>
          <p:nvPr/>
        </p:nvSpPr>
        <p:spPr>
          <a:xfrm>
            <a:off x="10263529" y="3680403"/>
            <a:ext cx="34561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I2C_SDA</a:t>
            </a:r>
            <a:endParaRPr lang="ko-KR" altLang="en-US" sz="700" dirty="0">
              <a:latin typeface="+mn-ea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0812ADB2-8B4A-7E4C-7FF2-44F060A07BF7}"/>
              </a:ext>
            </a:extLst>
          </p:cNvPr>
          <p:cNvSpPr txBox="1"/>
          <p:nvPr/>
        </p:nvSpPr>
        <p:spPr>
          <a:xfrm>
            <a:off x="10280883" y="3799795"/>
            <a:ext cx="34561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I2C_SCL</a:t>
            </a:r>
            <a:endParaRPr lang="ko-KR" altLang="en-US" sz="700" dirty="0">
              <a:latin typeface="+mn-ea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571FF0F4-7599-21A4-9A01-6934675CE850}"/>
              </a:ext>
            </a:extLst>
          </p:cNvPr>
          <p:cNvSpPr txBox="1"/>
          <p:nvPr/>
        </p:nvSpPr>
        <p:spPr>
          <a:xfrm>
            <a:off x="10290407" y="4128811"/>
            <a:ext cx="34561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EE_WP</a:t>
            </a:r>
            <a:endParaRPr lang="ko-KR" altLang="en-US" sz="700" dirty="0">
              <a:latin typeface="+mn-ea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7FC34268-7B30-11F6-43DE-8BB1276294F0}"/>
              </a:ext>
            </a:extLst>
          </p:cNvPr>
          <p:cNvSpPr txBox="1"/>
          <p:nvPr/>
        </p:nvSpPr>
        <p:spPr>
          <a:xfrm>
            <a:off x="10179350" y="4271400"/>
            <a:ext cx="34561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TP139</a:t>
            </a:r>
            <a:endParaRPr lang="ko-KR" altLang="en-US" sz="700" dirty="0">
              <a:latin typeface="+mn-ea"/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EB388550-20F7-5A28-7FF5-D1A866343C98}"/>
              </a:ext>
            </a:extLst>
          </p:cNvPr>
          <p:cNvSpPr txBox="1"/>
          <p:nvPr/>
        </p:nvSpPr>
        <p:spPr>
          <a:xfrm>
            <a:off x="10184779" y="4608269"/>
            <a:ext cx="34561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TP136</a:t>
            </a:r>
            <a:endParaRPr lang="ko-KR" altLang="en-US" sz="700" dirty="0">
              <a:latin typeface="+mn-ea"/>
            </a:endParaRP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E7752892-D6B2-31AD-DA41-1A4559C0F9F4}"/>
              </a:ext>
            </a:extLst>
          </p:cNvPr>
          <p:cNvSpPr txBox="1"/>
          <p:nvPr/>
        </p:nvSpPr>
        <p:spPr>
          <a:xfrm>
            <a:off x="10182398" y="4489900"/>
            <a:ext cx="34561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TP137</a:t>
            </a:r>
            <a:endParaRPr lang="ko-KR" altLang="en-US" sz="700" dirty="0">
              <a:latin typeface="+mn-ea"/>
            </a:endParaRP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36736CFA-A4AE-0CE6-0229-8281861F43BD}"/>
              </a:ext>
            </a:extLst>
          </p:cNvPr>
          <p:cNvSpPr txBox="1"/>
          <p:nvPr/>
        </p:nvSpPr>
        <p:spPr>
          <a:xfrm>
            <a:off x="10179350" y="4382178"/>
            <a:ext cx="34561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TP138</a:t>
            </a:r>
            <a:endParaRPr lang="ko-KR" altLang="en-US" sz="700" dirty="0">
              <a:latin typeface="+mn-ea"/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EA1860D3-0BA1-7163-707E-FF0086B4E85A}"/>
              </a:ext>
            </a:extLst>
          </p:cNvPr>
          <p:cNvSpPr txBox="1"/>
          <p:nvPr/>
        </p:nvSpPr>
        <p:spPr>
          <a:xfrm>
            <a:off x="10201776" y="4984780"/>
            <a:ext cx="44628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ADC_SDI</a:t>
            </a:r>
            <a:endParaRPr lang="ko-KR" altLang="en-US" sz="700" dirty="0">
              <a:latin typeface="+mn-ea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3CD888C6-1F22-7BF3-6815-F2392EA16BD6}"/>
              </a:ext>
            </a:extLst>
          </p:cNvPr>
          <p:cNvSpPr txBox="1"/>
          <p:nvPr/>
        </p:nvSpPr>
        <p:spPr>
          <a:xfrm>
            <a:off x="10180565" y="5319396"/>
            <a:ext cx="44628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ADC_SDO</a:t>
            </a:r>
            <a:endParaRPr lang="ko-KR" altLang="en-US" sz="700" dirty="0">
              <a:latin typeface="+mn-ea"/>
            </a:endParaRP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47981D45-EACD-489B-7BFF-802712043511}"/>
              </a:ext>
            </a:extLst>
          </p:cNvPr>
          <p:cNvSpPr txBox="1"/>
          <p:nvPr/>
        </p:nvSpPr>
        <p:spPr>
          <a:xfrm>
            <a:off x="10162936" y="5528945"/>
            <a:ext cx="44628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ADC_BUSY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307" name="그룹 306">
            <a:extLst>
              <a:ext uri="{FF2B5EF4-FFF2-40B4-BE49-F238E27FC236}">
                <a16:creationId xmlns:a16="http://schemas.microsoft.com/office/drawing/2014/main" id="{00BD5476-C923-9382-8721-D8C20528A122}"/>
              </a:ext>
            </a:extLst>
          </p:cNvPr>
          <p:cNvGrpSpPr/>
          <p:nvPr/>
        </p:nvGrpSpPr>
        <p:grpSpPr>
          <a:xfrm>
            <a:off x="10758407" y="3042785"/>
            <a:ext cx="232708" cy="2652813"/>
            <a:chOff x="10758407" y="2910002"/>
            <a:chExt cx="232708" cy="2652813"/>
          </a:xfrm>
        </p:grpSpPr>
        <p:grpSp>
          <p:nvGrpSpPr>
            <p:cNvPr id="305" name="그룹 304">
              <a:extLst>
                <a:ext uri="{FF2B5EF4-FFF2-40B4-BE49-F238E27FC236}">
                  <a16:creationId xmlns:a16="http://schemas.microsoft.com/office/drawing/2014/main" id="{1D06BD1A-E051-1DBC-2E22-924773C51C23}"/>
                </a:ext>
              </a:extLst>
            </p:cNvPr>
            <p:cNvGrpSpPr/>
            <p:nvPr/>
          </p:nvGrpSpPr>
          <p:grpSpPr>
            <a:xfrm>
              <a:off x="10759482" y="2923698"/>
              <a:ext cx="195465" cy="2610009"/>
              <a:chOff x="10759482" y="2923698"/>
              <a:chExt cx="195465" cy="2610009"/>
            </a:xfrm>
          </p:grpSpPr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83F37774-E99B-6B44-8863-26DDB077E79A}"/>
                  </a:ext>
                </a:extLst>
              </p:cNvPr>
              <p:cNvSpPr/>
              <p:nvPr/>
            </p:nvSpPr>
            <p:spPr>
              <a:xfrm>
                <a:off x="10890177" y="2975148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9C8DB570-2581-79F0-FE76-17E1119B27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59483" y="3114962"/>
                <a:ext cx="13069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CE180ACC-6B20-141D-1791-C0ABAEA7CBAB}"/>
                  </a:ext>
                </a:extLst>
              </p:cNvPr>
              <p:cNvSpPr/>
              <p:nvPr/>
            </p:nvSpPr>
            <p:spPr>
              <a:xfrm>
                <a:off x="10890177" y="3082577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7BE6D1C9-A22D-724D-8DE5-99AB96F77DC6}"/>
                  </a:ext>
                </a:extLst>
              </p:cNvPr>
              <p:cNvSpPr/>
              <p:nvPr/>
            </p:nvSpPr>
            <p:spPr>
              <a:xfrm>
                <a:off x="10890177" y="3190920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B0000E25-E0AE-CE9A-D2B9-13C7943A31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59483" y="3330734"/>
                <a:ext cx="13069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00A4A5C6-54DC-28F4-3334-0DDAB1D0CB50}"/>
                  </a:ext>
                </a:extLst>
              </p:cNvPr>
              <p:cNvSpPr/>
              <p:nvPr/>
            </p:nvSpPr>
            <p:spPr>
              <a:xfrm>
                <a:off x="10890177" y="3298349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4" name="타원 63">
                <a:extLst>
                  <a:ext uri="{FF2B5EF4-FFF2-40B4-BE49-F238E27FC236}">
                    <a16:creationId xmlns:a16="http://schemas.microsoft.com/office/drawing/2014/main" id="{AA644783-7B81-D471-8D57-D82D25F735EF}"/>
                  </a:ext>
                </a:extLst>
              </p:cNvPr>
              <p:cNvSpPr/>
              <p:nvPr/>
            </p:nvSpPr>
            <p:spPr>
              <a:xfrm>
                <a:off x="10890177" y="3406564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6DB450F7-FA7A-6B1A-FB2A-26AEE1908C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59483" y="3546378"/>
                <a:ext cx="13069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F7C7660C-4E5C-97C0-2C8B-3BB25A853C33}"/>
                  </a:ext>
                </a:extLst>
              </p:cNvPr>
              <p:cNvSpPr/>
              <p:nvPr/>
            </p:nvSpPr>
            <p:spPr>
              <a:xfrm>
                <a:off x="10890177" y="3513993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0" name="타원 69">
                <a:extLst>
                  <a:ext uri="{FF2B5EF4-FFF2-40B4-BE49-F238E27FC236}">
                    <a16:creationId xmlns:a16="http://schemas.microsoft.com/office/drawing/2014/main" id="{47A6A031-B0CD-A5A3-5D4C-96EC5235DA7F}"/>
                  </a:ext>
                </a:extLst>
              </p:cNvPr>
              <p:cNvSpPr/>
              <p:nvPr/>
            </p:nvSpPr>
            <p:spPr>
              <a:xfrm>
                <a:off x="10890177" y="3622336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7" name="타원 76">
                <a:extLst>
                  <a:ext uri="{FF2B5EF4-FFF2-40B4-BE49-F238E27FC236}">
                    <a16:creationId xmlns:a16="http://schemas.microsoft.com/office/drawing/2014/main" id="{81CED9F2-2F45-BA1B-4C80-8C7B16CBA0CD}"/>
                  </a:ext>
                </a:extLst>
              </p:cNvPr>
              <p:cNvSpPr/>
              <p:nvPr/>
            </p:nvSpPr>
            <p:spPr>
              <a:xfrm>
                <a:off x="10890177" y="3729765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6BF50126-6981-BFB5-F2D6-EF4CB122339B}"/>
                  </a:ext>
                </a:extLst>
              </p:cNvPr>
              <p:cNvSpPr/>
              <p:nvPr/>
            </p:nvSpPr>
            <p:spPr>
              <a:xfrm>
                <a:off x="10890177" y="3849581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81" name="타원 80">
                <a:extLst>
                  <a:ext uri="{FF2B5EF4-FFF2-40B4-BE49-F238E27FC236}">
                    <a16:creationId xmlns:a16="http://schemas.microsoft.com/office/drawing/2014/main" id="{9CB7AFCF-0C44-E84A-3F1A-A63EFB9682CA}"/>
                  </a:ext>
                </a:extLst>
              </p:cNvPr>
              <p:cNvSpPr/>
              <p:nvPr/>
            </p:nvSpPr>
            <p:spPr>
              <a:xfrm>
                <a:off x="10890177" y="3957010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82" name="타원 81">
                <a:extLst>
                  <a:ext uri="{FF2B5EF4-FFF2-40B4-BE49-F238E27FC236}">
                    <a16:creationId xmlns:a16="http://schemas.microsoft.com/office/drawing/2014/main" id="{5F4905BD-8D4F-F87C-2D69-DAB0A72FD51E}"/>
                  </a:ext>
                </a:extLst>
              </p:cNvPr>
              <p:cNvSpPr/>
              <p:nvPr/>
            </p:nvSpPr>
            <p:spPr>
              <a:xfrm>
                <a:off x="10890177" y="4065353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03ECAE9F-ED42-7D71-2648-D1B9E01F1238}"/>
                  </a:ext>
                </a:extLst>
              </p:cNvPr>
              <p:cNvSpPr/>
              <p:nvPr/>
            </p:nvSpPr>
            <p:spPr>
              <a:xfrm>
                <a:off x="10890177" y="4172782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227097DB-D0D1-E984-0614-B6FE521DE296}"/>
                  </a:ext>
                </a:extLst>
              </p:cNvPr>
              <p:cNvSpPr/>
              <p:nvPr/>
            </p:nvSpPr>
            <p:spPr>
              <a:xfrm>
                <a:off x="10890177" y="4280997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DE8CA350-B17B-B59C-7765-4EB8D90E8CB9}"/>
                  </a:ext>
                </a:extLst>
              </p:cNvPr>
              <p:cNvSpPr/>
              <p:nvPr/>
            </p:nvSpPr>
            <p:spPr>
              <a:xfrm>
                <a:off x="10890177" y="4388426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9" name="타원 98">
                <a:extLst>
                  <a:ext uri="{FF2B5EF4-FFF2-40B4-BE49-F238E27FC236}">
                    <a16:creationId xmlns:a16="http://schemas.microsoft.com/office/drawing/2014/main" id="{BA35D7EF-7813-4391-13EC-4F6C57FD3235}"/>
                  </a:ext>
                </a:extLst>
              </p:cNvPr>
              <p:cNvSpPr/>
              <p:nvPr/>
            </p:nvSpPr>
            <p:spPr>
              <a:xfrm>
                <a:off x="10890177" y="4496769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555205B5-4CE8-8919-E21A-77AD396AF6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59483" y="4636583"/>
                <a:ext cx="13069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1C6E9C2C-E864-78C8-88C8-996E853C255D}"/>
                  </a:ext>
                </a:extLst>
              </p:cNvPr>
              <p:cNvSpPr/>
              <p:nvPr/>
            </p:nvSpPr>
            <p:spPr>
              <a:xfrm>
                <a:off x="10890177" y="4604198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EA329829-4314-84A9-8528-810193564E46}"/>
                  </a:ext>
                </a:extLst>
              </p:cNvPr>
              <p:cNvSpPr/>
              <p:nvPr/>
            </p:nvSpPr>
            <p:spPr>
              <a:xfrm>
                <a:off x="10890176" y="4714320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13" name="직선 연결선 112">
                <a:extLst>
                  <a:ext uri="{FF2B5EF4-FFF2-40B4-BE49-F238E27FC236}">
                    <a16:creationId xmlns:a16="http://schemas.microsoft.com/office/drawing/2014/main" id="{1889ABC4-8604-9684-CEAF-7861AD8913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59482" y="4854134"/>
                <a:ext cx="13069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타원 114">
                <a:extLst>
                  <a:ext uri="{FF2B5EF4-FFF2-40B4-BE49-F238E27FC236}">
                    <a16:creationId xmlns:a16="http://schemas.microsoft.com/office/drawing/2014/main" id="{C44BC5B1-E98F-8613-C3CB-FEE93937F059}"/>
                  </a:ext>
                </a:extLst>
              </p:cNvPr>
              <p:cNvSpPr/>
              <p:nvPr/>
            </p:nvSpPr>
            <p:spPr>
              <a:xfrm>
                <a:off x="10890176" y="4821749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6" name="타원 115">
                <a:extLst>
                  <a:ext uri="{FF2B5EF4-FFF2-40B4-BE49-F238E27FC236}">
                    <a16:creationId xmlns:a16="http://schemas.microsoft.com/office/drawing/2014/main" id="{EFA00A46-675B-F293-B878-AFA9860D6461}"/>
                  </a:ext>
                </a:extLst>
              </p:cNvPr>
              <p:cNvSpPr/>
              <p:nvPr/>
            </p:nvSpPr>
            <p:spPr>
              <a:xfrm>
                <a:off x="10890176" y="4930092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0" name="타원 119">
                <a:extLst>
                  <a:ext uri="{FF2B5EF4-FFF2-40B4-BE49-F238E27FC236}">
                    <a16:creationId xmlns:a16="http://schemas.microsoft.com/office/drawing/2014/main" id="{33203651-4EA5-C0DA-8327-B40EA9D0C20F}"/>
                  </a:ext>
                </a:extLst>
              </p:cNvPr>
              <p:cNvSpPr/>
              <p:nvPr/>
            </p:nvSpPr>
            <p:spPr>
              <a:xfrm>
                <a:off x="10890176" y="5037521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C84D392A-B7A3-E1B5-F6C1-BD0755C51ADD}"/>
                  </a:ext>
                </a:extLst>
              </p:cNvPr>
              <p:cNvSpPr/>
              <p:nvPr/>
            </p:nvSpPr>
            <p:spPr>
              <a:xfrm>
                <a:off x="10890176" y="5145736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22" name="직선 연결선 121">
                <a:extLst>
                  <a:ext uri="{FF2B5EF4-FFF2-40B4-BE49-F238E27FC236}">
                    <a16:creationId xmlns:a16="http://schemas.microsoft.com/office/drawing/2014/main" id="{9BD35AEB-48C8-3EC7-745D-633316B3F0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59483" y="5178870"/>
                <a:ext cx="13069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타원 124">
                <a:extLst>
                  <a:ext uri="{FF2B5EF4-FFF2-40B4-BE49-F238E27FC236}">
                    <a16:creationId xmlns:a16="http://schemas.microsoft.com/office/drawing/2014/main" id="{91A871DE-FE38-27A2-3C73-5CFD1C186868}"/>
                  </a:ext>
                </a:extLst>
              </p:cNvPr>
              <p:cNvSpPr/>
              <p:nvPr/>
            </p:nvSpPr>
            <p:spPr>
              <a:xfrm>
                <a:off x="10890176" y="5253165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06808526-682A-2B60-50C6-37A16E4F998F}"/>
                  </a:ext>
                </a:extLst>
              </p:cNvPr>
              <p:cNvSpPr/>
              <p:nvPr/>
            </p:nvSpPr>
            <p:spPr>
              <a:xfrm>
                <a:off x="10890176" y="5361508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82202114-F96A-A3FD-AE82-BB1D011F62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59483" y="5394642"/>
                <a:ext cx="13069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0" name="타원 129">
                <a:extLst>
                  <a:ext uri="{FF2B5EF4-FFF2-40B4-BE49-F238E27FC236}">
                    <a16:creationId xmlns:a16="http://schemas.microsoft.com/office/drawing/2014/main" id="{1D6990E9-6D88-C6B6-A351-DB052DECDE8F}"/>
                  </a:ext>
                </a:extLst>
              </p:cNvPr>
              <p:cNvSpPr/>
              <p:nvPr/>
            </p:nvSpPr>
            <p:spPr>
              <a:xfrm>
                <a:off x="10890176" y="5468937"/>
                <a:ext cx="64770" cy="6477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CF8643DE-5BAF-8266-02F1-A66C839493C6}"/>
                  </a:ext>
                </a:extLst>
              </p:cNvPr>
              <p:cNvSpPr txBox="1"/>
              <p:nvPr/>
            </p:nvSpPr>
            <p:spPr>
              <a:xfrm>
                <a:off x="10778079" y="2923698"/>
                <a:ext cx="112098" cy="9694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700" dirty="0">
                    <a:latin typeface="+mn-ea"/>
                  </a:rPr>
                  <a:t>1</a:t>
                </a:r>
              </a:p>
              <a:p>
                <a:r>
                  <a:rPr lang="en-US" altLang="ko-KR" sz="700" dirty="0">
                    <a:latin typeface="+mn-ea"/>
                  </a:rPr>
                  <a:t>2</a:t>
                </a:r>
              </a:p>
              <a:p>
                <a:r>
                  <a:rPr lang="en-US" altLang="ko-KR" sz="700" dirty="0">
                    <a:latin typeface="+mn-ea"/>
                  </a:rPr>
                  <a:t>3</a:t>
                </a:r>
              </a:p>
              <a:p>
                <a:r>
                  <a:rPr lang="en-US" altLang="ko-KR" sz="700" dirty="0">
                    <a:latin typeface="+mn-ea"/>
                  </a:rPr>
                  <a:t>4</a:t>
                </a:r>
              </a:p>
              <a:p>
                <a:r>
                  <a:rPr lang="en-US" altLang="ko-KR" sz="700" dirty="0">
                    <a:latin typeface="+mn-ea"/>
                  </a:rPr>
                  <a:t>5</a:t>
                </a:r>
              </a:p>
              <a:p>
                <a:r>
                  <a:rPr lang="en-US" altLang="ko-KR" sz="700" dirty="0">
                    <a:latin typeface="+mn-ea"/>
                  </a:rPr>
                  <a:t>6</a:t>
                </a:r>
              </a:p>
              <a:p>
                <a:r>
                  <a:rPr lang="en-US" altLang="ko-KR" sz="700" dirty="0">
                    <a:latin typeface="+mn-ea"/>
                  </a:rPr>
                  <a:t>7</a:t>
                </a:r>
              </a:p>
              <a:p>
                <a:r>
                  <a:rPr lang="en-US" altLang="ko-KR" sz="700" dirty="0">
                    <a:latin typeface="+mn-ea"/>
                  </a:rPr>
                  <a:t>8</a:t>
                </a:r>
              </a:p>
              <a:p>
                <a:r>
                  <a:rPr lang="en-US" altLang="ko-KR" sz="700" dirty="0">
                    <a:latin typeface="+mn-ea"/>
                  </a:rPr>
                  <a:t>9</a:t>
                </a:r>
                <a:endParaRPr lang="ko-KR" altLang="en-US" sz="700" dirty="0">
                  <a:latin typeface="+mn-ea"/>
                </a:endParaRP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B07C9C9F-25D3-CC03-FB13-BA587DCB3B8D}"/>
                  </a:ext>
                </a:extLst>
              </p:cNvPr>
              <p:cNvSpPr txBox="1"/>
              <p:nvPr/>
            </p:nvSpPr>
            <p:spPr>
              <a:xfrm>
                <a:off x="10770849" y="3897272"/>
                <a:ext cx="154326" cy="10772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700" dirty="0">
                    <a:latin typeface="+mn-ea"/>
                  </a:rPr>
                  <a:t>10</a:t>
                </a:r>
              </a:p>
              <a:p>
                <a:r>
                  <a:rPr lang="en-US" altLang="ko-KR" sz="700" dirty="0">
                    <a:latin typeface="+mn-ea"/>
                  </a:rPr>
                  <a:t>11</a:t>
                </a:r>
              </a:p>
              <a:p>
                <a:r>
                  <a:rPr lang="en-US" altLang="ko-KR" sz="700" dirty="0">
                    <a:latin typeface="+mn-ea"/>
                  </a:rPr>
                  <a:t>12</a:t>
                </a:r>
              </a:p>
              <a:p>
                <a:r>
                  <a:rPr lang="en-US" altLang="ko-KR" sz="700" dirty="0">
                    <a:latin typeface="+mn-ea"/>
                  </a:rPr>
                  <a:t>13</a:t>
                </a:r>
              </a:p>
              <a:p>
                <a:r>
                  <a:rPr lang="en-US" altLang="ko-KR" sz="700" dirty="0">
                    <a:latin typeface="+mn-ea"/>
                  </a:rPr>
                  <a:t>14</a:t>
                </a:r>
              </a:p>
              <a:p>
                <a:r>
                  <a:rPr lang="en-US" altLang="ko-KR" sz="700" dirty="0">
                    <a:latin typeface="+mn-ea"/>
                  </a:rPr>
                  <a:t>15</a:t>
                </a:r>
              </a:p>
              <a:p>
                <a:r>
                  <a:rPr lang="en-US" altLang="ko-KR" sz="700" dirty="0">
                    <a:latin typeface="+mn-ea"/>
                  </a:rPr>
                  <a:t>16</a:t>
                </a:r>
              </a:p>
              <a:p>
                <a:r>
                  <a:rPr lang="en-US" altLang="ko-KR" sz="700" dirty="0">
                    <a:latin typeface="+mn-ea"/>
                  </a:rPr>
                  <a:t>17</a:t>
                </a:r>
              </a:p>
              <a:p>
                <a:r>
                  <a:rPr lang="en-US" altLang="ko-KR" sz="700" dirty="0">
                    <a:latin typeface="+mn-ea"/>
                  </a:rPr>
                  <a:t>18</a:t>
                </a:r>
              </a:p>
              <a:p>
                <a:r>
                  <a:rPr lang="en-US" altLang="ko-KR" sz="700" dirty="0">
                    <a:latin typeface="+mn-ea"/>
                  </a:rPr>
                  <a:t>19</a:t>
                </a: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EE13EA0A-6EB3-F686-59A9-A5BA46B12199}"/>
                  </a:ext>
                </a:extLst>
              </p:cNvPr>
              <p:cNvSpPr txBox="1"/>
              <p:nvPr/>
            </p:nvSpPr>
            <p:spPr>
              <a:xfrm>
                <a:off x="10777559" y="4980781"/>
                <a:ext cx="177388" cy="5386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700" dirty="0">
                    <a:latin typeface="+mn-ea"/>
                  </a:rPr>
                  <a:t>20</a:t>
                </a:r>
              </a:p>
              <a:p>
                <a:r>
                  <a:rPr lang="en-US" altLang="ko-KR" sz="700" dirty="0">
                    <a:latin typeface="+mn-ea"/>
                  </a:rPr>
                  <a:t>21</a:t>
                </a:r>
              </a:p>
              <a:p>
                <a:r>
                  <a:rPr lang="en-US" altLang="ko-KR" sz="700" dirty="0">
                    <a:latin typeface="+mn-ea"/>
                  </a:rPr>
                  <a:t>22</a:t>
                </a:r>
              </a:p>
              <a:p>
                <a:r>
                  <a:rPr lang="en-US" altLang="ko-KR" sz="700" dirty="0">
                    <a:latin typeface="+mn-ea"/>
                  </a:rPr>
                  <a:t>23</a:t>
                </a:r>
              </a:p>
              <a:p>
                <a:r>
                  <a:rPr lang="en-US" altLang="ko-KR" sz="700" dirty="0">
                    <a:latin typeface="+mn-ea"/>
                  </a:rPr>
                  <a:t>24</a:t>
                </a:r>
                <a:endParaRPr lang="ko-KR" altLang="en-US" sz="700" dirty="0">
                  <a:latin typeface="+mn-ea"/>
                </a:endParaRPr>
              </a:p>
            </p:txBody>
          </p:sp>
        </p:grpSp>
        <p:sp>
          <p:nvSpPr>
            <p:cNvPr id="306" name="직사각형 305">
              <a:extLst>
                <a:ext uri="{FF2B5EF4-FFF2-40B4-BE49-F238E27FC236}">
                  <a16:creationId xmlns:a16="http://schemas.microsoft.com/office/drawing/2014/main" id="{69C63B6E-0E25-4FDB-79D4-C643CE7DEC53}"/>
                </a:ext>
              </a:extLst>
            </p:cNvPr>
            <p:cNvSpPr/>
            <p:nvPr/>
          </p:nvSpPr>
          <p:spPr>
            <a:xfrm>
              <a:off x="10758407" y="2910002"/>
              <a:ext cx="232708" cy="265281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09" name="직선 연결선 308">
            <a:extLst>
              <a:ext uri="{FF2B5EF4-FFF2-40B4-BE49-F238E27FC236}">
                <a16:creationId xmlns:a16="http://schemas.microsoft.com/office/drawing/2014/main" id="{FA745534-DA8C-429F-2D16-8057A598D77F}"/>
              </a:ext>
            </a:extLst>
          </p:cNvPr>
          <p:cNvCxnSpPr>
            <a:cxnSpLocks/>
          </p:cNvCxnSpPr>
          <p:nvPr/>
        </p:nvCxnSpPr>
        <p:spPr>
          <a:xfrm>
            <a:off x="9477149" y="2618909"/>
            <a:ext cx="1306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직선 연결선 311">
            <a:extLst>
              <a:ext uri="{FF2B5EF4-FFF2-40B4-BE49-F238E27FC236}">
                <a16:creationId xmlns:a16="http://schemas.microsoft.com/office/drawing/2014/main" id="{0B85A6D8-B6BE-9674-FF92-2A034CE17FE0}"/>
              </a:ext>
            </a:extLst>
          </p:cNvPr>
          <p:cNvCxnSpPr>
            <a:cxnSpLocks/>
          </p:cNvCxnSpPr>
          <p:nvPr/>
        </p:nvCxnSpPr>
        <p:spPr>
          <a:xfrm flipV="1">
            <a:off x="9810743" y="1776589"/>
            <a:ext cx="0" cy="20074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직선 연결선 314">
            <a:extLst>
              <a:ext uri="{FF2B5EF4-FFF2-40B4-BE49-F238E27FC236}">
                <a16:creationId xmlns:a16="http://schemas.microsoft.com/office/drawing/2014/main" id="{1A0245A7-9469-D03F-C5E8-9BED6E3CA24C}"/>
              </a:ext>
            </a:extLst>
          </p:cNvPr>
          <p:cNvCxnSpPr>
            <a:cxnSpLocks/>
          </p:cNvCxnSpPr>
          <p:nvPr/>
        </p:nvCxnSpPr>
        <p:spPr>
          <a:xfrm>
            <a:off x="9810750" y="3788253"/>
            <a:ext cx="32860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직선 연결선 315">
            <a:extLst>
              <a:ext uri="{FF2B5EF4-FFF2-40B4-BE49-F238E27FC236}">
                <a16:creationId xmlns:a16="http://schemas.microsoft.com/office/drawing/2014/main" id="{524E7362-6B89-B392-8BB5-A4D7393959D1}"/>
              </a:ext>
            </a:extLst>
          </p:cNvPr>
          <p:cNvCxnSpPr>
            <a:cxnSpLocks/>
          </p:cNvCxnSpPr>
          <p:nvPr/>
        </p:nvCxnSpPr>
        <p:spPr>
          <a:xfrm>
            <a:off x="9608389" y="2617956"/>
            <a:ext cx="0" cy="16159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TextBox 319">
            <a:extLst>
              <a:ext uri="{FF2B5EF4-FFF2-40B4-BE49-F238E27FC236}">
                <a16:creationId xmlns:a16="http://schemas.microsoft.com/office/drawing/2014/main" id="{AD90921E-C5B8-F28E-B645-45C805A3F3C6}"/>
              </a:ext>
            </a:extLst>
          </p:cNvPr>
          <p:cNvSpPr txBox="1"/>
          <p:nvPr/>
        </p:nvSpPr>
        <p:spPr>
          <a:xfrm>
            <a:off x="8052611" y="5099824"/>
            <a:ext cx="44628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ADC_CNV</a:t>
            </a:r>
            <a:endParaRPr lang="ko-KR" altLang="en-US" sz="700" dirty="0">
              <a:latin typeface="+mn-ea"/>
            </a:endParaRP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22A22026-5988-9A9A-79D8-EB69145BB510}"/>
              </a:ext>
            </a:extLst>
          </p:cNvPr>
          <p:cNvSpPr txBox="1"/>
          <p:nvPr/>
        </p:nvSpPr>
        <p:spPr>
          <a:xfrm>
            <a:off x="8052611" y="5215194"/>
            <a:ext cx="44628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ADC_SCK</a:t>
            </a:r>
            <a:endParaRPr lang="ko-KR" altLang="en-US" sz="700" dirty="0">
              <a:latin typeface="+mn-ea"/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8EBF5D6F-CDC6-6880-9F47-F47C347F4173}"/>
              </a:ext>
            </a:extLst>
          </p:cNvPr>
          <p:cNvSpPr txBox="1"/>
          <p:nvPr/>
        </p:nvSpPr>
        <p:spPr>
          <a:xfrm>
            <a:off x="8052611" y="5320118"/>
            <a:ext cx="44628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ADC_SDI</a:t>
            </a:r>
            <a:endParaRPr lang="ko-KR" altLang="en-US" sz="700" dirty="0">
              <a:latin typeface="+mn-ea"/>
            </a:endParaRP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792DFA67-0AEC-CB72-BA75-915BF5D1E989}"/>
              </a:ext>
            </a:extLst>
          </p:cNvPr>
          <p:cNvSpPr txBox="1"/>
          <p:nvPr/>
        </p:nvSpPr>
        <p:spPr>
          <a:xfrm>
            <a:off x="8055036" y="5446165"/>
            <a:ext cx="44628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ADC_SDO</a:t>
            </a:r>
            <a:endParaRPr lang="ko-KR" altLang="en-US" sz="700" dirty="0">
              <a:latin typeface="+mn-ea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08F7F8F-0C93-062A-18E5-7C4BED4235C7}"/>
              </a:ext>
            </a:extLst>
          </p:cNvPr>
          <p:cNvSpPr txBox="1"/>
          <p:nvPr/>
        </p:nvSpPr>
        <p:spPr>
          <a:xfrm>
            <a:off x="8052611" y="5556294"/>
            <a:ext cx="44628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ADC_BUSY</a:t>
            </a:r>
            <a:endParaRPr lang="ko-KR" altLang="en-US" sz="700" dirty="0">
              <a:latin typeface="+mn-ea"/>
            </a:endParaRPr>
          </a:p>
        </p:txBody>
      </p:sp>
      <p:sp>
        <p:nvSpPr>
          <p:cNvPr id="325" name="직사각형 324">
            <a:extLst>
              <a:ext uri="{FF2B5EF4-FFF2-40B4-BE49-F238E27FC236}">
                <a16:creationId xmlns:a16="http://schemas.microsoft.com/office/drawing/2014/main" id="{3605FCBF-94A9-4CCC-CA7D-40826C189EDA}"/>
              </a:ext>
            </a:extLst>
          </p:cNvPr>
          <p:cNvSpPr/>
          <p:nvPr/>
        </p:nvSpPr>
        <p:spPr>
          <a:xfrm rot="5400000">
            <a:off x="9742896" y="1658951"/>
            <a:ext cx="135708" cy="80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327" name="직선 연결선 326">
            <a:extLst>
              <a:ext uri="{FF2B5EF4-FFF2-40B4-BE49-F238E27FC236}">
                <a16:creationId xmlns:a16="http://schemas.microsoft.com/office/drawing/2014/main" id="{B6702689-068F-BCDC-76EF-297E58F54230}"/>
              </a:ext>
            </a:extLst>
          </p:cNvPr>
          <p:cNvCxnSpPr>
            <a:cxnSpLocks/>
          </p:cNvCxnSpPr>
          <p:nvPr/>
        </p:nvCxnSpPr>
        <p:spPr>
          <a:xfrm>
            <a:off x="9803969" y="1463157"/>
            <a:ext cx="0" cy="1655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TextBox 328">
            <a:extLst>
              <a:ext uri="{FF2B5EF4-FFF2-40B4-BE49-F238E27FC236}">
                <a16:creationId xmlns:a16="http://schemas.microsoft.com/office/drawing/2014/main" id="{061BBA40-75D3-9CAF-8902-DC64214AD6A0}"/>
              </a:ext>
            </a:extLst>
          </p:cNvPr>
          <p:cNvSpPr txBox="1"/>
          <p:nvPr/>
        </p:nvSpPr>
        <p:spPr>
          <a:xfrm>
            <a:off x="9645641" y="1334747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3.3V1</a:t>
            </a:r>
            <a:endParaRPr lang="ko-KR" altLang="en-US" sz="800" dirty="0">
              <a:latin typeface="+mn-ea"/>
            </a:endParaRP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8269CD8C-C4D3-1A23-9D53-AD2D40BBD06C}"/>
              </a:ext>
            </a:extLst>
          </p:cNvPr>
          <p:cNvSpPr txBox="1"/>
          <p:nvPr/>
        </p:nvSpPr>
        <p:spPr>
          <a:xfrm>
            <a:off x="9903253" y="1643955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10K</a:t>
            </a:r>
            <a:endParaRPr lang="ko-KR" altLang="en-US" sz="800" dirty="0">
              <a:latin typeface="+mn-ea"/>
            </a:endParaRP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8ECFC43F-562E-27EE-33D7-15062ADA29D0}"/>
              </a:ext>
            </a:extLst>
          </p:cNvPr>
          <p:cNvSpPr txBox="1"/>
          <p:nvPr/>
        </p:nvSpPr>
        <p:spPr>
          <a:xfrm>
            <a:off x="9903252" y="1984741"/>
            <a:ext cx="919205" cy="123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I2C_AD : 100_1000</a:t>
            </a:r>
            <a:endParaRPr lang="ko-KR" altLang="en-US" sz="800" dirty="0">
              <a:latin typeface="+mn-ea"/>
            </a:endParaRP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4AE8D1F0-BE58-4F6F-FCF2-E987C1AD5574}"/>
              </a:ext>
            </a:extLst>
          </p:cNvPr>
          <p:cNvSpPr txBox="1"/>
          <p:nvPr/>
        </p:nvSpPr>
        <p:spPr>
          <a:xfrm>
            <a:off x="9903253" y="2688749"/>
            <a:ext cx="919205" cy="123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I2C_AD : 101_0000</a:t>
            </a:r>
            <a:endParaRPr lang="ko-KR" altLang="en-US" sz="800" dirty="0">
              <a:latin typeface="+mn-ea"/>
            </a:endParaRPr>
          </a:p>
        </p:txBody>
      </p:sp>
      <p:sp>
        <p:nvSpPr>
          <p:cNvPr id="362" name="직사각형 361">
            <a:extLst>
              <a:ext uri="{FF2B5EF4-FFF2-40B4-BE49-F238E27FC236}">
                <a16:creationId xmlns:a16="http://schemas.microsoft.com/office/drawing/2014/main" id="{E4491463-2612-0F44-9F17-5DB2D69B904E}"/>
              </a:ext>
            </a:extLst>
          </p:cNvPr>
          <p:cNvSpPr/>
          <p:nvPr/>
        </p:nvSpPr>
        <p:spPr>
          <a:xfrm>
            <a:off x="4016424" y="914740"/>
            <a:ext cx="600075" cy="4953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LTC6655</a:t>
            </a: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(5V ref.)</a:t>
            </a:r>
          </a:p>
        </p:txBody>
      </p:sp>
      <p:cxnSp>
        <p:nvCxnSpPr>
          <p:cNvPr id="363" name="직선 화살표 연결선 362">
            <a:extLst>
              <a:ext uri="{FF2B5EF4-FFF2-40B4-BE49-F238E27FC236}">
                <a16:creationId xmlns:a16="http://schemas.microsoft.com/office/drawing/2014/main" id="{1ADC23C1-FB01-8A4D-BD61-1306D4220E03}"/>
              </a:ext>
            </a:extLst>
          </p:cNvPr>
          <p:cNvCxnSpPr>
            <a:cxnSpLocks/>
            <a:stCxn id="362" idx="3"/>
          </p:cNvCxnSpPr>
          <p:nvPr/>
        </p:nvCxnSpPr>
        <p:spPr>
          <a:xfrm>
            <a:off x="4616499" y="1162390"/>
            <a:ext cx="774296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TextBox 363">
            <a:extLst>
              <a:ext uri="{FF2B5EF4-FFF2-40B4-BE49-F238E27FC236}">
                <a16:creationId xmlns:a16="http://schemas.microsoft.com/office/drawing/2014/main" id="{6DA7DE35-A485-78B9-CD2B-B3A832CD1284}"/>
              </a:ext>
            </a:extLst>
          </p:cNvPr>
          <p:cNvSpPr txBox="1"/>
          <p:nvPr/>
        </p:nvSpPr>
        <p:spPr>
          <a:xfrm>
            <a:off x="4680510" y="1030066"/>
            <a:ext cx="4857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Ref5V</a:t>
            </a:r>
            <a:endParaRPr lang="ko-KR" altLang="en-US" sz="800" dirty="0">
              <a:latin typeface="+mn-ea"/>
            </a:endParaRP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00F9B7EA-5F97-E195-4AEA-47470076C8D2}"/>
              </a:ext>
            </a:extLst>
          </p:cNvPr>
          <p:cNvSpPr txBox="1"/>
          <p:nvPr/>
        </p:nvSpPr>
        <p:spPr>
          <a:xfrm>
            <a:off x="5597328" y="5796590"/>
            <a:ext cx="4857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800" dirty="0">
                <a:latin typeface="+mn-ea"/>
              </a:rPr>
              <a:t>Ref5V</a:t>
            </a:r>
            <a:endParaRPr lang="ko-KR" altLang="en-US" sz="800" dirty="0">
              <a:latin typeface="+mn-ea"/>
            </a:endParaRPr>
          </a:p>
        </p:txBody>
      </p:sp>
      <p:grpSp>
        <p:nvGrpSpPr>
          <p:cNvPr id="367" name="그룹 366">
            <a:extLst>
              <a:ext uri="{FF2B5EF4-FFF2-40B4-BE49-F238E27FC236}">
                <a16:creationId xmlns:a16="http://schemas.microsoft.com/office/drawing/2014/main" id="{AE02B9F6-2509-F161-2B61-E6BEA81F0EB2}"/>
              </a:ext>
            </a:extLst>
          </p:cNvPr>
          <p:cNvGrpSpPr/>
          <p:nvPr/>
        </p:nvGrpSpPr>
        <p:grpSpPr>
          <a:xfrm>
            <a:off x="5378127" y="914696"/>
            <a:ext cx="333095" cy="386390"/>
            <a:chOff x="3217508" y="3826145"/>
            <a:chExt cx="333095" cy="386390"/>
          </a:xfrm>
        </p:grpSpPr>
        <p:sp>
          <p:nvSpPr>
            <p:cNvPr id="368" name="이등변 삼각형 367">
              <a:extLst>
                <a:ext uri="{FF2B5EF4-FFF2-40B4-BE49-F238E27FC236}">
                  <a16:creationId xmlns:a16="http://schemas.microsoft.com/office/drawing/2014/main" id="{A70CEDF5-9403-FAAC-169A-1D42C5195BF5}"/>
                </a:ext>
              </a:extLst>
            </p:cNvPr>
            <p:cNvSpPr/>
            <p:nvPr/>
          </p:nvSpPr>
          <p:spPr>
            <a:xfrm rot="5400000">
              <a:off x="3190861" y="3852792"/>
              <a:ext cx="386390" cy="33309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B986706D-9946-106D-65E8-1ACD8D869249}"/>
                </a:ext>
              </a:extLst>
            </p:cNvPr>
            <p:cNvSpPr txBox="1"/>
            <p:nvPr/>
          </p:nvSpPr>
          <p:spPr>
            <a:xfrm>
              <a:off x="3240854" y="4012250"/>
              <a:ext cx="14320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+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4D3B2FB9-9734-AEE3-A3A7-4306620C2172}"/>
                </a:ext>
              </a:extLst>
            </p:cNvPr>
            <p:cNvSpPr txBox="1"/>
            <p:nvPr/>
          </p:nvSpPr>
          <p:spPr>
            <a:xfrm>
              <a:off x="3253775" y="3897254"/>
              <a:ext cx="11427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-</a:t>
              </a:r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371" name="직선 연결선 370">
            <a:extLst>
              <a:ext uri="{FF2B5EF4-FFF2-40B4-BE49-F238E27FC236}">
                <a16:creationId xmlns:a16="http://schemas.microsoft.com/office/drawing/2014/main" id="{5B082F25-1EB0-D409-EAFF-DCEEE83FA798}"/>
              </a:ext>
            </a:extLst>
          </p:cNvPr>
          <p:cNvCxnSpPr>
            <a:cxnSpLocks/>
          </p:cNvCxnSpPr>
          <p:nvPr/>
        </p:nvCxnSpPr>
        <p:spPr>
          <a:xfrm>
            <a:off x="5307661" y="1010802"/>
            <a:ext cx="632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직선 연결선 371">
            <a:extLst>
              <a:ext uri="{FF2B5EF4-FFF2-40B4-BE49-F238E27FC236}">
                <a16:creationId xmlns:a16="http://schemas.microsoft.com/office/drawing/2014/main" id="{EB1973C9-0FAF-DA89-36E8-E03160C12F90}"/>
              </a:ext>
            </a:extLst>
          </p:cNvPr>
          <p:cNvCxnSpPr>
            <a:cxnSpLocks/>
          </p:cNvCxnSpPr>
          <p:nvPr/>
        </p:nvCxnSpPr>
        <p:spPr>
          <a:xfrm>
            <a:off x="5307661" y="865653"/>
            <a:ext cx="4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연결선 372">
            <a:extLst>
              <a:ext uri="{FF2B5EF4-FFF2-40B4-BE49-F238E27FC236}">
                <a16:creationId xmlns:a16="http://schemas.microsoft.com/office/drawing/2014/main" id="{51793427-5961-4D3C-277C-4A231A50C44F}"/>
              </a:ext>
            </a:extLst>
          </p:cNvPr>
          <p:cNvCxnSpPr>
            <a:cxnSpLocks/>
          </p:cNvCxnSpPr>
          <p:nvPr/>
        </p:nvCxnSpPr>
        <p:spPr>
          <a:xfrm>
            <a:off x="5784539" y="865653"/>
            <a:ext cx="0" cy="2498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연결선 373">
            <a:extLst>
              <a:ext uri="{FF2B5EF4-FFF2-40B4-BE49-F238E27FC236}">
                <a16:creationId xmlns:a16="http://schemas.microsoft.com/office/drawing/2014/main" id="{B74AC899-5AD2-B60F-9B26-9360AE635660}"/>
              </a:ext>
            </a:extLst>
          </p:cNvPr>
          <p:cNvCxnSpPr>
            <a:cxnSpLocks/>
          </p:cNvCxnSpPr>
          <p:nvPr/>
        </p:nvCxnSpPr>
        <p:spPr>
          <a:xfrm>
            <a:off x="5311099" y="865653"/>
            <a:ext cx="0" cy="1451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5" name="타원 374">
            <a:extLst>
              <a:ext uri="{FF2B5EF4-FFF2-40B4-BE49-F238E27FC236}">
                <a16:creationId xmlns:a16="http://schemas.microsoft.com/office/drawing/2014/main" id="{FF1E78CB-864F-423C-5BEC-B15181EF4AE5}"/>
              </a:ext>
            </a:extLst>
          </p:cNvPr>
          <p:cNvSpPr/>
          <p:nvPr/>
        </p:nvSpPr>
        <p:spPr>
          <a:xfrm>
            <a:off x="5756132" y="108666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377" name="직선 연결선 376">
            <a:extLst>
              <a:ext uri="{FF2B5EF4-FFF2-40B4-BE49-F238E27FC236}">
                <a16:creationId xmlns:a16="http://schemas.microsoft.com/office/drawing/2014/main" id="{7641919A-9FBA-E141-B3BA-94D3049AB251}"/>
              </a:ext>
            </a:extLst>
          </p:cNvPr>
          <p:cNvCxnSpPr>
            <a:cxnSpLocks/>
          </p:cNvCxnSpPr>
          <p:nvPr/>
        </p:nvCxnSpPr>
        <p:spPr>
          <a:xfrm>
            <a:off x="5696736" y="1102656"/>
            <a:ext cx="21562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1" name="그룹 380">
            <a:extLst>
              <a:ext uri="{FF2B5EF4-FFF2-40B4-BE49-F238E27FC236}">
                <a16:creationId xmlns:a16="http://schemas.microsoft.com/office/drawing/2014/main" id="{D53C620F-5BE9-6444-8663-546D889A2B9C}"/>
              </a:ext>
            </a:extLst>
          </p:cNvPr>
          <p:cNvGrpSpPr/>
          <p:nvPr/>
        </p:nvGrpSpPr>
        <p:grpSpPr>
          <a:xfrm>
            <a:off x="5377030" y="1437950"/>
            <a:ext cx="333095" cy="386390"/>
            <a:chOff x="3217508" y="3826145"/>
            <a:chExt cx="333095" cy="386390"/>
          </a:xfrm>
        </p:grpSpPr>
        <p:sp>
          <p:nvSpPr>
            <p:cNvPr id="382" name="이등변 삼각형 381">
              <a:extLst>
                <a:ext uri="{FF2B5EF4-FFF2-40B4-BE49-F238E27FC236}">
                  <a16:creationId xmlns:a16="http://schemas.microsoft.com/office/drawing/2014/main" id="{85BADB64-1912-DD07-D174-09D8490A598A}"/>
                </a:ext>
              </a:extLst>
            </p:cNvPr>
            <p:cNvSpPr/>
            <p:nvPr/>
          </p:nvSpPr>
          <p:spPr>
            <a:xfrm rot="5400000">
              <a:off x="3190861" y="3852792"/>
              <a:ext cx="386390" cy="33309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38E39589-F534-7EB8-43B1-31DADD651FF5}"/>
                </a:ext>
              </a:extLst>
            </p:cNvPr>
            <p:cNvSpPr txBox="1"/>
            <p:nvPr/>
          </p:nvSpPr>
          <p:spPr>
            <a:xfrm>
              <a:off x="3240854" y="4012250"/>
              <a:ext cx="14320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+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7190D741-C524-6404-B16C-5096FA3463F9}"/>
                </a:ext>
              </a:extLst>
            </p:cNvPr>
            <p:cNvSpPr txBox="1"/>
            <p:nvPr/>
          </p:nvSpPr>
          <p:spPr>
            <a:xfrm>
              <a:off x="3253775" y="3897254"/>
              <a:ext cx="11427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-</a:t>
              </a:r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385" name="직선 연결선 384">
            <a:extLst>
              <a:ext uri="{FF2B5EF4-FFF2-40B4-BE49-F238E27FC236}">
                <a16:creationId xmlns:a16="http://schemas.microsoft.com/office/drawing/2014/main" id="{A394E0C2-0669-DB9A-C0BA-26B10F666372}"/>
              </a:ext>
            </a:extLst>
          </p:cNvPr>
          <p:cNvCxnSpPr>
            <a:cxnSpLocks/>
          </p:cNvCxnSpPr>
          <p:nvPr/>
        </p:nvCxnSpPr>
        <p:spPr>
          <a:xfrm>
            <a:off x="5306564" y="1534056"/>
            <a:ext cx="632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2D44CE34-CB7A-DA0F-FF7E-AAB795D4BB50}"/>
              </a:ext>
            </a:extLst>
          </p:cNvPr>
          <p:cNvCxnSpPr>
            <a:cxnSpLocks/>
          </p:cNvCxnSpPr>
          <p:nvPr/>
        </p:nvCxnSpPr>
        <p:spPr>
          <a:xfrm>
            <a:off x="5306564" y="1388907"/>
            <a:ext cx="476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직선 연결선 386">
            <a:extLst>
              <a:ext uri="{FF2B5EF4-FFF2-40B4-BE49-F238E27FC236}">
                <a16:creationId xmlns:a16="http://schemas.microsoft.com/office/drawing/2014/main" id="{5694444E-7FC6-E5B2-1798-2C74F7DB8299}"/>
              </a:ext>
            </a:extLst>
          </p:cNvPr>
          <p:cNvCxnSpPr>
            <a:cxnSpLocks/>
          </p:cNvCxnSpPr>
          <p:nvPr/>
        </p:nvCxnSpPr>
        <p:spPr>
          <a:xfrm>
            <a:off x="5783442" y="1388907"/>
            <a:ext cx="0" cy="2498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E70A7FE9-D13A-32B7-A481-50299BDF0B5B}"/>
              </a:ext>
            </a:extLst>
          </p:cNvPr>
          <p:cNvCxnSpPr>
            <a:cxnSpLocks/>
          </p:cNvCxnSpPr>
          <p:nvPr/>
        </p:nvCxnSpPr>
        <p:spPr>
          <a:xfrm>
            <a:off x="5310002" y="1388907"/>
            <a:ext cx="0" cy="1451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타원 388">
            <a:extLst>
              <a:ext uri="{FF2B5EF4-FFF2-40B4-BE49-F238E27FC236}">
                <a16:creationId xmlns:a16="http://schemas.microsoft.com/office/drawing/2014/main" id="{FD5B7F58-A26C-B8CA-57A9-A04642992CD9}"/>
              </a:ext>
            </a:extLst>
          </p:cNvPr>
          <p:cNvSpPr/>
          <p:nvPr/>
        </p:nvSpPr>
        <p:spPr>
          <a:xfrm>
            <a:off x="5755035" y="160992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390" name="직선 연결선 389">
            <a:extLst>
              <a:ext uri="{FF2B5EF4-FFF2-40B4-BE49-F238E27FC236}">
                <a16:creationId xmlns:a16="http://schemas.microsoft.com/office/drawing/2014/main" id="{DF59F706-CD9F-A9A2-0AFE-869D7A34D160}"/>
              </a:ext>
            </a:extLst>
          </p:cNvPr>
          <p:cNvCxnSpPr>
            <a:cxnSpLocks/>
          </p:cNvCxnSpPr>
          <p:nvPr/>
        </p:nvCxnSpPr>
        <p:spPr>
          <a:xfrm>
            <a:off x="5695639" y="1625910"/>
            <a:ext cx="2860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연결선 392">
            <a:extLst>
              <a:ext uri="{FF2B5EF4-FFF2-40B4-BE49-F238E27FC236}">
                <a16:creationId xmlns:a16="http://schemas.microsoft.com/office/drawing/2014/main" id="{79C9663B-FB9D-8510-FA9F-F943F01F7766}"/>
              </a:ext>
            </a:extLst>
          </p:cNvPr>
          <p:cNvCxnSpPr>
            <a:cxnSpLocks/>
          </p:cNvCxnSpPr>
          <p:nvPr/>
        </p:nvCxnSpPr>
        <p:spPr>
          <a:xfrm>
            <a:off x="5112302" y="1171311"/>
            <a:ext cx="0" cy="8674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2" name="직사각형 391">
            <a:extLst>
              <a:ext uri="{FF2B5EF4-FFF2-40B4-BE49-F238E27FC236}">
                <a16:creationId xmlns:a16="http://schemas.microsoft.com/office/drawing/2014/main" id="{1FB055F8-D208-2421-7F81-56374490CB54}"/>
              </a:ext>
            </a:extLst>
          </p:cNvPr>
          <p:cNvSpPr/>
          <p:nvPr/>
        </p:nvSpPr>
        <p:spPr>
          <a:xfrm rot="5400000">
            <a:off x="5047546" y="1803754"/>
            <a:ext cx="135708" cy="80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391" name="직사각형 390">
            <a:extLst>
              <a:ext uri="{FF2B5EF4-FFF2-40B4-BE49-F238E27FC236}">
                <a16:creationId xmlns:a16="http://schemas.microsoft.com/office/drawing/2014/main" id="{3A611D32-5AA0-602D-F2B3-E0864C3289CD}"/>
              </a:ext>
            </a:extLst>
          </p:cNvPr>
          <p:cNvSpPr/>
          <p:nvPr/>
        </p:nvSpPr>
        <p:spPr>
          <a:xfrm rot="5400000">
            <a:off x="5046111" y="1506975"/>
            <a:ext cx="135708" cy="80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614F8007-9D5A-BA2E-649A-2BF0DAF0659F}"/>
              </a:ext>
            </a:extLst>
          </p:cNvPr>
          <p:cNvSpPr txBox="1"/>
          <p:nvPr/>
        </p:nvSpPr>
        <p:spPr>
          <a:xfrm>
            <a:off x="2212801" y="4599109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GND2</a:t>
            </a:r>
            <a:endParaRPr lang="ko-KR" altLang="en-US" sz="800" dirty="0">
              <a:latin typeface="+mn-ea"/>
            </a:endParaRP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BFBB5713-377D-DE93-5F72-EEE5C4E3868F}"/>
              </a:ext>
            </a:extLst>
          </p:cNvPr>
          <p:cNvSpPr txBox="1"/>
          <p:nvPr/>
        </p:nvSpPr>
        <p:spPr>
          <a:xfrm>
            <a:off x="4766217" y="1481574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10K</a:t>
            </a:r>
            <a:endParaRPr lang="ko-KR" altLang="en-US" sz="800" dirty="0">
              <a:latin typeface="+mn-ea"/>
            </a:endParaRP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1042CF98-AD5F-4FDE-C9B6-BC6525CD2E6A}"/>
              </a:ext>
            </a:extLst>
          </p:cNvPr>
          <p:cNvSpPr txBox="1"/>
          <p:nvPr/>
        </p:nvSpPr>
        <p:spPr>
          <a:xfrm>
            <a:off x="4760167" y="1788829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10K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99" name="직선 연결선 398">
            <a:extLst>
              <a:ext uri="{FF2B5EF4-FFF2-40B4-BE49-F238E27FC236}">
                <a16:creationId xmlns:a16="http://schemas.microsoft.com/office/drawing/2014/main" id="{241B0F11-4796-E31A-6513-384A66A0803B}"/>
              </a:ext>
            </a:extLst>
          </p:cNvPr>
          <p:cNvCxnSpPr>
            <a:cxnSpLocks/>
          </p:cNvCxnSpPr>
          <p:nvPr/>
        </p:nvCxnSpPr>
        <p:spPr>
          <a:xfrm>
            <a:off x="5109871" y="1688234"/>
            <a:ext cx="2671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2" name="TextBox 401">
            <a:extLst>
              <a:ext uri="{FF2B5EF4-FFF2-40B4-BE49-F238E27FC236}">
                <a16:creationId xmlns:a16="http://schemas.microsoft.com/office/drawing/2014/main" id="{BDCA0327-2E0A-80B6-BACC-4F8F784DA1DE}"/>
              </a:ext>
            </a:extLst>
          </p:cNvPr>
          <p:cNvSpPr txBox="1"/>
          <p:nvPr/>
        </p:nvSpPr>
        <p:spPr>
          <a:xfrm>
            <a:off x="6007600" y="1569030"/>
            <a:ext cx="55014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Ref2.5V</a:t>
            </a:r>
            <a:endParaRPr lang="ko-KR" altLang="en-US" sz="800" dirty="0">
              <a:latin typeface="+mn-ea"/>
            </a:endParaRP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DE771DAA-6511-C5ED-5B7C-3BAEA7292BEC}"/>
              </a:ext>
            </a:extLst>
          </p:cNvPr>
          <p:cNvSpPr txBox="1"/>
          <p:nvPr/>
        </p:nvSpPr>
        <p:spPr>
          <a:xfrm>
            <a:off x="5990960" y="1054882"/>
            <a:ext cx="55014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unused</a:t>
            </a:r>
            <a:endParaRPr lang="ko-KR" altLang="en-US" sz="800" dirty="0">
              <a:latin typeface="+mn-ea"/>
            </a:endParaRPr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D7DA0831-611A-E0BB-EA7E-5C9B4C0F3DF8}"/>
              </a:ext>
            </a:extLst>
          </p:cNvPr>
          <p:cNvSpPr txBox="1"/>
          <p:nvPr/>
        </p:nvSpPr>
        <p:spPr>
          <a:xfrm>
            <a:off x="5383263" y="1891017"/>
            <a:ext cx="485776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b="1" dirty="0">
                <a:latin typeface="+mn-ea"/>
              </a:rPr>
              <a:t>AD8066</a:t>
            </a:r>
          </a:p>
        </p:txBody>
      </p:sp>
      <p:grpSp>
        <p:nvGrpSpPr>
          <p:cNvPr id="408" name="그룹 407">
            <a:extLst>
              <a:ext uri="{FF2B5EF4-FFF2-40B4-BE49-F238E27FC236}">
                <a16:creationId xmlns:a16="http://schemas.microsoft.com/office/drawing/2014/main" id="{FA2BA45D-C52D-9773-FCD6-6A9194644171}"/>
              </a:ext>
            </a:extLst>
          </p:cNvPr>
          <p:cNvGrpSpPr/>
          <p:nvPr/>
        </p:nvGrpSpPr>
        <p:grpSpPr>
          <a:xfrm>
            <a:off x="1084456" y="4859607"/>
            <a:ext cx="145053" cy="145053"/>
            <a:chOff x="747167" y="4409230"/>
            <a:chExt cx="145053" cy="145053"/>
          </a:xfrm>
        </p:grpSpPr>
        <p:sp>
          <p:nvSpPr>
            <p:cNvPr id="406" name="타원 405">
              <a:extLst>
                <a:ext uri="{FF2B5EF4-FFF2-40B4-BE49-F238E27FC236}">
                  <a16:creationId xmlns:a16="http://schemas.microsoft.com/office/drawing/2014/main" id="{48F030F8-517D-89E2-CEB9-013742517D1A}"/>
                </a:ext>
              </a:extLst>
            </p:cNvPr>
            <p:cNvSpPr/>
            <p:nvPr/>
          </p:nvSpPr>
          <p:spPr>
            <a:xfrm>
              <a:off x="792480" y="4454199"/>
              <a:ext cx="55245" cy="5524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7" name="타원 406">
              <a:extLst>
                <a:ext uri="{FF2B5EF4-FFF2-40B4-BE49-F238E27FC236}">
                  <a16:creationId xmlns:a16="http://schemas.microsoft.com/office/drawing/2014/main" id="{A48986C4-6BC6-3130-EC5E-A2C077BE044D}"/>
                </a:ext>
              </a:extLst>
            </p:cNvPr>
            <p:cNvSpPr/>
            <p:nvPr/>
          </p:nvSpPr>
          <p:spPr>
            <a:xfrm>
              <a:off x="747167" y="4409230"/>
              <a:ext cx="145053" cy="14505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09" name="그룹 408">
            <a:extLst>
              <a:ext uri="{FF2B5EF4-FFF2-40B4-BE49-F238E27FC236}">
                <a16:creationId xmlns:a16="http://schemas.microsoft.com/office/drawing/2014/main" id="{FE4D1939-D65A-F8E4-EEAE-F9159D1CE687}"/>
              </a:ext>
            </a:extLst>
          </p:cNvPr>
          <p:cNvGrpSpPr/>
          <p:nvPr/>
        </p:nvGrpSpPr>
        <p:grpSpPr>
          <a:xfrm>
            <a:off x="2121168" y="4804172"/>
            <a:ext cx="333095" cy="386390"/>
            <a:chOff x="3217508" y="3826145"/>
            <a:chExt cx="333095" cy="386390"/>
          </a:xfrm>
        </p:grpSpPr>
        <p:sp>
          <p:nvSpPr>
            <p:cNvPr id="410" name="이등변 삼각형 409">
              <a:extLst>
                <a:ext uri="{FF2B5EF4-FFF2-40B4-BE49-F238E27FC236}">
                  <a16:creationId xmlns:a16="http://schemas.microsoft.com/office/drawing/2014/main" id="{4EC66A15-C7A4-8A73-235C-793FE5CF3D35}"/>
                </a:ext>
              </a:extLst>
            </p:cNvPr>
            <p:cNvSpPr/>
            <p:nvPr/>
          </p:nvSpPr>
          <p:spPr>
            <a:xfrm rot="5400000">
              <a:off x="3190861" y="3852792"/>
              <a:ext cx="386390" cy="333095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411" name="TextBox 410">
              <a:extLst>
                <a:ext uri="{FF2B5EF4-FFF2-40B4-BE49-F238E27FC236}">
                  <a16:creationId xmlns:a16="http://schemas.microsoft.com/office/drawing/2014/main" id="{B1837EEF-40B2-64C2-C109-825228D95464}"/>
                </a:ext>
              </a:extLst>
            </p:cNvPr>
            <p:cNvSpPr txBox="1"/>
            <p:nvPr/>
          </p:nvSpPr>
          <p:spPr>
            <a:xfrm>
              <a:off x="3240854" y="4012250"/>
              <a:ext cx="14320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+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412" name="TextBox 411">
              <a:extLst>
                <a:ext uri="{FF2B5EF4-FFF2-40B4-BE49-F238E27FC236}">
                  <a16:creationId xmlns:a16="http://schemas.microsoft.com/office/drawing/2014/main" id="{5B962C51-95D8-3BEA-7703-290B35355CB2}"/>
                </a:ext>
              </a:extLst>
            </p:cNvPr>
            <p:cNvSpPr txBox="1"/>
            <p:nvPr/>
          </p:nvSpPr>
          <p:spPr>
            <a:xfrm>
              <a:off x="3253775" y="3897254"/>
              <a:ext cx="11427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-</a:t>
              </a:r>
              <a:endParaRPr lang="ko-KR" altLang="en-US" sz="800" dirty="0">
                <a:latin typeface="+mn-ea"/>
              </a:endParaRPr>
            </a:p>
          </p:txBody>
        </p:sp>
      </p:grpSp>
      <p:cxnSp>
        <p:nvCxnSpPr>
          <p:cNvPr id="413" name="직선 연결선 412">
            <a:extLst>
              <a:ext uri="{FF2B5EF4-FFF2-40B4-BE49-F238E27FC236}">
                <a16:creationId xmlns:a16="http://schemas.microsoft.com/office/drawing/2014/main" id="{051FA798-3205-CF42-D47F-526B11FA5E99}"/>
              </a:ext>
            </a:extLst>
          </p:cNvPr>
          <p:cNvCxnSpPr>
            <a:cxnSpLocks/>
          </p:cNvCxnSpPr>
          <p:nvPr/>
        </p:nvCxnSpPr>
        <p:spPr>
          <a:xfrm>
            <a:off x="1185977" y="4932134"/>
            <a:ext cx="9276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6" name="그룹 415">
            <a:extLst>
              <a:ext uri="{FF2B5EF4-FFF2-40B4-BE49-F238E27FC236}">
                <a16:creationId xmlns:a16="http://schemas.microsoft.com/office/drawing/2014/main" id="{174523A0-AA51-F06D-942D-F2A183EBB2CD}"/>
              </a:ext>
            </a:extLst>
          </p:cNvPr>
          <p:cNvGrpSpPr/>
          <p:nvPr/>
        </p:nvGrpSpPr>
        <p:grpSpPr>
          <a:xfrm rot="5400000">
            <a:off x="2148689" y="4108082"/>
            <a:ext cx="113408" cy="153037"/>
            <a:chOff x="4518579" y="2304826"/>
            <a:chExt cx="113408" cy="153037"/>
          </a:xfrm>
        </p:grpSpPr>
        <p:cxnSp>
          <p:nvCxnSpPr>
            <p:cNvPr id="417" name="직선 연결선 416">
              <a:extLst>
                <a:ext uri="{FF2B5EF4-FFF2-40B4-BE49-F238E27FC236}">
                  <a16:creationId xmlns:a16="http://schemas.microsoft.com/office/drawing/2014/main" id="{C9DBCC01-791B-3423-9222-14EF010991FE}"/>
                </a:ext>
              </a:extLst>
            </p:cNvPr>
            <p:cNvCxnSpPr>
              <a:cxnSpLocks/>
            </p:cNvCxnSpPr>
            <p:nvPr/>
          </p:nvCxnSpPr>
          <p:spPr>
            <a:xfrm>
              <a:off x="4577143" y="2304826"/>
              <a:ext cx="0" cy="598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직선 연결선 417">
              <a:extLst>
                <a:ext uri="{FF2B5EF4-FFF2-40B4-BE49-F238E27FC236}">
                  <a16:creationId xmlns:a16="http://schemas.microsoft.com/office/drawing/2014/main" id="{82E8E8FC-801F-4673-7695-1BFD234E663F}"/>
                </a:ext>
              </a:extLst>
            </p:cNvPr>
            <p:cNvCxnSpPr>
              <a:cxnSpLocks/>
            </p:cNvCxnSpPr>
            <p:nvPr/>
          </p:nvCxnSpPr>
          <p:spPr>
            <a:xfrm>
              <a:off x="4577892" y="2395538"/>
              <a:ext cx="0" cy="623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직선 화살표 연결선 418">
              <a:extLst>
                <a:ext uri="{FF2B5EF4-FFF2-40B4-BE49-F238E27FC236}">
                  <a16:creationId xmlns:a16="http://schemas.microsoft.com/office/drawing/2014/main" id="{50EE7B36-AD1E-FF29-FED2-8C7813F136A1}"/>
                </a:ext>
              </a:extLst>
            </p:cNvPr>
            <p:cNvCxnSpPr>
              <a:cxnSpLocks/>
            </p:cNvCxnSpPr>
            <p:nvPr/>
          </p:nvCxnSpPr>
          <p:spPr>
            <a:xfrm>
              <a:off x="4518579" y="2363644"/>
              <a:ext cx="11295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직선 화살표 연결선 419">
              <a:extLst>
                <a:ext uri="{FF2B5EF4-FFF2-40B4-BE49-F238E27FC236}">
                  <a16:creationId xmlns:a16="http://schemas.microsoft.com/office/drawing/2014/main" id="{65271B8C-3911-D909-D42A-741E53C78920}"/>
                </a:ext>
              </a:extLst>
            </p:cNvPr>
            <p:cNvCxnSpPr>
              <a:cxnSpLocks/>
            </p:cNvCxnSpPr>
            <p:nvPr/>
          </p:nvCxnSpPr>
          <p:spPr>
            <a:xfrm>
              <a:off x="4519035" y="2397667"/>
              <a:ext cx="11295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1" name="그룹 420">
            <a:extLst>
              <a:ext uri="{FF2B5EF4-FFF2-40B4-BE49-F238E27FC236}">
                <a16:creationId xmlns:a16="http://schemas.microsoft.com/office/drawing/2014/main" id="{A37E6AAA-4ACF-3968-DED2-4FCA0FC98F6A}"/>
              </a:ext>
            </a:extLst>
          </p:cNvPr>
          <p:cNvGrpSpPr/>
          <p:nvPr/>
        </p:nvGrpSpPr>
        <p:grpSpPr>
          <a:xfrm rot="5400000">
            <a:off x="2455208" y="4106836"/>
            <a:ext cx="113408" cy="153037"/>
            <a:chOff x="4518579" y="2304826"/>
            <a:chExt cx="113408" cy="153037"/>
          </a:xfrm>
        </p:grpSpPr>
        <p:cxnSp>
          <p:nvCxnSpPr>
            <p:cNvPr id="422" name="직선 연결선 421">
              <a:extLst>
                <a:ext uri="{FF2B5EF4-FFF2-40B4-BE49-F238E27FC236}">
                  <a16:creationId xmlns:a16="http://schemas.microsoft.com/office/drawing/2014/main" id="{9237C47E-3C7B-1BDE-B191-56856B4E7D24}"/>
                </a:ext>
              </a:extLst>
            </p:cNvPr>
            <p:cNvCxnSpPr>
              <a:cxnSpLocks/>
            </p:cNvCxnSpPr>
            <p:nvPr/>
          </p:nvCxnSpPr>
          <p:spPr>
            <a:xfrm>
              <a:off x="4577143" y="2304826"/>
              <a:ext cx="0" cy="598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직선 연결선 422">
              <a:extLst>
                <a:ext uri="{FF2B5EF4-FFF2-40B4-BE49-F238E27FC236}">
                  <a16:creationId xmlns:a16="http://schemas.microsoft.com/office/drawing/2014/main" id="{2032BD88-7576-FB5E-6976-D968AB04D382}"/>
                </a:ext>
              </a:extLst>
            </p:cNvPr>
            <p:cNvCxnSpPr>
              <a:cxnSpLocks/>
            </p:cNvCxnSpPr>
            <p:nvPr/>
          </p:nvCxnSpPr>
          <p:spPr>
            <a:xfrm>
              <a:off x="4577892" y="2395538"/>
              <a:ext cx="0" cy="623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직선 화살표 연결선 423">
              <a:extLst>
                <a:ext uri="{FF2B5EF4-FFF2-40B4-BE49-F238E27FC236}">
                  <a16:creationId xmlns:a16="http://schemas.microsoft.com/office/drawing/2014/main" id="{08335D2F-13AF-E0C8-44E4-4F48E3444FE0}"/>
                </a:ext>
              </a:extLst>
            </p:cNvPr>
            <p:cNvCxnSpPr>
              <a:cxnSpLocks/>
            </p:cNvCxnSpPr>
            <p:nvPr/>
          </p:nvCxnSpPr>
          <p:spPr>
            <a:xfrm>
              <a:off x="4518579" y="2363644"/>
              <a:ext cx="11295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직선 화살표 연결선 424">
              <a:extLst>
                <a:ext uri="{FF2B5EF4-FFF2-40B4-BE49-F238E27FC236}">
                  <a16:creationId xmlns:a16="http://schemas.microsoft.com/office/drawing/2014/main" id="{A08D32F8-D8B0-3932-09BA-AB0A091C2BCE}"/>
                </a:ext>
              </a:extLst>
            </p:cNvPr>
            <p:cNvCxnSpPr>
              <a:cxnSpLocks/>
            </p:cNvCxnSpPr>
            <p:nvPr/>
          </p:nvCxnSpPr>
          <p:spPr>
            <a:xfrm>
              <a:off x="4519035" y="2397667"/>
              <a:ext cx="11295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6" name="직선 연결선 425">
            <a:extLst>
              <a:ext uri="{FF2B5EF4-FFF2-40B4-BE49-F238E27FC236}">
                <a16:creationId xmlns:a16="http://schemas.microsoft.com/office/drawing/2014/main" id="{433AB103-0FDA-CF06-4D6C-79344694E3F2}"/>
              </a:ext>
            </a:extLst>
          </p:cNvPr>
          <p:cNvCxnSpPr>
            <a:cxnSpLocks/>
          </p:cNvCxnSpPr>
          <p:nvPr/>
        </p:nvCxnSpPr>
        <p:spPr>
          <a:xfrm>
            <a:off x="2281238" y="4185663"/>
            <a:ext cx="1857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직선 연결선 427">
            <a:extLst>
              <a:ext uri="{FF2B5EF4-FFF2-40B4-BE49-F238E27FC236}">
                <a16:creationId xmlns:a16="http://schemas.microsoft.com/office/drawing/2014/main" id="{BC249E02-3738-214C-1658-C6AA983F93B5}"/>
              </a:ext>
            </a:extLst>
          </p:cNvPr>
          <p:cNvCxnSpPr>
            <a:cxnSpLocks/>
          </p:cNvCxnSpPr>
          <p:nvPr/>
        </p:nvCxnSpPr>
        <p:spPr>
          <a:xfrm>
            <a:off x="1909762" y="4187306"/>
            <a:ext cx="2309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직선 연결선 428">
            <a:extLst>
              <a:ext uri="{FF2B5EF4-FFF2-40B4-BE49-F238E27FC236}">
                <a16:creationId xmlns:a16="http://schemas.microsoft.com/office/drawing/2014/main" id="{28941FBC-7A0E-1AC7-6AF2-739978747814}"/>
              </a:ext>
            </a:extLst>
          </p:cNvPr>
          <p:cNvCxnSpPr>
            <a:cxnSpLocks/>
          </p:cNvCxnSpPr>
          <p:nvPr/>
        </p:nvCxnSpPr>
        <p:spPr>
          <a:xfrm>
            <a:off x="1890381" y="3871684"/>
            <a:ext cx="0" cy="10592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직선 연결선 431">
            <a:extLst>
              <a:ext uri="{FF2B5EF4-FFF2-40B4-BE49-F238E27FC236}">
                <a16:creationId xmlns:a16="http://schemas.microsoft.com/office/drawing/2014/main" id="{8F98E10C-FA58-6AC2-540D-6E316892DB78}"/>
              </a:ext>
            </a:extLst>
          </p:cNvPr>
          <p:cNvCxnSpPr>
            <a:cxnSpLocks/>
          </p:cNvCxnSpPr>
          <p:nvPr/>
        </p:nvCxnSpPr>
        <p:spPr>
          <a:xfrm>
            <a:off x="2588910" y="4185394"/>
            <a:ext cx="2138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직선 연결선 432">
            <a:extLst>
              <a:ext uri="{FF2B5EF4-FFF2-40B4-BE49-F238E27FC236}">
                <a16:creationId xmlns:a16="http://schemas.microsoft.com/office/drawing/2014/main" id="{B9C6F913-807E-29F5-A929-3245E1FC871E}"/>
              </a:ext>
            </a:extLst>
          </p:cNvPr>
          <p:cNvCxnSpPr>
            <a:cxnSpLocks/>
          </p:cNvCxnSpPr>
          <p:nvPr/>
        </p:nvCxnSpPr>
        <p:spPr>
          <a:xfrm>
            <a:off x="2372119" y="4187270"/>
            <a:ext cx="0" cy="4191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직사각형 414">
            <a:extLst>
              <a:ext uri="{FF2B5EF4-FFF2-40B4-BE49-F238E27FC236}">
                <a16:creationId xmlns:a16="http://schemas.microsoft.com/office/drawing/2014/main" id="{30BC9CCB-4F78-CBC5-75A0-EDE424242D73}"/>
              </a:ext>
            </a:extLst>
          </p:cNvPr>
          <p:cNvSpPr/>
          <p:nvPr/>
        </p:nvSpPr>
        <p:spPr>
          <a:xfrm rot="5400000">
            <a:off x="2306703" y="4370160"/>
            <a:ext cx="135708" cy="80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436" name="직선 연결선 435">
            <a:extLst>
              <a:ext uri="{FF2B5EF4-FFF2-40B4-BE49-F238E27FC236}">
                <a16:creationId xmlns:a16="http://schemas.microsoft.com/office/drawing/2014/main" id="{D5402AFD-07D9-67C7-AC25-7BF8103D5F1D}"/>
              </a:ext>
            </a:extLst>
          </p:cNvPr>
          <p:cNvCxnSpPr>
            <a:cxnSpLocks/>
          </p:cNvCxnSpPr>
          <p:nvPr/>
        </p:nvCxnSpPr>
        <p:spPr>
          <a:xfrm>
            <a:off x="2456162" y="4997588"/>
            <a:ext cx="8698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직선 연결선 436">
            <a:extLst>
              <a:ext uri="{FF2B5EF4-FFF2-40B4-BE49-F238E27FC236}">
                <a16:creationId xmlns:a16="http://schemas.microsoft.com/office/drawing/2014/main" id="{06CCF0A3-C115-32B3-99FE-0576C2E7955D}"/>
              </a:ext>
            </a:extLst>
          </p:cNvPr>
          <p:cNvCxnSpPr>
            <a:cxnSpLocks/>
          </p:cNvCxnSpPr>
          <p:nvPr/>
        </p:nvCxnSpPr>
        <p:spPr>
          <a:xfrm>
            <a:off x="2798771" y="4184888"/>
            <a:ext cx="0" cy="8198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1" name="TextBox 440">
            <a:extLst>
              <a:ext uri="{FF2B5EF4-FFF2-40B4-BE49-F238E27FC236}">
                <a16:creationId xmlns:a16="http://schemas.microsoft.com/office/drawing/2014/main" id="{691DA475-0706-5C15-669D-E6036B22682E}"/>
              </a:ext>
            </a:extLst>
          </p:cNvPr>
          <p:cNvSpPr txBox="1"/>
          <p:nvPr/>
        </p:nvSpPr>
        <p:spPr>
          <a:xfrm>
            <a:off x="2429679" y="4321718"/>
            <a:ext cx="36137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R206</a:t>
            </a:r>
          </a:p>
          <a:p>
            <a:r>
              <a:rPr lang="en-US" altLang="ko-KR" sz="800" dirty="0">
                <a:latin typeface="+mn-ea"/>
              </a:rPr>
              <a:t>51K</a:t>
            </a:r>
            <a:endParaRPr lang="ko-KR" altLang="en-US" sz="800" dirty="0">
              <a:latin typeface="+mn-ea"/>
            </a:endParaRPr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FDB98C5C-D178-1427-FD42-9A7D4D1B4B35}"/>
              </a:ext>
            </a:extLst>
          </p:cNvPr>
          <p:cNvSpPr txBox="1"/>
          <p:nvPr/>
        </p:nvSpPr>
        <p:spPr>
          <a:xfrm>
            <a:off x="1951917" y="4061345"/>
            <a:ext cx="26892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C72</a:t>
            </a:r>
          </a:p>
          <a:p>
            <a:r>
              <a:rPr lang="en-US" altLang="ko-KR" sz="800" dirty="0">
                <a:latin typeface="+mn-ea"/>
              </a:rPr>
              <a:t>390p</a:t>
            </a:r>
            <a:endParaRPr lang="ko-KR" altLang="en-US" sz="800" dirty="0">
              <a:latin typeface="+mn-ea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ACAC3154-C783-6C10-31ED-053E9543DAE4}"/>
              </a:ext>
            </a:extLst>
          </p:cNvPr>
          <p:cNvSpPr txBox="1"/>
          <p:nvPr/>
        </p:nvSpPr>
        <p:spPr>
          <a:xfrm>
            <a:off x="2559892" y="4063166"/>
            <a:ext cx="26892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C283</a:t>
            </a:r>
          </a:p>
          <a:p>
            <a:r>
              <a:rPr lang="en-US" altLang="ko-KR" sz="800" dirty="0">
                <a:latin typeface="+mn-ea"/>
              </a:rPr>
              <a:t>680p</a:t>
            </a:r>
            <a:endParaRPr lang="ko-KR" altLang="en-US" sz="800" dirty="0">
              <a:latin typeface="+mn-ea"/>
            </a:endParaRPr>
          </a:p>
        </p:txBody>
      </p:sp>
      <p:sp>
        <p:nvSpPr>
          <p:cNvPr id="334" name="직사각형 333">
            <a:extLst>
              <a:ext uri="{FF2B5EF4-FFF2-40B4-BE49-F238E27FC236}">
                <a16:creationId xmlns:a16="http://schemas.microsoft.com/office/drawing/2014/main" id="{296062D7-C15A-6D18-DD68-3C39D8306F7D}"/>
              </a:ext>
            </a:extLst>
          </p:cNvPr>
          <p:cNvSpPr/>
          <p:nvPr/>
        </p:nvSpPr>
        <p:spPr>
          <a:xfrm>
            <a:off x="3030568" y="4959159"/>
            <a:ext cx="135708" cy="80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grpSp>
        <p:nvGrpSpPr>
          <p:cNvPr id="446" name="그룹 445">
            <a:extLst>
              <a:ext uri="{FF2B5EF4-FFF2-40B4-BE49-F238E27FC236}">
                <a16:creationId xmlns:a16="http://schemas.microsoft.com/office/drawing/2014/main" id="{23902CE8-7C69-8CC8-7670-DD26AF6AC1EA}"/>
              </a:ext>
            </a:extLst>
          </p:cNvPr>
          <p:cNvGrpSpPr/>
          <p:nvPr/>
        </p:nvGrpSpPr>
        <p:grpSpPr>
          <a:xfrm rot="5400000">
            <a:off x="3377805" y="4699425"/>
            <a:ext cx="113408" cy="153037"/>
            <a:chOff x="4518579" y="2304826"/>
            <a:chExt cx="113408" cy="153037"/>
          </a:xfrm>
        </p:grpSpPr>
        <p:cxnSp>
          <p:nvCxnSpPr>
            <p:cNvPr id="447" name="직선 연결선 446">
              <a:extLst>
                <a:ext uri="{FF2B5EF4-FFF2-40B4-BE49-F238E27FC236}">
                  <a16:creationId xmlns:a16="http://schemas.microsoft.com/office/drawing/2014/main" id="{5A684BC0-874C-E362-5E51-8CC03AFA92E6}"/>
                </a:ext>
              </a:extLst>
            </p:cNvPr>
            <p:cNvCxnSpPr>
              <a:cxnSpLocks/>
            </p:cNvCxnSpPr>
            <p:nvPr/>
          </p:nvCxnSpPr>
          <p:spPr>
            <a:xfrm>
              <a:off x="4577143" y="2304826"/>
              <a:ext cx="0" cy="598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직선 연결선 447">
              <a:extLst>
                <a:ext uri="{FF2B5EF4-FFF2-40B4-BE49-F238E27FC236}">
                  <a16:creationId xmlns:a16="http://schemas.microsoft.com/office/drawing/2014/main" id="{92397525-2E8B-0E63-03DC-BE654FB2DF01}"/>
                </a:ext>
              </a:extLst>
            </p:cNvPr>
            <p:cNvCxnSpPr>
              <a:cxnSpLocks/>
            </p:cNvCxnSpPr>
            <p:nvPr/>
          </p:nvCxnSpPr>
          <p:spPr>
            <a:xfrm>
              <a:off x="4577892" y="2395538"/>
              <a:ext cx="0" cy="623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직선 화살표 연결선 448">
              <a:extLst>
                <a:ext uri="{FF2B5EF4-FFF2-40B4-BE49-F238E27FC236}">
                  <a16:creationId xmlns:a16="http://schemas.microsoft.com/office/drawing/2014/main" id="{51AB11CA-9BE7-BA2A-2923-2BEB49FA82CA}"/>
                </a:ext>
              </a:extLst>
            </p:cNvPr>
            <p:cNvCxnSpPr>
              <a:cxnSpLocks/>
            </p:cNvCxnSpPr>
            <p:nvPr/>
          </p:nvCxnSpPr>
          <p:spPr>
            <a:xfrm>
              <a:off x="4518579" y="2363644"/>
              <a:ext cx="11295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직선 화살표 연결선 449">
              <a:extLst>
                <a:ext uri="{FF2B5EF4-FFF2-40B4-BE49-F238E27FC236}">
                  <a16:creationId xmlns:a16="http://schemas.microsoft.com/office/drawing/2014/main" id="{44F280AC-CD3C-C26E-FF81-44DBBF354580}"/>
                </a:ext>
              </a:extLst>
            </p:cNvPr>
            <p:cNvCxnSpPr>
              <a:cxnSpLocks/>
            </p:cNvCxnSpPr>
            <p:nvPr/>
          </p:nvCxnSpPr>
          <p:spPr>
            <a:xfrm>
              <a:off x="4519035" y="2397667"/>
              <a:ext cx="11295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1" name="직선 연결선 450">
            <a:extLst>
              <a:ext uri="{FF2B5EF4-FFF2-40B4-BE49-F238E27FC236}">
                <a16:creationId xmlns:a16="http://schemas.microsoft.com/office/drawing/2014/main" id="{DEB80C96-B9D7-754E-0430-A6F7CB30AD49}"/>
              </a:ext>
            </a:extLst>
          </p:cNvPr>
          <p:cNvCxnSpPr>
            <a:cxnSpLocks/>
          </p:cNvCxnSpPr>
          <p:nvPr/>
        </p:nvCxnSpPr>
        <p:spPr>
          <a:xfrm>
            <a:off x="3575941" y="4978132"/>
            <a:ext cx="0" cy="598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2" name="TextBox 451">
            <a:extLst>
              <a:ext uri="{FF2B5EF4-FFF2-40B4-BE49-F238E27FC236}">
                <a16:creationId xmlns:a16="http://schemas.microsoft.com/office/drawing/2014/main" id="{6F16C4FE-B89A-F5B7-E286-5FBE2F933DCC}"/>
              </a:ext>
            </a:extLst>
          </p:cNvPr>
          <p:cNvSpPr txBox="1"/>
          <p:nvPr/>
        </p:nvSpPr>
        <p:spPr>
          <a:xfrm>
            <a:off x="3539952" y="4866382"/>
            <a:ext cx="20010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5V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54" name="직선 연결선 453">
            <a:extLst>
              <a:ext uri="{FF2B5EF4-FFF2-40B4-BE49-F238E27FC236}">
                <a16:creationId xmlns:a16="http://schemas.microsoft.com/office/drawing/2014/main" id="{03348142-66FC-B92B-97BE-73C980872ADA}"/>
              </a:ext>
            </a:extLst>
          </p:cNvPr>
          <p:cNvCxnSpPr>
            <a:cxnSpLocks/>
            <a:stCxn id="466" idx="1"/>
          </p:cNvCxnSpPr>
          <p:nvPr/>
        </p:nvCxnSpPr>
        <p:spPr>
          <a:xfrm>
            <a:off x="3475953" y="4773305"/>
            <a:ext cx="252267" cy="62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직선 연결선 457">
            <a:extLst>
              <a:ext uri="{FF2B5EF4-FFF2-40B4-BE49-F238E27FC236}">
                <a16:creationId xmlns:a16="http://schemas.microsoft.com/office/drawing/2014/main" id="{8B0D385A-8092-21DA-67E0-92A70F04705C}"/>
              </a:ext>
            </a:extLst>
          </p:cNvPr>
          <p:cNvCxnSpPr>
            <a:cxnSpLocks/>
          </p:cNvCxnSpPr>
          <p:nvPr/>
        </p:nvCxnSpPr>
        <p:spPr>
          <a:xfrm>
            <a:off x="3260689" y="5150138"/>
            <a:ext cx="0" cy="4291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직선 연결선 460">
            <a:extLst>
              <a:ext uri="{FF2B5EF4-FFF2-40B4-BE49-F238E27FC236}">
                <a16:creationId xmlns:a16="http://schemas.microsoft.com/office/drawing/2014/main" id="{D49BB498-688D-1A03-04C2-E3953FFDBC2F}"/>
              </a:ext>
            </a:extLst>
          </p:cNvPr>
          <p:cNvCxnSpPr>
            <a:cxnSpLocks/>
          </p:cNvCxnSpPr>
          <p:nvPr/>
        </p:nvCxnSpPr>
        <p:spPr>
          <a:xfrm>
            <a:off x="2043157" y="5058908"/>
            <a:ext cx="717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직선 연결선 461">
            <a:extLst>
              <a:ext uri="{FF2B5EF4-FFF2-40B4-BE49-F238E27FC236}">
                <a16:creationId xmlns:a16="http://schemas.microsoft.com/office/drawing/2014/main" id="{BFB7D601-72C5-0102-AAF1-C5656CDFE667}"/>
              </a:ext>
            </a:extLst>
          </p:cNvPr>
          <p:cNvCxnSpPr>
            <a:cxnSpLocks/>
          </p:cNvCxnSpPr>
          <p:nvPr/>
        </p:nvCxnSpPr>
        <p:spPr>
          <a:xfrm>
            <a:off x="2049507" y="5055733"/>
            <a:ext cx="0" cy="523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4" name="TextBox 463">
            <a:extLst>
              <a:ext uri="{FF2B5EF4-FFF2-40B4-BE49-F238E27FC236}">
                <a16:creationId xmlns:a16="http://schemas.microsoft.com/office/drawing/2014/main" id="{469CB47C-0183-D433-6431-7875ADD938FE}"/>
              </a:ext>
            </a:extLst>
          </p:cNvPr>
          <p:cNvSpPr txBox="1"/>
          <p:nvPr/>
        </p:nvSpPr>
        <p:spPr>
          <a:xfrm>
            <a:off x="1546368" y="5531435"/>
            <a:ext cx="55014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Ref2.5V</a:t>
            </a:r>
            <a:endParaRPr lang="ko-KR" altLang="en-US" sz="800" dirty="0">
              <a:latin typeface="+mn-ea"/>
            </a:endParaRP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0D620697-31A6-B7A4-55C5-D71C4B5425FB}"/>
              </a:ext>
            </a:extLst>
          </p:cNvPr>
          <p:cNvSpPr txBox="1"/>
          <p:nvPr/>
        </p:nvSpPr>
        <p:spPr>
          <a:xfrm>
            <a:off x="4935737" y="2043754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GND2</a:t>
            </a:r>
            <a:endParaRPr lang="ko-KR" altLang="en-US" sz="800" dirty="0">
              <a:latin typeface="+mn-ea"/>
            </a:endParaRP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B48446B3-5290-053F-387A-39B03A4888A9}"/>
              </a:ext>
            </a:extLst>
          </p:cNvPr>
          <p:cNvSpPr txBox="1"/>
          <p:nvPr/>
        </p:nvSpPr>
        <p:spPr>
          <a:xfrm>
            <a:off x="3475953" y="4650194"/>
            <a:ext cx="26892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C71</a:t>
            </a:r>
          </a:p>
          <a:p>
            <a:r>
              <a:rPr lang="en-US" altLang="ko-KR" sz="800" dirty="0">
                <a:latin typeface="+mn-ea"/>
              </a:rPr>
              <a:t>100p</a:t>
            </a:r>
            <a:endParaRPr lang="ko-KR" altLang="en-US" sz="800" dirty="0">
              <a:latin typeface="+mn-ea"/>
            </a:endParaRP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4AFC7B9E-B0B8-7B6D-446B-5C60AF3A3617}"/>
              </a:ext>
            </a:extLst>
          </p:cNvPr>
          <p:cNvSpPr txBox="1"/>
          <p:nvPr/>
        </p:nvSpPr>
        <p:spPr>
          <a:xfrm>
            <a:off x="3003791" y="5041889"/>
            <a:ext cx="26892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R203</a:t>
            </a:r>
          </a:p>
          <a:p>
            <a:r>
              <a:rPr lang="en-US" altLang="ko-KR" sz="800" dirty="0">
                <a:latin typeface="+mn-ea"/>
              </a:rPr>
              <a:t>51K</a:t>
            </a:r>
            <a:endParaRPr lang="ko-KR" altLang="en-US" sz="800" dirty="0">
              <a:latin typeface="+mn-ea"/>
            </a:endParaRPr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EAB86A72-2C42-F6B5-9AE2-C8840B8207F9}"/>
              </a:ext>
            </a:extLst>
          </p:cNvPr>
          <p:cNvSpPr txBox="1"/>
          <p:nvPr/>
        </p:nvSpPr>
        <p:spPr>
          <a:xfrm>
            <a:off x="3696960" y="5172813"/>
            <a:ext cx="34561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R204</a:t>
            </a:r>
          </a:p>
          <a:p>
            <a:pPr algn="ctr"/>
            <a:r>
              <a:rPr lang="en-US" altLang="ko-KR" sz="800" dirty="0">
                <a:latin typeface="+mn-ea"/>
              </a:rPr>
              <a:t>10K</a:t>
            </a:r>
            <a:endParaRPr lang="ko-KR" altLang="en-US" sz="800" dirty="0">
              <a:latin typeface="+mn-ea"/>
            </a:endParaRPr>
          </a:p>
        </p:txBody>
      </p:sp>
      <p:sp>
        <p:nvSpPr>
          <p:cNvPr id="472" name="타원 471">
            <a:extLst>
              <a:ext uri="{FF2B5EF4-FFF2-40B4-BE49-F238E27FC236}">
                <a16:creationId xmlns:a16="http://schemas.microsoft.com/office/drawing/2014/main" id="{6C64F75A-CD69-545B-0BAD-AB1BA510FB69}"/>
              </a:ext>
            </a:extLst>
          </p:cNvPr>
          <p:cNvSpPr/>
          <p:nvPr/>
        </p:nvSpPr>
        <p:spPr>
          <a:xfrm>
            <a:off x="2028145" y="555111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473" name="타원 472">
            <a:extLst>
              <a:ext uri="{FF2B5EF4-FFF2-40B4-BE49-F238E27FC236}">
                <a16:creationId xmlns:a16="http://schemas.microsoft.com/office/drawing/2014/main" id="{1F261045-EC3F-64C5-0CAD-31A0A22EA21A}"/>
              </a:ext>
            </a:extLst>
          </p:cNvPr>
          <p:cNvSpPr/>
          <p:nvPr/>
        </p:nvSpPr>
        <p:spPr>
          <a:xfrm>
            <a:off x="3234654" y="555424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BD6C339B-88F5-149B-F7B0-E20205E2E3FE}"/>
              </a:ext>
            </a:extLst>
          </p:cNvPr>
          <p:cNvSpPr txBox="1"/>
          <p:nvPr/>
        </p:nvSpPr>
        <p:spPr>
          <a:xfrm>
            <a:off x="4089828" y="4972953"/>
            <a:ext cx="34561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R205</a:t>
            </a:r>
          </a:p>
          <a:p>
            <a:pPr algn="ctr"/>
            <a:r>
              <a:rPr lang="en-US" altLang="ko-KR" sz="800" dirty="0">
                <a:latin typeface="+mn-ea"/>
              </a:rPr>
              <a:t>10K</a:t>
            </a:r>
            <a:endParaRPr lang="ko-KR" altLang="en-US" sz="800" dirty="0">
              <a:latin typeface="+mn-ea"/>
            </a:endParaRPr>
          </a:p>
        </p:txBody>
      </p:sp>
      <p:sp>
        <p:nvSpPr>
          <p:cNvPr id="475" name="직사각형 474">
            <a:extLst>
              <a:ext uri="{FF2B5EF4-FFF2-40B4-BE49-F238E27FC236}">
                <a16:creationId xmlns:a16="http://schemas.microsoft.com/office/drawing/2014/main" id="{AB5D9972-C164-1603-203C-175564285E3B}"/>
              </a:ext>
            </a:extLst>
          </p:cNvPr>
          <p:cNvSpPr/>
          <p:nvPr/>
        </p:nvSpPr>
        <p:spPr>
          <a:xfrm>
            <a:off x="5078362" y="5049148"/>
            <a:ext cx="135708" cy="80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476" name="직사각형 475">
            <a:extLst>
              <a:ext uri="{FF2B5EF4-FFF2-40B4-BE49-F238E27FC236}">
                <a16:creationId xmlns:a16="http://schemas.microsoft.com/office/drawing/2014/main" id="{F533F949-5C49-CDD9-883E-42FDE5D9B51A}"/>
              </a:ext>
            </a:extLst>
          </p:cNvPr>
          <p:cNvSpPr/>
          <p:nvPr/>
        </p:nvSpPr>
        <p:spPr>
          <a:xfrm>
            <a:off x="5079691" y="5470805"/>
            <a:ext cx="135708" cy="80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90BAD7B1-F5A3-C383-A149-A6B4A69D0A99}"/>
              </a:ext>
            </a:extLst>
          </p:cNvPr>
          <p:cNvSpPr txBox="1"/>
          <p:nvPr/>
        </p:nvSpPr>
        <p:spPr>
          <a:xfrm>
            <a:off x="4736527" y="4966370"/>
            <a:ext cx="34561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R20</a:t>
            </a:r>
          </a:p>
          <a:p>
            <a:pPr algn="ctr"/>
            <a:r>
              <a:rPr lang="en-US" altLang="ko-KR" sz="800" dirty="0">
                <a:latin typeface="+mn-ea"/>
              </a:rPr>
              <a:t>499</a:t>
            </a:r>
            <a:endParaRPr lang="ko-KR" altLang="en-US" sz="800" dirty="0">
              <a:latin typeface="+mn-ea"/>
            </a:endParaRP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D7D7E70E-F210-819E-017D-3CCA17880050}"/>
              </a:ext>
            </a:extLst>
          </p:cNvPr>
          <p:cNvSpPr txBox="1"/>
          <p:nvPr/>
        </p:nvSpPr>
        <p:spPr>
          <a:xfrm>
            <a:off x="4733641" y="5389293"/>
            <a:ext cx="34561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R21</a:t>
            </a:r>
          </a:p>
          <a:p>
            <a:pPr algn="ctr"/>
            <a:r>
              <a:rPr lang="en-US" altLang="ko-KR" sz="800" dirty="0">
                <a:latin typeface="+mn-ea"/>
              </a:rPr>
              <a:t>499</a:t>
            </a:r>
            <a:endParaRPr lang="ko-KR" altLang="en-US" sz="800" dirty="0">
              <a:latin typeface="+mn-ea"/>
            </a:endParaRPr>
          </a:p>
        </p:txBody>
      </p:sp>
      <p:grpSp>
        <p:nvGrpSpPr>
          <p:cNvPr id="479" name="그룹 478">
            <a:extLst>
              <a:ext uri="{FF2B5EF4-FFF2-40B4-BE49-F238E27FC236}">
                <a16:creationId xmlns:a16="http://schemas.microsoft.com/office/drawing/2014/main" id="{6ABCF4FC-E596-18D0-F0D6-50D977446A3D}"/>
              </a:ext>
            </a:extLst>
          </p:cNvPr>
          <p:cNvGrpSpPr/>
          <p:nvPr/>
        </p:nvGrpSpPr>
        <p:grpSpPr>
          <a:xfrm>
            <a:off x="5375698" y="5218702"/>
            <a:ext cx="113408" cy="153037"/>
            <a:chOff x="4518579" y="2304826"/>
            <a:chExt cx="113408" cy="153037"/>
          </a:xfrm>
        </p:grpSpPr>
        <p:cxnSp>
          <p:nvCxnSpPr>
            <p:cNvPr id="480" name="직선 연결선 479">
              <a:extLst>
                <a:ext uri="{FF2B5EF4-FFF2-40B4-BE49-F238E27FC236}">
                  <a16:creationId xmlns:a16="http://schemas.microsoft.com/office/drawing/2014/main" id="{CA08F178-4E6B-FE10-156B-51425CECD162}"/>
                </a:ext>
              </a:extLst>
            </p:cNvPr>
            <p:cNvCxnSpPr>
              <a:cxnSpLocks/>
            </p:cNvCxnSpPr>
            <p:nvPr/>
          </p:nvCxnSpPr>
          <p:spPr>
            <a:xfrm>
              <a:off x="4577143" y="2304826"/>
              <a:ext cx="0" cy="598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직선 연결선 480">
              <a:extLst>
                <a:ext uri="{FF2B5EF4-FFF2-40B4-BE49-F238E27FC236}">
                  <a16:creationId xmlns:a16="http://schemas.microsoft.com/office/drawing/2014/main" id="{AA977CEB-D11B-B573-C457-4884BC8119D6}"/>
                </a:ext>
              </a:extLst>
            </p:cNvPr>
            <p:cNvCxnSpPr>
              <a:cxnSpLocks/>
            </p:cNvCxnSpPr>
            <p:nvPr/>
          </p:nvCxnSpPr>
          <p:spPr>
            <a:xfrm>
              <a:off x="4577892" y="2395538"/>
              <a:ext cx="0" cy="623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직선 화살표 연결선 481">
              <a:extLst>
                <a:ext uri="{FF2B5EF4-FFF2-40B4-BE49-F238E27FC236}">
                  <a16:creationId xmlns:a16="http://schemas.microsoft.com/office/drawing/2014/main" id="{786D9D21-4ED4-8FAF-C81C-3F5D0F1E400E}"/>
                </a:ext>
              </a:extLst>
            </p:cNvPr>
            <p:cNvCxnSpPr>
              <a:cxnSpLocks/>
            </p:cNvCxnSpPr>
            <p:nvPr/>
          </p:nvCxnSpPr>
          <p:spPr>
            <a:xfrm>
              <a:off x="4518579" y="2363644"/>
              <a:ext cx="11295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직선 화살표 연결선 482">
              <a:extLst>
                <a:ext uri="{FF2B5EF4-FFF2-40B4-BE49-F238E27FC236}">
                  <a16:creationId xmlns:a16="http://schemas.microsoft.com/office/drawing/2014/main" id="{4998A2B3-2CBB-3412-A8FD-4ED5FEB75EBB}"/>
                </a:ext>
              </a:extLst>
            </p:cNvPr>
            <p:cNvCxnSpPr>
              <a:cxnSpLocks/>
            </p:cNvCxnSpPr>
            <p:nvPr/>
          </p:nvCxnSpPr>
          <p:spPr>
            <a:xfrm>
              <a:off x="4519035" y="2397667"/>
              <a:ext cx="11295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4" name="그룹 483">
            <a:extLst>
              <a:ext uri="{FF2B5EF4-FFF2-40B4-BE49-F238E27FC236}">
                <a16:creationId xmlns:a16="http://schemas.microsoft.com/office/drawing/2014/main" id="{6B425186-C8F3-6B5E-95CF-FE6602958FFD}"/>
              </a:ext>
            </a:extLst>
          </p:cNvPr>
          <p:cNvGrpSpPr/>
          <p:nvPr/>
        </p:nvGrpSpPr>
        <p:grpSpPr>
          <a:xfrm>
            <a:off x="5376170" y="5595203"/>
            <a:ext cx="113408" cy="153037"/>
            <a:chOff x="4518579" y="2304826"/>
            <a:chExt cx="113408" cy="153037"/>
          </a:xfrm>
        </p:grpSpPr>
        <p:cxnSp>
          <p:nvCxnSpPr>
            <p:cNvPr id="485" name="직선 연결선 484">
              <a:extLst>
                <a:ext uri="{FF2B5EF4-FFF2-40B4-BE49-F238E27FC236}">
                  <a16:creationId xmlns:a16="http://schemas.microsoft.com/office/drawing/2014/main" id="{B3ABC1D0-AAC0-E361-969C-1B998CBEBD28}"/>
                </a:ext>
              </a:extLst>
            </p:cNvPr>
            <p:cNvCxnSpPr>
              <a:cxnSpLocks/>
            </p:cNvCxnSpPr>
            <p:nvPr/>
          </p:nvCxnSpPr>
          <p:spPr>
            <a:xfrm>
              <a:off x="4577143" y="2304826"/>
              <a:ext cx="0" cy="598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직선 연결선 485">
              <a:extLst>
                <a:ext uri="{FF2B5EF4-FFF2-40B4-BE49-F238E27FC236}">
                  <a16:creationId xmlns:a16="http://schemas.microsoft.com/office/drawing/2014/main" id="{0CB5B2F5-61A0-9672-8BDB-EACC6FB62844}"/>
                </a:ext>
              </a:extLst>
            </p:cNvPr>
            <p:cNvCxnSpPr>
              <a:cxnSpLocks/>
            </p:cNvCxnSpPr>
            <p:nvPr/>
          </p:nvCxnSpPr>
          <p:spPr>
            <a:xfrm>
              <a:off x="4577892" y="2395538"/>
              <a:ext cx="0" cy="623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직선 화살표 연결선 486">
              <a:extLst>
                <a:ext uri="{FF2B5EF4-FFF2-40B4-BE49-F238E27FC236}">
                  <a16:creationId xmlns:a16="http://schemas.microsoft.com/office/drawing/2014/main" id="{F03E34AA-0A46-1F55-0B02-323B278EA97C}"/>
                </a:ext>
              </a:extLst>
            </p:cNvPr>
            <p:cNvCxnSpPr>
              <a:cxnSpLocks/>
            </p:cNvCxnSpPr>
            <p:nvPr/>
          </p:nvCxnSpPr>
          <p:spPr>
            <a:xfrm>
              <a:off x="4518579" y="2363644"/>
              <a:ext cx="11295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직선 화살표 연결선 487">
              <a:extLst>
                <a:ext uri="{FF2B5EF4-FFF2-40B4-BE49-F238E27FC236}">
                  <a16:creationId xmlns:a16="http://schemas.microsoft.com/office/drawing/2014/main" id="{F993628F-BB7E-2B7B-941F-BCC231844AD0}"/>
                </a:ext>
              </a:extLst>
            </p:cNvPr>
            <p:cNvCxnSpPr>
              <a:cxnSpLocks/>
            </p:cNvCxnSpPr>
            <p:nvPr/>
          </p:nvCxnSpPr>
          <p:spPr>
            <a:xfrm>
              <a:off x="4519035" y="2397667"/>
              <a:ext cx="11295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9" name="그룹 488">
            <a:extLst>
              <a:ext uri="{FF2B5EF4-FFF2-40B4-BE49-F238E27FC236}">
                <a16:creationId xmlns:a16="http://schemas.microsoft.com/office/drawing/2014/main" id="{7B18C829-E63D-3845-493F-1685BA65701F}"/>
              </a:ext>
            </a:extLst>
          </p:cNvPr>
          <p:cNvGrpSpPr/>
          <p:nvPr/>
        </p:nvGrpSpPr>
        <p:grpSpPr>
          <a:xfrm>
            <a:off x="5372995" y="4871048"/>
            <a:ext cx="113408" cy="153037"/>
            <a:chOff x="4518579" y="2304826"/>
            <a:chExt cx="113408" cy="153037"/>
          </a:xfrm>
        </p:grpSpPr>
        <p:cxnSp>
          <p:nvCxnSpPr>
            <p:cNvPr id="490" name="직선 연결선 489">
              <a:extLst>
                <a:ext uri="{FF2B5EF4-FFF2-40B4-BE49-F238E27FC236}">
                  <a16:creationId xmlns:a16="http://schemas.microsoft.com/office/drawing/2014/main" id="{4E023950-F93E-A29D-BB54-5784832526EE}"/>
                </a:ext>
              </a:extLst>
            </p:cNvPr>
            <p:cNvCxnSpPr>
              <a:cxnSpLocks/>
            </p:cNvCxnSpPr>
            <p:nvPr/>
          </p:nvCxnSpPr>
          <p:spPr>
            <a:xfrm>
              <a:off x="4577143" y="2304826"/>
              <a:ext cx="0" cy="598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직선 연결선 490">
              <a:extLst>
                <a:ext uri="{FF2B5EF4-FFF2-40B4-BE49-F238E27FC236}">
                  <a16:creationId xmlns:a16="http://schemas.microsoft.com/office/drawing/2014/main" id="{C5193EED-BA2C-1746-2F2F-D88106B9385C}"/>
                </a:ext>
              </a:extLst>
            </p:cNvPr>
            <p:cNvCxnSpPr>
              <a:cxnSpLocks/>
            </p:cNvCxnSpPr>
            <p:nvPr/>
          </p:nvCxnSpPr>
          <p:spPr>
            <a:xfrm>
              <a:off x="4577892" y="2395538"/>
              <a:ext cx="0" cy="623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직선 화살표 연결선 491">
              <a:extLst>
                <a:ext uri="{FF2B5EF4-FFF2-40B4-BE49-F238E27FC236}">
                  <a16:creationId xmlns:a16="http://schemas.microsoft.com/office/drawing/2014/main" id="{AA668B46-3962-F439-E0D8-0A6C8A7A86A4}"/>
                </a:ext>
              </a:extLst>
            </p:cNvPr>
            <p:cNvCxnSpPr>
              <a:cxnSpLocks/>
            </p:cNvCxnSpPr>
            <p:nvPr/>
          </p:nvCxnSpPr>
          <p:spPr>
            <a:xfrm>
              <a:off x="4518579" y="2363644"/>
              <a:ext cx="11295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직선 화살표 연결선 492">
              <a:extLst>
                <a:ext uri="{FF2B5EF4-FFF2-40B4-BE49-F238E27FC236}">
                  <a16:creationId xmlns:a16="http://schemas.microsoft.com/office/drawing/2014/main" id="{380D3EF0-C509-2924-22A2-1F0D974C1C38}"/>
                </a:ext>
              </a:extLst>
            </p:cNvPr>
            <p:cNvCxnSpPr>
              <a:cxnSpLocks/>
            </p:cNvCxnSpPr>
            <p:nvPr/>
          </p:nvCxnSpPr>
          <p:spPr>
            <a:xfrm>
              <a:off x="4519035" y="2397667"/>
              <a:ext cx="11295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4" name="직선 연결선 493">
            <a:extLst>
              <a:ext uri="{FF2B5EF4-FFF2-40B4-BE49-F238E27FC236}">
                <a16:creationId xmlns:a16="http://schemas.microsoft.com/office/drawing/2014/main" id="{ACF4127B-D789-0E3B-BE78-90F64DA30038}"/>
              </a:ext>
            </a:extLst>
          </p:cNvPr>
          <p:cNvCxnSpPr>
            <a:cxnSpLocks/>
          </p:cNvCxnSpPr>
          <p:nvPr/>
        </p:nvCxnSpPr>
        <p:spPr>
          <a:xfrm>
            <a:off x="5431747" y="5005243"/>
            <a:ext cx="0" cy="2418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직선 연결선 494">
            <a:extLst>
              <a:ext uri="{FF2B5EF4-FFF2-40B4-BE49-F238E27FC236}">
                <a16:creationId xmlns:a16="http://schemas.microsoft.com/office/drawing/2014/main" id="{E0EADF53-EA52-B576-4C3E-5CBE790ADADC}"/>
              </a:ext>
            </a:extLst>
          </p:cNvPr>
          <p:cNvCxnSpPr>
            <a:cxnSpLocks/>
          </p:cNvCxnSpPr>
          <p:nvPr/>
        </p:nvCxnSpPr>
        <p:spPr>
          <a:xfrm>
            <a:off x="5434922" y="5355602"/>
            <a:ext cx="0" cy="2418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6" name="TextBox 495">
            <a:extLst>
              <a:ext uri="{FF2B5EF4-FFF2-40B4-BE49-F238E27FC236}">
                <a16:creationId xmlns:a16="http://schemas.microsoft.com/office/drawing/2014/main" id="{7282DAAD-011E-A7F0-0CDE-9951FB0BC35A}"/>
              </a:ext>
            </a:extLst>
          </p:cNvPr>
          <p:cNvSpPr txBox="1"/>
          <p:nvPr/>
        </p:nvSpPr>
        <p:spPr>
          <a:xfrm>
            <a:off x="5252031" y="5874505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GND2</a:t>
            </a:r>
            <a:endParaRPr lang="ko-KR" altLang="en-US" sz="800" dirty="0">
              <a:latin typeface="+mn-ea"/>
            </a:endParaRP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0FAA2964-9531-7082-030B-4872C1D3EE01}"/>
              </a:ext>
            </a:extLst>
          </p:cNvPr>
          <p:cNvSpPr txBox="1"/>
          <p:nvPr/>
        </p:nvSpPr>
        <p:spPr>
          <a:xfrm>
            <a:off x="5481641" y="4885000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GND2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98" name="직선 연결선 497">
            <a:extLst>
              <a:ext uri="{FF2B5EF4-FFF2-40B4-BE49-F238E27FC236}">
                <a16:creationId xmlns:a16="http://schemas.microsoft.com/office/drawing/2014/main" id="{2231DD58-682D-C70B-57CC-8FCDCBF8C724}"/>
              </a:ext>
            </a:extLst>
          </p:cNvPr>
          <p:cNvCxnSpPr>
            <a:cxnSpLocks/>
          </p:cNvCxnSpPr>
          <p:nvPr/>
        </p:nvCxnSpPr>
        <p:spPr>
          <a:xfrm>
            <a:off x="5646060" y="4825353"/>
            <a:ext cx="0" cy="57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직선 연결선 499">
            <a:extLst>
              <a:ext uri="{FF2B5EF4-FFF2-40B4-BE49-F238E27FC236}">
                <a16:creationId xmlns:a16="http://schemas.microsoft.com/office/drawing/2014/main" id="{87A16C3B-4612-F656-50F9-FFC3544C0B21}"/>
              </a:ext>
            </a:extLst>
          </p:cNvPr>
          <p:cNvCxnSpPr>
            <a:cxnSpLocks/>
          </p:cNvCxnSpPr>
          <p:nvPr/>
        </p:nvCxnSpPr>
        <p:spPr>
          <a:xfrm>
            <a:off x="5431747" y="4820853"/>
            <a:ext cx="0" cy="796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직선 연결선 500">
            <a:extLst>
              <a:ext uri="{FF2B5EF4-FFF2-40B4-BE49-F238E27FC236}">
                <a16:creationId xmlns:a16="http://schemas.microsoft.com/office/drawing/2014/main" id="{FBF71F3B-2F33-4210-9C5D-6F9A89BF4679}"/>
              </a:ext>
            </a:extLst>
          </p:cNvPr>
          <p:cNvCxnSpPr>
            <a:cxnSpLocks/>
          </p:cNvCxnSpPr>
          <p:nvPr/>
        </p:nvCxnSpPr>
        <p:spPr>
          <a:xfrm>
            <a:off x="5433597" y="4823234"/>
            <a:ext cx="2143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4" name="타원 503">
            <a:extLst>
              <a:ext uri="{FF2B5EF4-FFF2-40B4-BE49-F238E27FC236}">
                <a16:creationId xmlns:a16="http://schemas.microsoft.com/office/drawing/2014/main" id="{19529FE0-39E7-264A-CA8C-AC9DDC346974}"/>
              </a:ext>
            </a:extLst>
          </p:cNvPr>
          <p:cNvSpPr/>
          <p:nvPr/>
        </p:nvSpPr>
        <p:spPr>
          <a:xfrm>
            <a:off x="5407433" y="548532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505" name="타원 504">
            <a:extLst>
              <a:ext uri="{FF2B5EF4-FFF2-40B4-BE49-F238E27FC236}">
                <a16:creationId xmlns:a16="http://schemas.microsoft.com/office/drawing/2014/main" id="{1914F368-2A56-0991-9F0F-E793EFDE2796}"/>
              </a:ext>
            </a:extLst>
          </p:cNvPr>
          <p:cNvSpPr/>
          <p:nvPr/>
        </p:nvSpPr>
        <p:spPr>
          <a:xfrm>
            <a:off x="5406071" y="506723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506" name="TextBox 505">
            <a:extLst>
              <a:ext uri="{FF2B5EF4-FFF2-40B4-BE49-F238E27FC236}">
                <a16:creationId xmlns:a16="http://schemas.microsoft.com/office/drawing/2014/main" id="{C50A871D-7145-6AB1-CA0C-8E9BAA119BAD}"/>
              </a:ext>
            </a:extLst>
          </p:cNvPr>
          <p:cNvSpPr txBox="1"/>
          <p:nvPr/>
        </p:nvSpPr>
        <p:spPr>
          <a:xfrm>
            <a:off x="5181368" y="4754805"/>
            <a:ext cx="26892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C271</a:t>
            </a:r>
          </a:p>
          <a:p>
            <a:r>
              <a:rPr lang="en-US" altLang="ko-KR" sz="800" dirty="0">
                <a:latin typeface="+mn-ea"/>
              </a:rPr>
              <a:t>10n</a:t>
            </a:r>
            <a:endParaRPr lang="ko-KR" altLang="en-US" sz="800" dirty="0">
              <a:latin typeface="+mn-ea"/>
            </a:endParaRP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5FFFA921-49A6-2439-00AD-205538C81E1D}"/>
              </a:ext>
            </a:extLst>
          </p:cNvPr>
          <p:cNvSpPr txBox="1"/>
          <p:nvPr/>
        </p:nvSpPr>
        <p:spPr>
          <a:xfrm>
            <a:off x="5153947" y="5173270"/>
            <a:ext cx="26892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C272</a:t>
            </a:r>
          </a:p>
          <a:p>
            <a:r>
              <a:rPr lang="en-US" altLang="ko-KR" sz="800" dirty="0">
                <a:latin typeface="+mn-ea"/>
              </a:rPr>
              <a:t>100n</a:t>
            </a:r>
            <a:endParaRPr lang="ko-KR" altLang="en-US" sz="800" dirty="0">
              <a:latin typeface="+mn-ea"/>
            </a:endParaRP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D7A0EF77-1C3D-C222-F57A-418D55A522FD}"/>
              </a:ext>
            </a:extLst>
          </p:cNvPr>
          <p:cNvSpPr txBox="1"/>
          <p:nvPr/>
        </p:nvSpPr>
        <p:spPr>
          <a:xfrm>
            <a:off x="5138398" y="5624168"/>
            <a:ext cx="26892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C270</a:t>
            </a:r>
          </a:p>
          <a:p>
            <a:r>
              <a:rPr lang="en-US" altLang="ko-KR" sz="800" dirty="0">
                <a:latin typeface="+mn-ea"/>
              </a:rPr>
              <a:t>10n</a:t>
            </a:r>
            <a:endParaRPr lang="ko-KR" altLang="en-US" sz="800" dirty="0">
              <a:latin typeface="+mn-ea"/>
            </a:endParaRPr>
          </a:p>
        </p:txBody>
      </p:sp>
      <p:sp>
        <p:nvSpPr>
          <p:cNvPr id="520" name="타원 519">
            <a:extLst>
              <a:ext uri="{FF2B5EF4-FFF2-40B4-BE49-F238E27FC236}">
                <a16:creationId xmlns:a16="http://schemas.microsoft.com/office/drawing/2014/main" id="{CDC1E137-6B6A-7E1B-05B9-5253C5C3CBD1}"/>
              </a:ext>
            </a:extLst>
          </p:cNvPr>
          <p:cNvSpPr/>
          <p:nvPr/>
        </p:nvSpPr>
        <p:spPr>
          <a:xfrm>
            <a:off x="6984597" y="496317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9E75A964-5AB2-C428-6351-AAABCE0E5BDA}"/>
              </a:ext>
            </a:extLst>
          </p:cNvPr>
          <p:cNvSpPr txBox="1"/>
          <p:nvPr/>
        </p:nvSpPr>
        <p:spPr>
          <a:xfrm>
            <a:off x="1027754" y="5104910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GND2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522" name="직선 연결선 521">
            <a:extLst>
              <a:ext uri="{FF2B5EF4-FFF2-40B4-BE49-F238E27FC236}">
                <a16:creationId xmlns:a16="http://schemas.microsoft.com/office/drawing/2014/main" id="{F7CBDB10-AC0E-4E90-E7E0-C44C90B294FC}"/>
              </a:ext>
            </a:extLst>
          </p:cNvPr>
          <p:cNvCxnSpPr>
            <a:cxnSpLocks/>
          </p:cNvCxnSpPr>
          <p:nvPr/>
        </p:nvCxnSpPr>
        <p:spPr>
          <a:xfrm>
            <a:off x="1164026" y="5009006"/>
            <a:ext cx="0" cy="103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5" name="직사각형 524">
            <a:extLst>
              <a:ext uri="{FF2B5EF4-FFF2-40B4-BE49-F238E27FC236}">
                <a16:creationId xmlns:a16="http://schemas.microsoft.com/office/drawing/2014/main" id="{A3AD8399-F636-A843-B73B-F42C43B554E1}"/>
              </a:ext>
            </a:extLst>
          </p:cNvPr>
          <p:cNvSpPr/>
          <p:nvPr/>
        </p:nvSpPr>
        <p:spPr>
          <a:xfrm>
            <a:off x="3394090" y="3830735"/>
            <a:ext cx="135708" cy="80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526" name="직사각형 525">
            <a:extLst>
              <a:ext uri="{FF2B5EF4-FFF2-40B4-BE49-F238E27FC236}">
                <a16:creationId xmlns:a16="http://schemas.microsoft.com/office/drawing/2014/main" id="{96FF4650-44F8-5CC3-1224-90E1693DDAAC}"/>
              </a:ext>
            </a:extLst>
          </p:cNvPr>
          <p:cNvSpPr/>
          <p:nvPr/>
        </p:nvSpPr>
        <p:spPr>
          <a:xfrm>
            <a:off x="3885543" y="3831670"/>
            <a:ext cx="135708" cy="80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527" name="직사각형 526">
            <a:extLst>
              <a:ext uri="{FF2B5EF4-FFF2-40B4-BE49-F238E27FC236}">
                <a16:creationId xmlns:a16="http://schemas.microsoft.com/office/drawing/2014/main" id="{641F33B9-E04A-FCD6-4BEB-762AA21F1F5B}"/>
              </a:ext>
            </a:extLst>
          </p:cNvPr>
          <p:cNvSpPr/>
          <p:nvPr/>
        </p:nvSpPr>
        <p:spPr>
          <a:xfrm>
            <a:off x="4202573" y="3827204"/>
            <a:ext cx="135708" cy="80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grpSp>
        <p:nvGrpSpPr>
          <p:cNvPr id="528" name="그룹 527">
            <a:extLst>
              <a:ext uri="{FF2B5EF4-FFF2-40B4-BE49-F238E27FC236}">
                <a16:creationId xmlns:a16="http://schemas.microsoft.com/office/drawing/2014/main" id="{F71155F9-71C2-BAFE-9A16-3E34E36B1281}"/>
              </a:ext>
            </a:extLst>
          </p:cNvPr>
          <p:cNvGrpSpPr/>
          <p:nvPr/>
        </p:nvGrpSpPr>
        <p:grpSpPr>
          <a:xfrm rot="5400000">
            <a:off x="3903582" y="3510184"/>
            <a:ext cx="113408" cy="153037"/>
            <a:chOff x="4518579" y="2304826"/>
            <a:chExt cx="113408" cy="153037"/>
          </a:xfrm>
        </p:grpSpPr>
        <p:cxnSp>
          <p:nvCxnSpPr>
            <p:cNvPr id="529" name="직선 연결선 528">
              <a:extLst>
                <a:ext uri="{FF2B5EF4-FFF2-40B4-BE49-F238E27FC236}">
                  <a16:creationId xmlns:a16="http://schemas.microsoft.com/office/drawing/2014/main" id="{00366A26-C0E8-9EFB-9CE1-53EBA0260D19}"/>
                </a:ext>
              </a:extLst>
            </p:cNvPr>
            <p:cNvCxnSpPr>
              <a:cxnSpLocks/>
            </p:cNvCxnSpPr>
            <p:nvPr/>
          </p:nvCxnSpPr>
          <p:spPr>
            <a:xfrm>
              <a:off x="4577143" y="2304826"/>
              <a:ext cx="0" cy="598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직선 연결선 529">
              <a:extLst>
                <a:ext uri="{FF2B5EF4-FFF2-40B4-BE49-F238E27FC236}">
                  <a16:creationId xmlns:a16="http://schemas.microsoft.com/office/drawing/2014/main" id="{87B33311-6BC6-56AC-046A-390AD2CAC200}"/>
                </a:ext>
              </a:extLst>
            </p:cNvPr>
            <p:cNvCxnSpPr>
              <a:cxnSpLocks/>
            </p:cNvCxnSpPr>
            <p:nvPr/>
          </p:nvCxnSpPr>
          <p:spPr>
            <a:xfrm>
              <a:off x="4577892" y="2395538"/>
              <a:ext cx="0" cy="623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직선 화살표 연결선 530">
              <a:extLst>
                <a:ext uri="{FF2B5EF4-FFF2-40B4-BE49-F238E27FC236}">
                  <a16:creationId xmlns:a16="http://schemas.microsoft.com/office/drawing/2014/main" id="{E14EBEBF-1468-ADB7-503D-CFC01E9490B8}"/>
                </a:ext>
              </a:extLst>
            </p:cNvPr>
            <p:cNvCxnSpPr>
              <a:cxnSpLocks/>
            </p:cNvCxnSpPr>
            <p:nvPr/>
          </p:nvCxnSpPr>
          <p:spPr>
            <a:xfrm>
              <a:off x="4518579" y="2363644"/>
              <a:ext cx="11295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직선 화살표 연결선 531">
              <a:extLst>
                <a:ext uri="{FF2B5EF4-FFF2-40B4-BE49-F238E27FC236}">
                  <a16:creationId xmlns:a16="http://schemas.microsoft.com/office/drawing/2014/main" id="{6BF5F8D2-71DC-B7FB-CBFA-1863E2DA7DD4}"/>
                </a:ext>
              </a:extLst>
            </p:cNvPr>
            <p:cNvCxnSpPr>
              <a:cxnSpLocks/>
            </p:cNvCxnSpPr>
            <p:nvPr/>
          </p:nvCxnSpPr>
          <p:spPr>
            <a:xfrm>
              <a:off x="4519035" y="2397667"/>
              <a:ext cx="11295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5" name="직선 연결선 534">
            <a:extLst>
              <a:ext uri="{FF2B5EF4-FFF2-40B4-BE49-F238E27FC236}">
                <a16:creationId xmlns:a16="http://schemas.microsoft.com/office/drawing/2014/main" id="{8DE4AF0E-5C75-CC80-FB85-E2C771A02D3F}"/>
              </a:ext>
            </a:extLst>
          </p:cNvPr>
          <p:cNvCxnSpPr>
            <a:cxnSpLocks/>
          </p:cNvCxnSpPr>
          <p:nvPr/>
        </p:nvCxnSpPr>
        <p:spPr>
          <a:xfrm>
            <a:off x="3221996" y="3589109"/>
            <a:ext cx="7154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7" name="직선 연결선 536">
            <a:extLst>
              <a:ext uri="{FF2B5EF4-FFF2-40B4-BE49-F238E27FC236}">
                <a16:creationId xmlns:a16="http://schemas.microsoft.com/office/drawing/2014/main" id="{B1B5A99B-AE3E-F9C5-DCF7-9F1D40B49E51}"/>
              </a:ext>
            </a:extLst>
          </p:cNvPr>
          <p:cNvCxnSpPr>
            <a:cxnSpLocks/>
          </p:cNvCxnSpPr>
          <p:nvPr/>
        </p:nvCxnSpPr>
        <p:spPr>
          <a:xfrm>
            <a:off x="4035273" y="3589109"/>
            <a:ext cx="534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직선 연결선 539">
            <a:extLst>
              <a:ext uri="{FF2B5EF4-FFF2-40B4-BE49-F238E27FC236}">
                <a16:creationId xmlns:a16="http://schemas.microsoft.com/office/drawing/2014/main" id="{F5B34A94-56A6-0415-B0AF-560AF5136BE6}"/>
              </a:ext>
            </a:extLst>
          </p:cNvPr>
          <p:cNvCxnSpPr>
            <a:cxnSpLocks/>
          </p:cNvCxnSpPr>
          <p:nvPr/>
        </p:nvCxnSpPr>
        <p:spPr>
          <a:xfrm>
            <a:off x="4569874" y="3587750"/>
            <a:ext cx="0" cy="7589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직선 연결선 540">
            <a:extLst>
              <a:ext uri="{FF2B5EF4-FFF2-40B4-BE49-F238E27FC236}">
                <a16:creationId xmlns:a16="http://schemas.microsoft.com/office/drawing/2014/main" id="{39812F70-DD4B-7500-E7FC-18448C9CF641}"/>
              </a:ext>
            </a:extLst>
          </p:cNvPr>
          <p:cNvCxnSpPr>
            <a:cxnSpLocks/>
          </p:cNvCxnSpPr>
          <p:nvPr/>
        </p:nvCxnSpPr>
        <p:spPr>
          <a:xfrm>
            <a:off x="4366739" y="4246334"/>
            <a:ext cx="2031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직선 연결선 542">
            <a:extLst>
              <a:ext uri="{FF2B5EF4-FFF2-40B4-BE49-F238E27FC236}">
                <a16:creationId xmlns:a16="http://schemas.microsoft.com/office/drawing/2014/main" id="{80886656-B1AA-BAF7-C535-60ADA922C2B9}"/>
              </a:ext>
            </a:extLst>
          </p:cNvPr>
          <p:cNvCxnSpPr>
            <a:cxnSpLocks/>
          </p:cNvCxnSpPr>
          <p:nvPr/>
        </p:nvCxnSpPr>
        <p:spPr>
          <a:xfrm>
            <a:off x="3224827" y="3587750"/>
            <a:ext cx="0" cy="2839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8" name="타원 547">
            <a:extLst>
              <a:ext uri="{FF2B5EF4-FFF2-40B4-BE49-F238E27FC236}">
                <a16:creationId xmlns:a16="http://schemas.microsoft.com/office/drawing/2014/main" id="{668D947E-6227-673F-63CB-CD2AD3FFC63A}"/>
              </a:ext>
            </a:extLst>
          </p:cNvPr>
          <p:cNvSpPr/>
          <p:nvPr/>
        </p:nvSpPr>
        <p:spPr>
          <a:xfrm>
            <a:off x="1867059" y="416118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550" name="타원 549">
            <a:extLst>
              <a:ext uri="{FF2B5EF4-FFF2-40B4-BE49-F238E27FC236}">
                <a16:creationId xmlns:a16="http://schemas.microsoft.com/office/drawing/2014/main" id="{8C7C254F-E20D-7E42-71CB-854A38231D53}"/>
              </a:ext>
            </a:extLst>
          </p:cNvPr>
          <p:cNvSpPr/>
          <p:nvPr/>
        </p:nvSpPr>
        <p:spPr>
          <a:xfrm>
            <a:off x="3204508" y="384985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551" name="타원 550">
            <a:extLst>
              <a:ext uri="{FF2B5EF4-FFF2-40B4-BE49-F238E27FC236}">
                <a16:creationId xmlns:a16="http://schemas.microsoft.com/office/drawing/2014/main" id="{78A48596-4EA3-71C2-8437-1AE44C688CA9}"/>
              </a:ext>
            </a:extLst>
          </p:cNvPr>
          <p:cNvSpPr/>
          <p:nvPr/>
        </p:nvSpPr>
        <p:spPr>
          <a:xfrm>
            <a:off x="4547014" y="384945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552" name="타원 551">
            <a:extLst>
              <a:ext uri="{FF2B5EF4-FFF2-40B4-BE49-F238E27FC236}">
                <a16:creationId xmlns:a16="http://schemas.microsoft.com/office/drawing/2014/main" id="{69B60E7E-4651-5C08-9BE2-10480C1CB60C}"/>
              </a:ext>
            </a:extLst>
          </p:cNvPr>
          <p:cNvSpPr/>
          <p:nvPr/>
        </p:nvSpPr>
        <p:spPr>
          <a:xfrm>
            <a:off x="3685080" y="384774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553" name="직선 연결선 552">
            <a:extLst>
              <a:ext uri="{FF2B5EF4-FFF2-40B4-BE49-F238E27FC236}">
                <a16:creationId xmlns:a16="http://schemas.microsoft.com/office/drawing/2014/main" id="{463D5970-A1C1-71F2-AB3F-8766BD52720E}"/>
              </a:ext>
            </a:extLst>
          </p:cNvPr>
          <p:cNvCxnSpPr>
            <a:cxnSpLocks/>
          </p:cNvCxnSpPr>
          <p:nvPr/>
        </p:nvCxnSpPr>
        <p:spPr>
          <a:xfrm>
            <a:off x="3710602" y="3736975"/>
            <a:ext cx="0" cy="5137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직선 연결선 553">
            <a:extLst>
              <a:ext uri="{FF2B5EF4-FFF2-40B4-BE49-F238E27FC236}">
                <a16:creationId xmlns:a16="http://schemas.microsoft.com/office/drawing/2014/main" id="{C91C7837-6AE2-9B7C-912D-E1CB9AB5B17C}"/>
              </a:ext>
            </a:extLst>
          </p:cNvPr>
          <p:cNvCxnSpPr>
            <a:cxnSpLocks/>
          </p:cNvCxnSpPr>
          <p:nvPr/>
        </p:nvCxnSpPr>
        <p:spPr>
          <a:xfrm>
            <a:off x="3707109" y="4249509"/>
            <a:ext cx="1750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6" name="타원 555">
            <a:extLst>
              <a:ext uri="{FF2B5EF4-FFF2-40B4-BE49-F238E27FC236}">
                <a16:creationId xmlns:a16="http://schemas.microsoft.com/office/drawing/2014/main" id="{30CF06A0-15AD-E59F-CF26-2D082096394A}"/>
              </a:ext>
            </a:extLst>
          </p:cNvPr>
          <p:cNvSpPr/>
          <p:nvPr/>
        </p:nvSpPr>
        <p:spPr>
          <a:xfrm>
            <a:off x="4547014" y="422404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557" name="TextBox 556">
            <a:extLst>
              <a:ext uri="{FF2B5EF4-FFF2-40B4-BE49-F238E27FC236}">
                <a16:creationId xmlns:a16="http://schemas.microsoft.com/office/drawing/2014/main" id="{24EFFB00-B5A6-B890-DBC8-4C5D07C8015E}"/>
              </a:ext>
            </a:extLst>
          </p:cNvPr>
          <p:cNvSpPr txBox="1"/>
          <p:nvPr/>
        </p:nvSpPr>
        <p:spPr>
          <a:xfrm>
            <a:off x="4018733" y="3462744"/>
            <a:ext cx="26892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C282</a:t>
            </a:r>
          </a:p>
          <a:p>
            <a:r>
              <a:rPr lang="en-US" altLang="ko-KR" sz="800" dirty="0">
                <a:latin typeface="+mn-ea"/>
              </a:rPr>
              <a:t>5p</a:t>
            </a:r>
            <a:endParaRPr lang="ko-KR" altLang="en-US" sz="800" dirty="0">
              <a:latin typeface="+mn-ea"/>
            </a:endParaRP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5706C4EB-1D5E-D548-9CFB-9D4AA23C7326}"/>
              </a:ext>
            </a:extLst>
          </p:cNvPr>
          <p:cNvSpPr txBox="1"/>
          <p:nvPr/>
        </p:nvSpPr>
        <p:spPr>
          <a:xfrm>
            <a:off x="3342873" y="3907345"/>
            <a:ext cx="28082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R958</a:t>
            </a:r>
          </a:p>
          <a:p>
            <a:r>
              <a:rPr lang="en-US" altLang="ko-KR" sz="800" dirty="0">
                <a:latin typeface="+mn-ea"/>
              </a:rPr>
              <a:t>1M</a:t>
            </a:r>
            <a:endParaRPr lang="ko-KR" altLang="en-US" sz="800" dirty="0">
              <a:latin typeface="+mn-ea"/>
            </a:endParaRPr>
          </a:p>
        </p:txBody>
      </p:sp>
      <p:sp>
        <p:nvSpPr>
          <p:cNvPr id="560" name="TextBox 559">
            <a:extLst>
              <a:ext uri="{FF2B5EF4-FFF2-40B4-BE49-F238E27FC236}">
                <a16:creationId xmlns:a16="http://schemas.microsoft.com/office/drawing/2014/main" id="{5A941346-D70C-8863-6819-192F0C13CA79}"/>
              </a:ext>
            </a:extLst>
          </p:cNvPr>
          <p:cNvSpPr txBox="1"/>
          <p:nvPr/>
        </p:nvSpPr>
        <p:spPr>
          <a:xfrm>
            <a:off x="3842736" y="3908323"/>
            <a:ext cx="28082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R967</a:t>
            </a:r>
          </a:p>
          <a:p>
            <a:r>
              <a:rPr lang="en-US" altLang="ko-KR" sz="800" dirty="0">
                <a:latin typeface="+mn-ea"/>
              </a:rPr>
              <a:t>100M</a:t>
            </a:r>
            <a:endParaRPr lang="ko-KR" altLang="en-US" sz="800" dirty="0">
              <a:latin typeface="+mn-ea"/>
            </a:endParaRPr>
          </a:p>
        </p:txBody>
      </p:sp>
      <p:sp>
        <p:nvSpPr>
          <p:cNvPr id="561" name="TextBox 560">
            <a:extLst>
              <a:ext uri="{FF2B5EF4-FFF2-40B4-BE49-F238E27FC236}">
                <a16:creationId xmlns:a16="http://schemas.microsoft.com/office/drawing/2014/main" id="{F2BAF8CE-D943-D2BD-1243-8DD4CCE4F83A}"/>
              </a:ext>
            </a:extLst>
          </p:cNvPr>
          <p:cNvSpPr txBox="1"/>
          <p:nvPr/>
        </p:nvSpPr>
        <p:spPr>
          <a:xfrm>
            <a:off x="4221198" y="3904019"/>
            <a:ext cx="280822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R959</a:t>
            </a:r>
          </a:p>
          <a:p>
            <a:r>
              <a:rPr lang="en-US" altLang="ko-KR" sz="800" dirty="0">
                <a:latin typeface="+mn-ea"/>
              </a:rPr>
              <a:t>0</a:t>
            </a:r>
            <a:endParaRPr lang="ko-KR" altLang="en-US" sz="800" dirty="0">
              <a:latin typeface="+mn-ea"/>
            </a:endParaRPr>
          </a:p>
        </p:txBody>
      </p:sp>
      <p:sp>
        <p:nvSpPr>
          <p:cNvPr id="565" name="타원 564">
            <a:extLst>
              <a:ext uri="{FF2B5EF4-FFF2-40B4-BE49-F238E27FC236}">
                <a16:creationId xmlns:a16="http://schemas.microsoft.com/office/drawing/2014/main" id="{CD895405-4B3E-71E3-34EC-357E9C93CE04}"/>
              </a:ext>
            </a:extLst>
          </p:cNvPr>
          <p:cNvSpPr/>
          <p:nvPr/>
        </p:nvSpPr>
        <p:spPr>
          <a:xfrm>
            <a:off x="4549669" y="524950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566" name="직선 연결선 565">
            <a:extLst>
              <a:ext uri="{FF2B5EF4-FFF2-40B4-BE49-F238E27FC236}">
                <a16:creationId xmlns:a16="http://schemas.microsoft.com/office/drawing/2014/main" id="{7672BC50-E5E6-4E66-F54F-574B95C1B0F8}"/>
              </a:ext>
            </a:extLst>
          </p:cNvPr>
          <p:cNvCxnSpPr>
            <a:cxnSpLocks/>
          </p:cNvCxnSpPr>
          <p:nvPr/>
        </p:nvCxnSpPr>
        <p:spPr>
          <a:xfrm>
            <a:off x="5226425" y="4016464"/>
            <a:ext cx="20385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직선 연결선 567">
            <a:extLst>
              <a:ext uri="{FF2B5EF4-FFF2-40B4-BE49-F238E27FC236}">
                <a16:creationId xmlns:a16="http://schemas.microsoft.com/office/drawing/2014/main" id="{710E83F6-87C3-531C-C7A3-21F92FFFFC68}"/>
              </a:ext>
            </a:extLst>
          </p:cNvPr>
          <p:cNvCxnSpPr>
            <a:cxnSpLocks/>
          </p:cNvCxnSpPr>
          <p:nvPr/>
        </p:nvCxnSpPr>
        <p:spPr>
          <a:xfrm>
            <a:off x="4127500" y="4359364"/>
            <a:ext cx="11168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" name="직선 연결선 569">
            <a:extLst>
              <a:ext uri="{FF2B5EF4-FFF2-40B4-BE49-F238E27FC236}">
                <a16:creationId xmlns:a16="http://schemas.microsoft.com/office/drawing/2014/main" id="{D0076838-7C3A-E980-694C-4607BD7C4BB8}"/>
              </a:ext>
            </a:extLst>
          </p:cNvPr>
          <p:cNvCxnSpPr>
            <a:cxnSpLocks/>
          </p:cNvCxnSpPr>
          <p:nvPr/>
        </p:nvCxnSpPr>
        <p:spPr>
          <a:xfrm>
            <a:off x="5235801" y="4026479"/>
            <a:ext cx="0" cy="3335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직선 연결선 572">
            <a:extLst>
              <a:ext uri="{FF2B5EF4-FFF2-40B4-BE49-F238E27FC236}">
                <a16:creationId xmlns:a16="http://schemas.microsoft.com/office/drawing/2014/main" id="{9280382C-FAAE-7287-9521-8E24B810A536}"/>
              </a:ext>
            </a:extLst>
          </p:cNvPr>
          <p:cNvCxnSpPr>
            <a:cxnSpLocks/>
          </p:cNvCxnSpPr>
          <p:nvPr/>
        </p:nvCxnSpPr>
        <p:spPr>
          <a:xfrm>
            <a:off x="7770845" y="4016464"/>
            <a:ext cx="9159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9" name="직선 연결선 578">
            <a:extLst>
              <a:ext uri="{FF2B5EF4-FFF2-40B4-BE49-F238E27FC236}">
                <a16:creationId xmlns:a16="http://schemas.microsoft.com/office/drawing/2014/main" id="{E39D5591-B898-98EF-93B9-222C0002D567}"/>
              </a:ext>
            </a:extLst>
          </p:cNvPr>
          <p:cNvCxnSpPr>
            <a:cxnSpLocks/>
          </p:cNvCxnSpPr>
          <p:nvPr/>
        </p:nvCxnSpPr>
        <p:spPr>
          <a:xfrm>
            <a:off x="7968070" y="4124414"/>
            <a:ext cx="842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1" name="직사각형 580">
            <a:extLst>
              <a:ext uri="{FF2B5EF4-FFF2-40B4-BE49-F238E27FC236}">
                <a16:creationId xmlns:a16="http://schemas.microsoft.com/office/drawing/2014/main" id="{A46B2103-7CE0-1013-1FEA-6BC3BBC4473D}"/>
              </a:ext>
            </a:extLst>
          </p:cNvPr>
          <p:cNvSpPr/>
          <p:nvPr/>
        </p:nvSpPr>
        <p:spPr>
          <a:xfrm>
            <a:off x="6977346" y="4199379"/>
            <a:ext cx="135708" cy="80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2E00AF38-83D9-DF7D-EEFA-93DF493242CE}"/>
              </a:ext>
            </a:extLst>
          </p:cNvPr>
          <p:cNvSpPr txBox="1"/>
          <p:nvPr/>
        </p:nvSpPr>
        <p:spPr>
          <a:xfrm>
            <a:off x="6822361" y="4083449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R59, 33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585" name="직선 연결선 584">
            <a:extLst>
              <a:ext uri="{FF2B5EF4-FFF2-40B4-BE49-F238E27FC236}">
                <a16:creationId xmlns:a16="http://schemas.microsoft.com/office/drawing/2014/main" id="{9B9D7860-E00E-1245-5E3C-C56365FE373E}"/>
              </a:ext>
            </a:extLst>
          </p:cNvPr>
          <p:cNvCxnSpPr>
            <a:cxnSpLocks/>
          </p:cNvCxnSpPr>
          <p:nvPr/>
        </p:nvCxnSpPr>
        <p:spPr>
          <a:xfrm>
            <a:off x="6845646" y="4355979"/>
            <a:ext cx="3753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6" name="직사각형 585">
            <a:extLst>
              <a:ext uri="{FF2B5EF4-FFF2-40B4-BE49-F238E27FC236}">
                <a16:creationId xmlns:a16="http://schemas.microsoft.com/office/drawing/2014/main" id="{51FCE9A9-0EC3-FCF2-8040-13A89CA112FF}"/>
              </a:ext>
            </a:extLst>
          </p:cNvPr>
          <p:cNvSpPr/>
          <p:nvPr/>
        </p:nvSpPr>
        <p:spPr>
          <a:xfrm>
            <a:off x="6974142" y="4316644"/>
            <a:ext cx="135708" cy="80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588" name="TextBox 587">
            <a:extLst>
              <a:ext uri="{FF2B5EF4-FFF2-40B4-BE49-F238E27FC236}">
                <a16:creationId xmlns:a16="http://schemas.microsoft.com/office/drawing/2014/main" id="{691DE41D-B7EF-B2F4-EA4C-D0A8E46AF129}"/>
              </a:ext>
            </a:extLst>
          </p:cNvPr>
          <p:cNvSpPr txBox="1"/>
          <p:nvPr/>
        </p:nvSpPr>
        <p:spPr>
          <a:xfrm>
            <a:off x="6848850" y="4401487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R58, 33</a:t>
            </a:r>
            <a:endParaRPr lang="ko-KR" altLang="en-US" sz="800" dirty="0">
              <a:latin typeface="+mn-ea"/>
            </a:endParaRPr>
          </a:p>
        </p:txBody>
      </p:sp>
      <p:sp>
        <p:nvSpPr>
          <p:cNvPr id="589" name="TextBox 588">
            <a:extLst>
              <a:ext uri="{FF2B5EF4-FFF2-40B4-BE49-F238E27FC236}">
                <a16:creationId xmlns:a16="http://schemas.microsoft.com/office/drawing/2014/main" id="{8AE35C1D-4E34-6C6B-CF04-5B7EF2186E07}"/>
              </a:ext>
            </a:extLst>
          </p:cNvPr>
          <p:cNvSpPr txBox="1"/>
          <p:nvPr/>
        </p:nvSpPr>
        <p:spPr>
          <a:xfrm>
            <a:off x="6531678" y="4300378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GND2</a:t>
            </a:r>
            <a:endParaRPr lang="ko-KR" altLang="en-US" sz="800" dirty="0">
              <a:latin typeface="+mn-ea"/>
            </a:endParaRPr>
          </a:p>
        </p:txBody>
      </p:sp>
      <p:sp>
        <p:nvSpPr>
          <p:cNvPr id="590" name="직사각형 589">
            <a:extLst>
              <a:ext uri="{FF2B5EF4-FFF2-40B4-BE49-F238E27FC236}">
                <a16:creationId xmlns:a16="http://schemas.microsoft.com/office/drawing/2014/main" id="{787987FA-8FDF-D99D-5CDB-167D694AE47D}"/>
              </a:ext>
            </a:extLst>
          </p:cNvPr>
          <p:cNvSpPr/>
          <p:nvPr/>
        </p:nvSpPr>
        <p:spPr>
          <a:xfrm>
            <a:off x="8113150" y="4190741"/>
            <a:ext cx="135708" cy="80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592" name="TextBox 591">
            <a:extLst>
              <a:ext uri="{FF2B5EF4-FFF2-40B4-BE49-F238E27FC236}">
                <a16:creationId xmlns:a16="http://schemas.microsoft.com/office/drawing/2014/main" id="{9FF0D328-F1D5-F15C-04EB-BE624B5E71AD}"/>
              </a:ext>
            </a:extLst>
          </p:cNvPr>
          <p:cNvSpPr txBox="1"/>
          <p:nvPr/>
        </p:nvSpPr>
        <p:spPr>
          <a:xfrm>
            <a:off x="8043085" y="4266645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R28, 33</a:t>
            </a:r>
            <a:endParaRPr lang="ko-KR" altLang="en-US" sz="800" dirty="0">
              <a:latin typeface="+mn-ea"/>
            </a:endParaRPr>
          </a:p>
        </p:txBody>
      </p:sp>
      <p:sp>
        <p:nvSpPr>
          <p:cNvPr id="593" name="TextBox 592">
            <a:extLst>
              <a:ext uri="{FF2B5EF4-FFF2-40B4-BE49-F238E27FC236}">
                <a16:creationId xmlns:a16="http://schemas.microsoft.com/office/drawing/2014/main" id="{C10BD1B5-5F04-FFA7-713D-96FE4AE1D133}"/>
              </a:ext>
            </a:extLst>
          </p:cNvPr>
          <p:cNvSpPr txBox="1"/>
          <p:nvPr/>
        </p:nvSpPr>
        <p:spPr>
          <a:xfrm>
            <a:off x="8336203" y="4172396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GND1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599" name="직선 연결선 598">
            <a:extLst>
              <a:ext uri="{FF2B5EF4-FFF2-40B4-BE49-F238E27FC236}">
                <a16:creationId xmlns:a16="http://schemas.microsoft.com/office/drawing/2014/main" id="{19EE6933-923A-33E8-B15D-90EA8C422FE2}"/>
              </a:ext>
            </a:extLst>
          </p:cNvPr>
          <p:cNvCxnSpPr>
            <a:cxnSpLocks/>
          </p:cNvCxnSpPr>
          <p:nvPr/>
        </p:nvCxnSpPr>
        <p:spPr>
          <a:xfrm>
            <a:off x="7198649" y="3207692"/>
            <a:ext cx="8421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0" name="TextBox 599">
            <a:extLst>
              <a:ext uri="{FF2B5EF4-FFF2-40B4-BE49-F238E27FC236}">
                <a16:creationId xmlns:a16="http://schemas.microsoft.com/office/drawing/2014/main" id="{A721F273-C850-543A-74DE-76423E546F6D}"/>
              </a:ext>
            </a:extLst>
          </p:cNvPr>
          <p:cNvSpPr txBox="1"/>
          <p:nvPr/>
        </p:nvSpPr>
        <p:spPr>
          <a:xfrm>
            <a:off x="8088411" y="3157345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GND1</a:t>
            </a:r>
            <a:endParaRPr lang="ko-KR" altLang="en-US" sz="800" dirty="0">
              <a:latin typeface="+mn-ea"/>
            </a:endParaRP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D4D8BBC6-5005-B9C2-1AD8-D2CA71C587EE}"/>
              </a:ext>
            </a:extLst>
          </p:cNvPr>
          <p:cNvSpPr txBox="1"/>
          <p:nvPr/>
        </p:nvSpPr>
        <p:spPr>
          <a:xfrm>
            <a:off x="6847931" y="3144894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GND2</a:t>
            </a:r>
            <a:endParaRPr lang="ko-KR" altLang="en-US" sz="800" dirty="0">
              <a:latin typeface="+mn-ea"/>
            </a:endParaRPr>
          </a:p>
        </p:txBody>
      </p:sp>
      <p:sp>
        <p:nvSpPr>
          <p:cNvPr id="602" name="직사각형 601">
            <a:extLst>
              <a:ext uri="{FF2B5EF4-FFF2-40B4-BE49-F238E27FC236}">
                <a16:creationId xmlns:a16="http://schemas.microsoft.com/office/drawing/2014/main" id="{1DA94F84-FD12-62D3-7AC0-8E7C0E15ABDD}"/>
              </a:ext>
            </a:extLst>
          </p:cNvPr>
          <p:cNvSpPr/>
          <p:nvPr/>
        </p:nvSpPr>
        <p:spPr>
          <a:xfrm>
            <a:off x="7551734" y="3163386"/>
            <a:ext cx="135708" cy="8066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603" name="TextBox 602">
            <a:extLst>
              <a:ext uri="{FF2B5EF4-FFF2-40B4-BE49-F238E27FC236}">
                <a16:creationId xmlns:a16="http://schemas.microsoft.com/office/drawing/2014/main" id="{C66ED522-7D6E-4630-67B4-29402EE927EA}"/>
              </a:ext>
            </a:extLst>
          </p:cNvPr>
          <p:cNvSpPr txBox="1"/>
          <p:nvPr/>
        </p:nvSpPr>
        <p:spPr>
          <a:xfrm>
            <a:off x="7535644" y="3232737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R11, 0</a:t>
            </a:r>
            <a:endParaRPr lang="ko-KR" altLang="en-US" sz="800" dirty="0">
              <a:latin typeface="+mn-ea"/>
            </a:endParaRPr>
          </a:p>
        </p:txBody>
      </p:sp>
      <p:sp>
        <p:nvSpPr>
          <p:cNvPr id="606" name="직사각형 605">
            <a:extLst>
              <a:ext uri="{FF2B5EF4-FFF2-40B4-BE49-F238E27FC236}">
                <a16:creationId xmlns:a16="http://schemas.microsoft.com/office/drawing/2014/main" id="{B0AAE1E0-1CA8-FBAC-3707-F772C37FA5F8}"/>
              </a:ext>
            </a:extLst>
          </p:cNvPr>
          <p:cNvSpPr/>
          <p:nvPr/>
        </p:nvSpPr>
        <p:spPr>
          <a:xfrm>
            <a:off x="1786528" y="2783853"/>
            <a:ext cx="438643" cy="1338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608" name="직선 연결선 607">
            <a:extLst>
              <a:ext uri="{FF2B5EF4-FFF2-40B4-BE49-F238E27FC236}">
                <a16:creationId xmlns:a16="http://schemas.microsoft.com/office/drawing/2014/main" id="{E04645F4-2DA7-5078-5058-0C4B3DC314D0}"/>
              </a:ext>
            </a:extLst>
          </p:cNvPr>
          <p:cNvCxnSpPr>
            <a:cxnSpLocks/>
          </p:cNvCxnSpPr>
          <p:nvPr/>
        </p:nvCxnSpPr>
        <p:spPr>
          <a:xfrm>
            <a:off x="2010514" y="2915053"/>
            <a:ext cx="0" cy="1322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1" name="TextBox 610">
            <a:extLst>
              <a:ext uri="{FF2B5EF4-FFF2-40B4-BE49-F238E27FC236}">
                <a16:creationId xmlns:a16="http://schemas.microsoft.com/office/drawing/2014/main" id="{77E9D76E-7053-48C6-82F1-568F216FEDB1}"/>
              </a:ext>
            </a:extLst>
          </p:cNvPr>
          <p:cNvSpPr txBox="1"/>
          <p:nvPr/>
        </p:nvSpPr>
        <p:spPr>
          <a:xfrm>
            <a:off x="1843986" y="3050675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GND1</a:t>
            </a:r>
            <a:endParaRPr lang="ko-KR" altLang="en-US" sz="800" dirty="0">
              <a:latin typeface="+mn-ea"/>
            </a:endParaRPr>
          </a:p>
        </p:txBody>
      </p:sp>
      <p:sp>
        <p:nvSpPr>
          <p:cNvPr id="612" name="TextBox 611">
            <a:extLst>
              <a:ext uri="{FF2B5EF4-FFF2-40B4-BE49-F238E27FC236}">
                <a16:creationId xmlns:a16="http://schemas.microsoft.com/office/drawing/2014/main" id="{FCF2C891-4F0C-8192-BB54-CF528031A6C9}"/>
              </a:ext>
            </a:extLst>
          </p:cNvPr>
          <p:cNvSpPr txBox="1"/>
          <p:nvPr/>
        </p:nvSpPr>
        <p:spPr>
          <a:xfrm>
            <a:off x="1840377" y="2663200"/>
            <a:ext cx="34561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U21</a:t>
            </a:r>
            <a:endParaRPr lang="ko-KR" altLang="en-US" sz="800" dirty="0">
              <a:latin typeface="+mn-ea"/>
            </a:endParaRPr>
          </a:p>
        </p:txBody>
      </p:sp>
      <p:sp>
        <p:nvSpPr>
          <p:cNvPr id="617" name="TextBox 616">
            <a:extLst>
              <a:ext uri="{FF2B5EF4-FFF2-40B4-BE49-F238E27FC236}">
                <a16:creationId xmlns:a16="http://schemas.microsoft.com/office/drawing/2014/main" id="{BA87C68D-787B-2781-280E-BDC89DFE0513}"/>
              </a:ext>
            </a:extLst>
          </p:cNvPr>
          <p:cNvSpPr txBox="1"/>
          <p:nvPr/>
        </p:nvSpPr>
        <p:spPr>
          <a:xfrm>
            <a:off x="1637839" y="2791359"/>
            <a:ext cx="75117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  <a:latin typeface="+mn-ea"/>
              </a:rPr>
              <a:t>LC filter</a:t>
            </a:r>
            <a:endParaRPr lang="ko-KR" altLang="en-US" sz="800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618" name="그룹 617">
            <a:extLst>
              <a:ext uri="{FF2B5EF4-FFF2-40B4-BE49-F238E27FC236}">
                <a16:creationId xmlns:a16="http://schemas.microsoft.com/office/drawing/2014/main" id="{C0D017C9-6834-B2DD-CB40-21469299FF9A}"/>
              </a:ext>
            </a:extLst>
          </p:cNvPr>
          <p:cNvGrpSpPr/>
          <p:nvPr/>
        </p:nvGrpSpPr>
        <p:grpSpPr>
          <a:xfrm rot="5400000">
            <a:off x="3399916" y="3660487"/>
            <a:ext cx="113408" cy="153037"/>
            <a:chOff x="4518579" y="2304826"/>
            <a:chExt cx="113408" cy="153037"/>
          </a:xfrm>
        </p:grpSpPr>
        <p:cxnSp>
          <p:nvCxnSpPr>
            <p:cNvPr id="619" name="직선 연결선 618">
              <a:extLst>
                <a:ext uri="{FF2B5EF4-FFF2-40B4-BE49-F238E27FC236}">
                  <a16:creationId xmlns:a16="http://schemas.microsoft.com/office/drawing/2014/main" id="{08AD3937-7DD0-BD2D-44DF-9809C8A695BA}"/>
                </a:ext>
              </a:extLst>
            </p:cNvPr>
            <p:cNvCxnSpPr>
              <a:cxnSpLocks/>
            </p:cNvCxnSpPr>
            <p:nvPr/>
          </p:nvCxnSpPr>
          <p:spPr>
            <a:xfrm>
              <a:off x="4577143" y="2304826"/>
              <a:ext cx="0" cy="598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직선 연결선 619">
              <a:extLst>
                <a:ext uri="{FF2B5EF4-FFF2-40B4-BE49-F238E27FC236}">
                  <a16:creationId xmlns:a16="http://schemas.microsoft.com/office/drawing/2014/main" id="{68DE2D5C-AD95-FA3E-D0F3-620A3C35710C}"/>
                </a:ext>
              </a:extLst>
            </p:cNvPr>
            <p:cNvCxnSpPr>
              <a:cxnSpLocks/>
            </p:cNvCxnSpPr>
            <p:nvPr/>
          </p:nvCxnSpPr>
          <p:spPr>
            <a:xfrm>
              <a:off x="4577892" y="2395538"/>
              <a:ext cx="0" cy="623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직선 화살표 연결선 620">
              <a:extLst>
                <a:ext uri="{FF2B5EF4-FFF2-40B4-BE49-F238E27FC236}">
                  <a16:creationId xmlns:a16="http://schemas.microsoft.com/office/drawing/2014/main" id="{78E34A0E-2E63-94D0-F13F-B11DA2FFCBD7}"/>
                </a:ext>
              </a:extLst>
            </p:cNvPr>
            <p:cNvCxnSpPr>
              <a:cxnSpLocks/>
            </p:cNvCxnSpPr>
            <p:nvPr/>
          </p:nvCxnSpPr>
          <p:spPr>
            <a:xfrm>
              <a:off x="4518579" y="2363644"/>
              <a:ext cx="11295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직선 화살표 연결선 621">
              <a:extLst>
                <a:ext uri="{FF2B5EF4-FFF2-40B4-BE49-F238E27FC236}">
                  <a16:creationId xmlns:a16="http://schemas.microsoft.com/office/drawing/2014/main" id="{4DBF7386-4E5C-8455-1D82-9FB90051E758}"/>
                </a:ext>
              </a:extLst>
            </p:cNvPr>
            <p:cNvCxnSpPr>
              <a:cxnSpLocks/>
            </p:cNvCxnSpPr>
            <p:nvPr/>
          </p:nvCxnSpPr>
          <p:spPr>
            <a:xfrm>
              <a:off x="4519035" y="2397667"/>
              <a:ext cx="11295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3" name="직선 연결선 622">
            <a:extLst>
              <a:ext uri="{FF2B5EF4-FFF2-40B4-BE49-F238E27FC236}">
                <a16:creationId xmlns:a16="http://schemas.microsoft.com/office/drawing/2014/main" id="{CE74F04A-DA02-3D06-6E48-5737EFE7F343}"/>
              </a:ext>
            </a:extLst>
          </p:cNvPr>
          <p:cNvCxnSpPr>
            <a:cxnSpLocks/>
          </p:cNvCxnSpPr>
          <p:nvPr/>
        </p:nvCxnSpPr>
        <p:spPr>
          <a:xfrm>
            <a:off x="3225249" y="3739412"/>
            <a:ext cx="1801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직선 연결선 623">
            <a:extLst>
              <a:ext uri="{FF2B5EF4-FFF2-40B4-BE49-F238E27FC236}">
                <a16:creationId xmlns:a16="http://schemas.microsoft.com/office/drawing/2014/main" id="{494F7798-2412-3C6C-7398-412FB2AEE4A4}"/>
              </a:ext>
            </a:extLst>
          </p:cNvPr>
          <p:cNvCxnSpPr>
            <a:cxnSpLocks/>
          </p:cNvCxnSpPr>
          <p:nvPr/>
        </p:nvCxnSpPr>
        <p:spPr>
          <a:xfrm>
            <a:off x="3537957" y="3739412"/>
            <a:ext cx="1724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3" name="타원 632">
            <a:extLst>
              <a:ext uri="{FF2B5EF4-FFF2-40B4-BE49-F238E27FC236}">
                <a16:creationId xmlns:a16="http://schemas.microsoft.com/office/drawing/2014/main" id="{FDE2B7BA-92E7-C4CF-BF87-BCFAF1D7787C}"/>
              </a:ext>
            </a:extLst>
          </p:cNvPr>
          <p:cNvSpPr/>
          <p:nvPr/>
        </p:nvSpPr>
        <p:spPr>
          <a:xfrm>
            <a:off x="3201056" y="371861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13F30EF5-DB06-4A07-D746-642789026973}"/>
              </a:ext>
            </a:extLst>
          </p:cNvPr>
          <p:cNvSpPr txBox="1"/>
          <p:nvPr/>
        </p:nvSpPr>
        <p:spPr>
          <a:xfrm>
            <a:off x="459462" y="6315010"/>
            <a:ext cx="1968275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FC : Faraday Cup</a:t>
            </a:r>
          </a:p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SEM : Secondary Electron Multiplier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B0C5A41-614E-6245-D451-FE9092308C05}"/>
              </a:ext>
            </a:extLst>
          </p:cNvPr>
          <p:cNvSpPr/>
          <p:nvPr/>
        </p:nvSpPr>
        <p:spPr>
          <a:xfrm>
            <a:off x="5246992" y="729161"/>
            <a:ext cx="635533" cy="1182431"/>
          </a:xfrm>
          <a:prstGeom prst="rect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502B17-23FE-B667-6E03-8880284A74FF}"/>
              </a:ext>
            </a:extLst>
          </p:cNvPr>
          <p:cNvSpPr txBox="1"/>
          <p:nvPr/>
        </p:nvSpPr>
        <p:spPr>
          <a:xfrm>
            <a:off x="10198749" y="5089481"/>
            <a:ext cx="44628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ADC_CNV</a:t>
            </a:r>
            <a:endParaRPr lang="ko-KR" altLang="en-US" sz="700" dirty="0">
              <a:latin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8832DD-583C-5D5D-D8D0-7BCC73466D9C}"/>
              </a:ext>
            </a:extLst>
          </p:cNvPr>
          <p:cNvSpPr txBox="1"/>
          <p:nvPr/>
        </p:nvSpPr>
        <p:spPr>
          <a:xfrm>
            <a:off x="10192425" y="4758930"/>
            <a:ext cx="44628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ADC_SCK</a:t>
            </a:r>
            <a:endParaRPr lang="ko-KR" altLang="en-US" sz="700" dirty="0">
              <a:latin typeface="+mn-ea"/>
            </a:endParaRP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24F197B2-2683-AD67-41E7-FC3B5E8214E3}"/>
              </a:ext>
            </a:extLst>
          </p:cNvPr>
          <p:cNvSpPr txBox="1"/>
          <p:nvPr/>
        </p:nvSpPr>
        <p:spPr>
          <a:xfrm>
            <a:off x="3500131" y="3626442"/>
            <a:ext cx="268927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+mn-ea"/>
              </a:rPr>
              <a:t>100p</a:t>
            </a:r>
            <a:endParaRPr lang="ko-KR" altLang="en-US" sz="800" dirty="0">
              <a:latin typeface="+mn-ea"/>
            </a:endParaRPr>
          </a:p>
        </p:txBody>
      </p:sp>
      <p:sp>
        <p:nvSpPr>
          <p:cNvPr id="457" name="직사각형 456">
            <a:extLst>
              <a:ext uri="{FF2B5EF4-FFF2-40B4-BE49-F238E27FC236}">
                <a16:creationId xmlns:a16="http://schemas.microsoft.com/office/drawing/2014/main" id="{D50D768E-19DD-4072-BCDF-EA25647B156F}"/>
              </a:ext>
            </a:extLst>
          </p:cNvPr>
          <p:cNvSpPr/>
          <p:nvPr/>
        </p:nvSpPr>
        <p:spPr>
          <a:xfrm>
            <a:off x="4745313" y="4452951"/>
            <a:ext cx="1046905" cy="1557427"/>
          </a:xfrm>
          <a:prstGeom prst="rect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459" name="TextBox 458">
            <a:extLst>
              <a:ext uri="{FF2B5EF4-FFF2-40B4-BE49-F238E27FC236}">
                <a16:creationId xmlns:a16="http://schemas.microsoft.com/office/drawing/2014/main" id="{A82213F9-42F5-B894-AD4C-DC5B03B38224}"/>
              </a:ext>
            </a:extLst>
          </p:cNvPr>
          <p:cNvSpPr txBox="1"/>
          <p:nvPr/>
        </p:nvSpPr>
        <p:spPr>
          <a:xfrm>
            <a:off x="2220608" y="6010547"/>
            <a:ext cx="2365230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Tow-Thomas </a:t>
            </a:r>
            <a:r>
              <a:rPr lang="en-US" altLang="ko-KR" sz="800" dirty="0" err="1">
                <a:solidFill>
                  <a:srgbClr val="0070C0"/>
                </a:solidFill>
                <a:latin typeface="+mn-ea"/>
              </a:rPr>
              <a:t>Biquad</a:t>
            </a:r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 Filter (Low Pass Filter)</a:t>
            </a:r>
          </a:p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- Fc = 4.5 </a:t>
            </a:r>
            <a:r>
              <a:rPr lang="en-US" altLang="ko-KR" sz="800" dirty="0" err="1">
                <a:solidFill>
                  <a:srgbClr val="0070C0"/>
                </a:solidFill>
                <a:latin typeface="+mn-ea"/>
              </a:rPr>
              <a:t>KHz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3" name="TextBox 462">
                <a:extLst>
                  <a:ext uri="{FF2B5EF4-FFF2-40B4-BE49-F238E27FC236}">
                    <a16:creationId xmlns:a16="http://schemas.microsoft.com/office/drawing/2014/main" id="{91691D4C-31A3-791E-5497-38FA9895DDF5}"/>
                  </a:ext>
                </a:extLst>
              </p:cNvPr>
              <p:cNvSpPr txBox="1"/>
              <p:nvPr/>
            </p:nvSpPr>
            <p:spPr>
              <a:xfrm>
                <a:off x="4757320" y="6010356"/>
                <a:ext cx="1817966" cy="461665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altLang="ko-KR" sz="800" dirty="0">
                    <a:solidFill>
                      <a:srgbClr val="0070C0"/>
                    </a:solidFill>
                    <a:latin typeface="+mn-ea"/>
                  </a:rPr>
                  <a:t>Low Pass Filter</a:t>
                </a:r>
              </a:p>
              <a:p>
                <a:r>
                  <a:rPr lang="en-US" altLang="ko-KR" sz="800" dirty="0">
                    <a:solidFill>
                      <a:srgbClr val="0070C0"/>
                    </a:solidFill>
                    <a:latin typeface="+mn-ea"/>
                  </a:rPr>
                  <a:t>- </a:t>
                </a:r>
                <a:r>
                  <a:rPr lang="en-US" altLang="ko-KR" sz="800" dirty="0" err="1">
                    <a:solidFill>
                      <a:srgbClr val="0070C0"/>
                    </a:solidFill>
                    <a:latin typeface="+mn-ea"/>
                  </a:rPr>
                  <a:t>Fdiff</a:t>
                </a:r>
                <a:r>
                  <a:rPr lang="en-US" altLang="ko-KR" sz="800" dirty="0">
                    <a:solidFill>
                      <a:srgbClr val="0070C0"/>
                    </a:solidFill>
                    <a:latin typeface="+mn-ea"/>
                  </a:rPr>
                  <a:t>  = 1 / 2</a:t>
                </a:r>
                <a:r>
                  <a:rPr lang="el-GR" altLang="ko-KR" sz="800" dirty="0">
                    <a:solidFill>
                      <a:srgbClr val="0070C0"/>
                    </a:solidFill>
                    <a:latin typeface="+mn-ea"/>
                    <a:ea typeface="맑은 고딕" panose="020B0503020000020004" pitchFamily="50" charset="-127"/>
                  </a:rPr>
                  <a:t>π</a:t>
                </a:r>
                <a:r>
                  <a:rPr lang="en-US" altLang="ko-KR" sz="800" dirty="0">
                    <a:solidFill>
                      <a:srgbClr val="0070C0"/>
                    </a:solidFill>
                    <a:latin typeface="+mn-ea"/>
                    <a:ea typeface="맑은 고딕" panose="020B0503020000020004" pitchFamily="50" charset="-127"/>
                  </a:rPr>
                  <a:t>R</a:t>
                </a:r>
                <a14:m>
                  <m:oMath xmlns:m="http://schemas.openxmlformats.org/officeDocument/2006/math">
                    <m:r>
                      <a:rPr lang="en-US" altLang="ko-KR" sz="8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ko-KR" sz="800" dirty="0">
                    <a:solidFill>
                      <a:srgbClr val="0070C0"/>
                    </a:solidFill>
                    <a:latin typeface="+mn-ea"/>
                    <a:ea typeface="맑은 고딕" panose="020B0503020000020004" pitchFamily="50" charset="-127"/>
                  </a:rPr>
                  <a:t>2Cdiff = 1.6</a:t>
                </a:r>
                <a:r>
                  <a:rPr lang="en-US" altLang="ko-KR" sz="800" dirty="0">
                    <a:solidFill>
                      <a:srgbClr val="0070C0"/>
                    </a:solidFill>
                    <a:latin typeface="+mn-ea"/>
                  </a:rPr>
                  <a:t> </a:t>
                </a:r>
                <a:r>
                  <a:rPr lang="en-US" altLang="ko-KR" sz="800" dirty="0" err="1">
                    <a:solidFill>
                      <a:srgbClr val="0070C0"/>
                    </a:solidFill>
                    <a:latin typeface="+mn-ea"/>
                  </a:rPr>
                  <a:t>KHz</a:t>
                </a:r>
                <a:endParaRPr lang="en-US" altLang="ko-KR" sz="800" dirty="0">
                  <a:solidFill>
                    <a:srgbClr val="0070C0"/>
                  </a:solidFill>
                  <a:latin typeface="+mn-ea"/>
                </a:endParaRPr>
              </a:p>
              <a:p>
                <a:r>
                  <a:rPr lang="en-US" altLang="ko-KR" sz="800" dirty="0">
                    <a:solidFill>
                      <a:srgbClr val="0070C0"/>
                    </a:solidFill>
                    <a:latin typeface="+mn-ea"/>
                  </a:rPr>
                  <a:t>- </a:t>
                </a:r>
                <a:r>
                  <a:rPr lang="en-US" altLang="ko-KR" sz="800" dirty="0" err="1">
                    <a:solidFill>
                      <a:srgbClr val="0070C0"/>
                    </a:solidFill>
                    <a:latin typeface="+mn-ea"/>
                  </a:rPr>
                  <a:t>Fcmn</a:t>
                </a:r>
                <a:r>
                  <a:rPr lang="en-US" altLang="ko-KR" sz="800" dirty="0">
                    <a:solidFill>
                      <a:srgbClr val="0070C0"/>
                    </a:solidFill>
                    <a:latin typeface="+mn-ea"/>
                  </a:rPr>
                  <a:t> = 1 / 2</a:t>
                </a:r>
                <a:r>
                  <a:rPr lang="el-GR" altLang="ko-KR" sz="800" dirty="0">
                    <a:solidFill>
                      <a:srgbClr val="0070C0"/>
                    </a:solidFill>
                    <a:latin typeface="+mn-ea"/>
                    <a:ea typeface="맑은 고딕" panose="020B0503020000020004" pitchFamily="50" charset="-127"/>
                  </a:rPr>
                  <a:t>π</a:t>
                </a:r>
                <a:r>
                  <a:rPr lang="en-US" altLang="ko-KR" sz="800" dirty="0">
                    <a:solidFill>
                      <a:srgbClr val="0070C0"/>
                    </a:solidFill>
                    <a:latin typeface="+mn-ea"/>
                    <a:ea typeface="맑은 고딕" panose="020B0503020000020004" pitchFamily="50" charset="-127"/>
                  </a:rPr>
                  <a:t>R</a:t>
                </a:r>
                <a14:m>
                  <m:oMath xmlns:m="http://schemas.openxmlformats.org/officeDocument/2006/math">
                    <m:r>
                      <a:rPr lang="en-US" altLang="ko-KR" sz="8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ko-KR" sz="800" dirty="0" err="1">
                    <a:solidFill>
                      <a:srgbClr val="0070C0"/>
                    </a:solidFill>
                    <a:latin typeface="+mn-ea"/>
                    <a:ea typeface="맑은 고딕" panose="020B0503020000020004" pitchFamily="50" charset="-127"/>
                  </a:rPr>
                  <a:t>Ccmn</a:t>
                </a:r>
                <a:r>
                  <a:rPr lang="en-US" altLang="ko-KR" sz="800" dirty="0">
                    <a:solidFill>
                      <a:srgbClr val="0070C0"/>
                    </a:solidFill>
                    <a:latin typeface="+mn-ea"/>
                    <a:ea typeface="맑은 고딕" panose="020B0503020000020004" pitchFamily="50" charset="-127"/>
                  </a:rPr>
                  <a:t> = 32 </a:t>
                </a:r>
                <a:r>
                  <a:rPr lang="en-US" altLang="ko-KR" sz="800" dirty="0" err="1">
                    <a:solidFill>
                      <a:srgbClr val="0070C0"/>
                    </a:solidFill>
                    <a:latin typeface="+mn-ea"/>
                  </a:rPr>
                  <a:t>KHz</a:t>
                </a:r>
                <a:endParaRPr lang="en-US" altLang="ko-KR" sz="800" dirty="0">
                  <a:solidFill>
                    <a:srgbClr val="0070C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463" name="TextBox 462">
                <a:extLst>
                  <a:ext uri="{FF2B5EF4-FFF2-40B4-BE49-F238E27FC236}">
                    <a16:creationId xmlns:a16="http://schemas.microsoft.com/office/drawing/2014/main" id="{91691D4C-31A3-791E-5497-38FA9895D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320" y="6010356"/>
                <a:ext cx="1817966" cy="461665"/>
              </a:xfrm>
              <a:prstGeom prst="rect">
                <a:avLst/>
              </a:prstGeom>
              <a:blipFill>
                <a:blip r:embed="rId3"/>
                <a:stretch>
                  <a:fillRect l="-3344" b="-1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0" name="직선 연결선 469">
            <a:extLst>
              <a:ext uri="{FF2B5EF4-FFF2-40B4-BE49-F238E27FC236}">
                <a16:creationId xmlns:a16="http://schemas.microsoft.com/office/drawing/2014/main" id="{B7E1A6DE-DB30-2E93-22EC-B5289342A133}"/>
              </a:ext>
            </a:extLst>
          </p:cNvPr>
          <p:cNvCxnSpPr>
            <a:cxnSpLocks/>
          </p:cNvCxnSpPr>
          <p:nvPr/>
        </p:nvCxnSpPr>
        <p:spPr>
          <a:xfrm>
            <a:off x="5434922" y="5734535"/>
            <a:ext cx="0" cy="1313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9" name="TextBox 498">
            <a:extLst>
              <a:ext uri="{FF2B5EF4-FFF2-40B4-BE49-F238E27FC236}">
                <a16:creationId xmlns:a16="http://schemas.microsoft.com/office/drawing/2014/main" id="{964B1C0E-0565-28FC-BA48-B555AF9BB2E9}"/>
              </a:ext>
            </a:extLst>
          </p:cNvPr>
          <p:cNvSpPr txBox="1"/>
          <p:nvPr/>
        </p:nvSpPr>
        <p:spPr>
          <a:xfrm>
            <a:off x="1059706" y="695867"/>
            <a:ext cx="139002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Murata : NFE61HT102</a:t>
            </a:r>
          </a:p>
          <a:p>
            <a:r>
              <a:rPr lang="ko-KR" altLang="en-US" sz="8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- LC Filter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pic>
        <p:nvPicPr>
          <p:cNvPr id="502" name="그림 501">
            <a:extLst>
              <a:ext uri="{FF2B5EF4-FFF2-40B4-BE49-F238E27FC236}">
                <a16:creationId xmlns:a16="http://schemas.microsoft.com/office/drawing/2014/main" id="{B6F7CA95-6690-8FC5-1189-0D3A5E9EA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755" y="923661"/>
            <a:ext cx="2146067" cy="660038"/>
          </a:xfrm>
          <a:prstGeom prst="rect">
            <a:avLst/>
          </a:prstGeom>
        </p:spPr>
      </p:pic>
      <p:pic>
        <p:nvPicPr>
          <p:cNvPr id="503" name="그림 502">
            <a:extLst>
              <a:ext uri="{FF2B5EF4-FFF2-40B4-BE49-F238E27FC236}">
                <a16:creationId xmlns:a16="http://schemas.microsoft.com/office/drawing/2014/main" id="{286BC64E-D902-C7E1-F809-19C4D6A74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326" y="1558286"/>
            <a:ext cx="1422738" cy="961441"/>
          </a:xfrm>
          <a:prstGeom prst="rect">
            <a:avLst/>
          </a:prstGeom>
        </p:spPr>
      </p:pic>
      <p:sp>
        <p:nvSpPr>
          <p:cNvPr id="511" name="타원 510">
            <a:extLst>
              <a:ext uri="{FF2B5EF4-FFF2-40B4-BE49-F238E27FC236}">
                <a16:creationId xmlns:a16="http://schemas.microsoft.com/office/drawing/2014/main" id="{92E6BA8C-B2EB-B225-008B-BD6D86F43911}"/>
              </a:ext>
            </a:extLst>
          </p:cNvPr>
          <p:cNvSpPr/>
          <p:nvPr/>
        </p:nvSpPr>
        <p:spPr>
          <a:xfrm>
            <a:off x="2588644" y="2832402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94E4A304-A909-EC9D-0967-30EBBFDEDF7E}"/>
              </a:ext>
            </a:extLst>
          </p:cNvPr>
          <p:cNvSpPr txBox="1"/>
          <p:nvPr/>
        </p:nvSpPr>
        <p:spPr>
          <a:xfrm>
            <a:off x="2901367" y="4192381"/>
            <a:ext cx="57397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390p//680p</a:t>
            </a:r>
          </a:p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= 250p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12B64DF-E487-E610-DC60-09E46D7224BD}"/>
              </a:ext>
            </a:extLst>
          </p:cNvPr>
          <p:cNvSpPr/>
          <p:nvPr/>
        </p:nvSpPr>
        <p:spPr>
          <a:xfrm>
            <a:off x="1819835" y="4040304"/>
            <a:ext cx="1040095" cy="712343"/>
          </a:xfrm>
          <a:prstGeom prst="rect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F7E15F34-E32A-C864-C05F-6377381964DB}"/>
              </a:ext>
            </a:extLst>
          </p:cNvPr>
          <p:cNvSpPr txBox="1"/>
          <p:nvPr/>
        </p:nvSpPr>
        <p:spPr>
          <a:xfrm>
            <a:off x="1926860" y="3853743"/>
            <a:ext cx="1266063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two</a:t>
            </a:r>
            <a:r>
              <a:rPr lang="ko-KR" altLang="en-US" sz="8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pole</a:t>
            </a:r>
            <a:r>
              <a:rPr lang="ko-KR" altLang="en-US" sz="800" dirty="0">
                <a:solidFill>
                  <a:srgbClr val="0070C0"/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srgbClr val="0070C0"/>
                </a:solidFill>
                <a:latin typeface="+mn-ea"/>
              </a:rPr>
              <a:t>compensation</a:t>
            </a:r>
            <a:endParaRPr lang="ko-KR" altLang="en-US" sz="8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1641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26EC3-48E7-F291-5B86-5402643A3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9D70F5-35C5-6ADE-0BBB-F79860504DC9}"/>
              </a:ext>
            </a:extLst>
          </p:cNvPr>
          <p:cNvSpPr txBox="1"/>
          <p:nvPr/>
        </p:nvSpPr>
        <p:spPr>
          <a:xfrm>
            <a:off x="248994" y="-1637"/>
            <a:ext cx="6771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b="1" dirty="0"/>
              <a:t>Tow-Thomas </a:t>
            </a:r>
            <a:r>
              <a:rPr lang="en-US" altLang="ko-KR" b="1" dirty="0" err="1"/>
              <a:t>Biquad</a:t>
            </a:r>
            <a:r>
              <a:rPr lang="en-US" altLang="ko-KR" b="1" dirty="0"/>
              <a:t> Filter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053BE8-554A-47CF-874B-ECEECFE07E96}"/>
              </a:ext>
            </a:extLst>
          </p:cNvPr>
          <p:cNvSpPr txBox="1"/>
          <p:nvPr/>
        </p:nvSpPr>
        <p:spPr>
          <a:xfrm>
            <a:off x="710473" y="404669"/>
            <a:ext cx="10468515" cy="55399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- reference : </a:t>
            </a:r>
            <a:r>
              <a:rPr lang="en-US" altLang="ko-KR" sz="1000" b="1" i="0" dirty="0">
                <a:solidFill>
                  <a:srgbClr val="0070C0"/>
                </a:solidFill>
                <a:effectLst/>
                <a:latin typeface="+mn-ea"/>
              </a:rPr>
              <a:t>History and progress of the Tow–Thomas bi-quadratic filter.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by </a:t>
            </a:r>
            <a:r>
              <a:rPr lang="en-US" altLang="ko-KR" sz="1000" b="0" i="0" dirty="0">
                <a:solidFill>
                  <a:srgbClr val="0070C0"/>
                </a:solidFill>
                <a:effectLst/>
                <a:latin typeface="+mn-ea"/>
              </a:rPr>
              <a:t>Ahmed M. Soliman</a:t>
            </a:r>
          </a:p>
          <a:p>
            <a:r>
              <a:rPr lang="en-US" altLang="ko-KR" sz="1000" b="0" i="0" dirty="0">
                <a:solidFill>
                  <a:srgbClr val="0070C0"/>
                </a:solidFill>
                <a:effectLst/>
                <a:latin typeface="+mn-ea"/>
              </a:rPr>
              <a:t>                 </a:t>
            </a:r>
            <a:r>
              <a:rPr lang="en-US" altLang="ko-KR" sz="1000" b="1" i="0" dirty="0">
                <a:solidFill>
                  <a:srgbClr val="0070C0"/>
                </a:solidFill>
                <a:effectLst/>
                <a:latin typeface="+mn-ea"/>
              </a:rPr>
              <a:t>Derivation of loop gain and stability test for low-pass Tow-Thomas </a:t>
            </a:r>
            <a:r>
              <a:rPr lang="en-US" altLang="ko-KR" sz="1000" b="1" i="0" dirty="0" err="1">
                <a:solidFill>
                  <a:srgbClr val="0070C0"/>
                </a:solidFill>
                <a:effectLst/>
                <a:latin typeface="+mn-ea"/>
              </a:rPr>
              <a:t>biquad</a:t>
            </a:r>
            <a:r>
              <a:rPr lang="en-US" altLang="ko-KR" sz="1000" b="1" i="0" dirty="0">
                <a:solidFill>
                  <a:srgbClr val="0070C0"/>
                </a:solidFill>
                <a:effectLst/>
                <a:latin typeface="+mn-ea"/>
              </a:rPr>
              <a:t> filter</a:t>
            </a:r>
            <a:r>
              <a:rPr lang="en-US" altLang="ko-KR" sz="1000" b="0" i="0" dirty="0">
                <a:solidFill>
                  <a:srgbClr val="0070C0"/>
                </a:solidFill>
                <a:effectLst/>
                <a:latin typeface="+mn-ea"/>
              </a:rPr>
              <a:t> by Minh Tri Tran</a:t>
            </a:r>
          </a:p>
          <a:p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- derivation of 2nd order active </a:t>
            </a:r>
            <a:r>
              <a:rPr lang="en-US" altLang="ko-KR" sz="1000" dirty="0" err="1">
                <a:solidFill>
                  <a:srgbClr val="0070C0"/>
                </a:solidFill>
                <a:latin typeface="+mn-ea"/>
              </a:rPr>
              <a:t>biquad</a:t>
            </a:r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 filter, 2 filter outputs (</a:t>
            </a:r>
            <a:r>
              <a:rPr lang="en-US" altLang="ko-KR" sz="1000" dirty="0" err="1">
                <a:solidFill>
                  <a:srgbClr val="0070C0"/>
                </a:solidFill>
                <a:latin typeface="+mn-ea"/>
              </a:rPr>
              <a:t>LowPass</a:t>
            </a:r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en-US" altLang="ko-KR" sz="1000" dirty="0" err="1">
                <a:solidFill>
                  <a:srgbClr val="0070C0"/>
                </a:solidFill>
                <a:latin typeface="+mn-ea"/>
              </a:rPr>
              <a:t>BandPass</a:t>
            </a:r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4933849-0784-0BEB-D8CE-A1C00B8CD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19" y="1210503"/>
            <a:ext cx="1853565" cy="966787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A4AB7F92-CEF5-4E9A-1DA9-D3CA8EABED96}"/>
              </a:ext>
            </a:extLst>
          </p:cNvPr>
          <p:cNvSpPr/>
          <p:nvPr/>
        </p:nvSpPr>
        <p:spPr>
          <a:xfrm>
            <a:off x="2716305" y="1607218"/>
            <a:ext cx="304800" cy="266395"/>
          </a:xfrm>
          <a:prstGeom prst="rightArrow">
            <a:avLst/>
          </a:prstGeom>
          <a:gradFill>
            <a:gsLst>
              <a:gs pos="19000">
                <a:srgbClr val="E00000"/>
              </a:gs>
              <a:gs pos="84953">
                <a:srgbClr val="E80000"/>
              </a:gs>
              <a:gs pos="2000">
                <a:srgbClr val="FFC1C1"/>
              </a:gs>
              <a:gs pos="40000">
                <a:srgbClr val="C00000"/>
              </a:gs>
              <a:gs pos="59000">
                <a:srgbClr val="C00000"/>
              </a:gs>
              <a:gs pos="100000">
                <a:srgbClr val="FFC1C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757F48F9-31A8-D758-41C8-22E3A8886FCF}"/>
              </a:ext>
            </a:extLst>
          </p:cNvPr>
          <p:cNvSpPr/>
          <p:nvPr/>
        </p:nvSpPr>
        <p:spPr>
          <a:xfrm>
            <a:off x="6240463" y="1607217"/>
            <a:ext cx="304800" cy="266395"/>
          </a:xfrm>
          <a:prstGeom prst="rightArrow">
            <a:avLst/>
          </a:prstGeom>
          <a:gradFill>
            <a:gsLst>
              <a:gs pos="19000">
                <a:srgbClr val="E00000"/>
              </a:gs>
              <a:gs pos="84953">
                <a:srgbClr val="E80000"/>
              </a:gs>
              <a:gs pos="2000">
                <a:srgbClr val="FFC1C1"/>
              </a:gs>
              <a:gs pos="40000">
                <a:srgbClr val="C00000"/>
              </a:gs>
              <a:gs pos="59000">
                <a:srgbClr val="C00000"/>
              </a:gs>
              <a:gs pos="100000">
                <a:srgbClr val="FFC1C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488981-2360-1873-C731-3B656D04CDE5}"/>
                  </a:ext>
                </a:extLst>
              </p:cNvPr>
              <p:cNvSpPr txBox="1"/>
              <p:nvPr/>
            </p:nvSpPr>
            <p:spPr>
              <a:xfrm>
                <a:off x="453068" y="2180932"/>
                <a:ext cx="2476477" cy="378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/>
                <a:r>
                  <a:rPr lang="en-US" altLang="ko-KR" sz="1300" b="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3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3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13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300" b="0" i="1" smtClean="0">
                                <a:latin typeface="Cambria Math" panose="02040503050406030204" pitchFamily="18" charset="0"/>
                              </a:rPr>
                              <m:t>𝐿𝑃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3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3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den>
                    </m:f>
                    <m:r>
                      <a:rPr lang="en-US" altLang="ko-KR" sz="13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3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3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sz="13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r>
                          <a:rPr lang="en-US" altLang="ko-KR" sz="13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ko-KR" sz="13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3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sz="13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altLang="ko-KR" sz="13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13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3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sz="13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3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3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3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sz="13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3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3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300" b="0" i="1" smtClean="0">
                            <a:latin typeface="Cambria Math" panose="02040503050406030204" pitchFamily="18" charset="0"/>
                          </a:rPr>
                          <m:t>𝐿𝐶</m:t>
                        </m:r>
                        <m:r>
                          <a:rPr lang="en-US" altLang="ko-KR" sz="13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300" b="0" i="1" smtClean="0">
                            <a:latin typeface="Cambria Math" panose="02040503050406030204" pitchFamily="18" charset="0"/>
                          </a:rPr>
                          <m:t>𝑠𝐶𝑅</m:t>
                        </m:r>
                        <m:r>
                          <a:rPr lang="en-US" altLang="ko-KR" sz="13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3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ko-KR" altLang="en-US" sz="1300" dirty="0">
                  <a:latin typeface="+mn-ea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4488981-2360-1873-C731-3B656D04C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068" y="2180932"/>
                <a:ext cx="2476477" cy="378000"/>
              </a:xfrm>
              <a:prstGeom prst="rect">
                <a:avLst/>
              </a:prstGeom>
              <a:blipFill>
                <a:blip r:embed="rId4"/>
                <a:stretch>
                  <a:fillRect t="-16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35655D4-E363-0CBD-1585-21905B47B092}"/>
                  </a:ext>
                </a:extLst>
              </p:cNvPr>
              <p:cNvSpPr txBox="1"/>
              <p:nvPr/>
            </p:nvSpPr>
            <p:spPr>
              <a:xfrm>
                <a:off x="1640862" y="1489385"/>
                <a:ext cx="420949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ko-KR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sz="100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sL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35655D4-E363-0CBD-1585-21905B47B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0862" y="1489385"/>
                <a:ext cx="420949" cy="153888"/>
              </a:xfrm>
              <a:prstGeom prst="rect">
                <a:avLst/>
              </a:prstGeom>
              <a:blipFill>
                <a:blip r:embed="rId5"/>
                <a:stretch>
                  <a:fillRect l="-10145" t="-23077" r="-18841" b="-461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7EC42F5F-7551-FA2E-6303-65B0FD5ADBC0}"/>
              </a:ext>
            </a:extLst>
          </p:cNvPr>
          <p:cNvSpPr txBox="1"/>
          <p:nvPr/>
        </p:nvSpPr>
        <p:spPr>
          <a:xfrm>
            <a:off x="710473" y="986758"/>
            <a:ext cx="3924280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000" b="1" u="sng" dirty="0">
                <a:latin typeface="+mn-ea"/>
              </a:rPr>
              <a:t>1. Basic Form Generation :</a:t>
            </a:r>
            <a:r>
              <a:rPr lang="en-US" altLang="ko-KR" sz="1000" b="1" dirty="0">
                <a:latin typeface="+mn-ea"/>
              </a:rPr>
              <a:t> using passive RLC low pass filter</a:t>
            </a:r>
            <a:endParaRPr lang="ko-KR" altLang="en-US" sz="1000" b="1" dirty="0"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529678-DAFA-3956-7FE0-E59F230CCE24}"/>
              </a:ext>
            </a:extLst>
          </p:cNvPr>
          <p:cNvSpPr txBox="1"/>
          <p:nvPr/>
        </p:nvSpPr>
        <p:spPr>
          <a:xfrm>
            <a:off x="789013" y="2922645"/>
            <a:ext cx="4921506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000" b="1" u="sng" dirty="0">
                <a:latin typeface="+mn-ea"/>
              </a:rPr>
              <a:t>2. Add Parameters :</a:t>
            </a:r>
            <a:r>
              <a:rPr lang="en-US" altLang="ko-KR" sz="1000" b="1" dirty="0">
                <a:latin typeface="+mn-ea"/>
              </a:rPr>
              <a:t> basic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form</a:t>
            </a:r>
            <a:r>
              <a:rPr lang="ko-KR" altLang="en-US" sz="1000" b="1" dirty="0">
                <a:latin typeface="+mn-ea"/>
              </a:rPr>
              <a:t> </a:t>
            </a:r>
            <a:r>
              <a:rPr lang="en-US" altLang="ko-KR" sz="1000" b="1" dirty="0">
                <a:latin typeface="+mn-ea"/>
              </a:rPr>
              <a:t>+ gain/Q control parameter</a:t>
            </a:r>
            <a:endParaRPr lang="ko-KR" altLang="en-US" sz="1000" b="1" u="sng" dirty="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6BA035-F2DF-D69D-89F7-299A4748867A}"/>
              </a:ext>
            </a:extLst>
          </p:cNvPr>
          <p:cNvSpPr txBox="1"/>
          <p:nvPr/>
        </p:nvSpPr>
        <p:spPr>
          <a:xfrm>
            <a:off x="885152" y="3087681"/>
            <a:ext cx="4206801" cy="4001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000" dirty="0">
                <a:latin typeface="+mn-ea"/>
              </a:rPr>
              <a:t> - a : Q factor control</a:t>
            </a:r>
          </a:p>
          <a:p>
            <a:r>
              <a:rPr lang="en-US" altLang="ko-KR" sz="1000" dirty="0">
                <a:latin typeface="+mn-ea"/>
              </a:rPr>
              <a:t> - b : gain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036C945-C2E1-4EE1-6996-B218BD62E503}"/>
                  </a:ext>
                </a:extLst>
              </p:cNvPr>
              <p:cNvSpPr txBox="1"/>
              <p:nvPr/>
            </p:nvSpPr>
            <p:spPr>
              <a:xfrm>
                <a:off x="9957328" y="1058643"/>
                <a:ext cx="2128251" cy="20070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2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e1=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𝐿𝑃</m:t>
                        </m:r>
                      </m:sub>
                    </m:sSub>
                  </m:oMath>
                </a14:m>
                <a:endParaRPr lang="en-US" altLang="ko-KR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e2=e1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ko-K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1+1</m:t>
                        </m:r>
                      </m:den>
                    </m:f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𝐿𝑃</m:t>
                            </m:r>
                          </m:sub>
                        </m:s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num>
                      <m:den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1+1</m:t>
                        </m:r>
                      </m:den>
                    </m:f>
                  </m:oMath>
                </a14:m>
                <a:endParaRPr lang="en-US" altLang="ko-KR" sz="12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𝐿𝑃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2∙</m:t>
                    </m:r>
                    <m:f>
                      <m:f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𝐿𝑃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altLang="ko-KR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ko-KR" sz="1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den>
                    </m:f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2+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2+1</m:t>
                        </m:r>
                      </m:den>
                    </m:f>
                  </m:oMath>
                </a14:m>
                <a:r>
                  <a:rPr lang="ko-KR" altLang="en-US" sz="1200" dirty="0">
                    <a:latin typeface="Cambria Math" panose="02040503050406030204" pitchFamily="18" charset="0"/>
                  </a:rPr>
                  <a:t> </a:t>
                </a:r>
                <a:r>
                  <a:rPr lang="en-US" altLang="ko-KR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120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1=</m:t>
                      </m:r>
                      <m:f>
                        <m:f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</m:t>
                      </m:r>
                      <m:r>
                        <a:rPr lang="ko-KR" altLang="en-US" sz="12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ko-KR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𝐶𝑅</m:t>
                      </m:r>
                      <m:r>
                        <a:rPr lang="en-US" altLang="ko-KR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sz="12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036C945-C2E1-4EE1-6996-B218BD62E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7328" y="1058643"/>
                <a:ext cx="2128251" cy="2007088"/>
              </a:xfrm>
              <a:prstGeom prst="rect">
                <a:avLst/>
              </a:prstGeom>
              <a:blipFill>
                <a:blip r:embed="rId6"/>
                <a:stretch>
                  <a:fillRect l="-1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8" name="TextBox 447">
                <a:extLst>
                  <a:ext uri="{FF2B5EF4-FFF2-40B4-BE49-F238E27FC236}">
                    <a16:creationId xmlns:a16="http://schemas.microsoft.com/office/drawing/2014/main" id="{9E50EDDE-E178-5B22-D327-5A2BBB41B457}"/>
                  </a:ext>
                </a:extLst>
              </p:cNvPr>
              <p:cNvSpPr txBox="1"/>
              <p:nvPr/>
            </p:nvSpPr>
            <p:spPr>
              <a:xfrm>
                <a:off x="5550321" y="3958911"/>
                <a:ext cx="4786649" cy="1053109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228600" indent="-228600">
                  <a:buAutoNum type="arabicParenBoth"/>
                </a:pPr>
                <a:r>
                  <a:rPr lang="en-US" altLang="ko-KR" sz="12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Fc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ko-KR" altLang="en-US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ad>
                          <m:radPr>
                            <m:degHide m:val="on"/>
                            <m:ctrlPr>
                              <a:rPr lang="en-US" altLang="ko-KR" sz="1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ko-KR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 ∙</m:t>
                            </m:r>
                            <m:r>
                              <a:rPr lang="en-US" altLang="ko-KR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ko-KR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 ∙</m:t>
                            </m:r>
                            <m:r>
                              <a:rPr lang="en-US" altLang="ko-KR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ko-KR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 ∙</m:t>
                            </m:r>
                            <m:r>
                              <a:rPr lang="en-US" altLang="ko-KR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ko-KR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lang="en-US" altLang="ko-KR" sz="1200" b="0" i="1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ko-KR" sz="12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(2) Q 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</m:t>
                    </m:r>
                    <m:r>
                      <a:rPr lang="en-US" altLang="ko-KR" sz="12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ko-KR" sz="1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ad>
                      <m:radPr>
                        <m:degHide m:val="on"/>
                        <m:ctrlPr>
                          <a:rPr lang="en-US" altLang="ko-KR" sz="12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12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ko-KR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ko-KR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2∙</m:t>
                            </m:r>
                            <m:r>
                              <a:rPr lang="en-US" altLang="ko-KR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ko-KR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2∙</m:t>
                            </m:r>
                            <m:r>
                              <a:rPr lang="en-US" altLang="ko-KR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ko-KR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</m:oMath>
                </a14:m>
                <a:endParaRPr lang="en-US" altLang="ko-KR" sz="1200" b="0" i="1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ko-KR" sz="12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(3)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ko-KR" sz="1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ko-KR" sz="1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1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altLang="ko-KR" sz="1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ko-KR" sz="1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ko-KR" sz="12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sz="1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</m:t>
                    </m:r>
                    <m:r>
                      <a:rPr lang="en-US" altLang="ko-KR" sz="1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𝑠𝑡𝑎𝑏𝑙𝑒</m:t>
                    </m:r>
                    <m:r>
                      <a:rPr lang="en-US" altLang="ko-KR" sz="1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1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𝑐𝑜𝑛𝑑𝑖𝑡𝑖𝑜𝑛</m:t>
                    </m:r>
                  </m:oMath>
                </a14:m>
                <a:endParaRPr lang="en-US" altLang="ko-KR" sz="1200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48" name="TextBox 447">
                <a:extLst>
                  <a:ext uri="{FF2B5EF4-FFF2-40B4-BE49-F238E27FC236}">
                    <a16:creationId xmlns:a16="http://schemas.microsoft.com/office/drawing/2014/main" id="{9E50EDDE-E178-5B22-D327-5A2BBB41B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0321" y="3958911"/>
                <a:ext cx="4786649" cy="1053109"/>
              </a:xfrm>
              <a:prstGeom prst="rect">
                <a:avLst/>
              </a:prstGeom>
              <a:blipFill>
                <a:blip r:embed="rId7"/>
                <a:stretch>
                  <a:fillRect l="-19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그룹 24">
            <a:extLst>
              <a:ext uri="{FF2B5EF4-FFF2-40B4-BE49-F238E27FC236}">
                <a16:creationId xmlns:a16="http://schemas.microsoft.com/office/drawing/2014/main" id="{8046F379-0EC3-02BB-9C6D-D1221079E710}"/>
              </a:ext>
            </a:extLst>
          </p:cNvPr>
          <p:cNvGrpSpPr/>
          <p:nvPr/>
        </p:nvGrpSpPr>
        <p:grpSpPr>
          <a:xfrm>
            <a:off x="157631" y="4670653"/>
            <a:ext cx="4420553" cy="2104421"/>
            <a:chOff x="885152" y="4592721"/>
            <a:chExt cx="4420553" cy="2104421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0E03DDF-461F-4CAE-7659-0FBFA3A49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35849"/>
            <a:stretch/>
          </p:blipFill>
          <p:spPr>
            <a:xfrm>
              <a:off x="885152" y="4592721"/>
              <a:ext cx="4420553" cy="210442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8B1B2BD-B751-B8B1-DA01-7CD0BC11DE1E}"/>
                </a:ext>
              </a:extLst>
            </p:cNvPr>
            <p:cNvSpPr txBox="1"/>
            <p:nvPr/>
          </p:nvSpPr>
          <p:spPr>
            <a:xfrm>
              <a:off x="2071414" y="5334747"/>
              <a:ext cx="558301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250p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825DB10-A6E8-D701-2C86-D4D12071DFDA}"/>
                </a:ext>
              </a:extLst>
            </p:cNvPr>
            <p:cNvSpPr txBox="1"/>
            <p:nvPr/>
          </p:nvSpPr>
          <p:spPr>
            <a:xfrm>
              <a:off x="3296703" y="5145601"/>
              <a:ext cx="558301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100p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2835393-AB6F-AA4D-ADEC-551D15B682A5}"/>
                </a:ext>
              </a:extLst>
            </p:cNvPr>
            <p:cNvSpPr txBox="1"/>
            <p:nvPr/>
          </p:nvSpPr>
          <p:spPr>
            <a:xfrm>
              <a:off x="2500852" y="5754291"/>
              <a:ext cx="558301" cy="4001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51K</a:t>
              </a:r>
            </a:p>
            <a:p>
              <a:pPr algn="ctr"/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Fc adj.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D1EF905-4F4E-6FCA-1D15-11D00B4BE21A}"/>
                </a:ext>
              </a:extLst>
            </p:cNvPr>
            <p:cNvSpPr txBox="1"/>
            <p:nvPr/>
          </p:nvSpPr>
          <p:spPr>
            <a:xfrm>
              <a:off x="4458455" y="5508070"/>
              <a:ext cx="558301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10K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0CAE66A-2FA1-2791-880D-D913F2524FDD}"/>
                </a:ext>
              </a:extLst>
            </p:cNvPr>
            <p:cNvSpPr txBox="1"/>
            <p:nvPr/>
          </p:nvSpPr>
          <p:spPr>
            <a:xfrm>
              <a:off x="3150849" y="4714173"/>
              <a:ext cx="558301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1M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B93DB47-5E9D-D900-E27D-2B898180590B}"/>
                </a:ext>
              </a:extLst>
            </p:cNvPr>
            <p:cNvSpPr txBox="1"/>
            <p:nvPr/>
          </p:nvSpPr>
          <p:spPr>
            <a:xfrm>
              <a:off x="3788841" y="5880100"/>
              <a:ext cx="558301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10K</a:t>
              </a:r>
            </a:p>
          </p:txBody>
        </p:sp>
        <p:sp>
          <p:nvSpPr>
            <p:cNvPr id="449" name="TextBox 448">
              <a:extLst>
                <a:ext uri="{FF2B5EF4-FFF2-40B4-BE49-F238E27FC236}">
                  <a16:creationId xmlns:a16="http://schemas.microsoft.com/office/drawing/2014/main" id="{C926A4CE-F565-B30C-EBD9-8ED92E4729B0}"/>
                </a:ext>
              </a:extLst>
            </p:cNvPr>
            <p:cNvSpPr txBox="1"/>
            <p:nvPr/>
          </p:nvSpPr>
          <p:spPr>
            <a:xfrm>
              <a:off x="1868451" y="4796142"/>
              <a:ext cx="1338465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(Q adj.)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C17BDB4-C062-F526-A46E-573593DC365A}"/>
                  </a:ext>
                </a:extLst>
              </p:cNvPr>
              <p:cNvSpPr txBox="1"/>
              <p:nvPr/>
            </p:nvSpPr>
            <p:spPr>
              <a:xfrm>
                <a:off x="1735009" y="1725358"/>
                <a:ext cx="409023" cy="2183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ko-KR" sz="1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sz="100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𝑠𝐶</m:t>
                        </m:r>
                      </m:den>
                    </m:f>
                  </m:oMath>
                </a14:m>
                <a:endParaRPr lang="en-US" altLang="ko-KR" sz="1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C17BDB4-C062-F526-A46E-573593DC3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009" y="1725358"/>
                <a:ext cx="409023" cy="218330"/>
              </a:xfrm>
              <a:prstGeom prst="rect">
                <a:avLst/>
              </a:prstGeom>
              <a:blipFill>
                <a:blip r:embed="rId10"/>
                <a:stretch>
                  <a:fillRect l="-11940" r="-5970"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그룹 15">
            <a:extLst>
              <a:ext uri="{FF2B5EF4-FFF2-40B4-BE49-F238E27FC236}">
                <a16:creationId xmlns:a16="http://schemas.microsoft.com/office/drawing/2014/main" id="{1C33546F-023E-CE3A-5F1C-21B610217FCC}"/>
              </a:ext>
            </a:extLst>
          </p:cNvPr>
          <p:cNvGrpSpPr/>
          <p:nvPr/>
        </p:nvGrpSpPr>
        <p:grpSpPr>
          <a:xfrm>
            <a:off x="6670499" y="1077732"/>
            <a:ext cx="3045816" cy="1156765"/>
            <a:chOff x="8133172" y="1014352"/>
            <a:chExt cx="3045816" cy="1156765"/>
          </a:xfrm>
        </p:grpSpPr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812527B3-F90F-84A1-1B76-BD72F88B40E8}"/>
                </a:ext>
              </a:extLst>
            </p:cNvPr>
            <p:cNvCxnSpPr>
              <a:cxnSpLocks/>
            </p:cNvCxnSpPr>
            <p:nvPr/>
          </p:nvCxnSpPr>
          <p:spPr>
            <a:xfrm>
              <a:off x="8654472" y="1989159"/>
              <a:ext cx="20751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FCA76E1B-BAB3-53C1-660D-D8E3D83217FE}"/>
                </a:ext>
              </a:extLst>
            </p:cNvPr>
            <p:cNvCxnSpPr>
              <a:cxnSpLocks/>
            </p:cNvCxnSpPr>
            <p:nvPr/>
          </p:nvCxnSpPr>
          <p:spPr>
            <a:xfrm>
              <a:off x="8299610" y="1484552"/>
              <a:ext cx="252280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E177A77B-278D-C23C-CF8C-C313739170F8}"/>
                    </a:ext>
                  </a:extLst>
                </p:cNvPr>
                <p:cNvSpPr/>
                <p:nvPr/>
              </p:nvSpPr>
              <p:spPr>
                <a:xfrm>
                  <a:off x="9009334" y="1311546"/>
                  <a:ext cx="636494" cy="36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f>
                          <m:fPr>
                            <m:ctrlPr>
                              <a:rPr lang="en-US" altLang="ko-KR" sz="1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ko-KR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ko-KR" altLang="en-US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altLang="ko-KR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1+1</m:t>
                            </m:r>
                          </m:den>
                        </m:f>
                      </m:oMath>
                    </m:oMathPara>
                  </a14:m>
                  <a:endParaRPr lang="ko-KR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E177A77B-278D-C23C-CF8C-C313739170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9334" y="1311546"/>
                  <a:ext cx="636494" cy="360000"/>
                </a:xfrm>
                <a:prstGeom prst="rect">
                  <a:avLst/>
                </a:prstGeom>
                <a:blipFill>
                  <a:blip r:embed="rId15"/>
                  <a:stretch>
                    <a:fillRect b="-163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직사각형 34">
                  <a:extLst>
                    <a:ext uri="{FF2B5EF4-FFF2-40B4-BE49-F238E27FC236}">
                      <a16:creationId xmlns:a16="http://schemas.microsoft.com/office/drawing/2014/main" id="{3DC41028-27C5-FC0B-76F9-6BD0F9F19341}"/>
                    </a:ext>
                  </a:extLst>
                </p:cNvPr>
                <p:cNvSpPr/>
                <p:nvPr/>
              </p:nvSpPr>
              <p:spPr>
                <a:xfrm>
                  <a:off x="9917137" y="1314807"/>
                  <a:ext cx="636494" cy="36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f>
                          <m:fPr>
                            <m:ctrlPr>
                              <a:rPr lang="en-US" altLang="ko-KR" sz="1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ko-KR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ko-KR" altLang="en-US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altLang="ko-KR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ko-KR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직사각형 34">
                  <a:extLst>
                    <a:ext uri="{FF2B5EF4-FFF2-40B4-BE49-F238E27FC236}">
                      <a16:creationId xmlns:a16="http://schemas.microsoft.com/office/drawing/2014/main" id="{3DC41028-27C5-FC0B-76F9-6BD0F9F193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7137" y="1314807"/>
                  <a:ext cx="636494" cy="36000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직사각형 35">
                  <a:extLst>
                    <a:ext uri="{FF2B5EF4-FFF2-40B4-BE49-F238E27FC236}">
                      <a16:creationId xmlns:a16="http://schemas.microsoft.com/office/drawing/2014/main" id="{74FA4824-50D7-8CD8-5464-565334295291}"/>
                    </a:ext>
                  </a:extLst>
                </p:cNvPr>
                <p:cNvSpPr/>
                <p:nvPr/>
              </p:nvSpPr>
              <p:spPr>
                <a:xfrm>
                  <a:off x="9917137" y="1811117"/>
                  <a:ext cx="636494" cy="36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ko-KR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a14:m>
                  <a:r>
                    <a:rPr lang="en-US" altLang="ko-KR" sz="1000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직사각형 35">
                  <a:extLst>
                    <a:ext uri="{FF2B5EF4-FFF2-40B4-BE49-F238E27FC236}">
                      <a16:creationId xmlns:a16="http://schemas.microsoft.com/office/drawing/2014/main" id="{74FA4824-50D7-8CD8-5464-5653342952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7137" y="1811117"/>
                  <a:ext cx="636494" cy="36000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타원 36">
                  <a:extLst>
                    <a:ext uri="{FF2B5EF4-FFF2-40B4-BE49-F238E27FC236}">
                      <a16:creationId xmlns:a16="http://schemas.microsoft.com/office/drawing/2014/main" id="{AD73DF14-FEB4-37B5-1C2C-FC226DB08FDD}"/>
                    </a:ext>
                  </a:extLst>
                </p:cNvPr>
                <p:cNvSpPr/>
                <p:nvPr/>
              </p:nvSpPr>
              <p:spPr>
                <a:xfrm>
                  <a:off x="8520362" y="1350442"/>
                  <a:ext cx="268220" cy="26822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l-GR" altLang="ko-KR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oMath>
                    </m:oMathPara>
                  </a14:m>
                  <a:endParaRPr lang="ko-KR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타원 36">
                  <a:extLst>
                    <a:ext uri="{FF2B5EF4-FFF2-40B4-BE49-F238E27FC236}">
                      <a16:creationId xmlns:a16="http://schemas.microsoft.com/office/drawing/2014/main" id="{AD73DF14-FEB4-37B5-1C2C-FC226DB08F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0362" y="1350442"/>
                  <a:ext cx="268220" cy="268220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8943AE7-A428-AA3D-0D30-90E8CF2073B4}"/>
                </a:ext>
              </a:extLst>
            </p:cNvPr>
            <p:cNvSpPr txBox="1"/>
            <p:nvPr/>
          </p:nvSpPr>
          <p:spPr>
            <a:xfrm>
              <a:off x="8133172" y="1348556"/>
              <a:ext cx="276814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V</a:t>
              </a:r>
              <a:r>
                <a:rPr lang="en-US" altLang="ko-KR" sz="1000" baseline="-25000" dirty="0">
                  <a:latin typeface="+mn-ea"/>
                </a:rPr>
                <a:t>I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011B717-2762-053B-0FE6-66F018C9192F}"/>
                </a:ext>
              </a:extLst>
            </p:cNvPr>
            <p:cNvSpPr txBox="1"/>
            <p:nvPr/>
          </p:nvSpPr>
          <p:spPr>
            <a:xfrm>
              <a:off x="10902174" y="1372441"/>
              <a:ext cx="276814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V</a:t>
              </a:r>
              <a:r>
                <a:rPr lang="en-US" altLang="ko-KR" sz="1000" baseline="-25000" dirty="0">
                  <a:latin typeface="+mn-ea"/>
                </a:rPr>
                <a:t>LP</a:t>
              </a: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B36F9182-AACF-19F4-62E5-791524F24499}"/>
                </a:ext>
              </a:extLst>
            </p:cNvPr>
            <p:cNvCxnSpPr>
              <a:cxnSpLocks/>
            </p:cNvCxnSpPr>
            <p:nvPr/>
          </p:nvCxnSpPr>
          <p:spPr>
            <a:xfrm>
              <a:off x="8658785" y="1618662"/>
              <a:ext cx="0" cy="3704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10FF7E4E-5C22-562C-B95B-1B67800A136D}"/>
                </a:ext>
              </a:extLst>
            </p:cNvPr>
            <p:cNvCxnSpPr>
              <a:cxnSpLocks/>
            </p:cNvCxnSpPr>
            <p:nvPr/>
          </p:nvCxnSpPr>
          <p:spPr>
            <a:xfrm>
              <a:off x="10729632" y="1493312"/>
              <a:ext cx="0" cy="4958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39635A5-9A04-EA86-AEA7-F3F96E9631D2}"/>
                </a:ext>
              </a:extLst>
            </p:cNvPr>
            <p:cNvSpPr txBox="1"/>
            <p:nvPr/>
          </p:nvSpPr>
          <p:spPr>
            <a:xfrm>
              <a:off x="8444120" y="1298387"/>
              <a:ext cx="141867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baseline="-25000" dirty="0">
                  <a:latin typeface="+mn-ea"/>
                </a:rPr>
                <a:t>+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05BD52C-3B5D-2FA9-6D28-7A7698038B62}"/>
                </a:ext>
              </a:extLst>
            </p:cNvPr>
            <p:cNvSpPr txBox="1"/>
            <p:nvPr/>
          </p:nvSpPr>
          <p:spPr>
            <a:xfrm>
              <a:off x="8578590" y="1558363"/>
              <a:ext cx="141867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baseline="-25000" dirty="0">
                  <a:latin typeface="+mn-ea"/>
                </a:rPr>
                <a:t>+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D9C6C26-A2DA-823E-594D-8EFAC25745C8}"/>
                </a:ext>
              </a:extLst>
            </p:cNvPr>
            <p:cNvSpPr txBox="1"/>
            <p:nvPr/>
          </p:nvSpPr>
          <p:spPr>
            <a:xfrm>
              <a:off x="8658785" y="1015057"/>
              <a:ext cx="1137415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lossy integrator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EA27464-0966-ED4A-8FE0-FCA1169E9713}"/>
                </a:ext>
              </a:extLst>
            </p:cNvPr>
            <p:cNvSpPr txBox="1"/>
            <p:nvPr/>
          </p:nvSpPr>
          <p:spPr>
            <a:xfrm>
              <a:off x="9764563" y="1014352"/>
              <a:ext cx="1137415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lossless integrator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04FE3BD-0D4A-AB28-39A9-99CB74877F88}"/>
                </a:ext>
              </a:extLst>
            </p:cNvPr>
            <p:cNvSpPr txBox="1"/>
            <p:nvPr/>
          </p:nvSpPr>
          <p:spPr>
            <a:xfrm>
              <a:off x="8793499" y="1282998"/>
              <a:ext cx="390226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 e1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CA9F790-A6BE-F0A2-F43F-2D03A8D5403F}"/>
                </a:ext>
              </a:extLst>
            </p:cNvPr>
            <p:cNvSpPr txBox="1"/>
            <p:nvPr/>
          </p:nvSpPr>
          <p:spPr>
            <a:xfrm>
              <a:off x="9681218" y="1282997"/>
              <a:ext cx="390226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 e2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9" name="TextBox 458">
                <a:extLst>
                  <a:ext uri="{FF2B5EF4-FFF2-40B4-BE49-F238E27FC236}">
                    <a16:creationId xmlns:a16="http://schemas.microsoft.com/office/drawing/2014/main" id="{822C50C4-46B9-000E-142C-83450B740E10}"/>
                  </a:ext>
                </a:extLst>
              </p:cNvPr>
              <p:cNvSpPr txBox="1"/>
              <p:nvPr/>
            </p:nvSpPr>
            <p:spPr>
              <a:xfrm>
                <a:off x="5515300" y="2765731"/>
                <a:ext cx="3062829" cy="10832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200" dirty="0">
                    <a:solidFill>
                      <a:srgbClr val="0070C0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sz="1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1=</m:t>
                    </m:r>
                    <m:r>
                      <a:rPr lang="en-US" altLang="ko-KR" sz="1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sz="1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1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1,  </m:t>
                    </m:r>
                    <m:r>
                      <a:rPr lang="ko-KR" altLang="en-US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sz="1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sz="1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sz="1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2,  </m:t>
                    </m:r>
                    <m:r>
                      <a:rPr lang="en-US" altLang="ko-KR" sz="1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ko-KR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,</m:t>
                    </m:r>
                    <m:r>
                      <a:rPr lang="en-US" altLang="ko-KR" sz="1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ko-KR" sz="12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ko-KR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ko-KR" altLang="en-US" sz="1200" dirty="0">
                  <a:solidFill>
                    <a:srgbClr val="0070C0"/>
                  </a:solidFill>
                  <a:latin typeface="+mn-ea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f>
                      <m:fPr>
                        <m:ctrlPr>
                          <a:rPr lang="en-US" altLang="ko-KR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𝐿𝑃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den>
                    </m:f>
                    <m:r>
                      <a:rPr lang="en-US" altLang="ko-KR" sz="1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ko-KR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𝑎𝑏</m:t>
                            </m:r>
                          </m:num>
                          <m:den>
                            <m:r>
                              <a:rPr lang="ko-KR" altLang="en-US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altLang="ko-KR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ko-KR" altLang="en-US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altLang="ko-KR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sSup>
                          <m:sSupPr>
                            <m:ctrlPr>
                              <a:rPr lang="en-US" altLang="ko-KR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ko-KR" altLang="en-US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a:rPr lang="en-US" altLang="ko-KR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ko-KR" altLang="en-US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ko-KR" altLang="en-US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altLang="ko-KR" sz="1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lang="ko-KR" altLang="en-US" sz="1400" dirty="0">
                    <a:solidFill>
                      <a:srgbClr val="0070C0"/>
                    </a:solidFill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ko-KR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sSup>
                          <m:sSupPr>
                            <m:ctrlP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a:rPr lang="en-US" altLang="ko-KR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ko-KR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</m:oMath>
                </a14:m>
                <a:r>
                  <a:rPr lang="en-US" altLang="ko-KR" sz="1200" dirty="0">
                    <a:solidFill>
                      <a:srgbClr val="0070C0"/>
                    </a:solidFill>
                    <a:latin typeface="+mn-ea"/>
                  </a:rPr>
                  <a:t>  </a:t>
                </a:r>
              </a:p>
            </p:txBody>
          </p:sp>
        </mc:Choice>
        <mc:Fallback xmlns="">
          <p:sp>
            <p:nvSpPr>
              <p:cNvPr id="459" name="TextBox 458">
                <a:extLst>
                  <a:ext uri="{FF2B5EF4-FFF2-40B4-BE49-F238E27FC236}">
                    <a16:creationId xmlns:a16="http://schemas.microsoft.com/office/drawing/2014/main" id="{822C50C4-46B9-000E-142C-83450B740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5300" y="2765731"/>
                <a:ext cx="3062829" cy="108324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그룹 20">
            <a:extLst>
              <a:ext uri="{FF2B5EF4-FFF2-40B4-BE49-F238E27FC236}">
                <a16:creationId xmlns:a16="http://schemas.microsoft.com/office/drawing/2014/main" id="{3E8FE38A-1E8A-2522-7E3E-53FE31604DFA}"/>
              </a:ext>
            </a:extLst>
          </p:cNvPr>
          <p:cNvGrpSpPr/>
          <p:nvPr/>
        </p:nvGrpSpPr>
        <p:grpSpPr>
          <a:xfrm>
            <a:off x="789013" y="3724955"/>
            <a:ext cx="3908698" cy="862339"/>
            <a:chOff x="1372709" y="3504816"/>
            <a:chExt cx="3908698" cy="862339"/>
          </a:xfrm>
        </p:grpSpPr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B681650B-58D9-FA2D-D2E9-B0E2359C59AC}"/>
                </a:ext>
              </a:extLst>
            </p:cNvPr>
            <p:cNvCxnSpPr>
              <a:cxnSpLocks/>
            </p:cNvCxnSpPr>
            <p:nvPr/>
          </p:nvCxnSpPr>
          <p:spPr>
            <a:xfrm>
              <a:off x="2756891" y="4185197"/>
              <a:ext cx="20751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543BFB32-A98E-28E7-E0F9-BC91A64D6ABD}"/>
                </a:ext>
              </a:extLst>
            </p:cNvPr>
            <p:cNvCxnSpPr>
              <a:cxnSpLocks/>
            </p:cNvCxnSpPr>
            <p:nvPr/>
          </p:nvCxnSpPr>
          <p:spPr>
            <a:xfrm>
              <a:off x="1532684" y="3690981"/>
              <a:ext cx="339215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616E1128-C01B-6F63-0C54-F047CE012AB8}"/>
                    </a:ext>
                  </a:extLst>
                </p:cNvPr>
                <p:cNvSpPr/>
                <p:nvPr/>
              </p:nvSpPr>
              <p:spPr>
                <a:xfrm>
                  <a:off x="3111753" y="3507584"/>
                  <a:ext cx="636494" cy="36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f>
                          <m:fPr>
                            <m:ctrlPr>
                              <a:rPr lang="en-US" altLang="ko-KR" sz="1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1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altLang="ko-KR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ko-KR" altLang="en-US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altLang="ko-KR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1+1</m:t>
                            </m:r>
                          </m:den>
                        </m:f>
                      </m:oMath>
                    </m:oMathPara>
                  </a14:m>
                  <a:endParaRPr lang="ko-KR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616E1128-C01B-6F63-0C54-F047CE012A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1753" y="3507584"/>
                  <a:ext cx="636494" cy="36000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직사각형 23">
                  <a:extLst>
                    <a:ext uri="{FF2B5EF4-FFF2-40B4-BE49-F238E27FC236}">
                      <a16:creationId xmlns:a16="http://schemas.microsoft.com/office/drawing/2014/main" id="{3ECAA2F1-FBCF-A0EE-109C-6B3958182B38}"/>
                    </a:ext>
                  </a:extLst>
                </p:cNvPr>
                <p:cNvSpPr/>
                <p:nvPr/>
              </p:nvSpPr>
              <p:spPr>
                <a:xfrm>
                  <a:off x="4019556" y="3510845"/>
                  <a:ext cx="636494" cy="36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f>
                          <m:fPr>
                            <m:ctrlPr>
                              <a:rPr lang="en-US" altLang="ko-KR" sz="1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ko-KR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ko-KR" altLang="en-US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altLang="ko-KR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ko-KR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직사각형 23">
                  <a:extLst>
                    <a:ext uri="{FF2B5EF4-FFF2-40B4-BE49-F238E27FC236}">
                      <a16:creationId xmlns:a16="http://schemas.microsoft.com/office/drawing/2014/main" id="{3ECAA2F1-FBCF-A0EE-109C-6B3958182B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9556" y="3510845"/>
                  <a:ext cx="636494" cy="36000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1D761956-15BD-8861-7AD2-59F5DE499E28}"/>
                    </a:ext>
                  </a:extLst>
                </p:cNvPr>
                <p:cNvSpPr/>
                <p:nvPr/>
              </p:nvSpPr>
              <p:spPr>
                <a:xfrm>
                  <a:off x="4019556" y="4007155"/>
                  <a:ext cx="636494" cy="36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ko-KR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a14:m>
                  <a:r>
                    <a:rPr lang="en-US" altLang="ko-KR" sz="1000" dirty="0">
                      <a:solidFill>
                        <a:schemeClr val="tx1"/>
                      </a:solidFill>
                    </a:rPr>
                    <a:t>-1</a:t>
                  </a:r>
                  <a:endParaRPr lang="ko-KR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1D761956-15BD-8861-7AD2-59F5DE499E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9556" y="4007155"/>
                  <a:ext cx="636494" cy="36000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4E1B0FB8-6B43-9A43-9C3D-BCD6D357ADC2}"/>
                    </a:ext>
                  </a:extLst>
                </p:cNvPr>
                <p:cNvSpPr/>
                <p:nvPr/>
              </p:nvSpPr>
              <p:spPr>
                <a:xfrm>
                  <a:off x="2622781" y="3556871"/>
                  <a:ext cx="268220" cy="26822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l-GR" altLang="ko-KR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oMath>
                    </m:oMathPara>
                  </a14:m>
                  <a:endParaRPr lang="ko-KR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4E1B0FB8-6B43-9A43-9C3D-BCD6D357AD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2781" y="3556871"/>
                  <a:ext cx="268220" cy="268220"/>
                </a:xfrm>
                <a:prstGeom prst="ellipse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355CBE6-CC30-4F5F-ED00-070796459507}"/>
                </a:ext>
              </a:extLst>
            </p:cNvPr>
            <p:cNvSpPr txBox="1"/>
            <p:nvPr/>
          </p:nvSpPr>
          <p:spPr>
            <a:xfrm>
              <a:off x="1372709" y="3556385"/>
              <a:ext cx="276814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V</a:t>
              </a:r>
              <a:r>
                <a:rPr lang="en-US" altLang="ko-KR" sz="1000" baseline="-25000" dirty="0">
                  <a:latin typeface="+mn-ea"/>
                </a:rPr>
                <a:t>I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DFF7693-1445-236E-12BB-B531668EB2CB}"/>
                </a:ext>
              </a:extLst>
            </p:cNvPr>
            <p:cNvSpPr txBox="1"/>
            <p:nvPr/>
          </p:nvSpPr>
          <p:spPr>
            <a:xfrm>
              <a:off x="5004593" y="3578870"/>
              <a:ext cx="276814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V</a:t>
              </a:r>
              <a:r>
                <a:rPr lang="en-US" altLang="ko-KR" sz="1000" baseline="-25000" dirty="0">
                  <a:latin typeface="+mn-ea"/>
                </a:rPr>
                <a:t>LP</a:t>
              </a:r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0CA7611D-184D-2B1E-9DC2-4AA961BB6086}"/>
                </a:ext>
              </a:extLst>
            </p:cNvPr>
            <p:cNvCxnSpPr>
              <a:cxnSpLocks/>
            </p:cNvCxnSpPr>
            <p:nvPr/>
          </p:nvCxnSpPr>
          <p:spPr>
            <a:xfrm>
              <a:off x="2761204" y="3825091"/>
              <a:ext cx="0" cy="3601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B6713332-DB0F-6120-EF9A-F26DA4355AD6}"/>
                </a:ext>
              </a:extLst>
            </p:cNvPr>
            <p:cNvCxnSpPr>
              <a:cxnSpLocks/>
            </p:cNvCxnSpPr>
            <p:nvPr/>
          </p:nvCxnSpPr>
          <p:spPr>
            <a:xfrm>
              <a:off x="4832051" y="3699741"/>
              <a:ext cx="0" cy="4854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7C797D3-164C-54BE-453F-2B79FF0CD20B}"/>
                </a:ext>
              </a:extLst>
            </p:cNvPr>
            <p:cNvSpPr txBox="1"/>
            <p:nvPr/>
          </p:nvSpPr>
          <p:spPr>
            <a:xfrm>
              <a:off x="2546539" y="3504816"/>
              <a:ext cx="141867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baseline="-25000" dirty="0">
                  <a:latin typeface="+mn-ea"/>
                </a:rPr>
                <a:t>+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76B759B-BDBC-D9FE-18D7-E7F5B68FF4D6}"/>
                </a:ext>
              </a:extLst>
            </p:cNvPr>
            <p:cNvSpPr txBox="1"/>
            <p:nvPr/>
          </p:nvSpPr>
          <p:spPr>
            <a:xfrm>
              <a:off x="2681009" y="3764792"/>
              <a:ext cx="141867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baseline="-25000" dirty="0">
                  <a:latin typeface="+mn-ea"/>
                </a:rPr>
                <a:t>+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2" name="직사각형 451">
                  <a:extLst>
                    <a:ext uri="{FF2B5EF4-FFF2-40B4-BE49-F238E27FC236}">
                      <a16:creationId xmlns:a16="http://schemas.microsoft.com/office/drawing/2014/main" id="{98816F28-EBE9-C577-4FA3-62B98FA871AC}"/>
                    </a:ext>
                  </a:extLst>
                </p:cNvPr>
                <p:cNvSpPr/>
                <p:nvPr/>
              </p:nvSpPr>
              <p:spPr>
                <a:xfrm>
                  <a:off x="1797118" y="3511307"/>
                  <a:ext cx="636494" cy="36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ko-KR" sz="1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a14:m>
                  <a:r>
                    <a:rPr lang="en-US" altLang="ko-KR" sz="1000" dirty="0">
                      <a:solidFill>
                        <a:srgbClr val="0070C0"/>
                      </a:solidFill>
                    </a:rPr>
                    <a:t>b</a:t>
                  </a:r>
                  <a:endParaRPr lang="ko-KR" altLang="en-US" sz="10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52" name="직사각형 451">
                  <a:extLst>
                    <a:ext uri="{FF2B5EF4-FFF2-40B4-BE49-F238E27FC236}">
                      <a16:creationId xmlns:a16="http://schemas.microsoft.com/office/drawing/2014/main" id="{98816F28-EBE9-C577-4FA3-62B98FA871A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7118" y="3511307"/>
                  <a:ext cx="636494" cy="36000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EA66366-AAD9-C03D-0D26-0BEB42E2491A}"/>
                </a:ext>
              </a:extLst>
            </p:cNvPr>
            <p:cNvSpPr txBox="1"/>
            <p:nvPr/>
          </p:nvSpPr>
          <p:spPr>
            <a:xfrm>
              <a:off x="1554631" y="3824384"/>
              <a:ext cx="1137415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gain control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8BBDBE3-D6EE-564D-B101-537D803CEAB9}"/>
              </a:ext>
            </a:extLst>
          </p:cNvPr>
          <p:cNvSpPr txBox="1"/>
          <p:nvPr/>
        </p:nvSpPr>
        <p:spPr>
          <a:xfrm>
            <a:off x="2264736" y="3489117"/>
            <a:ext cx="1137415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Q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A7BEB0-E163-ADF0-836E-EE64D0C3E442}"/>
                  </a:ext>
                </a:extLst>
              </p:cNvPr>
              <p:cNvSpPr txBox="1"/>
              <p:nvPr/>
            </p:nvSpPr>
            <p:spPr>
              <a:xfrm>
                <a:off x="3624316" y="2191334"/>
                <a:ext cx="1756594" cy="378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algn="ctr"/>
                <a:r>
                  <a:rPr lang="en-US" altLang="ko-KR" sz="1300" b="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3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3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13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300" b="0" i="1" smtClean="0">
                                <a:latin typeface="Cambria Math" panose="02040503050406030204" pitchFamily="18" charset="0"/>
                              </a:rPr>
                              <m:t>𝐿𝑃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3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3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ko-KR" sz="13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den>
                    </m:f>
                    <m:r>
                      <a:rPr lang="en-US" altLang="ko-KR" sz="13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3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sz="13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3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3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300" b="0" i="1" smtClean="0">
                            <a:latin typeface="Cambria Math" panose="02040503050406030204" pitchFamily="18" charset="0"/>
                          </a:rPr>
                          <m:t>𝐿𝐶</m:t>
                        </m:r>
                        <m:r>
                          <a:rPr lang="en-US" altLang="ko-KR" sz="13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300" b="0" i="1" smtClean="0">
                            <a:latin typeface="Cambria Math" panose="02040503050406030204" pitchFamily="18" charset="0"/>
                          </a:rPr>
                          <m:t>𝑠𝐶𝑅</m:t>
                        </m:r>
                        <m:r>
                          <a:rPr lang="en-US" altLang="ko-KR" sz="13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3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ko-KR" altLang="en-US" sz="1300" dirty="0">
                  <a:latin typeface="+mn-ea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A7BEB0-E163-ADF0-836E-EE64D0C3E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4316" y="2191334"/>
                <a:ext cx="1756594" cy="37800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7" name="그룹 466">
            <a:extLst>
              <a:ext uri="{FF2B5EF4-FFF2-40B4-BE49-F238E27FC236}">
                <a16:creationId xmlns:a16="http://schemas.microsoft.com/office/drawing/2014/main" id="{E7E66E69-551F-95FF-6B45-9353DD94010B}"/>
              </a:ext>
            </a:extLst>
          </p:cNvPr>
          <p:cNvGrpSpPr/>
          <p:nvPr/>
        </p:nvGrpSpPr>
        <p:grpSpPr>
          <a:xfrm>
            <a:off x="3242435" y="1375368"/>
            <a:ext cx="2866519" cy="690772"/>
            <a:chOff x="9146184" y="5275358"/>
            <a:chExt cx="2866519" cy="690772"/>
          </a:xfrm>
        </p:grpSpPr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54E0B06E-B2A2-0D4B-33D7-D6CD46DD7BB0}"/>
                </a:ext>
              </a:extLst>
            </p:cNvPr>
            <p:cNvCxnSpPr>
              <a:cxnSpLocks/>
            </p:cNvCxnSpPr>
            <p:nvPr/>
          </p:nvCxnSpPr>
          <p:spPr>
            <a:xfrm>
              <a:off x="9667484" y="5966130"/>
              <a:ext cx="168071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DA81A194-A262-E0DD-5D6E-085E9302BB12}"/>
                </a:ext>
              </a:extLst>
            </p:cNvPr>
            <p:cNvCxnSpPr>
              <a:cxnSpLocks/>
            </p:cNvCxnSpPr>
            <p:nvPr/>
          </p:nvCxnSpPr>
          <p:spPr>
            <a:xfrm>
              <a:off x="9312622" y="5461523"/>
              <a:ext cx="23235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직사각형 61">
                  <a:extLst>
                    <a:ext uri="{FF2B5EF4-FFF2-40B4-BE49-F238E27FC236}">
                      <a16:creationId xmlns:a16="http://schemas.microsoft.com/office/drawing/2014/main" id="{FF1872B8-84CB-BF7F-D3E4-F1E4C04D46D3}"/>
                    </a:ext>
                  </a:extLst>
                </p:cNvPr>
                <p:cNvSpPr/>
                <p:nvPr/>
              </p:nvSpPr>
              <p:spPr>
                <a:xfrm>
                  <a:off x="10022345" y="5288517"/>
                  <a:ext cx="1001495" cy="36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f>
                          <m:fPr>
                            <m:ctrlPr>
                              <a:rPr lang="en-US" altLang="ko-KR" sz="1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ko-KR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ko-KR" sz="1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𝐿𝐶</m:t>
                            </m:r>
                            <m:r>
                              <a:rPr lang="en-US" altLang="ko-KR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sz="1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𝑠𝐶𝑅</m:t>
                            </m:r>
                          </m:den>
                        </m:f>
                      </m:oMath>
                    </m:oMathPara>
                  </a14:m>
                  <a:endParaRPr lang="ko-KR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직사각형 61">
                  <a:extLst>
                    <a:ext uri="{FF2B5EF4-FFF2-40B4-BE49-F238E27FC236}">
                      <a16:creationId xmlns:a16="http://schemas.microsoft.com/office/drawing/2014/main" id="{FF1872B8-84CB-BF7F-D3E4-F1E4C04D46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2345" y="5288517"/>
                  <a:ext cx="1001495" cy="360000"/>
                </a:xfrm>
                <a:prstGeom prst="rect">
                  <a:avLst/>
                </a:prstGeom>
                <a:blipFill>
                  <a:blip r:embed="rId27"/>
                  <a:stretch>
                    <a:fillRect b="-1639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3" name="타원 452">
                  <a:extLst>
                    <a:ext uri="{FF2B5EF4-FFF2-40B4-BE49-F238E27FC236}">
                      <a16:creationId xmlns:a16="http://schemas.microsoft.com/office/drawing/2014/main" id="{11B84AED-65CD-1166-D069-3BB7CF15E698}"/>
                    </a:ext>
                  </a:extLst>
                </p:cNvPr>
                <p:cNvSpPr/>
                <p:nvPr/>
              </p:nvSpPr>
              <p:spPr>
                <a:xfrm>
                  <a:off x="9533374" y="5327413"/>
                  <a:ext cx="268220" cy="26822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l-GR" altLang="ko-KR" sz="1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oMath>
                    </m:oMathPara>
                  </a14:m>
                  <a:endParaRPr lang="ko-KR" altLang="en-US" sz="10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3" name="타원 452">
                  <a:extLst>
                    <a:ext uri="{FF2B5EF4-FFF2-40B4-BE49-F238E27FC236}">
                      <a16:creationId xmlns:a16="http://schemas.microsoft.com/office/drawing/2014/main" id="{11B84AED-65CD-1166-D069-3BB7CF15E6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3374" y="5327413"/>
                  <a:ext cx="268220" cy="268220"/>
                </a:xfrm>
                <a:prstGeom prst="ellipse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4" name="TextBox 453">
              <a:extLst>
                <a:ext uri="{FF2B5EF4-FFF2-40B4-BE49-F238E27FC236}">
                  <a16:creationId xmlns:a16="http://schemas.microsoft.com/office/drawing/2014/main" id="{4BDE0B2C-B2DF-C2A3-9315-72A3AEBAF176}"/>
                </a:ext>
              </a:extLst>
            </p:cNvPr>
            <p:cNvSpPr txBox="1"/>
            <p:nvPr/>
          </p:nvSpPr>
          <p:spPr>
            <a:xfrm>
              <a:off x="9146184" y="5325527"/>
              <a:ext cx="276814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V</a:t>
              </a:r>
              <a:r>
                <a:rPr lang="en-US" altLang="ko-KR" sz="1000" baseline="-25000" dirty="0">
                  <a:latin typeface="+mn-ea"/>
                </a:rPr>
                <a:t>I</a:t>
              </a:r>
            </a:p>
          </p:txBody>
        </p:sp>
        <p:sp>
          <p:nvSpPr>
            <p:cNvPr id="455" name="TextBox 454">
              <a:extLst>
                <a:ext uri="{FF2B5EF4-FFF2-40B4-BE49-F238E27FC236}">
                  <a16:creationId xmlns:a16="http://schemas.microsoft.com/office/drawing/2014/main" id="{100EE162-B964-66E1-47EF-9CFE9266B21E}"/>
                </a:ext>
              </a:extLst>
            </p:cNvPr>
            <p:cNvSpPr txBox="1"/>
            <p:nvPr/>
          </p:nvSpPr>
          <p:spPr>
            <a:xfrm>
              <a:off x="11735889" y="5349412"/>
              <a:ext cx="276814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V</a:t>
              </a:r>
              <a:r>
                <a:rPr lang="en-US" altLang="ko-KR" sz="1000" baseline="-25000" dirty="0">
                  <a:latin typeface="+mn-ea"/>
                </a:rPr>
                <a:t>LP</a:t>
              </a:r>
            </a:p>
          </p:txBody>
        </p:sp>
        <p:cxnSp>
          <p:nvCxnSpPr>
            <p:cNvPr id="456" name="직선 연결선 455">
              <a:extLst>
                <a:ext uri="{FF2B5EF4-FFF2-40B4-BE49-F238E27FC236}">
                  <a16:creationId xmlns:a16="http://schemas.microsoft.com/office/drawing/2014/main" id="{9B4B917B-DC50-6399-5CB5-47EB055090B7}"/>
                </a:ext>
              </a:extLst>
            </p:cNvPr>
            <p:cNvCxnSpPr>
              <a:cxnSpLocks/>
            </p:cNvCxnSpPr>
            <p:nvPr/>
          </p:nvCxnSpPr>
          <p:spPr>
            <a:xfrm>
              <a:off x="9671797" y="5595633"/>
              <a:ext cx="0" cy="3704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직선 연결선 456">
              <a:extLst>
                <a:ext uri="{FF2B5EF4-FFF2-40B4-BE49-F238E27FC236}">
                  <a16:creationId xmlns:a16="http://schemas.microsoft.com/office/drawing/2014/main" id="{763ADA95-7297-7A94-57B9-E5C25F026EB0}"/>
                </a:ext>
              </a:extLst>
            </p:cNvPr>
            <p:cNvCxnSpPr>
              <a:cxnSpLocks/>
            </p:cNvCxnSpPr>
            <p:nvPr/>
          </p:nvCxnSpPr>
          <p:spPr>
            <a:xfrm>
              <a:off x="11348197" y="5470283"/>
              <a:ext cx="0" cy="4958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8" name="TextBox 457">
              <a:extLst>
                <a:ext uri="{FF2B5EF4-FFF2-40B4-BE49-F238E27FC236}">
                  <a16:creationId xmlns:a16="http://schemas.microsoft.com/office/drawing/2014/main" id="{0F62B70B-BD23-8BDB-A16B-720DA13CDEC3}"/>
                </a:ext>
              </a:extLst>
            </p:cNvPr>
            <p:cNvSpPr txBox="1"/>
            <p:nvPr/>
          </p:nvSpPr>
          <p:spPr>
            <a:xfrm>
              <a:off x="9457132" y="5275358"/>
              <a:ext cx="141867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baseline="-25000" dirty="0">
                  <a:latin typeface="+mn-ea"/>
                </a:rPr>
                <a:t>+</a:t>
              </a:r>
            </a:p>
          </p:txBody>
        </p:sp>
        <p:sp>
          <p:nvSpPr>
            <p:cNvPr id="460" name="TextBox 459">
              <a:extLst>
                <a:ext uri="{FF2B5EF4-FFF2-40B4-BE49-F238E27FC236}">
                  <a16:creationId xmlns:a16="http://schemas.microsoft.com/office/drawing/2014/main" id="{9112BD5A-57D8-F6C8-FC39-63248DDABB11}"/>
                </a:ext>
              </a:extLst>
            </p:cNvPr>
            <p:cNvSpPr txBox="1"/>
            <p:nvPr/>
          </p:nvSpPr>
          <p:spPr>
            <a:xfrm>
              <a:off x="9591602" y="5535334"/>
              <a:ext cx="141867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200" baseline="-25000" dirty="0">
                  <a:latin typeface="+mn-ea"/>
                </a:rPr>
                <a:t>-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2752AE-BBCE-07DE-A25B-F2BB451C8C85}"/>
                  </a:ext>
                </a:extLst>
              </p:cNvPr>
              <p:cNvSpPr txBox="1"/>
              <p:nvPr/>
            </p:nvSpPr>
            <p:spPr>
              <a:xfrm>
                <a:off x="4801112" y="5275458"/>
                <a:ext cx="3782583" cy="1352550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altLang="ko-KR" sz="11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C1=250p, C2=100p, R1=80K, R2=51K, R3=1M</a:t>
                </a:r>
              </a:p>
              <a:p>
                <a:r>
                  <a:rPr lang="en-US" altLang="ko-KR" sz="11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1) Fc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ko-KR" altLang="en-US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ad>
                          <m:radPr>
                            <m:degHide m:val="on"/>
                            <m:ctrlPr>
                              <a:rPr lang="en-US" altLang="ko-KR" sz="11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250</m:t>
                            </m:r>
                            <m:r>
                              <a:rPr lang="en-US" altLang="ko-KR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ko-KR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∙100</m:t>
                            </m:r>
                            <m:r>
                              <a:rPr lang="en-US" altLang="ko-KR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ko-KR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∙51</m:t>
                            </m:r>
                            <m:r>
                              <a:rPr lang="en-US" altLang="ko-KR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∙1</m:t>
                            </m:r>
                            <m:r>
                              <a:rPr lang="en-US" altLang="ko-KR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</m:rad>
                      </m:den>
                    </m:f>
                    <m:r>
                      <a:rPr lang="en-US" altLang="ko-KR" sz="1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=4.5 </m:t>
                    </m:r>
                    <m:r>
                      <a:rPr lang="en-US" altLang="ko-KR" sz="1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𝐾𝐻𝑧</m:t>
                    </m:r>
                  </m:oMath>
                </a14:m>
                <a:endParaRPr lang="en-US" altLang="ko-KR" sz="1100" b="0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ko-KR" sz="11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2) Q = </a:t>
                </a:r>
                <a14:m>
                  <m:oMath xmlns:m="http://schemas.openxmlformats.org/officeDocument/2006/math">
                    <m:r>
                      <a:rPr lang="en-US" altLang="ko-KR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US" altLang="ko-KR" sz="11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  <m:r>
                      <a:rPr lang="en-US" altLang="ko-KR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ad>
                      <m:radPr>
                        <m:degHide m:val="on"/>
                        <m:ctrlPr>
                          <a:rPr lang="en-US" altLang="ko-KR" sz="11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11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250</m:t>
                            </m:r>
                            <m:r>
                              <a:rPr lang="en-US" altLang="ko-KR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altLang="ko-KR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100</m:t>
                            </m:r>
                            <m:r>
                              <a:rPr lang="en-US" altLang="ko-KR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ko-KR" sz="11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ko-KR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51</m:t>
                            </m:r>
                            <m:r>
                              <a:rPr lang="en-US" altLang="ko-KR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11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ko-KR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</m:e>
                    </m:rad>
                    <m:r>
                      <a:rPr lang="en-US" altLang="ko-KR" sz="1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</m:t>
                    </m:r>
                  </m:oMath>
                </a14:m>
                <a:r>
                  <a:rPr lang="en-US" altLang="ko-KR" sz="11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56</a:t>
                </a:r>
              </a:p>
              <a:p>
                <a:r>
                  <a:rPr lang="en-US" altLang="ko-KR" sz="110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3)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1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250</m:t>
                        </m:r>
                        <m:r>
                          <a:rPr lang="en-US" altLang="ko-KR" sz="11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sz="11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∙100</m:t>
                        </m:r>
                        <m:r>
                          <a:rPr lang="en-US" altLang="ko-KR" sz="11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sz="11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∙51</m:t>
                        </m:r>
                        <m:r>
                          <a:rPr lang="en-US" altLang="ko-KR" sz="11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altLang="ko-KR" sz="11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∙1</m:t>
                        </m:r>
                        <m:r>
                          <a:rPr lang="en-US" altLang="ko-KR" sz="11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den>
                    </m:f>
                    <m:d>
                      <m:dPr>
                        <m:ctrlPr>
                          <a:rPr lang="en-US" altLang="ko-KR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=784</m:t>
                        </m:r>
                        <m:r>
                          <a:rPr lang="en-US" altLang="ko-KR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altLang="ko-KR" sz="1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altLang="ko-KR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1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1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1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ko-KR" sz="11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11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∙80</m:t>
                                </m:r>
                                <m:r>
                                  <a:rPr lang="en-US" altLang="ko-KR" sz="11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ko-KR" sz="11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∙250</m:t>
                                </m:r>
                                <m:r>
                                  <a:rPr lang="en-US" altLang="ko-KR" sz="11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ko-KR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ko-KR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=625</m:t>
                        </m:r>
                        <m:r>
                          <a:rPr lang="en-US" altLang="ko-KR" sz="11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endParaRPr lang="en-US" altLang="ko-KR" sz="1100" b="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ko-KR" sz="1100" b="0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                  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𝑢𝑛𝑠𝑡𝑎𝑏𝑙𝑒</m:t>
                    </m:r>
                  </m:oMath>
                </a14:m>
                <a:endParaRPr lang="en-US" altLang="ko-KR" sz="1100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2752AE-BBCE-07DE-A25B-F2BB451C8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112" y="5275458"/>
                <a:ext cx="3782583" cy="1352550"/>
              </a:xfrm>
              <a:prstGeom prst="rect">
                <a:avLst/>
              </a:prstGeom>
              <a:blipFill>
                <a:blip r:embed="rId29"/>
                <a:stretch>
                  <a:fillRect l="-2419" t="-4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9FD89E-61D4-D2C5-D966-0C2607151DDD}"/>
                  </a:ext>
                </a:extLst>
              </p:cNvPr>
              <p:cNvSpPr txBox="1"/>
              <p:nvPr/>
            </p:nvSpPr>
            <p:spPr>
              <a:xfrm>
                <a:off x="8454464" y="5234741"/>
                <a:ext cx="3782583" cy="1352550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altLang="ko-KR" sz="11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C1=100p, C2=100p, R1=76K, R2=51K, R3=1M</a:t>
                </a:r>
              </a:p>
              <a:p>
                <a:r>
                  <a:rPr lang="en-US" altLang="ko-KR" sz="11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1) Fc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ko-KR" altLang="en-US" sz="1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ad>
                          <m:radPr>
                            <m:degHide m:val="on"/>
                            <m:ctrlPr>
                              <a:rPr lang="en-US" altLang="ko-KR" sz="11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1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100</m:t>
                            </m:r>
                            <m:r>
                              <a:rPr lang="en-US" altLang="ko-KR" sz="1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ko-KR" sz="1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∙100</m:t>
                            </m:r>
                            <m:r>
                              <a:rPr lang="en-US" altLang="ko-KR" sz="1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ko-KR" sz="1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∙51</m:t>
                            </m:r>
                            <m:r>
                              <a:rPr lang="en-US" altLang="ko-KR" sz="1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1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∙1</m:t>
                            </m:r>
                            <m:r>
                              <a:rPr lang="en-US" altLang="ko-KR" sz="1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</m:rad>
                      </m:den>
                    </m:f>
                    <m:r>
                      <a:rPr lang="en-US" altLang="ko-KR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=7 </m:t>
                    </m:r>
                    <m:r>
                      <a:rPr lang="en-US" altLang="ko-KR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𝐾𝐻𝑧</m:t>
                    </m:r>
                  </m:oMath>
                </a14:m>
                <a:endParaRPr lang="en-US" altLang="ko-KR" sz="1100" b="0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ko-KR" sz="11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2) Q = </a:t>
                </a:r>
                <a14:m>
                  <m:oMath xmlns:m="http://schemas.openxmlformats.org/officeDocument/2006/math">
                    <m:r>
                      <a:rPr lang="en-US" altLang="ko-KR" sz="11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76</m:t>
                    </m:r>
                    <m:r>
                      <m:rPr>
                        <m:sty m:val="p"/>
                      </m:rPr>
                      <a:rPr lang="en-US" altLang="ko-KR" sz="11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</m:t>
                    </m:r>
                    <m:r>
                      <a:rPr lang="en-US" altLang="ko-KR" sz="11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ad>
                      <m:radPr>
                        <m:degHide m:val="on"/>
                        <m:ctrlPr>
                          <a:rPr lang="en-US" altLang="ko-KR" sz="11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1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100</m:t>
                            </m:r>
                            <m:r>
                              <a:rPr lang="en-US" altLang="ko-KR" sz="1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altLang="ko-KR" sz="1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100</m:t>
                            </m:r>
                            <m:r>
                              <a:rPr lang="en-US" altLang="ko-KR" sz="1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ko-KR" sz="1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ko-KR" sz="1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51</m:t>
                            </m:r>
                            <m:r>
                              <a:rPr lang="en-US" altLang="ko-KR" sz="1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altLang="ko-KR" sz="1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ko-KR" sz="1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1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</m:e>
                    </m:rad>
                    <m:r>
                      <a:rPr lang="en-US" altLang="ko-KR" sz="11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</m:t>
                    </m:r>
                  </m:oMath>
                </a14:m>
                <a:r>
                  <a:rPr lang="en-US" altLang="ko-KR" sz="11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34</a:t>
                </a:r>
              </a:p>
              <a:p>
                <a:r>
                  <a:rPr lang="en-US" altLang="ko-KR" sz="11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3)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1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  <m:r>
                          <a:rPr lang="en-US" altLang="ko-KR" sz="11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sz="11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sz="11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∙100</m:t>
                        </m:r>
                        <m:r>
                          <a:rPr lang="en-US" altLang="ko-KR" sz="11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sz="11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∙51</m:t>
                        </m:r>
                        <m:r>
                          <a:rPr lang="en-US" altLang="ko-KR" sz="11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altLang="ko-KR" sz="11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∙1</m:t>
                        </m:r>
                        <m:r>
                          <a:rPr lang="en-US" altLang="ko-KR" sz="11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den>
                    </m:f>
                    <m:d>
                      <m:dPr>
                        <m:ctrlPr>
                          <a:rPr lang="en-US" altLang="ko-KR" sz="1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=1960</m:t>
                        </m:r>
                        <m:r>
                          <a:rPr lang="en-US" altLang="ko-KR" sz="1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altLang="ko-KR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altLang="ko-KR" sz="1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1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1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ko-KR" sz="11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11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altLang="ko-KR" sz="11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76</m:t>
                                </m:r>
                                <m:r>
                                  <a:rPr lang="en-US" altLang="ko-KR" sz="11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altLang="ko-KR" sz="11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∙100</m:t>
                                </m:r>
                                <m:r>
                                  <a:rPr lang="en-US" altLang="ko-KR" sz="11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ko-KR" sz="1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ko-KR" sz="1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=4328</m:t>
                        </m:r>
                        <m:r>
                          <a:rPr lang="en-US" altLang="ko-KR" sz="11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endParaRPr lang="en-US" altLang="ko-KR" sz="1100" b="0" i="1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altLang="ko-KR" sz="1100" b="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                  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ko-KR" sz="11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𝑠𝑡𝑎𝑏𝑙𝑒</m:t>
                    </m:r>
                  </m:oMath>
                </a14:m>
                <a:endParaRPr lang="en-US" altLang="ko-KR" sz="1100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9FD89E-61D4-D2C5-D966-0C2607151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464" y="5234741"/>
                <a:ext cx="3782583" cy="1352550"/>
              </a:xfrm>
              <a:prstGeom prst="rect">
                <a:avLst/>
              </a:prstGeom>
              <a:blipFill>
                <a:blip r:embed="rId30"/>
                <a:stretch>
                  <a:fillRect l="-2419" t="-4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9613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0E300-2EC9-5DDD-A70F-6D224D4FE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5AE4DC-4D99-D6C8-6DE9-480C810F188C}"/>
              </a:ext>
            </a:extLst>
          </p:cNvPr>
          <p:cNvSpPr txBox="1"/>
          <p:nvPr/>
        </p:nvSpPr>
        <p:spPr>
          <a:xfrm>
            <a:off x="248994" y="-1637"/>
            <a:ext cx="6771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b="1" dirty="0"/>
              <a:t>OP-Amp frequency compensation : 2-pole compensation</a:t>
            </a:r>
            <a:endParaRPr lang="ko-KR" altLang="en-US" b="1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9862637-5E7B-696D-4BD6-9A9BD41521C7}"/>
              </a:ext>
            </a:extLst>
          </p:cNvPr>
          <p:cNvGrpSpPr/>
          <p:nvPr/>
        </p:nvGrpSpPr>
        <p:grpSpPr>
          <a:xfrm>
            <a:off x="4293179" y="2231497"/>
            <a:ext cx="1492523" cy="909368"/>
            <a:chOff x="708620" y="947506"/>
            <a:chExt cx="1492523" cy="909368"/>
          </a:xfrm>
        </p:grpSpPr>
        <p:sp>
          <p:nvSpPr>
            <p:cNvPr id="487" name="타원 486">
              <a:extLst>
                <a:ext uri="{FF2B5EF4-FFF2-40B4-BE49-F238E27FC236}">
                  <a16:creationId xmlns:a16="http://schemas.microsoft.com/office/drawing/2014/main" id="{637E98C8-FC53-2F10-DD10-0F8FEEC8015A}"/>
                </a:ext>
              </a:extLst>
            </p:cNvPr>
            <p:cNvSpPr/>
            <p:nvPr/>
          </p:nvSpPr>
          <p:spPr>
            <a:xfrm>
              <a:off x="1405346" y="115165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488" name="TextBox 487">
              <a:extLst>
                <a:ext uri="{FF2B5EF4-FFF2-40B4-BE49-F238E27FC236}">
                  <a16:creationId xmlns:a16="http://schemas.microsoft.com/office/drawing/2014/main" id="{0E3D13B4-44EA-A735-20A1-76CFF4A23BF9}"/>
                </a:ext>
              </a:extLst>
            </p:cNvPr>
            <p:cNvSpPr txBox="1"/>
            <p:nvPr/>
          </p:nvSpPr>
          <p:spPr>
            <a:xfrm>
              <a:off x="1029614" y="1733763"/>
              <a:ext cx="732309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Z</a:t>
              </a:r>
              <a:endParaRPr lang="ko-KR" altLang="en-US" sz="800" dirty="0">
                <a:latin typeface="+mn-ea"/>
              </a:endParaRPr>
            </a:p>
          </p:txBody>
        </p:sp>
        <p:grpSp>
          <p:nvGrpSpPr>
            <p:cNvPr id="489" name="그룹 488">
              <a:extLst>
                <a:ext uri="{FF2B5EF4-FFF2-40B4-BE49-F238E27FC236}">
                  <a16:creationId xmlns:a16="http://schemas.microsoft.com/office/drawing/2014/main" id="{7F4A150C-D751-8EF9-B03B-5EE402D1309E}"/>
                </a:ext>
              </a:extLst>
            </p:cNvPr>
            <p:cNvGrpSpPr/>
            <p:nvPr/>
          </p:nvGrpSpPr>
          <p:grpSpPr>
            <a:xfrm rot="5400000">
              <a:off x="1122840" y="1090852"/>
              <a:ext cx="113408" cy="153037"/>
              <a:chOff x="4518579" y="2304826"/>
              <a:chExt cx="113408" cy="153037"/>
            </a:xfrm>
          </p:grpSpPr>
          <p:cxnSp>
            <p:nvCxnSpPr>
              <p:cNvPr id="490" name="직선 연결선 489">
                <a:extLst>
                  <a:ext uri="{FF2B5EF4-FFF2-40B4-BE49-F238E27FC236}">
                    <a16:creationId xmlns:a16="http://schemas.microsoft.com/office/drawing/2014/main" id="{69FADD36-04AB-7F4E-CEFB-99D6106B24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7143" y="2304826"/>
                <a:ext cx="0" cy="5985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직선 연결선 490">
                <a:extLst>
                  <a:ext uri="{FF2B5EF4-FFF2-40B4-BE49-F238E27FC236}">
                    <a16:creationId xmlns:a16="http://schemas.microsoft.com/office/drawing/2014/main" id="{551401AF-E6F3-27DD-3384-A5309D9EB4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7892" y="2395538"/>
                <a:ext cx="0" cy="623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직선 화살표 연결선 491">
                <a:extLst>
                  <a:ext uri="{FF2B5EF4-FFF2-40B4-BE49-F238E27FC236}">
                    <a16:creationId xmlns:a16="http://schemas.microsoft.com/office/drawing/2014/main" id="{6F2AB9C7-16A0-74E2-ED55-A249733CCE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8579" y="2363644"/>
                <a:ext cx="11295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직선 화살표 연결선 492">
                <a:extLst>
                  <a:ext uri="{FF2B5EF4-FFF2-40B4-BE49-F238E27FC236}">
                    <a16:creationId xmlns:a16="http://schemas.microsoft.com/office/drawing/2014/main" id="{20DA02C9-3106-E1EF-97FE-0515C5C3B4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9035" y="2397667"/>
                <a:ext cx="11295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4" name="그룹 493">
              <a:extLst>
                <a:ext uri="{FF2B5EF4-FFF2-40B4-BE49-F238E27FC236}">
                  <a16:creationId xmlns:a16="http://schemas.microsoft.com/office/drawing/2014/main" id="{4CE06C8F-9E29-F48F-38B6-B08F68E25CFA}"/>
                </a:ext>
              </a:extLst>
            </p:cNvPr>
            <p:cNvGrpSpPr/>
            <p:nvPr/>
          </p:nvGrpSpPr>
          <p:grpSpPr>
            <a:xfrm rot="5400000">
              <a:off x="1638920" y="1094369"/>
              <a:ext cx="113408" cy="153037"/>
              <a:chOff x="4518579" y="2304826"/>
              <a:chExt cx="113408" cy="153037"/>
            </a:xfrm>
          </p:grpSpPr>
          <p:cxnSp>
            <p:nvCxnSpPr>
              <p:cNvPr id="495" name="직선 연결선 494">
                <a:extLst>
                  <a:ext uri="{FF2B5EF4-FFF2-40B4-BE49-F238E27FC236}">
                    <a16:creationId xmlns:a16="http://schemas.microsoft.com/office/drawing/2014/main" id="{2168CC7B-A6D9-11BA-167D-CC07E36DEC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7143" y="2304826"/>
                <a:ext cx="0" cy="5985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직선 연결선 495">
                <a:extLst>
                  <a:ext uri="{FF2B5EF4-FFF2-40B4-BE49-F238E27FC236}">
                    <a16:creationId xmlns:a16="http://schemas.microsoft.com/office/drawing/2014/main" id="{2E707A22-0C7E-D7E7-B730-8622742274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7892" y="2395538"/>
                <a:ext cx="0" cy="623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직선 화살표 연결선 496">
                <a:extLst>
                  <a:ext uri="{FF2B5EF4-FFF2-40B4-BE49-F238E27FC236}">
                    <a16:creationId xmlns:a16="http://schemas.microsoft.com/office/drawing/2014/main" id="{F7C66FAA-2E42-1CAF-5431-C45731870A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8579" y="2363644"/>
                <a:ext cx="11295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직선 화살표 연결선 497">
                <a:extLst>
                  <a:ext uri="{FF2B5EF4-FFF2-40B4-BE49-F238E27FC236}">
                    <a16:creationId xmlns:a16="http://schemas.microsoft.com/office/drawing/2014/main" id="{69CF7AD6-F6A2-BBAB-8BA1-D94D34E20B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9035" y="2397667"/>
                <a:ext cx="11295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9" name="직선 연결선 498">
              <a:extLst>
                <a:ext uri="{FF2B5EF4-FFF2-40B4-BE49-F238E27FC236}">
                  <a16:creationId xmlns:a16="http://schemas.microsoft.com/office/drawing/2014/main" id="{C963DA7B-01F9-7DBF-1D3D-8B28789D858C}"/>
                </a:ext>
              </a:extLst>
            </p:cNvPr>
            <p:cNvCxnSpPr>
              <a:cxnSpLocks/>
            </p:cNvCxnSpPr>
            <p:nvPr/>
          </p:nvCxnSpPr>
          <p:spPr>
            <a:xfrm>
              <a:off x="1235665" y="1173196"/>
              <a:ext cx="4083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직선 연결선 499">
              <a:extLst>
                <a:ext uri="{FF2B5EF4-FFF2-40B4-BE49-F238E27FC236}">
                  <a16:creationId xmlns:a16="http://schemas.microsoft.com/office/drawing/2014/main" id="{78F9166D-C685-6E7F-A565-4F86B2ECBF0E}"/>
                </a:ext>
              </a:extLst>
            </p:cNvPr>
            <p:cNvCxnSpPr>
              <a:cxnSpLocks/>
            </p:cNvCxnSpPr>
            <p:nvPr/>
          </p:nvCxnSpPr>
          <p:spPr>
            <a:xfrm>
              <a:off x="785495" y="1170076"/>
              <a:ext cx="3341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직선 연결선 500">
              <a:extLst>
                <a:ext uri="{FF2B5EF4-FFF2-40B4-BE49-F238E27FC236}">
                  <a16:creationId xmlns:a16="http://schemas.microsoft.com/office/drawing/2014/main" id="{3D0E7808-7806-0998-A9A2-601DEC362CD8}"/>
                </a:ext>
              </a:extLst>
            </p:cNvPr>
            <p:cNvCxnSpPr>
              <a:cxnSpLocks/>
            </p:cNvCxnSpPr>
            <p:nvPr/>
          </p:nvCxnSpPr>
          <p:spPr>
            <a:xfrm>
              <a:off x="1744049" y="1172927"/>
              <a:ext cx="21382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직선 연결선 501">
              <a:extLst>
                <a:ext uri="{FF2B5EF4-FFF2-40B4-BE49-F238E27FC236}">
                  <a16:creationId xmlns:a16="http://schemas.microsoft.com/office/drawing/2014/main" id="{BD16FD0E-85B4-58C6-6D06-4B37FDAD92CE}"/>
                </a:ext>
              </a:extLst>
            </p:cNvPr>
            <p:cNvCxnSpPr>
              <a:cxnSpLocks/>
            </p:cNvCxnSpPr>
            <p:nvPr/>
          </p:nvCxnSpPr>
          <p:spPr>
            <a:xfrm>
              <a:off x="1427240" y="1174803"/>
              <a:ext cx="0" cy="4191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3" name="직사각형 502">
              <a:extLst>
                <a:ext uri="{FF2B5EF4-FFF2-40B4-BE49-F238E27FC236}">
                  <a16:creationId xmlns:a16="http://schemas.microsoft.com/office/drawing/2014/main" id="{0CEDE5D9-CE94-9CE0-7516-7F6F15139B25}"/>
                </a:ext>
              </a:extLst>
            </p:cNvPr>
            <p:cNvSpPr/>
            <p:nvPr/>
          </p:nvSpPr>
          <p:spPr>
            <a:xfrm rot="5400000">
              <a:off x="1361824" y="1357693"/>
              <a:ext cx="135708" cy="806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504" name="TextBox 503">
              <a:extLst>
                <a:ext uri="{FF2B5EF4-FFF2-40B4-BE49-F238E27FC236}">
                  <a16:creationId xmlns:a16="http://schemas.microsoft.com/office/drawing/2014/main" id="{C0990BC3-6202-ECED-4DC4-04C38EAC5ABF}"/>
                </a:ext>
              </a:extLst>
            </p:cNvPr>
            <p:cNvSpPr txBox="1"/>
            <p:nvPr/>
          </p:nvSpPr>
          <p:spPr>
            <a:xfrm>
              <a:off x="1485901" y="1381931"/>
              <a:ext cx="23461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R2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7A9CE650-982C-1C22-0D08-90D033E107A7}"/>
                </a:ext>
              </a:extLst>
            </p:cNvPr>
            <p:cNvSpPr txBox="1"/>
            <p:nvPr/>
          </p:nvSpPr>
          <p:spPr>
            <a:xfrm>
              <a:off x="1134188" y="979106"/>
              <a:ext cx="2689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C1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506" name="TextBox 505">
              <a:extLst>
                <a:ext uri="{FF2B5EF4-FFF2-40B4-BE49-F238E27FC236}">
                  <a16:creationId xmlns:a16="http://schemas.microsoft.com/office/drawing/2014/main" id="{CAB700E3-975B-3855-0B1E-97ECCFBC2546}"/>
                </a:ext>
              </a:extLst>
            </p:cNvPr>
            <p:cNvSpPr txBox="1"/>
            <p:nvPr/>
          </p:nvSpPr>
          <p:spPr>
            <a:xfrm>
              <a:off x="1644282" y="978742"/>
              <a:ext cx="2689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C2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508" name="직사각형 507">
              <a:extLst>
                <a:ext uri="{FF2B5EF4-FFF2-40B4-BE49-F238E27FC236}">
                  <a16:creationId xmlns:a16="http://schemas.microsoft.com/office/drawing/2014/main" id="{E00B1883-CA79-7F9C-7C21-59BD00B5A155}"/>
                </a:ext>
              </a:extLst>
            </p:cNvPr>
            <p:cNvSpPr/>
            <p:nvPr/>
          </p:nvSpPr>
          <p:spPr>
            <a:xfrm>
              <a:off x="898888" y="947506"/>
              <a:ext cx="927618" cy="774874"/>
            </a:xfrm>
            <a:prstGeom prst="rect">
              <a:avLst/>
            </a:prstGeom>
            <a:noFill/>
            <a:ln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2556A5B7-1317-03E3-1CEE-F3273F4E92EB}"/>
                </a:ext>
              </a:extLst>
            </p:cNvPr>
            <p:cNvSpPr txBox="1"/>
            <p:nvPr/>
          </p:nvSpPr>
          <p:spPr>
            <a:xfrm>
              <a:off x="1932216" y="1118198"/>
              <a:ext cx="2689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rgbClr val="0070C0"/>
                  </a:solidFill>
                  <a:latin typeface="+mn-ea"/>
                </a:rPr>
                <a:t>Vi</a:t>
              </a:r>
              <a:endParaRPr lang="ko-KR" altLang="en-US" sz="800" dirty="0">
                <a:solidFill>
                  <a:srgbClr val="0070C0"/>
                </a:solidFill>
                <a:latin typeface="+mn-ea"/>
              </a:endParaRPr>
            </a:p>
          </p:txBody>
        </p:sp>
        <p:grpSp>
          <p:nvGrpSpPr>
            <p:cNvPr id="522" name="그룹 521">
              <a:extLst>
                <a:ext uri="{FF2B5EF4-FFF2-40B4-BE49-F238E27FC236}">
                  <a16:creationId xmlns:a16="http://schemas.microsoft.com/office/drawing/2014/main" id="{475ACA28-90CF-4F09-F245-14B528F26FCD}"/>
                </a:ext>
              </a:extLst>
            </p:cNvPr>
            <p:cNvGrpSpPr/>
            <p:nvPr/>
          </p:nvGrpSpPr>
          <p:grpSpPr>
            <a:xfrm>
              <a:off x="708620" y="1616950"/>
              <a:ext cx="133327" cy="50672"/>
              <a:chOff x="2147911" y="1952721"/>
              <a:chExt cx="133327" cy="50672"/>
            </a:xfrm>
          </p:grpSpPr>
          <p:cxnSp>
            <p:nvCxnSpPr>
              <p:cNvPr id="523" name="직선 연결선 522">
                <a:extLst>
                  <a:ext uri="{FF2B5EF4-FFF2-40B4-BE49-F238E27FC236}">
                    <a16:creationId xmlns:a16="http://schemas.microsoft.com/office/drawing/2014/main" id="{27AD7030-556E-E050-2F44-4479807535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7435" y="1952817"/>
                <a:ext cx="12380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4" name="직선 연결선 523">
                <a:extLst>
                  <a:ext uri="{FF2B5EF4-FFF2-40B4-BE49-F238E27FC236}">
                    <a16:creationId xmlns:a16="http://schemas.microsoft.com/office/drawing/2014/main" id="{87ED35E7-6E18-AB54-BA6B-35C491317A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47911" y="1952721"/>
                <a:ext cx="58425" cy="501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5" name="직선 연결선 524">
                <a:extLst>
                  <a:ext uri="{FF2B5EF4-FFF2-40B4-BE49-F238E27FC236}">
                    <a16:creationId xmlns:a16="http://schemas.microsoft.com/office/drawing/2014/main" id="{7F3B1347-8D1A-AF1F-AB55-5EC850754B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79274" y="1953194"/>
                <a:ext cx="58425" cy="501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6" name="직선 연결선 525">
                <a:extLst>
                  <a:ext uri="{FF2B5EF4-FFF2-40B4-BE49-F238E27FC236}">
                    <a16:creationId xmlns:a16="http://schemas.microsoft.com/office/drawing/2014/main" id="{81192C7D-2F66-1CC0-D25C-090A95CCEA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6820" y="1953193"/>
                <a:ext cx="58425" cy="501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28" name="직선 연결선 527">
              <a:extLst>
                <a:ext uri="{FF2B5EF4-FFF2-40B4-BE49-F238E27FC236}">
                  <a16:creationId xmlns:a16="http://schemas.microsoft.com/office/drawing/2014/main" id="{2F2EE011-D7AD-EBBC-A892-C5986724A5C7}"/>
                </a:ext>
              </a:extLst>
            </p:cNvPr>
            <p:cNvCxnSpPr/>
            <p:nvPr/>
          </p:nvCxnSpPr>
          <p:spPr>
            <a:xfrm>
              <a:off x="785977" y="1183260"/>
              <a:ext cx="0" cy="420976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9" name="그룹 528">
              <a:extLst>
                <a:ext uri="{FF2B5EF4-FFF2-40B4-BE49-F238E27FC236}">
                  <a16:creationId xmlns:a16="http://schemas.microsoft.com/office/drawing/2014/main" id="{E19A3CD7-7084-E68E-3CB2-090900AB4904}"/>
                </a:ext>
              </a:extLst>
            </p:cNvPr>
            <p:cNvGrpSpPr/>
            <p:nvPr/>
          </p:nvGrpSpPr>
          <p:grpSpPr>
            <a:xfrm>
              <a:off x="1352467" y="1589608"/>
              <a:ext cx="133327" cy="50672"/>
              <a:chOff x="2147911" y="1952721"/>
              <a:chExt cx="133327" cy="50672"/>
            </a:xfrm>
          </p:grpSpPr>
          <p:cxnSp>
            <p:nvCxnSpPr>
              <p:cNvPr id="530" name="직선 연결선 529">
                <a:extLst>
                  <a:ext uri="{FF2B5EF4-FFF2-40B4-BE49-F238E27FC236}">
                    <a16:creationId xmlns:a16="http://schemas.microsoft.com/office/drawing/2014/main" id="{EADA9E15-280F-76AA-E012-B68788410E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7435" y="1952817"/>
                <a:ext cx="12380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1" name="직선 연결선 530">
                <a:extLst>
                  <a:ext uri="{FF2B5EF4-FFF2-40B4-BE49-F238E27FC236}">
                    <a16:creationId xmlns:a16="http://schemas.microsoft.com/office/drawing/2014/main" id="{92EB12CA-7A88-0462-D5A0-85439A1221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47911" y="1952721"/>
                <a:ext cx="58425" cy="501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2" name="직선 연결선 531">
                <a:extLst>
                  <a:ext uri="{FF2B5EF4-FFF2-40B4-BE49-F238E27FC236}">
                    <a16:creationId xmlns:a16="http://schemas.microsoft.com/office/drawing/2014/main" id="{1C7F4844-2A45-59E2-ED2A-1CF4328158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79274" y="1953194"/>
                <a:ext cx="58425" cy="501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3" name="직선 연결선 532">
                <a:extLst>
                  <a:ext uri="{FF2B5EF4-FFF2-40B4-BE49-F238E27FC236}">
                    <a16:creationId xmlns:a16="http://schemas.microsoft.com/office/drawing/2014/main" id="{30CC7F1D-8941-AA8B-A522-24FAE1CC459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6820" y="1953193"/>
                <a:ext cx="58425" cy="501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2E87C23-47B9-C8F8-0214-E1F62AD679A8}"/>
                </a:ext>
              </a:extLst>
            </p:cNvPr>
            <p:cNvSpPr txBox="1"/>
            <p:nvPr/>
          </p:nvSpPr>
          <p:spPr>
            <a:xfrm>
              <a:off x="1062645" y="1259211"/>
              <a:ext cx="24068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solidFill>
                    <a:srgbClr val="0070C0"/>
                  </a:solidFill>
                  <a:latin typeface="+mn-ea"/>
                </a:rPr>
                <a:t>390p</a:t>
              </a:r>
              <a:endParaRPr lang="ko-KR" altLang="en-US" sz="8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AA85DFF-1141-C266-C472-F5B4721A92BB}"/>
                </a:ext>
              </a:extLst>
            </p:cNvPr>
            <p:cNvSpPr txBox="1"/>
            <p:nvPr/>
          </p:nvSpPr>
          <p:spPr>
            <a:xfrm>
              <a:off x="1582032" y="1258888"/>
              <a:ext cx="2689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solidFill>
                    <a:srgbClr val="0070C0"/>
                  </a:solidFill>
                  <a:latin typeface="+mn-ea"/>
                </a:rPr>
                <a:t>680p</a:t>
              </a:r>
              <a:endParaRPr lang="ko-KR" altLang="en-US" sz="8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010A436-8E21-14D9-AD41-86160E50E5DC}"/>
                </a:ext>
              </a:extLst>
            </p:cNvPr>
            <p:cNvSpPr txBox="1"/>
            <p:nvPr/>
          </p:nvSpPr>
          <p:spPr>
            <a:xfrm>
              <a:off x="1124206" y="1411175"/>
              <a:ext cx="24068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solidFill>
                    <a:srgbClr val="0070C0"/>
                  </a:solidFill>
                  <a:latin typeface="+mn-ea"/>
                </a:rPr>
                <a:t>51K</a:t>
              </a:r>
              <a:endParaRPr lang="ko-KR" altLang="en-US" sz="800" dirty="0">
                <a:solidFill>
                  <a:srgbClr val="0070C0"/>
                </a:solidFill>
                <a:latin typeface="+mn-ea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0" name="TextBox 539">
                <a:extLst>
                  <a:ext uri="{FF2B5EF4-FFF2-40B4-BE49-F238E27FC236}">
                    <a16:creationId xmlns:a16="http://schemas.microsoft.com/office/drawing/2014/main" id="{9A9A2177-60CB-A437-56D6-C69A0C10813B}"/>
                  </a:ext>
                </a:extLst>
              </p:cNvPr>
              <p:cNvSpPr txBox="1"/>
              <p:nvPr/>
            </p:nvSpPr>
            <p:spPr>
              <a:xfrm>
                <a:off x="6328336" y="2039886"/>
                <a:ext cx="3671419" cy="1411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en-US" altLang="ko-KR" sz="1200" u="sng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impedance calculation</a:t>
                </a:r>
              </a:p>
              <a:p>
                <a:pPr>
                  <a:lnSpc>
                    <a:spcPts val="2600"/>
                  </a:lnSpc>
                </a:pPr>
                <a:r>
                  <a:rPr lang="en-US" altLang="ko-KR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Z1 = XC1 // R2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𝑋𝐶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2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𝑋𝐶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𝑆𝐶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2+1</m:t>
                        </m:r>
                      </m:den>
                    </m:f>
                  </m:oMath>
                </a14:m>
                <a:endParaRPr lang="en-US" altLang="ko-KR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ts val="2600"/>
                  </a:lnSpc>
                </a:pPr>
                <a:r>
                  <a:rPr lang="en-US" altLang="ko-KR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Z = Z1+XC2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2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𝑆𝐶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2+1</m:t>
                            </m:r>
                          </m:den>
                        </m:f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𝑆𝐶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ko-KR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𝑆𝑅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2+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𝑆𝐶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ko-KR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ts val="2600"/>
                  </a:lnSpc>
                </a:pPr>
                <a:r>
                  <a:rPr lang="en-US" altLang="ko-KR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                          </a:t>
                </a:r>
                <a:r>
                  <a:rPr lang="en-US" altLang="ko-KR" sz="12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divide SC2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altLang="ko-KR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altLang="ko-KR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ko-KR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1/</m:t>
                            </m:r>
                            <m:r>
                              <a:rPr lang="en-US" altLang="ko-KR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ko-KR" sz="1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+1/</m:t>
                        </m:r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𝑆𝐶</m:t>
                        </m:r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𝑆𝐶</m:t>
                        </m:r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ko-KR" sz="1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ko-KR" sz="1200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altLang="ko-KR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0" name="TextBox 539">
                <a:extLst>
                  <a:ext uri="{FF2B5EF4-FFF2-40B4-BE49-F238E27FC236}">
                    <a16:creationId xmlns:a16="http://schemas.microsoft.com/office/drawing/2014/main" id="{9A9A2177-60CB-A437-56D6-C69A0C108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336" y="2039886"/>
                <a:ext cx="3671419" cy="14115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6" name="화살표: 위쪽 595">
            <a:extLst>
              <a:ext uri="{FF2B5EF4-FFF2-40B4-BE49-F238E27FC236}">
                <a16:creationId xmlns:a16="http://schemas.microsoft.com/office/drawing/2014/main" id="{CF872D92-B94A-90E6-21B1-6049BA189709}"/>
              </a:ext>
            </a:extLst>
          </p:cNvPr>
          <p:cNvSpPr/>
          <p:nvPr/>
        </p:nvSpPr>
        <p:spPr>
          <a:xfrm>
            <a:off x="4843099" y="3200554"/>
            <a:ext cx="206947" cy="250872"/>
          </a:xfrm>
          <a:prstGeom prst="upArrow">
            <a:avLst/>
          </a:prstGeom>
          <a:gradFill>
            <a:gsLst>
              <a:gs pos="19000">
                <a:srgbClr val="E00000"/>
              </a:gs>
              <a:gs pos="84953">
                <a:srgbClr val="E80000"/>
              </a:gs>
              <a:gs pos="2000">
                <a:srgbClr val="FFC1C1"/>
              </a:gs>
              <a:gs pos="40000">
                <a:srgbClr val="C00000"/>
              </a:gs>
              <a:gs pos="59000">
                <a:srgbClr val="C00000"/>
              </a:gs>
              <a:gs pos="100000">
                <a:srgbClr val="FFC1C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84D49A3-B322-DF98-556E-D08C926DBB72}"/>
              </a:ext>
            </a:extLst>
          </p:cNvPr>
          <p:cNvGrpSpPr/>
          <p:nvPr/>
        </p:nvGrpSpPr>
        <p:grpSpPr>
          <a:xfrm>
            <a:off x="3563447" y="3531691"/>
            <a:ext cx="2446610" cy="1452028"/>
            <a:chOff x="4653076" y="2819956"/>
            <a:chExt cx="2446610" cy="145202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6491280-CA91-EF15-F6C3-0DD1A28DFCCF}"/>
                </a:ext>
              </a:extLst>
            </p:cNvPr>
            <p:cNvSpPr txBox="1"/>
            <p:nvPr/>
          </p:nvSpPr>
          <p:spPr>
            <a:xfrm>
              <a:off x="5932615" y="3940564"/>
              <a:ext cx="600075" cy="21544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800" b="1" dirty="0">
                  <a:latin typeface="+mn-ea"/>
                </a:rPr>
                <a:t>ADA4530</a:t>
              </a: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8D831AD0-3A06-108E-E9F4-CA12E5F48B43}"/>
                </a:ext>
              </a:extLst>
            </p:cNvPr>
            <p:cNvCxnSpPr>
              <a:cxnSpLocks/>
            </p:cNvCxnSpPr>
            <p:nvPr/>
          </p:nvCxnSpPr>
          <p:spPr>
            <a:xfrm>
              <a:off x="6020604" y="3760583"/>
              <a:ext cx="0" cy="5985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ADC1AEF-65B8-5C1A-E7A3-0134FDCF19F8}"/>
                </a:ext>
              </a:extLst>
            </p:cNvPr>
            <p:cNvSpPr txBox="1"/>
            <p:nvPr/>
          </p:nvSpPr>
          <p:spPr>
            <a:xfrm>
              <a:off x="5984615" y="3648833"/>
              <a:ext cx="20010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5V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D51068A7-5F3B-F902-D9A3-07BE479FA324}"/>
                </a:ext>
              </a:extLst>
            </p:cNvPr>
            <p:cNvSpPr/>
            <p:nvPr/>
          </p:nvSpPr>
          <p:spPr>
            <a:xfrm>
              <a:off x="6510463" y="3862865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7ED6E77-00FB-0F78-C0BA-2B3A55C2CF55}"/>
                </a:ext>
              </a:extLst>
            </p:cNvPr>
            <p:cNvSpPr/>
            <p:nvPr/>
          </p:nvSpPr>
          <p:spPr>
            <a:xfrm>
              <a:off x="5496677" y="3799958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E3ED5A88-F95D-EBAE-C8E4-95EC49A45F69}"/>
                </a:ext>
              </a:extLst>
            </p:cNvPr>
            <p:cNvGrpSpPr/>
            <p:nvPr/>
          </p:nvGrpSpPr>
          <p:grpSpPr>
            <a:xfrm>
              <a:off x="5793928" y="3693707"/>
              <a:ext cx="333095" cy="386390"/>
              <a:chOff x="3217508" y="3826145"/>
              <a:chExt cx="333095" cy="386390"/>
            </a:xfrm>
          </p:grpSpPr>
          <p:sp>
            <p:nvSpPr>
              <p:cNvPr id="45" name="이등변 삼각형 44">
                <a:extLst>
                  <a:ext uri="{FF2B5EF4-FFF2-40B4-BE49-F238E27FC236}">
                    <a16:creationId xmlns:a16="http://schemas.microsoft.com/office/drawing/2014/main" id="{EE0A0B9F-BEF1-8CF2-6C7D-443419426756}"/>
                  </a:ext>
                </a:extLst>
              </p:cNvPr>
              <p:cNvSpPr/>
              <p:nvPr/>
            </p:nvSpPr>
            <p:spPr>
              <a:xfrm rot="5400000">
                <a:off x="3190861" y="3852792"/>
                <a:ext cx="386390" cy="333095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79BB014-F074-EDC0-FD15-C079494E0D0C}"/>
                  </a:ext>
                </a:extLst>
              </p:cNvPr>
              <p:cNvSpPr txBox="1"/>
              <p:nvPr/>
            </p:nvSpPr>
            <p:spPr>
              <a:xfrm>
                <a:off x="3240854" y="4012250"/>
                <a:ext cx="143202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+</a:t>
                </a:r>
                <a:endParaRPr lang="ko-KR" altLang="en-US" sz="800" dirty="0">
                  <a:latin typeface="+mn-ea"/>
                </a:endParaRP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DB0276D-30FF-06EC-A9DB-C7A30720BFF0}"/>
                  </a:ext>
                </a:extLst>
              </p:cNvPr>
              <p:cNvSpPr txBox="1"/>
              <p:nvPr/>
            </p:nvSpPr>
            <p:spPr>
              <a:xfrm>
                <a:off x="3253775" y="3897254"/>
                <a:ext cx="114279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</a:rPr>
                  <a:t>-</a:t>
                </a:r>
                <a:endParaRPr lang="ko-KR" altLang="en-US" sz="800" dirty="0">
                  <a:latin typeface="+mn-ea"/>
                </a:endParaRPr>
              </a:p>
            </p:txBody>
          </p:sp>
        </p:grp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69957919-E50B-A50E-B12C-5C6B93BF19F7}"/>
                </a:ext>
              </a:extLst>
            </p:cNvPr>
            <p:cNvCxnSpPr>
              <a:cxnSpLocks/>
            </p:cNvCxnSpPr>
            <p:nvPr/>
          </p:nvCxnSpPr>
          <p:spPr>
            <a:xfrm>
              <a:off x="4858737" y="3821669"/>
              <a:ext cx="92762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직선 연결선 459">
              <a:extLst>
                <a:ext uri="{FF2B5EF4-FFF2-40B4-BE49-F238E27FC236}">
                  <a16:creationId xmlns:a16="http://schemas.microsoft.com/office/drawing/2014/main" id="{09461572-8921-EDB5-237E-91A682E0F075}"/>
                </a:ext>
              </a:extLst>
            </p:cNvPr>
            <p:cNvCxnSpPr>
              <a:cxnSpLocks/>
            </p:cNvCxnSpPr>
            <p:nvPr/>
          </p:nvCxnSpPr>
          <p:spPr>
            <a:xfrm>
              <a:off x="5515513" y="3021601"/>
              <a:ext cx="0" cy="79883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직선 연결선 463">
              <a:extLst>
                <a:ext uri="{FF2B5EF4-FFF2-40B4-BE49-F238E27FC236}">
                  <a16:creationId xmlns:a16="http://schemas.microsoft.com/office/drawing/2014/main" id="{1EB91CB9-0429-9510-AFBF-E230BBB0BADA}"/>
                </a:ext>
              </a:extLst>
            </p:cNvPr>
            <p:cNvCxnSpPr>
              <a:cxnSpLocks/>
            </p:cNvCxnSpPr>
            <p:nvPr/>
          </p:nvCxnSpPr>
          <p:spPr>
            <a:xfrm>
              <a:off x="6128922" y="3887123"/>
              <a:ext cx="7061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직선 연결선 464">
              <a:extLst>
                <a:ext uri="{FF2B5EF4-FFF2-40B4-BE49-F238E27FC236}">
                  <a16:creationId xmlns:a16="http://schemas.microsoft.com/office/drawing/2014/main" id="{1088525D-5DAD-E9DC-F966-FC24043CCD1D}"/>
                </a:ext>
              </a:extLst>
            </p:cNvPr>
            <p:cNvCxnSpPr>
              <a:cxnSpLocks/>
            </p:cNvCxnSpPr>
            <p:nvPr/>
          </p:nvCxnSpPr>
          <p:spPr>
            <a:xfrm>
              <a:off x="6533448" y="3014962"/>
              <a:ext cx="0" cy="8697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직선 연결선 470">
              <a:extLst>
                <a:ext uri="{FF2B5EF4-FFF2-40B4-BE49-F238E27FC236}">
                  <a16:creationId xmlns:a16="http://schemas.microsoft.com/office/drawing/2014/main" id="{847E23CF-FA41-15A7-208A-08BC493B4CC5}"/>
                </a:ext>
              </a:extLst>
            </p:cNvPr>
            <p:cNvCxnSpPr>
              <a:cxnSpLocks/>
            </p:cNvCxnSpPr>
            <p:nvPr/>
          </p:nvCxnSpPr>
          <p:spPr>
            <a:xfrm>
              <a:off x="5715917" y="3948443"/>
              <a:ext cx="7172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직선 연결선 471">
              <a:extLst>
                <a:ext uri="{FF2B5EF4-FFF2-40B4-BE49-F238E27FC236}">
                  <a16:creationId xmlns:a16="http://schemas.microsoft.com/office/drawing/2014/main" id="{E53F8CAF-B143-0DCF-4E88-D5D691330003}"/>
                </a:ext>
              </a:extLst>
            </p:cNvPr>
            <p:cNvCxnSpPr>
              <a:cxnSpLocks/>
            </p:cNvCxnSpPr>
            <p:nvPr/>
          </p:nvCxnSpPr>
          <p:spPr>
            <a:xfrm>
              <a:off x="5722267" y="3945268"/>
              <a:ext cx="0" cy="2782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3" name="타원 542">
              <a:extLst>
                <a:ext uri="{FF2B5EF4-FFF2-40B4-BE49-F238E27FC236}">
                  <a16:creationId xmlns:a16="http://schemas.microsoft.com/office/drawing/2014/main" id="{06B058E9-677E-72A8-75F3-340A015A863A}"/>
                </a:ext>
              </a:extLst>
            </p:cNvPr>
            <p:cNvSpPr/>
            <p:nvPr/>
          </p:nvSpPr>
          <p:spPr>
            <a:xfrm>
              <a:off x="5987347" y="299845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grpSp>
          <p:nvGrpSpPr>
            <p:cNvPr id="545" name="그룹 544">
              <a:extLst>
                <a:ext uri="{FF2B5EF4-FFF2-40B4-BE49-F238E27FC236}">
                  <a16:creationId xmlns:a16="http://schemas.microsoft.com/office/drawing/2014/main" id="{EBF50D7B-9CCF-6F71-39DF-7072261F9053}"/>
                </a:ext>
              </a:extLst>
            </p:cNvPr>
            <p:cNvGrpSpPr/>
            <p:nvPr/>
          </p:nvGrpSpPr>
          <p:grpSpPr>
            <a:xfrm rot="5400000">
              <a:off x="5704841" y="2937650"/>
              <a:ext cx="113408" cy="153037"/>
              <a:chOff x="4518579" y="2304826"/>
              <a:chExt cx="113408" cy="153037"/>
            </a:xfrm>
          </p:grpSpPr>
          <p:cxnSp>
            <p:nvCxnSpPr>
              <p:cNvPr id="546" name="직선 연결선 545">
                <a:extLst>
                  <a:ext uri="{FF2B5EF4-FFF2-40B4-BE49-F238E27FC236}">
                    <a16:creationId xmlns:a16="http://schemas.microsoft.com/office/drawing/2014/main" id="{2F9DA1A8-E7D4-3209-544C-62B6698FAB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7143" y="2304826"/>
                <a:ext cx="0" cy="5985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" name="직선 연결선 546">
                <a:extLst>
                  <a:ext uri="{FF2B5EF4-FFF2-40B4-BE49-F238E27FC236}">
                    <a16:creationId xmlns:a16="http://schemas.microsoft.com/office/drawing/2014/main" id="{64470853-BFCB-4236-4C2B-94D88B6BDD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7892" y="2395538"/>
                <a:ext cx="0" cy="623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" name="직선 화살표 연결선 547">
                <a:extLst>
                  <a:ext uri="{FF2B5EF4-FFF2-40B4-BE49-F238E27FC236}">
                    <a16:creationId xmlns:a16="http://schemas.microsoft.com/office/drawing/2014/main" id="{D4C426AB-796F-C45D-798D-25E705C53C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8579" y="2363644"/>
                <a:ext cx="11295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" name="직선 화살표 연결선 548">
                <a:extLst>
                  <a:ext uri="{FF2B5EF4-FFF2-40B4-BE49-F238E27FC236}">
                    <a16:creationId xmlns:a16="http://schemas.microsoft.com/office/drawing/2014/main" id="{4F488D24-34ED-ED58-E3C8-77AA03A08B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9035" y="2397667"/>
                <a:ext cx="11295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0" name="그룹 549">
              <a:extLst>
                <a:ext uri="{FF2B5EF4-FFF2-40B4-BE49-F238E27FC236}">
                  <a16:creationId xmlns:a16="http://schemas.microsoft.com/office/drawing/2014/main" id="{5F27CCA2-219B-5029-DEE4-4DC56ABEC9E2}"/>
                </a:ext>
              </a:extLst>
            </p:cNvPr>
            <p:cNvGrpSpPr/>
            <p:nvPr/>
          </p:nvGrpSpPr>
          <p:grpSpPr>
            <a:xfrm rot="5400000">
              <a:off x="6220921" y="2944024"/>
              <a:ext cx="113408" cy="153037"/>
              <a:chOff x="4518579" y="2304826"/>
              <a:chExt cx="113408" cy="153037"/>
            </a:xfrm>
          </p:grpSpPr>
          <p:cxnSp>
            <p:nvCxnSpPr>
              <p:cNvPr id="551" name="직선 연결선 550">
                <a:extLst>
                  <a:ext uri="{FF2B5EF4-FFF2-40B4-BE49-F238E27FC236}">
                    <a16:creationId xmlns:a16="http://schemas.microsoft.com/office/drawing/2014/main" id="{20BF1671-EB22-4736-7CA8-C01A188BFE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7143" y="2304826"/>
                <a:ext cx="0" cy="5985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" name="직선 연결선 551">
                <a:extLst>
                  <a:ext uri="{FF2B5EF4-FFF2-40B4-BE49-F238E27FC236}">
                    <a16:creationId xmlns:a16="http://schemas.microsoft.com/office/drawing/2014/main" id="{CB18C984-FB30-1E53-01A3-D0FB457ABF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7892" y="2395538"/>
                <a:ext cx="0" cy="623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" name="직선 화살표 연결선 552">
                <a:extLst>
                  <a:ext uri="{FF2B5EF4-FFF2-40B4-BE49-F238E27FC236}">
                    <a16:creationId xmlns:a16="http://schemas.microsoft.com/office/drawing/2014/main" id="{EAAF7F4B-6067-9595-EB2F-3C52C32D64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8579" y="2363644"/>
                <a:ext cx="11295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4" name="직선 화살표 연결선 553">
                <a:extLst>
                  <a:ext uri="{FF2B5EF4-FFF2-40B4-BE49-F238E27FC236}">
                    <a16:creationId xmlns:a16="http://schemas.microsoft.com/office/drawing/2014/main" id="{5A5834E0-E0BD-342F-059E-6114127EC0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9035" y="2397667"/>
                <a:ext cx="11295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55" name="직선 연결선 554">
              <a:extLst>
                <a:ext uri="{FF2B5EF4-FFF2-40B4-BE49-F238E27FC236}">
                  <a16:creationId xmlns:a16="http://schemas.microsoft.com/office/drawing/2014/main" id="{223D3464-A38B-338F-458C-3E83025276AC}"/>
                </a:ext>
              </a:extLst>
            </p:cNvPr>
            <p:cNvCxnSpPr>
              <a:cxnSpLocks/>
            </p:cNvCxnSpPr>
            <p:nvPr/>
          </p:nvCxnSpPr>
          <p:spPr>
            <a:xfrm>
              <a:off x="5817666" y="3019994"/>
              <a:ext cx="40836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직선 연결선 555">
              <a:extLst>
                <a:ext uri="{FF2B5EF4-FFF2-40B4-BE49-F238E27FC236}">
                  <a16:creationId xmlns:a16="http://schemas.microsoft.com/office/drawing/2014/main" id="{AAE8B7EA-B668-08F9-15E4-3914902A26AC}"/>
                </a:ext>
              </a:extLst>
            </p:cNvPr>
            <p:cNvCxnSpPr>
              <a:cxnSpLocks/>
            </p:cNvCxnSpPr>
            <p:nvPr/>
          </p:nvCxnSpPr>
          <p:spPr>
            <a:xfrm>
              <a:off x="5515513" y="3016874"/>
              <a:ext cx="1861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직선 연결선 556">
              <a:extLst>
                <a:ext uri="{FF2B5EF4-FFF2-40B4-BE49-F238E27FC236}">
                  <a16:creationId xmlns:a16="http://schemas.microsoft.com/office/drawing/2014/main" id="{1BCA01EE-6D29-9850-977F-7B993B610F0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050" y="3022582"/>
              <a:ext cx="21382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직선 연결선 557">
              <a:extLst>
                <a:ext uri="{FF2B5EF4-FFF2-40B4-BE49-F238E27FC236}">
                  <a16:creationId xmlns:a16="http://schemas.microsoft.com/office/drawing/2014/main" id="{85F4DA79-ADF4-AF36-B801-E56192804C84}"/>
                </a:ext>
              </a:extLst>
            </p:cNvPr>
            <p:cNvCxnSpPr>
              <a:cxnSpLocks/>
            </p:cNvCxnSpPr>
            <p:nvPr/>
          </p:nvCxnSpPr>
          <p:spPr>
            <a:xfrm>
              <a:off x="6009241" y="3021601"/>
              <a:ext cx="0" cy="4191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9" name="직사각형 558">
              <a:extLst>
                <a:ext uri="{FF2B5EF4-FFF2-40B4-BE49-F238E27FC236}">
                  <a16:creationId xmlns:a16="http://schemas.microsoft.com/office/drawing/2014/main" id="{80E10A42-6BEF-60F5-511C-24A0D6A36D7E}"/>
                </a:ext>
              </a:extLst>
            </p:cNvPr>
            <p:cNvSpPr/>
            <p:nvPr/>
          </p:nvSpPr>
          <p:spPr>
            <a:xfrm rot="5400000">
              <a:off x="5943825" y="3204491"/>
              <a:ext cx="135708" cy="806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7837CE3C-6E9D-93FF-57F0-C6C110C2AE53}"/>
                </a:ext>
              </a:extLst>
            </p:cNvPr>
            <p:cNvSpPr txBox="1"/>
            <p:nvPr/>
          </p:nvSpPr>
          <p:spPr>
            <a:xfrm>
              <a:off x="6067902" y="3228729"/>
              <a:ext cx="23461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R2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4E07659B-955D-3DA5-A8EF-17416AD450B0}"/>
                </a:ext>
              </a:extLst>
            </p:cNvPr>
            <p:cNvSpPr txBox="1"/>
            <p:nvPr/>
          </p:nvSpPr>
          <p:spPr>
            <a:xfrm>
              <a:off x="5716189" y="2825904"/>
              <a:ext cx="2689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C1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562" name="TextBox 561">
              <a:extLst>
                <a:ext uri="{FF2B5EF4-FFF2-40B4-BE49-F238E27FC236}">
                  <a16:creationId xmlns:a16="http://schemas.microsoft.com/office/drawing/2014/main" id="{83DC69DF-E9DA-8457-79EF-B3DD677611A7}"/>
                </a:ext>
              </a:extLst>
            </p:cNvPr>
            <p:cNvSpPr txBox="1"/>
            <p:nvPr/>
          </p:nvSpPr>
          <p:spPr>
            <a:xfrm>
              <a:off x="6226283" y="2825540"/>
              <a:ext cx="2689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C2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C3F9680E-D1D8-8BFE-4966-A079BE93D871}"/>
                </a:ext>
              </a:extLst>
            </p:cNvPr>
            <p:cNvSpPr txBox="1"/>
            <p:nvPr/>
          </p:nvSpPr>
          <p:spPr>
            <a:xfrm>
              <a:off x="4653076" y="3740505"/>
              <a:ext cx="2689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rgbClr val="0070C0"/>
                  </a:solidFill>
                  <a:latin typeface="+mn-ea"/>
                </a:rPr>
                <a:t>Vi</a:t>
              </a:r>
              <a:endParaRPr lang="ko-KR" altLang="en-US" sz="800" dirty="0">
                <a:solidFill>
                  <a:srgbClr val="0070C0"/>
                </a:solidFill>
                <a:latin typeface="+mn-ea"/>
              </a:endParaRPr>
            </a:p>
          </p:txBody>
        </p:sp>
        <p:grpSp>
          <p:nvGrpSpPr>
            <p:cNvPr id="567" name="그룹 566">
              <a:extLst>
                <a:ext uri="{FF2B5EF4-FFF2-40B4-BE49-F238E27FC236}">
                  <a16:creationId xmlns:a16="http://schemas.microsoft.com/office/drawing/2014/main" id="{9BAB22F0-C210-6732-4179-93A3B89EC58E}"/>
                </a:ext>
              </a:extLst>
            </p:cNvPr>
            <p:cNvGrpSpPr/>
            <p:nvPr/>
          </p:nvGrpSpPr>
          <p:grpSpPr>
            <a:xfrm>
              <a:off x="5657400" y="4221312"/>
              <a:ext cx="133327" cy="50672"/>
              <a:chOff x="2147911" y="1952721"/>
              <a:chExt cx="133327" cy="50672"/>
            </a:xfrm>
          </p:grpSpPr>
          <p:cxnSp>
            <p:nvCxnSpPr>
              <p:cNvPr id="568" name="직선 연결선 567">
                <a:extLst>
                  <a:ext uri="{FF2B5EF4-FFF2-40B4-BE49-F238E27FC236}">
                    <a16:creationId xmlns:a16="http://schemas.microsoft.com/office/drawing/2014/main" id="{0E00A4EE-7E64-8A57-7F0B-FCBD675429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7435" y="1952817"/>
                <a:ext cx="12380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직선 연결선 568">
                <a:extLst>
                  <a:ext uri="{FF2B5EF4-FFF2-40B4-BE49-F238E27FC236}">
                    <a16:creationId xmlns:a16="http://schemas.microsoft.com/office/drawing/2014/main" id="{68778D18-9376-FBB2-D0AA-20ADC2AE7BA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47911" y="1952721"/>
                <a:ext cx="58425" cy="501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직선 연결선 569">
                <a:extLst>
                  <a:ext uri="{FF2B5EF4-FFF2-40B4-BE49-F238E27FC236}">
                    <a16:creationId xmlns:a16="http://schemas.microsoft.com/office/drawing/2014/main" id="{1CA046FF-EEED-161B-D271-21B3F60DB3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79274" y="1953194"/>
                <a:ext cx="58425" cy="501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" name="직선 연결선 570">
                <a:extLst>
                  <a:ext uri="{FF2B5EF4-FFF2-40B4-BE49-F238E27FC236}">
                    <a16:creationId xmlns:a16="http://schemas.microsoft.com/office/drawing/2014/main" id="{124C877D-49C8-6508-B3E5-F6D4EEAEE4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6820" y="1953193"/>
                <a:ext cx="58425" cy="501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3" name="그룹 572">
              <a:extLst>
                <a:ext uri="{FF2B5EF4-FFF2-40B4-BE49-F238E27FC236}">
                  <a16:creationId xmlns:a16="http://schemas.microsoft.com/office/drawing/2014/main" id="{BEF2B1C8-FC84-A0F2-D1B0-204E9E6C0BCD}"/>
                </a:ext>
              </a:extLst>
            </p:cNvPr>
            <p:cNvGrpSpPr/>
            <p:nvPr/>
          </p:nvGrpSpPr>
          <p:grpSpPr>
            <a:xfrm>
              <a:off x="5934468" y="3436406"/>
              <a:ext cx="133327" cy="50672"/>
              <a:chOff x="2147911" y="1952721"/>
              <a:chExt cx="133327" cy="50672"/>
            </a:xfrm>
          </p:grpSpPr>
          <p:cxnSp>
            <p:nvCxnSpPr>
              <p:cNvPr id="574" name="직선 연결선 573">
                <a:extLst>
                  <a:ext uri="{FF2B5EF4-FFF2-40B4-BE49-F238E27FC236}">
                    <a16:creationId xmlns:a16="http://schemas.microsoft.com/office/drawing/2014/main" id="{2E0AC7E5-1C59-A461-E576-27163BF62D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7435" y="1952817"/>
                <a:ext cx="12380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" name="직선 연결선 574">
                <a:extLst>
                  <a:ext uri="{FF2B5EF4-FFF2-40B4-BE49-F238E27FC236}">
                    <a16:creationId xmlns:a16="http://schemas.microsoft.com/office/drawing/2014/main" id="{E72C6569-78D9-5914-5898-29E2890B8D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47911" y="1952721"/>
                <a:ext cx="58425" cy="501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" name="직선 연결선 575">
                <a:extLst>
                  <a:ext uri="{FF2B5EF4-FFF2-40B4-BE49-F238E27FC236}">
                    <a16:creationId xmlns:a16="http://schemas.microsoft.com/office/drawing/2014/main" id="{A13CADDF-C00E-A811-3326-93C7C9D763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79274" y="1953194"/>
                <a:ext cx="58425" cy="501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7" name="직선 연결선 576">
                <a:extLst>
                  <a:ext uri="{FF2B5EF4-FFF2-40B4-BE49-F238E27FC236}">
                    <a16:creationId xmlns:a16="http://schemas.microsoft.com/office/drawing/2014/main" id="{44BF1D7D-52EA-23BD-A075-737FAE4454F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16820" y="1953193"/>
                <a:ext cx="58425" cy="5019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2" name="TextBox 581">
              <a:extLst>
                <a:ext uri="{FF2B5EF4-FFF2-40B4-BE49-F238E27FC236}">
                  <a16:creationId xmlns:a16="http://schemas.microsoft.com/office/drawing/2014/main" id="{2185B2A5-06C6-3935-3B35-8D14AECDDD93}"/>
                </a:ext>
              </a:extLst>
            </p:cNvPr>
            <p:cNvSpPr txBox="1"/>
            <p:nvPr/>
          </p:nvSpPr>
          <p:spPr>
            <a:xfrm>
              <a:off x="5874777" y="2859988"/>
              <a:ext cx="2689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rgbClr val="0070C0"/>
                  </a:solidFill>
                  <a:latin typeface="+mn-ea"/>
                </a:rPr>
                <a:t>V1</a:t>
              </a:r>
              <a:endParaRPr lang="ko-KR" altLang="en-US" sz="8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583" name="직사각형 582">
              <a:extLst>
                <a:ext uri="{FF2B5EF4-FFF2-40B4-BE49-F238E27FC236}">
                  <a16:creationId xmlns:a16="http://schemas.microsoft.com/office/drawing/2014/main" id="{4BA35489-9687-40B7-E9D0-6B5AF77E30EC}"/>
                </a:ext>
              </a:extLst>
            </p:cNvPr>
            <p:cNvSpPr/>
            <p:nvPr/>
          </p:nvSpPr>
          <p:spPr>
            <a:xfrm>
              <a:off x="5055971" y="3781281"/>
              <a:ext cx="135708" cy="806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588" name="TextBox 587">
              <a:extLst>
                <a:ext uri="{FF2B5EF4-FFF2-40B4-BE49-F238E27FC236}">
                  <a16:creationId xmlns:a16="http://schemas.microsoft.com/office/drawing/2014/main" id="{3822EE55-C8A0-3706-2CC4-FB83482379BD}"/>
                </a:ext>
              </a:extLst>
            </p:cNvPr>
            <p:cNvSpPr txBox="1"/>
            <p:nvPr/>
          </p:nvSpPr>
          <p:spPr>
            <a:xfrm>
              <a:off x="5053730" y="3667353"/>
              <a:ext cx="23461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R1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590" name="TextBox 589">
              <a:extLst>
                <a:ext uri="{FF2B5EF4-FFF2-40B4-BE49-F238E27FC236}">
                  <a16:creationId xmlns:a16="http://schemas.microsoft.com/office/drawing/2014/main" id="{90C72C6C-485A-094F-A8DC-7A72B67521D3}"/>
                </a:ext>
              </a:extLst>
            </p:cNvPr>
            <p:cNvSpPr txBox="1"/>
            <p:nvPr/>
          </p:nvSpPr>
          <p:spPr>
            <a:xfrm>
              <a:off x="6830759" y="3817453"/>
              <a:ext cx="2689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rgbClr val="0070C0"/>
                  </a:solidFill>
                  <a:latin typeface="+mn-ea"/>
                </a:rPr>
                <a:t>Vo</a:t>
              </a:r>
              <a:endParaRPr lang="ko-KR" altLang="en-US" sz="80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597" name="직사각형 596">
              <a:extLst>
                <a:ext uri="{FF2B5EF4-FFF2-40B4-BE49-F238E27FC236}">
                  <a16:creationId xmlns:a16="http://schemas.microsoft.com/office/drawing/2014/main" id="{5AD24163-0FBD-77D8-8F30-9469316857E0}"/>
                </a:ext>
              </a:extLst>
            </p:cNvPr>
            <p:cNvSpPr/>
            <p:nvPr/>
          </p:nvSpPr>
          <p:spPr>
            <a:xfrm>
              <a:off x="5468996" y="2819956"/>
              <a:ext cx="1113651" cy="720321"/>
            </a:xfrm>
            <a:prstGeom prst="rect">
              <a:avLst/>
            </a:prstGeom>
            <a:noFill/>
            <a:ln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C718FCA9-D18C-A77D-7FC2-C327D907C1B5}"/>
                  </a:ext>
                </a:extLst>
              </p:cNvPr>
              <p:cNvSpPr txBox="1"/>
              <p:nvPr/>
            </p:nvSpPr>
            <p:spPr>
              <a:xfrm>
                <a:off x="6335808" y="3369940"/>
                <a:ext cx="3671419" cy="1167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 inverting amp,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G=K, H=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den>
                    </m:f>
                  </m:oMath>
                </a14:m>
                <a:r>
                  <a:rPr lang="en-US" altLang="ko-KR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H-1=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num>
                      <m:den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den>
                    </m:f>
                  </m:oMath>
                </a14:m>
                <a:endParaRPr lang="en-US" altLang="ko-KR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𝑉𝑜</m:t>
                        </m:r>
                      </m:num>
                      <m:den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𝑉𝑖</m:t>
                        </m:r>
                      </m:den>
                    </m:f>
                  </m:oMath>
                </a14:m>
                <a:r>
                  <a:rPr lang="en-US" altLang="ko-KR" sz="12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𝐺𝐻</m:t>
                        </m:r>
                      </m:den>
                    </m:f>
                  </m:oMath>
                </a14:m>
                <a:r>
                  <a:rPr lang="en-US" altLang="ko-KR" sz="1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-K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𝑠𝑅</m:t>
                        </m:r>
                        <m:r>
                          <a:rPr lang="en-US" altLang="ko-KR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altLang="ko-KR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ko-KR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altLang="ko-KR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ko-KR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altLang="ko-KR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sSup>
                          <m:sSupPr>
                            <m:ctrlPr>
                              <a:rPr lang="en-US" altLang="ko-KR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altLang="ko-KR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altLang="ko-KR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ko-K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altLang="ko-K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altLang="ko-K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2+</m:t>
                            </m:r>
                            <m: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2+</m:t>
                            </m:r>
                            <m: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altLang="ko-KR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ko-K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altLang="ko-KR" sz="12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98" name="TextBox 597">
                <a:extLst>
                  <a:ext uri="{FF2B5EF4-FFF2-40B4-BE49-F238E27FC236}">
                    <a16:creationId xmlns:a16="http://schemas.microsoft.com/office/drawing/2014/main" id="{C718FCA9-D18C-A77D-7FC2-C327D907C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5808" y="3369940"/>
                <a:ext cx="3671419" cy="11672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0EE2780-539E-1C69-BFB5-ECD46F5FEA40}"/>
              </a:ext>
            </a:extLst>
          </p:cNvPr>
          <p:cNvSpPr txBox="1"/>
          <p:nvPr/>
        </p:nvSpPr>
        <p:spPr>
          <a:xfrm>
            <a:off x="710473" y="404669"/>
            <a:ext cx="10468515" cy="70788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- reference : </a:t>
            </a:r>
            <a:r>
              <a:rPr lang="en-US" altLang="ko-KR" sz="1000" b="1" dirty="0">
                <a:solidFill>
                  <a:srgbClr val="0070C0"/>
                </a:solidFill>
                <a:latin typeface="+mn-ea"/>
              </a:rPr>
              <a:t>D</a:t>
            </a:r>
            <a:r>
              <a:rPr lang="en-US" altLang="ko-KR" sz="1000" b="1" i="0" dirty="0">
                <a:solidFill>
                  <a:srgbClr val="0070C0"/>
                </a:solidFill>
                <a:effectLst/>
                <a:latin typeface="+mn-ea"/>
              </a:rPr>
              <a:t>ynamic Circuit Response. </a:t>
            </a:r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by </a:t>
            </a:r>
            <a:r>
              <a:rPr lang="en-US" altLang="ko-KR" sz="1000" b="0" i="0" dirty="0">
                <a:solidFill>
                  <a:srgbClr val="0070C0"/>
                </a:solidFill>
                <a:effectLst/>
                <a:latin typeface="+mn-ea"/>
              </a:rPr>
              <a:t>Dennis L. Feucht</a:t>
            </a:r>
          </a:p>
          <a:p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- OP-amp compensation required to prevent oscillation at high frequency</a:t>
            </a:r>
          </a:p>
          <a:p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  1) dominant pole compensation : commonly used, loop gain rolls off(-20dB/dec) at low freq. and reduces loop gain at higher freq.</a:t>
            </a:r>
          </a:p>
          <a:p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  2) 2-pole compensation : rarely used, loop gain rolls off (-40dB/dec) at higher freq. and then revert to -20dB/dec at </a:t>
            </a:r>
            <a:r>
              <a:rPr lang="en-US" altLang="ko-KR" sz="1000" dirty="0" err="1">
                <a:solidFill>
                  <a:srgbClr val="0070C0"/>
                </a:solidFill>
                <a:latin typeface="+mn-ea"/>
              </a:rPr>
              <a:t>Fzero</a:t>
            </a:r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 freq.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B26CA2D-F83E-BFB0-A8D6-CC678B5713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917" y="1175283"/>
            <a:ext cx="3322567" cy="27920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565510-4597-2A9B-57AF-C2B2EB87B5B7}"/>
              </a:ext>
            </a:extLst>
          </p:cNvPr>
          <p:cNvSpPr txBox="1"/>
          <p:nvPr/>
        </p:nvSpPr>
        <p:spPr>
          <a:xfrm>
            <a:off x="1215577" y="3860666"/>
            <a:ext cx="1879619" cy="24622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0070C0"/>
                </a:solidFill>
                <a:latin typeface="+mn-ea"/>
              </a:rPr>
              <a:t>dominant pole compensation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3BB06EA-9B19-D22D-204C-303EFB3F1069}"/>
              </a:ext>
            </a:extLst>
          </p:cNvPr>
          <p:cNvGrpSpPr/>
          <p:nvPr/>
        </p:nvGrpSpPr>
        <p:grpSpPr>
          <a:xfrm>
            <a:off x="4546004" y="1426125"/>
            <a:ext cx="767937" cy="537021"/>
            <a:chOff x="1761915" y="1914070"/>
            <a:chExt cx="767937" cy="537021"/>
          </a:xfrm>
        </p:grpSpPr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57E7E911-C3D3-9DAE-03AA-44C55D7D493B}"/>
                </a:ext>
              </a:extLst>
            </p:cNvPr>
            <p:cNvCxnSpPr>
              <a:cxnSpLocks/>
            </p:cNvCxnSpPr>
            <p:nvPr/>
          </p:nvCxnSpPr>
          <p:spPr>
            <a:xfrm>
              <a:off x="1761915" y="2267854"/>
              <a:ext cx="7679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14B678A3-A98C-1347-4A15-E2734A368A2E}"/>
                </a:ext>
              </a:extLst>
            </p:cNvPr>
            <p:cNvGrpSpPr/>
            <p:nvPr/>
          </p:nvGrpSpPr>
          <p:grpSpPr>
            <a:xfrm rot="5400000">
              <a:off x="2095678" y="1967196"/>
              <a:ext cx="113408" cy="153037"/>
              <a:chOff x="4518579" y="2304826"/>
              <a:chExt cx="113408" cy="153037"/>
            </a:xfrm>
          </p:grpSpPr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EC1E2C8C-E3D9-5465-04C9-3F05C0EDB4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7143" y="2304826"/>
                <a:ext cx="0" cy="5985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873C8279-612D-E01C-A3EC-BEB2CDB20E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7892" y="2395538"/>
                <a:ext cx="0" cy="6232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화살표 연결선 30">
                <a:extLst>
                  <a:ext uri="{FF2B5EF4-FFF2-40B4-BE49-F238E27FC236}">
                    <a16:creationId xmlns:a16="http://schemas.microsoft.com/office/drawing/2014/main" id="{B59FD3F1-C441-8297-0D3A-4C8FA33EF6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8579" y="2363644"/>
                <a:ext cx="11295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화살표 연결선 31">
                <a:extLst>
                  <a:ext uri="{FF2B5EF4-FFF2-40B4-BE49-F238E27FC236}">
                    <a16:creationId xmlns:a16="http://schemas.microsoft.com/office/drawing/2014/main" id="{3F34D01A-1702-D360-AC1F-B4CB2D1815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9035" y="2397667"/>
                <a:ext cx="11295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A96B9AA-A230-10BD-695B-49962968BD9A}"/>
                </a:ext>
              </a:extLst>
            </p:cNvPr>
            <p:cNvSpPr/>
            <p:nvPr/>
          </p:nvSpPr>
          <p:spPr>
            <a:xfrm>
              <a:off x="2079689" y="2230382"/>
              <a:ext cx="135708" cy="806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150B3FE8-44FC-0BD9-CBD8-47F0A9CE23B4}"/>
                </a:ext>
              </a:extLst>
            </p:cNvPr>
            <p:cNvCxnSpPr>
              <a:cxnSpLocks/>
            </p:cNvCxnSpPr>
            <p:nvPr/>
          </p:nvCxnSpPr>
          <p:spPr>
            <a:xfrm>
              <a:off x="1943525" y="2046662"/>
              <a:ext cx="1670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7995B77-D6C4-33E7-C72B-15E728CA66CC}"/>
                </a:ext>
              </a:extLst>
            </p:cNvPr>
            <p:cNvCxnSpPr>
              <a:cxnSpLocks/>
            </p:cNvCxnSpPr>
            <p:nvPr/>
          </p:nvCxnSpPr>
          <p:spPr>
            <a:xfrm>
              <a:off x="2205105" y="2043487"/>
              <a:ext cx="1670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576D2ACB-7F16-EF51-5597-8BEA0B641B63}"/>
                </a:ext>
              </a:extLst>
            </p:cNvPr>
            <p:cNvCxnSpPr>
              <a:cxnSpLocks/>
            </p:cNvCxnSpPr>
            <p:nvPr/>
          </p:nvCxnSpPr>
          <p:spPr>
            <a:xfrm>
              <a:off x="1943525" y="2043487"/>
              <a:ext cx="0" cy="2243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7B127E18-E450-D29C-CAAA-E5F00C4E21DB}"/>
                </a:ext>
              </a:extLst>
            </p:cNvPr>
            <p:cNvCxnSpPr>
              <a:cxnSpLocks/>
            </p:cNvCxnSpPr>
            <p:nvPr/>
          </p:nvCxnSpPr>
          <p:spPr>
            <a:xfrm>
              <a:off x="2372188" y="2043487"/>
              <a:ext cx="0" cy="2243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61B08408-E9C9-F3A0-FAC7-12606892E84F}"/>
                </a:ext>
              </a:extLst>
            </p:cNvPr>
            <p:cNvSpPr/>
            <p:nvPr/>
          </p:nvSpPr>
          <p:spPr>
            <a:xfrm>
              <a:off x="1920228" y="224412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EABA186E-6213-E6EC-F0BB-F38042E3498A}"/>
                </a:ext>
              </a:extLst>
            </p:cNvPr>
            <p:cNvSpPr/>
            <p:nvPr/>
          </p:nvSpPr>
          <p:spPr>
            <a:xfrm>
              <a:off x="2349328" y="224412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n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9C60034-3A35-0811-9872-BF87CE7A844C}"/>
                </a:ext>
              </a:extLst>
            </p:cNvPr>
            <p:cNvSpPr txBox="1"/>
            <p:nvPr/>
          </p:nvSpPr>
          <p:spPr>
            <a:xfrm>
              <a:off x="2205105" y="1914070"/>
              <a:ext cx="268927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C</a:t>
              </a:r>
              <a:endParaRPr lang="ko-KR" altLang="en-US" sz="800" dirty="0"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0BEF5C1-B9E1-F44A-6302-F2B12571E62D}"/>
                </a:ext>
              </a:extLst>
            </p:cNvPr>
            <p:cNvSpPr txBox="1"/>
            <p:nvPr/>
          </p:nvSpPr>
          <p:spPr>
            <a:xfrm>
              <a:off x="2131878" y="2327980"/>
              <a:ext cx="234614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800" dirty="0">
                  <a:latin typeface="+mn-ea"/>
                </a:rPr>
                <a:t>R</a:t>
              </a:r>
              <a:endParaRPr lang="ko-KR" altLang="en-US" sz="800" dirty="0">
                <a:latin typeface="+mn-ea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3A70AEF-8B7A-C020-1011-47168D5E8B19}"/>
                  </a:ext>
                </a:extLst>
              </p:cNvPr>
              <p:cNvSpPr txBox="1"/>
              <p:nvPr/>
            </p:nvSpPr>
            <p:spPr>
              <a:xfrm>
                <a:off x="6337648" y="1237768"/>
                <a:ext cx="2453097" cy="741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en-US" altLang="ko-KR" sz="1200" u="sng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impedance calculation</a:t>
                </a:r>
              </a:p>
              <a:p>
                <a:pPr>
                  <a:lnSpc>
                    <a:spcPts val="2600"/>
                  </a:lnSpc>
                </a:pPr>
                <a:r>
                  <a:rPr lang="en-US" altLang="ko-KR" sz="1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Z = XC // 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𝑋𝐶</m:t>
                        </m:r>
                        <m:r>
                          <a:rPr lang="en-US" altLang="ko-KR" sz="12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𝑋𝐶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𝑆𝐶𝑅</m:t>
                        </m:r>
                      </m:den>
                    </m:f>
                  </m:oMath>
                </a14:m>
                <a:endParaRPr lang="en-US" altLang="ko-KR" sz="12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3A70AEF-8B7A-C020-1011-47168D5E8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648" y="1237768"/>
                <a:ext cx="2453097" cy="741742"/>
              </a:xfrm>
              <a:prstGeom prst="rect">
                <a:avLst/>
              </a:prstGeom>
              <a:blipFill>
                <a:blip r:embed="rId6"/>
                <a:stretch>
                  <a:fillRect l="-2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2E8CC57-CE97-89B1-EC9B-2B9C5A052A4B}"/>
                  </a:ext>
                </a:extLst>
              </p:cNvPr>
              <p:cNvSpPr txBox="1"/>
              <p:nvPr/>
            </p:nvSpPr>
            <p:spPr>
              <a:xfrm>
                <a:off x="3437325" y="5647850"/>
                <a:ext cx="2237334" cy="400110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altLang="ko-KR" sz="1000" dirty="0">
                    <a:solidFill>
                      <a:srgbClr val="0070C0"/>
                    </a:solidFill>
                    <a:latin typeface="+mn-ea"/>
                  </a:rPr>
                  <a:t>Fz </a:t>
                </a:r>
                <a14:m>
                  <m:oMath xmlns:m="http://schemas.openxmlformats.org/officeDocument/2006/math">
                    <m:r>
                      <a:rPr lang="en-US" altLang="ko-KR" sz="1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</m:oMath>
                </a14:m>
                <a:r>
                  <a:rPr lang="en-US" altLang="ko-KR" sz="1000" dirty="0">
                    <a:solidFill>
                      <a:srgbClr val="0070C0"/>
                    </a:solidFill>
                    <a:latin typeface="+mn-ea"/>
                  </a:rPr>
                  <a:t> Fu preferable</a:t>
                </a:r>
              </a:p>
              <a:p>
                <a:r>
                  <a:rPr lang="en-US" altLang="ko-KR" sz="1000" dirty="0">
                    <a:solidFill>
                      <a:srgbClr val="FF0000"/>
                    </a:solidFill>
                    <a:latin typeface="+mn-ea"/>
                  </a:rPr>
                  <a:t>Fz </a:t>
                </a:r>
                <a14:m>
                  <m:oMath xmlns:m="http://schemas.openxmlformats.org/officeDocument/2006/math">
                    <m:r>
                      <a:rPr lang="en-US" altLang="ko-KR" sz="1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</m:oMath>
                </a14:m>
                <a:r>
                  <a:rPr lang="en-US" altLang="ko-KR" sz="1000" dirty="0">
                    <a:solidFill>
                      <a:srgbClr val="FF0000"/>
                    </a:solidFill>
                    <a:latin typeface="+mn-ea"/>
                  </a:rPr>
                  <a:t> Fu / 50 = 2MHz / 50 = 40 </a:t>
                </a:r>
                <a:r>
                  <a:rPr lang="en-US" altLang="ko-KR" sz="1000" dirty="0" err="1">
                    <a:solidFill>
                      <a:srgbClr val="FF0000"/>
                    </a:solidFill>
                    <a:latin typeface="+mn-ea"/>
                  </a:rPr>
                  <a:t>KHz</a:t>
                </a:r>
                <a:endParaRPr lang="en-US" altLang="ko-KR" sz="1000" dirty="0">
                  <a:solidFill>
                    <a:srgbClr val="FF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2E8CC57-CE97-89B1-EC9B-2B9C5A052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325" y="5647850"/>
                <a:ext cx="2237334" cy="400110"/>
              </a:xfrm>
              <a:prstGeom prst="rect">
                <a:avLst/>
              </a:prstGeom>
              <a:blipFill>
                <a:blip r:embed="rId7"/>
                <a:stretch>
                  <a:fillRect l="-3542" b="-60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33BAFFF1-1A38-E105-D0AE-F91695617085}"/>
              </a:ext>
            </a:extLst>
          </p:cNvPr>
          <p:cNvCxnSpPr/>
          <p:nvPr/>
        </p:nvCxnSpPr>
        <p:spPr>
          <a:xfrm flipH="1">
            <a:off x="2668476" y="5770961"/>
            <a:ext cx="6341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3" name="그룹 472">
            <a:extLst>
              <a:ext uri="{FF2B5EF4-FFF2-40B4-BE49-F238E27FC236}">
                <a16:creationId xmlns:a16="http://schemas.microsoft.com/office/drawing/2014/main" id="{0F16969A-940A-C005-BE89-925C9643F7BB}"/>
              </a:ext>
            </a:extLst>
          </p:cNvPr>
          <p:cNvGrpSpPr/>
          <p:nvPr/>
        </p:nvGrpSpPr>
        <p:grpSpPr>
          <a:xfrm>
            <a:off x="708268" y="4315132"/>
            <a:ext cx="3188118" cy="2420653"/>
            <a:chOff x="-1989821" y="4266119"/>
            <a:chExt cx="3188118" cy="24206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F85CD3-4FCE-1E33-A3C0-A47E3D70BA99}"/>
                </a:ext>
              </a:extLst>
            </p:cNvPr>
            <p:cNvSpPr txBox="1"/>
            <p:nvPr/>
          </p:nvSpPr>
          <p:spPr>
            <a:xfrm>
              <a:off x="-1409067" y="6440551"/>
              <a:ext cx="1879619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two pole compensation</a:t>
              </a:r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1920E915-B8B6-5BC1-2D6B-6DECA5CBF052}"/>
                </a:ext>
              </a:extLst>
            </p:cNvPr>
            <p:cNvCxnSpPr>
              <a:cxnSpLocks/>
            </p:cNvCxnSpPr>
            <p:nvPr/>
          </p:nvCxnSpPr>
          <p:spPr>
            <a:xfrm>
              <a:off x="-1618966" y="4367990"/>
              <a:ext cx="0" cy="18933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5F74C29F-4A0A-B977-6555-8272E74A92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618966" y="6261377"/>
              <a:ext cx="27010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BF4469F2-BA0B-74C4-4292-B0A70B2C73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1127760" y="4878097"/>
              <a:ext cx="1800138" cy="1508133"/>
            </a:xfrm>
            <a:prstGeom prst="line">
              <a:avLst/>
            </a:prstGeom>
            <a:ln w="158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5312BD41-89D8-3BC7-F5E2-82BEBCF886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119542" y="4870477"/>
              <a:ext cx="529904" cy="0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FBF634E7-C0BD-7BA7-7C25-02BFFC9064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589638" y="4858833"/>
              <a:ext cx="496471" cy="892430"/>
            </a:xfrm>
            <a:prstGeom prst="line">
              <a:avLst/>
            </a:prstGeom>
            <a:ln w="158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CDA0E97C-363C-D792-50E1-0D39FEA0C623}"/>
                </a:ext>
              </a:extLst>
            </p:cNvPr>
            <p:cNvCxnSpPr>
              <a:cxnSpLocks/>
            </p:cNvCxnSpPr>
            <p:nvPr/>
          </p:nvCxnSpPr>
          <p:spPr>
            <a:xfrm>
              <a:off x="-1119542" y="4726538"/>
              <a:ext cx="0" cy="1536569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직선 연결선 448">
              <a:extLst>
                <a:ext uri="{FF2B5EF4-FFF2-40B4-BE49-F238E27FC236}">
                  <a16:creationId xmlns:a16="http://schemas.microsoft.com/office/drawing/2014/main" id="{D536C729-7846-84FF-5272-F169B99DCCC7}"/>
                </a:ext>
              </a:extLst>
            </p:cNvPr>
            <p:cNvCxnSpPr>
              <a:cxnSpLocks/>
            </p:cNvCxnSpPr>
            <p:nvPr/>
          </p:nvCxnSpPr>
          <p:spPr>
            <a:xfrm>
              <a:off x="-589040" y="4724808"/>
              <a:ext cx="0" cy="1536569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직선 연결선 449">
              <a:extLst>
                <a:ext uri="{FF2B5EF4-FFF2-40B4-BE49-F238E27FC236}">
                  <a16:creationId xmlns:a16="http://schemas.microsoft.com/office/drawing/2014/main" id="{9F406027-8E2F-1D71-67E8-91CE8526851B}"/>
                </a:ext>
              </a:extLst>
            </p:cNvPr>
            <p:cNvCxnSpPr>
              <a:cxnSpLocks/>
            </p:cNvCxnSpPr>
            <p:nvPr/>
          </p:nvCxnSpPr>
          <p:spPr>
            <a:xfrm>
              <a:off x="-103087" y="5493092"/>
              <a:ext cx="0" cy="775083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직선 연결선 452">
              <a:extLst>
                <a:ext uri="{FF2B5EF4-FFF2-40B4-BE49-F238E27FC236}">
                  <a16:creationId xmlns:a16="http://schemas.microsoft.com/office/drawing/2014/main" id="{750E26B5-E5B8-68AC-EDC0-0EA36600E5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618966" y="4870477"/>
              <a:ext cx="499424" cy="0"/>
            </a:xfrm>
            <a:prstGeom prst="line">
              <a:avLst/>
            </a:prstGeom>
            <a:ln w="158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5" name="TextBox 454">
              <a:extLst>
                <a:ext uri="{FF2B5EF4-FFF2-40B4-BE49-F238E27FC236}">
                  <a16:creationId xmlns:a16="http://schemas.microsoft.com/office/drawing/2014/main" id="{37F71BC6-4CB8-08DC-9920-EF1DEBFA293C}"/>
                </a:ext>
              </a:extLst>
            </p:cNvPr>
            <p:cNvSpPr txBox="1"/>
            <p:nvPr/>
          </p:nvSpPr>
          <p:spPr>
            <a:xfrm>
              <a:off x="-1989821" y="4367989"/>
              <a:ext cx="442961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dirty="0">
                  <a:latin typeface="+mn-ea"/>
                </a:rPr>
                <a:t>Gain</a:t>
              </a:r>
            </a:p>
          </p:txBody>
        </p:sp>
        <p:sp>
          <p:nvSpPr>
            <p:cNvPr id="456" name="TextBox 455">
              <a:extLst>
                <a:ext uri="{FF2B5EF4-FFF2-40B4-BE49-F238E27FC236}">
                  <a16:creationId xmlns:a16="http://schemas.microsoft.com/office/drawing/2014/main" id="{0E0275F7-11DF-5899-5920-E1A84DF84B60}"/>
                </a:ext>
              </a:extLst>
            </p:cNvPr>
            <p:cNvSpPr txBox="1"/>
            <p:nvPr/>
          </p:nvSpPr>
          <p:spPr>
            <a:xfrm>
              <a:off x="-1846135" y="4745007"/>
              <a:ext cx="286733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dirty="0">
                  <a:latin typeface="+mn-ea"/>
                </a:rPr>
                <a:t>K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7" name="TextBox 456">
                  <a:extLst>
                    <a:ext uri="{FF2B5EF4-FFF2-40B4-BE49-F238E27FC236}">
                      <a16:creationId xmlns:a16="http://schemas.microsoft.com/office/drawing/2014/main" id="{969F092F-3009-0344-3950-0D46125A92B2}"/>
                    </a:ext>
                  </a:extLst>
                </p:cNvPr>
                <p:cNvSpPr txBox="1"/>
                <p:nvPr/>
              </p:nvSpPr>
              <p:spPr>
                <a:xfrm>
                  <a:off x="755336" y="6222394"/>
                  <a:ext cx="442961" cy="246221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ko-KR" altLang="en-US" sz="1000" i="1" smtClean="0"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en-US" altLang="ko-KR" sz="1000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457" name="TextBox 456">
                  <a:extLst>
                    <a:ext uri="{FF2B5EF4-FFF2-40B4-BE49-F238E27FC236}">
                      <a16:creationId xmlns:a16="http://schemas.microsoft.com/office/drawing/2014/main" id="{969F092F-3009-0344-3950-0D46125A92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336" y="6222394"/>
                  <a:ext cx="442961" cy="24622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9" name="TextBox 458">
              <a:extLst>
                <a:ext uri="{FF2B5EF4-FFF2-40B4-BE49-F238E27FC236}">
                  <a16:creationId xmlns:a16="http://schemas.microsoft.com/office/drawing/2014/main" id="{2E8C6F16-99D9-F474-8C49-9D520BFA5B82}"/>
                </a:ext>
              </a:extLst>
            </p:cNvPr>
            <p:cNvSpPr txBox="1"/>
            <p:nvPr/>
          </p:nvSpPr>
          <p:spPr>
            <a:xfrm>
              <a:off x="-1271127" y="6274879"/>
              <a:ext cx="286733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dirty="0" err="1">
                  <a:latin typeface="+mn-ea"/>
                </a:rPr>
                <a:t>Fd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61" name="TextBox 460">
              <a:extLst>
                <a:ext uri="{FF2B5EF4-FFF2-40B4-BE49-F238E27FC236}">
                  <a16:creationId xmlns:a16="http://schemas.microsoft.com/office/drawing/2014/main" id="{92326280-784B-3F91-5653-17EBCFFC20FF}"/>
                </a:ext>
              </a:extLst>
            </p:cNvPr>
            <p:cNvSpPr txBox="1"/>
            <p:nvPr/>
          </p:nvSpPr>
          <p:spPr>
            <a:xfrm>
              <a:off x="-755990" y="6282205"/>
              <a:ext cx="286733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dirty="0">
                  <a:latin typeface="+mn-ea"/>
                </a:rPr>
                <a:t>Fc</a:t>
              </a:r>
            </a:p>
          </p:txBody>
        </p:sp>
        <p:sp>
          <p:nvSpPr>
            <p:cNvPr id="462" name="TextBox 461">
              <a:extLst>
                <a:ext uri="{FF2B5EF4-FFF2-40B4-BE49-F238E27FC236}">
                  <a16:creationId xmlns:a16="http://schemas.microsoft.com/office/drawing/2014/main" id="{6962C9E8-A3F2-32C8-3967-28C47D080761}"/>
                </a:ext>
              </a:extLst>
            </p:cNvPr>
            <p:cNvSpPr txBox="1"/>
            <p:nvPr/>
          </p:nvSpPr>
          <p:spPr>
            <a:xfrm>
              <a:off x="-275133" y="6266555"/>
              <a:ext cx="286733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dirty="0">
                  <a:latin typeface="+mn-ea"/>
                </a:rPr>
                <a:t>Fz</a:t>
              </a:r>
            </a:p>
          </p:txBody>
        </p:sp>
        <p:sp>
          <p:nvSpPr>
            <p:cNvPr id="463" name="TextBox 462">
              <a:extLst>
                <a:ext uri="{FF2B5EF4-FFF2-40B4-BE49-F238E27FC236}">
                  <a16:creationId xmlns:a16="http://schemas.microsoft.com/office/drawing/2014/main" id="{41B5B0BD-0D61-6B6E-1EBA-6866BD34D0B7}"/>
                </a:ext>
              </a:extLst>
            </p:cNvPr>
            <p:cNvSpPr txBox="1"/>
            <p:nvPr/>
          </p:nvSpPr>
          <p:spPr>
            <a:xfrm>
              <a:off x="346969" y="6266555"/>
              <a:ext cx="286733" cy="2462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00" dirty="0">
                  <a:latin typeface="+mn-ea"/>
                </a:rPr>
                <a:t>Fu</a:t>
              </a:r>
            </a:p>
          </p:txBody>
        </p:sp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id="{93CEC78B-8D86-32C3-57D3-2E68FA25D8ED}"/>
                </a:ext>
              </a:extLst>
            </p:cNvPr>
            <p:cNvSpPr txBox="1"/>
            <p:nvPr/>
          </p:nvSpPr>
          <p:spPr>
            <a:xfrm>
              <a:off x="-408928" y="4266119"/>
              <a:ext cx="1123096" cy="553998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dominant pole</a:t>
              </a:r>
            </a:p>
            <a:p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compensation</a:t>
              </a:r>
            </a:p>
            <a:p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(-20dB/dec)</a:t>
              </a:r>
            </a:p>
          </p:txBody>
        </p:sp>
        <p:cxnSp>
          <p:nvCxnSpPr>
            <p:cNvPr id="467" name="직선 화살표 연결선 466">
              <a:extLst>
                <a:ext uri="{FF2B5EF4-FFF2-40B4-BE49-F238E27FC236}">
                  <a16:creationId xmlns:a16="http://schemas.microsoft.com/office/drawing/2014/main" id="{2CBACC74-6AA9-104A-6761-5CF4D68EB1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955323" y="4431547"/>
              <a:ext cx="474654" cy="5774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직선 화살표 연결선 468">
              <a:extLst>
                <a:ext uri="{FF2B5EF4-FFF2-40B4-BE49-F238E27FC236}">
                  <a16:creationId xmlns:a16="http://schemas.microsoft.com/office/drawing/2014/main" id="{8BE24B8E-C6A8-0612-8B4A-36110C9F83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12446" y="4991228"/>
              <a:ext cx="238690" cy="1093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0" name="TextBox 469">
              <a:extLst>
                <a:ext uri="{FF2B5EF4-FFF2-40B4-BE49-F238E27FC236}">
                  <a16:creationId xmlns:a16="http://schemas.microsoft.com/office/drawing/2014/main" id="{4DCD8296-B0E0-B69A-097C-6F5B1D3F2FDB}"/>
                </a:ext>
              </a:extLst>
            </p:cNvPr>
            <p:cNvSpPr txBox="1"/>
            <p:nvPr/>
          </p:nvSpPr>
          <p:spPr>
            <a:xfrm>
              <a:off x="-103087" y="4856587"/>
              <a:ext cx="1123096" cy="553998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two pole</a:t>
              </a:r>
            </a:p>
            <a:p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compensation</a:t>
              </a:r>
            </a:p>
            <a:p>
              <a:r>
                <a:rPr lang="en-US" altLang="ko-KR" sz="1000" dirty="0">
                  <a:solidFill>
                    <a:srgbClr val="0070C0"/>
                  </a:solidFill>
                  <a:latin typeface="+mn-ea"/>
                </a:rPr>
                <a:t>(-40dB/dec)</a:t>
              </a: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F3F2A6-818F-5D4A-8BC6-1C8820E9EE77}"/>
              </a:ext>
            </a:extLst>
          </p:cNvPr>
          <p:cNvSpPr/>
          <p:nvPr/>
        </p:nvSpPr>
        <p:spPr>
          <a:xfrm>
            <a:off x="7852372" y="1649506"/>
            <a:ext cx="350333" cy="12758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1433A2B-30EF-37BE-4CF6-6D2121F31456}"/>
              </a:ext>
            </a:extLst>
          </p:cNvPr>
          <p:cNvSpPr/>
          <p:nvPr/>
        </p:nvSpPr>
        <p:spPr>
          <a:xfrm>
            <a:off x="8567145" y="3083857"/>
            <a:ext cx="1186454" cy="168241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+mn-ea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23A2EF4E-0826-5CE4-2694-96D8A35D86F3}"/>
              </a:ext>
            </a:extLst>
          </p:cNvPr>
          <p:cNvCxnSpPr>
            <a:cxnSpLocks/>
          </p:cNvCxnSpPr>
          <p:nvPr/>
        </p:nvCxnSpPr>
        <p:spPr>
          <a:xfrm flipH="1">
            <a:off x="8250084" y="1709951"/>
            <a:ext cx="2014504" cy="0"/>
          </a:xfrm>
          <a:prstGeom prst="straightConnector1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F743C1F-A799-324A-35E3-45CE8E74E68E}"/>
              </a:ext>
            </a:extLst>
          </p:cNvPr>
          <p:cNvCxnSpPr>
            <a:cxnSpLocks/>
          </p:cNvCxnSpPr>
          <p:nvPr/>
        </p:nvCxnSpPr>
        <p:spPr>
          <a:xfrm flipH="1">
            <a:off x="9798424" y="3180163"/>
            <a:ext cx="466164" cy="0"/>
          </a:xfrm>
          <a:prstGeom prst="straightConnector1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3E6A3A9-E65E-F604-C931-265D38DE6EF7}"/>
              </a:ext>
            </a:extLst>
          </p:cNvPr>
          <p:cNvCxnSpPr>
            <a:cxnSpLocks/>
          </p:cNvCxnSpPr>
          <p:nvPr/>
        </p:nvCxnSpPr>
        <p:spPr>
          <a:xfrm>
            <a:off x="10264588" y="1709951"/>
            <a:ext cx="0" cy="1470212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F1D5C27-517B-5561-F139-2BEF192EDF49}"/>
                  </a:ext>
                </a:extLst>
              </p:cNvPr>
              <p:cNvSpPr txBox="1"/>
              <p:nvPr/>
            </p:nvSpPr>
            <p:spPr>
              <a:xfrm>
                <a:off x="9753599" y="528497"/>
                <a:ext cx="2339785" cy="1169551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altLang="ko-KR" sz="1000" dirty="0">
                    <a:solidFill>
                      <a:srgbClr val="FF0000"/>
                    </a:solidFill>
                    <a:latin typeface="+mn-ea"/>
                  </a:rPr>
                  <a:t>For Tow-Thomas filter R1 calculation</a:t>
                </a:r>
              </a:p>
              <a:p>
                <a:r>
                  <a:rPr lang="en-US" altLang="ko-KR" sz="1000" dirty="0">
                    <a:solidFill>
                      <a:srgbClr val="FF0000"/>
                    </a:solidFill>
                    <a:latin typeface="+mn-ea"/>
                  </a:rPr>
                  <a:t>use following assumption</a:t>
                </a:r>
              </a:p>
              <a:p>
                <a:r>
                  <a:rPr lang="en-US" altLang="ko-KR" sz="1000" dirty="0">
                    <a:solidFill>
                      <a:srgbClr val="FF0000"/>
                    </a:solidFill>
                    <a:latin typeface="+mn-ea"/>
                  </a:rPr>
                  <a:t>1) TT_R1 = R2(1+C1/C2) </a:t>
                </a:r>
              </a:p>
              <a:p>
                <a:r>
                  <a:rPr lang="en-US" altLang="ko-KR" sz="1000" dirty="0">
                    <a:solidFill>
                      <a:srgbClr val="FF0000"/>
                    </a:solidFill>
                    <a:latin typeface="+mn-ea"/>
                  </a:rPr>
                  <a:t>            = 51K (1+390p/680p) = 80 K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altLang="ko-KR" sz="1000" dirty="0">
                  <a:solidFill>
                    <a:srgbClr val="FF0000"/>
                  </a:solidFill>
                  <a:latin typeface="+mn-ea"/>
                </a:endParaRPr>
              </a:p>
              <a:p>
                <a:r>
                  <a:rPr lang="en-US" altLang="ko-KR" sz="1000" dirty="0">
                    <a:solidFill>
                      <a:srgbClr val="0070C0"/>
                    </a:solidFill>
                    <a:latin typeface="+mn-ea"/>
                  </a:rPr>
                  <a:t>2) TT_R1 = R2(1+C1/C2) </a:t>
                </a:r>
              </a:p>
              <a:p>
                <a:r>
                  <a:rPr lang="en-US" altLang="ko-KR" sz="1000" dirty="0">
                    <a:solidFill>
                      <a:srgbClr val="0070C0"/>
                    </a:solidFill>
                    <a:latin typeface="+mn-ea"/>
                  </a:rPr>
                  <a:t>            = 51K (1+150p/300p) = 76 K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altLang="ko-KR" sz="1000" dirty="0">
                  <a:solidFill>
                    <a:srgbClr val="0070C0"/>
                  </a:solidFill>
                  <a:latin typeface="+mn-ea"/>
                </a:endParaRPr>
              </a:p>
              <a:p>
                <a:endParaRPr lang="en-US" altLang="ko-KR" sz="1000" dirty="0">
                  <a:solidFill>
                    <a:srgbClr val="FF0000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F1D5C27-517B-5561-F139-2BEF192ED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599" y="528497"/>
                <a:ext cx="2339785" cy="1169551"/>
              </a:xfrm>
              <a:prstGeom prst="rect">
                <a:avLst/>
              </a:prstGeom>
              <a:blipFill>
                <a:blip r:embed="rId9"/>
                <a:stretch>
                  <a:fillRect l="-3385" t="-521" r="-2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4983E04-8FDC-F4D6-CEAA-6998C6777EC8}"/>
                  </a:ext>
                </a:extLst>
              </p:cNvPr>
              <p:cNvSpPr txBox="1"/>
              <p:nvPr/>
            </p:nvSpPr>
            <p:spPr>
              <a:xfrm>
                <a:off x="6255053" y="4721491"/>
                <a:ext cx="3023310" cy="17594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en-US" altLang="ko-KR" sz="11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C1=390p, C2=680p, R2=51K, C1//</a:t>
                </a:r>
                <a14:m>
                  <m:oMath xmlns:m="http://schemas.openxmlformats.org/officeDocument/2006/math">
                    <m:r>
                      <a:rPr lang="en-US" altLang="ko-KR" sz="1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</m:t>
                    </m:r>
                    <m:r>
                      <a:rPr lang="en-US" altLang="ko-KR" sz="1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altLang="ko-KR" sz="1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ko-KR" sz="1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𝟐𝟓𝟎</m:t>
                    </m:r>
                    <m:r>
                      <a:rPr lang="en-US" altLang="ko-KR" sz="11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</m:oMath>
                </a14:m>
                <a:endParaRPr lang="en-US" altLang="ko-KR" sz="11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ts val="2600"/>
                  </a:lnSpc>
                </a:pPr>
                <a:r>
                  <a:rPr lang="en-US" altLang="ko-KR" sz="12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1) Fz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sz="1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ko-KR" altLang="en-US" sz="1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  <m:r>
                          <a:rPr lang="en-US" altLang="ko-KR" sz="1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𝐑𝟐</m:t>
                        </m:r>
                        <m:r>
                          <a:rPr lang="en-US" altLang="ko-KR" sz="1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𝐂𝟏</m:t>
                        </m:r>
                        <m:r>
                          <a:rPr lang="en-US" altLang="ko-KR" sz="1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𝐂𝟐</m:t>
                        </m:r>
                        <m:r>
                          <a:rPr lang="en-US" altLang="ko-KR" sz="1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ko-KR" sz="12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ts val="2600"/>
                  </a:lnSpc>
                </a:pPr>
                <a:r>
                  <a:rPr lang="en-US" altLang="ko-KR" sz="12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sz="1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ko-KR" altLang="en-US" sz="1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  <m:r>
                          <a:rPr lang="en-US" altLang="ko-KR" sz="12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ko-KR" sz="12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𝟓𝟏𝐊</m:t>
                        </m:r>
                        <m:d>
                          <m:dPr>
                            <m:ctrlPr>
                              <a:rPr lang="en-US" altLang="ko-KR" sz="1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𝟑𝟗𝟎𝐩</m:t>
                            </m:r>
                            <m:r>
                              <a:rPr lang="en-US" altLang="ko-KR" sz="12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sz="12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𝟔𝟖𝟎𝐩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ko-KR" sz="12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2.9 </a:t>
                </a:r>
                <a:r>
                  <a:rPr lang="en-US" altLang="ko-KR" sz="1200" b="1" dirty="0" err="1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KHz</a:t>
                </a:r>
                <a:endParaRPr lang="en-US" altLang="ko-KR" sz="12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ts val="2600"/>
                  </a:lnSpc>
                </a:pPr>
                <a:r>
                  <a:rPr lang="en-US" altLang="ko-KR" sz="12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2) Fc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sz="1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ko-KR" altLang="en-US" sz="1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  <m:rad>
                          <m:radPr>
                            <m:degHide m:val="on"/>
                            <m:ctrlPr>
                              <a:rPr lang="ko-KR" altLang="en-US" sz="1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12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𝐂𝟏𝐂𝟐𝐑𝟏𝐑𝟐</m:t>
                            </m:r>
                            <m:r>
                              <a:rPr lang="en-US" altLang="ko-KR" sz="12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ko-KR" sz="12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𝐊</m:t>
                            </m:r>
                            <m:r>
                              <a:rPr lang="en-US" altLang="ko-KR" sz="12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ko-KR" sz="12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US" altLang="ko-KR" sz="12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  gain(K) ↑ : Fc ↓</a:t>
                </a:r>
              </a:p>
              <a:p>
                <a:pPr>
                  <a:lnSpc>
                    <a:spcPts val="2600"/>
                  </a:lnSpc>
                </a:pPr>
                <a:r>
                  <a:rPr lang="en-US" altLang="ko-KR" sz="12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           </a:t>
                </a:r>
                <a:r>
                  <a:rPr lang="en-US" altLang="ko-KR" sz="12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sz="1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ko-KR" altLang="en-US" sz="1200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  <m:rad>
                          <m:radPr>
                            <m:degHide m:val="on"/>
                            <m:ctrlPr>
                              <a:rPr lang="ko-KR" altLang="en-US" sz="12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12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𝟑𝟗𝟎𝐩</m:t>
                            </m:r>
                            <m:r>
                              <a:rPr lang="en-US" altLang="ko-KR" sz="12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ko-KR" sz="12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𝟔𝟖𝟎𝐩</m:t>
                            </m:r>
                            <m:r>
                              <a:rPr lang="en-US" altLang="ko-KR" sz="12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ko-KR" sz="1200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𝟓𝟏𝐊</m:t>
                            </m:r>
                            <m:r>
                              <a:rPr lang="en-US" altLang="ko-KR" sz="12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ko-KR" sz="12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𝟏𝟎𝟎𝟎𝟎𝟎𝟎</m:t>
                            </m:r>
                            <m:r>
                              <a:rPr lang="en-US" altLang="ko-KR" sz="1200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  <m:r>
                      <a:rPr lang="en-US" altLang="ko-KR" sz="1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en-US" altLang="ko-KR" sz="1200" b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1.4 </a:t>
                </a:r>
                <a:r>
                  <a:rPr lang="en-US" altLang="ko-KR" sz="1200" b="1" dirty="0" err="1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KHz</a:t>
                </a:r>
                <a:endParaRPr lang="en-US" altLang="ko-KR" sz="1200" b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4983E04-8FDC-F4D6-CEAA-6998C6777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053" y="4721491"/>
                <a:ext cx="3023310" cy="175945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294DADA-68CD-9D3B-EF82-5B8F4ACADE26}"/>
                  </a:ext>
                </a:extLst>
              </p:cNvPr>
              <p:cNvSpPr txBox="1"/>
              <p:nvPr/>
            </p:nvSpPr>
            <p:spPr>
              <a:xfrm>
                <a:off x="9221477" y="4709496"/>
                <a:ext cx="3023310" cy="17594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en-US" altLang="ko-KR" sz="1100" b="1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C1=150p, C2=300p, R2=51K, C1//C2=100p</a:t>
                </a:r>
              </a:p>
              <a:p>
                <a:pPr>
                  <a:lnSpc>
                    <a:spcPts val="2600"/>
                  </a:lnSpc>
                </a:pPr>
                <a:r>
                  <a:rPr lang="en-US" altLang="ko-KR" sz="1200" b="1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1) Fz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sz="12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ko-KR" altLang="en-US" sz="12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  <m:r>
                          <a:rPr lang="en-US" altLang="ko-KR" sz="12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𝐑𝟐</m:t>
                        </m:r>
                        <m:r>
                          <a:rPr lang="en-US" altLang="ko-KR" sz="12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2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𝐂𝟏</m:t>
                        </m:r>
                        <m:r>
                          <a:rPr lang="en-US" altLang="ko-KR" sz="12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12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𝐂𝟐</m:t>
                        </m:r>
                        <m:r>
                          <a:rPr lang="en-US" altLang="ko-KR" sz="12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ko-KR" sz="1200" b="1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ts val="2600"/>
                  </a:lnSpc>
                </a:pPr>
                <a:r>
                  <a:rPr lang="en-US" altLang="ko-KR" sz="1200" b="1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sz="12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ko-KR" altLang="en-US" sz="12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  <m:r>
                          <a:rPr lang="en-US" altLang="ko-KR" sz="12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ko-KR" sz="12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𝟓𝟏</m:t>
                        </m:r>
                        <m:r>
                          <a:rPr lang="en-US" altLang="ko-KR" sz="1200" b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𝐊</m:t>
                        </m:r>
                        <m:d>
                          <m:dPr>
                            <m:ctrlPr>
                              <a:rPr lang="en-US" altLang="ko-KR" sz="1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2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𝟏𝟓𝟎𝐩</m:t>
                            </m:r>
                            <m:r>
                              <a:rPr lang="en-US" altLang="ko-KR" sz="12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sz="12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𝟑𝟎𝟎𝐩</m:t>
                            </m:r>
                          </m:e>
                        </m:d>
                      </m:den>
                    </m:f>
                  </m:oMath>
                </a14:m>
                <a:r>
                  <a:rPr lang="en-US" altLang="ko-KR" sz="1200" b="1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7 </a:t>
                </a:r>
                <a:r>
                  <a:rPr lang="en-US" altLang="ko-KR" sz="1200" b="1" dirty="0" err="1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KHz</a:t>
                </a:r>
                <a:endParaRPr lang="en-US" altLang="ko-KR" sz="1200" b="1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ts val="2600"/>
                  </a:lnSpc>
                </a:pPr>
                <a:r>
                  <a:rPr lang="en-US" altLang="ko-KR" sz="1200" b="1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2) Fc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sz="12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ko-KR" altLang="en-US" sz="12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  <m:rad>
                          <m:radPr>
                            <m:degHide m:val="on"/>
                            <m:ctrlPr>
                              <a:rPr lang="ko-KR" altLang="en-US" sz="1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12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𝐂𝟏𝐂𝟐𝐑𝟏𝐑𝟐</m:t>
                            </m:r>
                            <m:r>
                              <a:rPr lang="en-US" altLang="ko-KR" sz="12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ko-KR" sz="12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𝐊</m:t>
                            </m:r>
                            <m:r>
                              <a:rPr lang="en-US" altLang="ko-KR" sz="12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ko-KR" sz="1200" b="1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US" altLang="ko-KR" sz="1200" b="1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  gain(K) ↑ : Fc ↓</a:t>
                </a:r>
              </a:p>
              <a:p>
                <a:pPr>
                  <a:lnSpc>
                    <a:spcPts val="2600"/>
                  </a:lnSpc>
                </a:pPr>
                <a:r>
                  <a:rPr lang="en-US" altLang="ko-KR" sz="1200" b="1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Wingdings" panose="05000000000000000000" pitchFamily="2" charset="2"/>
                  </a:rPr>
                  <a:t>           </a:t>
                </a:r>
                <a:r>
                  <a:rPr lang="en-US" altLang="ko-KR" sz="1200" b="1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2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ko-KR" sz="12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ko-KR" altLang="en-US" sz="1200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  <m:rad>
                          <m:radPr>
                            <m:degHide m:val="on"/>
                            <m:ctrlPr>
                              <a:rPr lang="ko-KR" altLang="en-US" sz="12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12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𝟏𝟓</m:t>
                            </m:r>
                            <m:r>
                              <a:rPr lang="en-US" altLang="ko-KR" sz="1200" b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𝟎𝐩</m:t>
                            </m:r>
                            <m:r>
                              <a:rPr lang="en-US" altLang="ko-KR" sz="1200" b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ko-KR" sz="12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𝟑𝟎</m:t>
                            </m:r>
                            <m:r>
                              <a:rPr lang="en-US" altLang="ko-KR" sz="1200" b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𝟎𝐩</m:t>
                            </m:r>
                            <m:r>
                              <a:rPr lang="en-US" altLang="ko-KR" sz="1200" b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ko-KR" sz="12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𝟓𝟏</m:t>
                            </m:r>
                            <m:r>
                              <a:rPr lang="en-US" altLang="ko-KR" sz="1200" b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𝐊</m:t>
                            </m:r>
                            <m:r>
                              <a:rPr lang="en-US" altLang="ko-KR" sz="12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ko-KR" sz="12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𝟏𝟎𝟎𝟎𝟎𝟎𝟎</m:t>
                            </m:r>
                            <m:r>
                              <a:rPr lang="en-US" altLang="ko-KR" sz="1200" b="1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  <m:r>
                      <a:rPr lang="en-US" altLang="ko-KR" sz="12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en-US" altLang="ko-KR" sz="1200" b="1" dirty="0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3.3 </a:t>
                </a:r>
                <a:r>
                  <a:rPr lang="en-US" altLang="ko-KR" sz="1200" b="1" dirty="0" err="1">
                    <a:solidFill>
                      <a:srgbClr val="0070C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KHz</a:t>
                </a:r>
                <a:endParaRPr lang="en-US" altLang="ko-KR" sz="1200" b="1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294DADA-68CD-9D3B-EF82-5B8F4ACAD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1477" y="4709496"/>
                <a:ext cx="3023310" cy="1759456"/>
              </a:xfrm>
              <a:prstGeom prst="rect">
                <a:avLst/>
              </a:prstGeom>
              <a:blipFill>
                <a:blip r:embed="rId11"/>
                <a:stretch>
                  <a:fillRect l="-20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728508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19000">
              <a:srgbClr val="E00000"/>
            </a:gs>
            <a:gs pos="84953">
              <a:srgbClr val="E80000"/>
            </a:gs>
            <a:gs pos="2000">
              <a:srgbClr val="FFC1C1"/>
            </a:gs>
            <a:gs pos="40000">
              <a:srgbClr val="C00000"/>
            </a:gs>
            <a:gs pos="59000">
              <a:srgbClr val="C00000"/>
            </a:gs>
            <a:gs pos="100000">
              <a:srgbClr val="FFC1C1"/>
            </a:gs>
          </a:gsLst>
          <a:lin ang="5400000" scaled="1"/>
        </a:gra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테마1</Template>
  <TotalTime>338396</TotalTime>
  <Words>5493</Words>
  <Application>Microsoft Office PowerPoint</Application>
  <PresentationFormat>와이드스크린</PresentationFormat>
  <Paragraphs>2493</Paragraphs>
  <Slides>11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Cambria Math</vt:lpstr>
      <vt:lpstr>Wingdings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CKY</dc:creator>
  <cp:lastModifiedBy>이 동철</cp:lastModifiedBy>
  <cp:revision>635</cp:revision>
  <cp:lastPrinted>2024-05-27T05:08:07Z</cp:lastPrinted>
  <dcterms:created xsi:type="dcterms:W3CDTF">2021-03-18T04:05:48Z</dcterms:created>
  <dcterms:modified xsi:type="dcterms:W3CDTF">2025-08-14T07:34:02Z</dcterms:modified>
</cp:coreProperties>
</file>